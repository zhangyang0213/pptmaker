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notesMasterIdLst>
    <p:notesMasterId r:id="rId5"/>
  </p:notesMasterIdLst>
  <p:handoutMasterIdLst>
    <p:handoutMasterId r:id="rId30"/>
  </p:handoutMasterIdLst>
  <p:sldIdLst>
    <p:sldId id="432" r:id="rId4"/>
    <p:sldId id="433" r:id="rId6"/>
    <p:sldId id="322" r:id="rId7"/>
    <p:sldId id="410" r:id="rId8"/>
    <p:sldId id="404" r:id="rId9"/>
    <p:sldId id="400" r:id="rId10"/>
    <p:sldId id="401" r:id="rId11"/>
    <p:sldId id="402" r:id="rId12"/>
    <p:sldId id="434" r:id="rId13"/>
    <p:sldId id="392" r:id="rId14"/>
    <p:sldId id="405" r:id="rId15"/>
    <p:sldId id="412" r:id="rId16"/>
    <p:sldId id="403" r:id="rId17"/>
    <p:sldId id="435" r:id="rId18"/>
    <p:sldId id="413" r:id="rId19"/>
    <p:sldId id="407" r:id="rId20"/>
    <p:sldId id="411" r:id="rId21"/>
    <p:sldId id="409" r:id="rId22"/>
    <p:sldId id="436" r:id="rId23"/>
    <p:sldId id="408" r:id="rId24"/>
    <p:sldId id="406" r:id="rId25"/>
    <p:sldId id="414" r:id="rId26"/>
    <p:sldId id="398" r:id="rId27"/>
    <p:sldId id="399" r:id="rId28"/>
    <p:sldId id="458" r:id="rId29"/>
  </p:sldIdLst>
  <p:sldSz cx="9144000" cy="5143500" type="screen16x9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D55"/>
    <a:srgbClr val="4D5985"/>
    <a:srgbClr val="7B8E9B"/>
    <a:srgbClr val="EBECE7"/>
    <a:srgbClr val="332215"/>
    <a:srgbClr val="2C6B7C"/>
    <a:srgbClr val="F37B3D"/>
    <a:srgbClr val="0B5A8E"/>
    <a:srgbClr val="54534D"/>
    <a:srgbClr val="84AA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35" autoAdjust="0"/>
    <p:restoredTop sz="94660" autoAdjust="0"/>
  </p:normalViewPr>
  <p:slideViewPr>
    <p:cSldViewPr>
      <p:cViewPr varScale="1">
        <p:scale>
          <a:sx n="98" d="100"/>
          <a:sy n="98" d="100"/>
        </p:scale>
        <p:origin x="726" y="84"/>
      </p:cViewPr>
      <p:guideLst>
        <p:guide orient="horz" pos="1040"/>
        <p:guide pos="28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972"/>
        <p:guide pos="211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4" Type="http://schemas.openxmlformats.org/officeDocument/2006/relationships/tags" Target="tags/tag7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字魂59号-创粗黑" panose="00000500000000000000" charset="-122"/>
                <a:ea typeface="字魂59号-创粗黑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字魂59号-创粗黑" panose="00000500000000000000" charset="-122"/>
                <a:ea typeface="字魂59号-创粗黑" panose="00000500000000000000" charset="-122"/>
              </a:defRPr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字魂59号-创粗黑" panose="00000500000000000000" charset="-122"/>
                <a:ea typeface="字魂59号-创粗黑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字魂59号-创粗黑" panose="00000500000000000000" charset="-122"/>
                <a:ea typeface="字魂59号-创粗黑" panose="00000500000000000000" charset="-122"/>
              </a:defRPr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charset="-122"/>
        <a:ea typeface="字魂59号-创粗黑" panose="00000500000000000000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charset="-122"/>
        <a:ea typeface="字魂59号-创粗黑" panose="00000500000000000000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charset="-122"/>
        <a:ea typeface="字魂59号-创粗黑" panose="00000500000000000000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charset="-122"/>
        <a:ea typeface="字魂59号-创粗黑" panose="00000500000000000000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charset="-122"/>
        <a:ea typeface="字魂59号-创粗黑" panose="00000500000000000000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390649"/>
            <a:ext cx="6858000" cy="1241822"/>
          </a:xfrm>
        </p:spPr>
        <p:txBody>
          <a:bodyPr anchor="b">
            <a:normAutofit/>
          </a:bodyPr>
          <a:lstStyle>
            <a:lvl1pPr algn="ctr">
              <a:defRPr sz="54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28650" y="1640582"/>
            <a:ext cx="7886700" cy="1862336"/>
          </a:xfrm>
        </p:spPr>
        <p:txBody>
          <a:bodyPr>
            <a:normAutofit/>
          </a:bodyPr>
          <a:lstStyle>
            <a:lvl1pPr algn="ctr">
              <a:defRPr sz="45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308721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961707"/>
            <a:ext cx="3868340" cy="26805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08721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961707"/>
            <a:ext cx="3887391" cy="26805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5" y="1619250"/>
            <a:ext cx="4286250" cy="1036838"/>
          </a:xfrm>
        </p:spPr>
        <p:txBody>
          <a:bodyPr anchor="b" anchorCtr="0">
            <a:normAutofit/>
          </a:bodyPr>
          <a:lstStyle>
            <a:lvl1pPr algn="ctr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2428875" y="2799901"/>
            <a:ext cx="4286250" cy="88945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8650" y="535255"/>
            <a:ext cx="3511241" cy="1071121"/>
          </a:xfrm>
        </p:spPr>
        <p:txBody>
          <a:bodyPr anchor="t" anchorCtr="0">
            <a:normAutofit/>
          </a:bodyPr>
          <a:lstStyle>
            <a:lvl1pPr>
              <a:defRPr sz="27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231888" y="535255"/>
            <a:ext cx="4283912" cy="40527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8650" y="1735405"/>
            <a:ext cx="3511241" cy="2858691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7833674" y="273844"/>
            <a:ext cx="681676" cy="4358879"/>
          </a:xfrm>
        </p:spPr>
        <p:txBody>
          <a:bodyPr vert="eaVert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49" y="273844"/>
            <a:ext cx="7084832" cy="4358879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413657"/>
            <a:ext cx="7886700" cy="416922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字魂59号-创粗黑" panose="00000500000000000000" charset="-122"/>
          <a:ea typeface="字魂59号-创粗黑" panose="00000500000000000000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字魂59号-创粗黑" panose="00000500000000000000" charset="-122"/>
          <a:ea typeface="字魂59号-创粗黑" panose="00000500000000000000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字魂59号-创粗黑" panose="00000500000000000000" charset="-122"/>
          <a:ea typeface="字魂59号-创粗黑" panose="00000500000000000000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字魂59号-创粗黑" panose="00000500000000000000" charset="-122"/>
          <a:ea typeface="字魂59号-创粗黑" panose="00000500000000000000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字魂59号-创粗黑" panose="00000500000000000000" charset="-122"/>
          <a:ea typeface="字魂59号-创粗黑" panose="00000500000000000000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字魂59号-创粗黑" panose="00000500000000000000" charset="-122"/>
          <a:ea typeface="字魂59号-创粗黑" panose="00000500000000000000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ea typeface="字魂59号-创粗黑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字魂59号-创粗黑" panose="00000500000000000000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字魂59号-创粗黑" panose="00000500000000000000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字魂59号-创粗黑" panose="00000500000000000000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字魂59号-创粗黑" panose="00000500000000000000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字魂59号-创粗黑" panose="00000500000000000000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字魂59号-创粗黑" panose="00000500000000000000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microsoft.com/office/2007/relationships/hdphoto" Target="../media/image8.wdp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0.emf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0.emf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0.emf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0.emf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microsoft.com/office/2007/relationships/hdphoto" Target="../media/image8.wdp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25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jjjjj_0000s_0000_图层-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0239" y="667703"/>
            <a:ext cx="7233761" cy="4463891"/>
          </a:xfrm>
          <a:prstGeom prst="rect">
            <a:avLst/>
          </a:prstGeom>
        </p:spPr>
      </p:pic>
      <p:pic>
        <p:nvPicPr>
          <p:cNvPr id="5" name="图片 4" descr="jjjjj_0000s_0000s_0001_图层-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324" y="1448753"/>
            <a:ext cx="1996440" cy="1119188"/>
          </a:xfrm>
          <a:prstGeom prst="rect">
            <a:avLst/>
          </a:prstGeom>
        </p:spPr>
      </p:pic>
      <p:pic>
        <p:nvPicPr>
          <p:cNvPr id="10" name="图片 9" descr="jjjjj_0000s_0000s_0000s_0001_GuiYang-Mylike-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703" y="2515553"/>
            <a:ext cx="2014061" cy="321469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736759" y="2282508"/>
            <a:ext cx="4178141" cy="400050"/>
            <a:chOff x="902" y="4980"/>
            <a:chExt cx="8773" cy="840"/>
          </a:xfrm>
        </p:grpSpPr>
        <p:pic>
          <p:nvPicPr>
            <p:cNvPr id="11" name="图片 10" descr="jjjjj_0000s_0000s_0000_图层-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42" y="4980"/>
              <a:ext cx="5894" cy="840"/>
            </a:xfrm>
            <a:prstGeom prst="rect">
              <a:avLst/>
            </a:prstGeom>
          </p:spPr>
        </p:pic>
        <p:pic>
          <p:nvPicPr>
            <p:cNvPr id="8" name="图片 7" descr="jjjjj_0000s_0000s_0000s_0002_矩形-1-副本-拷贝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35" y="5790"/>
              <a:ext cx="1440" cy="30"/>
            </a:xfrm>
            <a:prstGeom prst="rect">
              <a:avLst/>
            </a:prstGeom>
          </p:spPr>
        </p:pic>
        <p:pic>
          <p:nvPicPr>
            <p:cNvPr id="12" name="图片 11" descr="jjjjj_0000s_0000s_0000s_0003_矩形-1-副本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2" y="5790"/>
              <a:ext cx="1440" cy="30"/>
            </a:xfrm>
            <a:prstGeom prst="rect">
              <a:avLst/>
            </a:prstGeom>
          </p:spPr>
        </p:pic>
      </p:grpSp>
      <p:pic>
        <p:nvPicPr>
          <p:cNvPr id="41" name="图片 40" descr="世界读书日1_0001_波浪纹"/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  <a:grayscl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5494" y="395335"/>
            <a:ext cx="757437" cy="272261"/>
          </a:xfrm>
          <a:prstGeom prst="rect">
            <a:avLst/>
          </a:prstGeom>
        </p:spPr>
      </p:pic>
      <p:cxnSp>
        <p:nvCxnSpPr>
          <p:cNvPr id="27" name="直接连接符 26"/>
          <p:cNvCxnSpPr/>
          <p:nvPr/>
        </p:nvCxnSpPr>
        <p:spPr>
          <a:xfrm flipV="1">
            <a:off x="4421981" y="488633"/>
            <a:ext cx="293370" cy="289560"/>
          </a:xfrm>
          <a:prstGeom prst="line">
            <a:avLst/>
          </a:prstGeom>
          <a:ln>
            <a:solidFill>
              <a:srgbClr val="778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>
            <a:spLocks noChangeAspect="1"/>
          </p:cNvSpPr>
          <p:nvPr/>
        </p:nvSpPr>
        <p:spPr>
          <a:xfrm>
            <a:off x="4228915" y="778335"/>
            <a:ext cx="192795" cy="192794"/>
          </a:xfrm>
          <a:prstGeom prst="ellipse">
            <a:avLst/>
          </a:prstGeom>
          <a:noFill/>
          <a:ln>
            <a:solidFill>
              <a:srgbClr val="778C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20"/>
          </a:p>
        </p:txBody>
      </p:sp>
      <p:pic>
        <p:nvPicPr>
          <p:cNvPr id="15" name="图片 14" descr="世界读书日1_0001_波浪纹"/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  <a:grayscl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57835" y="4297727"/>
            <a:ext cx="757437" cy="272261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297973" y="3020247"/>
            <a:ext cx="3288665" cy="714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50" dirty="0">
                <a:solidFill>
                  <a:srgbClr val="436369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读书</a:t>
            </a:r>
            <a:r>
              <a:rPr lang="en-US" altLang="zh-CN" sz="4050" dirty="0">
                <a:solidFill>
                  <a:srgbClr val="436369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·</a:t>
            </a:r>
            <a:r>
              <a:rPr lang="zh-CN" altLang="en-US" sz="4050" dirty="0">
                <a:solidFill>
                  <a:srgbClr val="436369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分享</a:t>
            </a:r>
            <a:r>
              <a:rPr lang="en-US" altLang="zh-CN" sz="4050" dirty="0">
                <a:solidFill>
                  <a:srgbClr val="436369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PPT</a:t>
            </a:r>
            <a:endParaRPr lang="en-US" altLang="zh-CN" sz="4050" dirty="0">
              <a:solidFill>
                <a:srgbClr val="436369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736759" y="4280535"/>
            <a:ext cx="293370" cy="289560"/>
          </a:xfrm>
          <a:prstGeom prst="line">
            <a:avLst/>
          </a:prstGeom>
          <a:ln>
            <a:solidFill>
              <a:srgbClr val="778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>
            <a:spLocks noChangeAspect="1"/>
          </p:cNvSpPr>
          <p:nvPr/>
        </p:nvSpPr>
        <p:spPr>
          <a:xfrm>
            <a:off x="1029944" y="4087796"/>
            <a:ext cx="192795" cy="192794"/>
          </a:xfrm>
          <a:prstGeom prst="ellipse">
            <a:avLst/>
          </a:prstGeom>
          <a:noFill/>
          <a:ln>
            <a:solidFill>
              <a:srgbClr val="778C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20"/>
          </a:p>
        </p:txBody>
      </p:sp>
      <p:sp>
        <p:nvSpPr>
          <p:cNvPr id="2" name="文本框 1"/>
          <p:cNvSpPr txBox="1"/>
          <p:nvPr/>
        </p:nvSpPr>
        <p:spPr>
          <a:xfrm>
            <a:off x="1716405" y="2787650"/>
            <a:ext cx="2297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284D55"/>
                </a:solidFill>
                <a:latin typeface="字魂59号-创粗黑" panose="00000500000000000000" charset="-122"/>
                <a:ea typeface="字魂59号-创粗黑" panose="00000500000000000000" charset="-122"/>
                <a:cs typeface="字魂59号-创粗黑" panose="00000500000000000000" charset="-122"/>
              </a:rPr>
              <a:t>读万卷书   行万里路</a:t>
            </a:r>
            <a:endParaRPr lang="zh-CN" altLang="en-US">
              <a:solidFill>
                <a:srgbClr val="284D55"/>
              </a:solidFill>
              <a:latin typeface="字魂59号-创粗黑" panose="00000500000000000000" charset="-122"/>
              <a:ea typeface="字魂59号-创粗黑" panose="00000500000000000000" charset="-122"/>
              <a:cs typeface="字魂59号-创粗黑" panose="00000500000000000000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7" grpId="0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8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jjjjj_0001s_0000_图层-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920" y="921226"/>
            <a:ext cx="6740843" cy="4160044"/>
          </a:xfrm>
          <a:prstGeom prst="rect">
            <a:avLst/>
          </a:prstGeom>
        </p:spPr>
      </p:pic>
      <p:grpSp>
        <p:nvGrpSpPr>
          <p:cNvPr id="31" name="Group 9"/>
          <p:cNvGrpSpPr/>
          <p:nvPr/>
        </p:nvGrpSpPr>
        <p:grpSpPr>
          <a:xfrm>
            <a:off x="1115616" y="2294077"/>
            <a:ext cx="1156588" cy="637713"/>
            <a:chOff x="2345143" y="2512160"/>
            <a:chExt cx="1800200" cy="992584"/>
          </a:xfrm>
        </p:grpSpPr>
        <p:sp>
          <p:nvSpPr>
            <p:cNvPr id="32" name="TextBox 7"/>
            <p:cNvSpPr txBox="1"/>
            <p:nvPr/>
          </p:nvSpPr>
          <p:spPr>
            <a:xfrm>
              <a:off x="2345143" y="2512160"/>
              <a:ext cx="1800200" cy="677107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/>
              <a:r>
                <a:rPr lang="zh-CN" altLang="en-US" sz="3600" b="1" dirty="0">
                  <a:solidFill>
                    <a:srgbClr val="4D5985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目 录</a:t>
              </a:r>
              <a:endParaRPr lang="zh-CN" altLang="en-US" sz="3600" b="1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  <p:sp>
          <p:nvSpPr>
            <p:cNvPr id="33" name="TextBox 8"/>
            <p:cNvSpPr txBox="1"/>
            <p:nvPr/>
          </p:nvSpPr>
          <p:spPr>
            <a:xfrm>
              <a:off x="2345143" y="3289300"/>
              <a:ext cx="1800200" cy="215444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/>
              <a:r>
                <a:rPr lang="en-US" altLang="zh-CN" sz="1600" b="1">
                  <a:solidFill>
                    <a:srgbClr val="4D5985"/>
                  </a:solidFill>
                  <a:latin typeface="字魂59号-创粗黑" panose="00000500000000000000" charset="-122"/>
                  <a:ea typeface="字魂59号-创粗黑" panose="00000500000000000000" charset="-122"/>
                </a:rPr>
                <a:t>CONTENTS</a:t>
              </a:r>
              <a:endParaRPr lang="en-US" altLang="zh-CN" sz="1600" b="1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627630" y="1059815"/>
            <a:ext cx="3322320" cy="3044190"/>
            <a:chOff x="4138" y="1669"/>
            <a:chExt cx="5232" cy="4794"/>
          </a:xfrm>
        </p:grpSpPr>
        <p:grpSp>
          <p:nvGrpSpPr>
            <p:cNvPr id="8" name="Group 5"/>
            <p:cNvGrpSpPr/>
            <p:nvPr/>
          </p:nvGrpSpPr>
          <p:grpSpPr>
            <a:xfrm>
              <a:off x="4138" y="1669"/>
              <a:ext cx="5233" cy="836"/>
              <a:chOff x="1598315" y="1418185"/>
              <a:chExt cx="4430626" cy="707886"/>
            </a:xfrm>
          </p:grpSpPr>
          <p:sp>
            <p:nvSpPr>
              <p:cNvPr id="24" name="TextBox 6"/>
              <p:cNvSpPr txBox="1"/>
              <p:nvPr/>
            </p:nvSpPr>
            <p:spPr>
              <a:xfrm>
                <a:off x="1598315" y="1418185"/>
                <a:ext cx="655949" cy="707886"/>
              </a:xfrm>
              <a:prstGeom prst="rect">
                <a:avLst/>
              </a:prstGeom>
              <a:noFill/>
            </p:spPr>
            <p:txBody>
              <a:bodyPr wrap="none" anchor="ctr">
                <a:normAutofit fontScale="85000" lnSpcReduction="20000"/>
              </a:bodyPr>
              <a:lstStyle/>
              <a:p>
                <a:r>
                  <a:rPr lang="en-US" altLang="zh-CN" sz="4000" dirty="0">
                    <a:solidFill>
                      <a:srgbClr val="4D5985"/>
                    </a:solidFill>
                    <a:latin typeface="字魂59号-创粗黑" panose="00000500000000000000" charset="-122"/>
                  </a:rPr>
                  <a:t>01</a:t>
                </a:r>
                <a:endParaRPr lang="en-US" altLang="zh-CN" sz="4000" dirty="0">
                  <a:solidFill>
                    <a:srgbClr val="4D5985"/>
                  </a:solidFill>
                  <a:latin typeface="字魂59号-创粗黑" panose="00000500000000000000" charset="-122"/>
                </a:endParaRPr>
              </a:p>
            </p:txBody>
          </p:sp>
          <p:grpSp>
            <p:nvGrpSpPr>
              <p:cNvPr id="25" name="Group 7"/>
              <p:cNvGrpSpPr/>
              <p:nvPr/>
            </p:nvGrpSpPr>
            <p:grpSpPr>
              <a:xfrm>
                <a:off x="2066367" y="1529264"/>
                <a:ext cx="3962574" cy="563232"/>
                <a:chOff x="3943834" y="704409"/>
                <a:chExt cx="3962574" cy="563232"/>
              </a:xfrm>
            </p:grpSpPr>
            <p:sp>
              <p:nvSpPr>
                <p:cNvPr id="26" name="TextBox 8"/>
                <p:cNvSpPr txBox="1"/>
                <p:nvPr/>
              </p:nvSpPr>
              <p:spPr>
                <a:xfrm>
                  <a:off x="3943834" y="704409"/>
                  <a:ext cx="3962574" cy="242864"/>
                </a:xfrm>
                <a:prstGeom prst="rect">
                  <a:avLst/>
                </a:prstGeom>
                <a:noFill/>
              </p:spPr>
              <p:txBody>
                <a:bodyPr wrap="none" lIns="360000" tIns="0" rIns="0" bIns="0" anchor="b" anchorCtr="0">
                  <a:normAutofit fontScale="85000" lnSpcReduction="20000"/>
                </a:bodyPr>
                <a:lstStyle/>
                <a:p>
                  <a:r>
                    <a:rPr lang="zh-CN" altLang="en-US" sz="1600" b="1" dirty="0">
                      <a:solidFill>
                        <a:srgbClr val="4D5985"/>
                      </a:solidFill>
                    </a:rPr>
                    <a:t>标题文本预设</a:t>
                  </a:r>
                  <a:endParaRPr lang="zh-CN" altLang="en-US" sz="1600" b="1" dirty="0">
                    <a:solidFill>
                      <a:srgbClr val="4D5985"/>
                    </a:solidFill>
                  </a:endParaRPr>
                </a:p>
              </p:txBody>
            </p:sp>
            <p:sp>
              <p:nvSpPr>
                <p:cNvPr id="27" name="TextBox 9"/>
                <p:cNvSpPr txBox="1"/>
                <p:nvPr/>
              </p:nvSpPr>
              <p:spPr>
                <a:xfrm>
                  <a:off x="3943834" y="947273"/>
                  <a:ext cx="3962574" cy="320368"/>
                </a:xfrm>
                <a:prstGeom prst="rect">
                  <a:avLst/>
                </a:prstGeom>
              </p:spPr>
              <p:txBody>
                <a:bodyPr vert="horz" wrap="square" lIns="360000" tIns="0" rIns="0" bIns="0" anchor="ctr" anchorCtr="0">
                  <a:normAutofit fontScale="77500" lnSpcReduction="20000"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zh-CN" altLang="en-US" sz="1050" dirty="0">
                      <a:solidFill>
                        <a:srgbClr val="4D5985"/>
                      </a:solidFill>
                    </a:rPr>
                    <a:t>此部分内容作为文字排版占位显示 （建议使用主题字体）</a:t>
                  </a:r>
                  <a:endParaRPr lang="zh-CN" altLang="en-US" sz="1050" dirty="0">
                    <a:solidFill>
                      <a:srgbClr val="4D5985"/>
                    </a:solidFill>
                  </a:endParaRPr>
                </a:p>
              </p:txBody>
            </p:sp>
          </p:grpSp>
        </p:grpSp>
        <p:grpSp>
          <p:nvGrpSpPr>
            <p:cNvPr id="9" name="Group 10"/>
            <p:cNvGrpSpPr/>
            <p:nvPr/>
          </p:nvGrpSpPr>
          <p:grpSpPr>
            <a:xfrm>
              <a:off x="4138" y="2988"/>
              <a:ext cx="5233" cy="836"/>
              <a:chOff x="1598315" y="2786337"/>
              <a:chExt cx="4430626" cy="707886"/>
            </a:xfrm>
          </p:grpSpPr>
          <p:sp>
            <p:nvSpPr>
              <p:cNvPr id="20" name="TextBox 11"/>
              <p:cNvSpPr txBox="1"/>
              <p:nvPr/>
            </p:nvSpPr>
            <p:spPr>
              <a:xfrm>
                <a:off x="1598315" y="2786337"/>
                <a:ext cx="718466" cy="707886"/>
              </a:xfrm>
              <a:prstGeom prst="rect">
                <a:avLst/>
              </a:prstGeom>
              <a:noFill/>
            </p:spPr>
            <p:txBody>
              <a:bodyPr wrap="none" anchor="ctr">
                <a:normAutofit fontScale="85000" lnSpcReduction="20000"/>
              </a:bodyPr>
              <a:lstStyle/>
              <a:p>
                <a:r>
                  <a:rPr lang="en-US" altLang="zh-CN" sz="4000">
                    <a:solidFill>
                      <a:srgbClr val="7B8E9B"/>
                    </a:solidFill>
                    <a:latin typeface="字魂59号-创粗黑" panose="00000500000000000000" charset="-122"/>
                  </a:rPr>
                  <a:t>02</a:t>
                </a:r>
                <a:endParaRPr lang="en-US" altLang="zh-CN" sz="4000">
                  <a:solidFill>
                    <a:srgbClr val="7B8E9B"/>
                  </a:solidFill>
                  <a:latin typeface="字魂59号-创粗黑" panose="00000500000000000000" charset="-122"/>
                </a:endParaRPr>
              </a:p>
            </p:txBody>
          </p:sp>
          <p:grpSp>
            <p:nvGrpSpPr>
              <p:cNvPr id="21" name="Group 12"/>
              <p:cNvGrpSpPr/>
              <p:nvPr/>
            </p:nvGrpSpPr>
            <p:grpSpPr>
              <a:xfrm>
                <a:off x="2066367" y="2897416"/>
                <a:ext cx="3962574" cy="563232"/>
                <a:chOff x="3943834" y="704409"/>
                <a:chExt cx="3962574" cy="563232"/>
              </a:xfrm>
            </p:grpSpPr>
            <p:sp>
              <p:nvSpPr>
                <p:cNvPr id="22" name="TextBox 13"/>
                <p:cNvSpPr txBox="1"/>
                <p:nvPr/>
              </p:nvSpPr>
              <p:spPr>
                <a:xfrm>
                  <a:off x="3943834" y="704409"/>
                  <a:ext cx="3962574" cy="242864"/>
                </a:xfrm>
                <a:prstGeom prst="rect">
                  <a:avLst/>
                </a:prstGeom>
                <a:noFill/>
              </p:spPr>
              <p:txBody>
                <a:bodyPr wrap="none" lIns="360000" tIns="0" rIns="0" bIns="0" anchor="b" anchorCtr="0">
                  <a:normAutofit fontScale="85000" lnSpcReduction="20000"/>
                </a:bodyPr>
                <a:lstStyle/>
                <a:p>
                  <a:r>
                    <a:rPr lang="zh-CN" altLang="en-US" sz="1600" b="1" dirty="0">
                      <a:solidFill>
                        <a:srgbClr val="7B8E9B"/>
                      </a:solidFill>
                    </a:rPr>
                    <a:t>标题文本预设</a:t>
                  </a:r>
                  <a:endParaRPr lang="zh-CN" altLang="en-US" sz="1600" b="1" dirty="0">
                    <a:solidFill>
                      <a:srgbClr val="7B8E9B"/>
                    </a:solidFill>
                  </a:endParaRPr>
                </a:p>
              </p:txBody>
            </p:sp>
            <p:sp>
              <p:nvSpPr>
                <p:cNvPr id="23" name="TextBox 14"/>
                <p:cNvSpPr txBox="1"/>
                <p:nvPr/>
              </p:nvSpPr>
              <p:spPr>
                <a:xfrm>
                  <a:off x="3943834" y="947273"/>
                  <a:ext cx="3962574" cy="320368"/>
                </a:xfrm>
                <a:prstGeom prst="rect">
                  <a:avLst/>
                </a:prstGeom>
              </p:spPr>
              <p:txBody>
                <a:bodyPr vert="horz" wrap="square" lIns="360000" tIns="0" rIns="0" bIns="0" anchor="ctr" anchorCtr="0">
                  <a:normAutofit fontScale="77500" lnSpcReduction="20000"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zh-CN" altLang="en-US" sz="1050" dirty="0">
                      <a:solidFill>
                        <a:srgbClr val="7B8E9B"/>
                      </a:solidFill>
                    </a:rPr>
                    <a:t>此部分内容作为文字排版占位显示 （建议使用主题字体）</a:t>
                  </a:r>
                  <a:endParaRPr lang="zh-CN" altLang="en-US" sz="1050" dirty="0">
                    <a:solidFill>
                      <a:srgbClr val="7B8E9B"/>
                    </a:solidFill>
                  </a:endParaRPr>
                </a:p>
              </p:txBody>
            </p:sp>
          </p:grpSp>
        </p:grpSp>
        <p:grpSp>
          <p:nvGrpSpPr>
            <p:cNvPr id="10" name="Group 15"/>
            <p:cNvGrpSpPr/>
            <p:nvPr/>
          </p:nvGrpSpPr>
          <p:grpSpPr>
            <a:xfrm>
              <a:off x="4138" y="4308"/>
              <a:ext cx="5233" cy="836"/>
              <a:chOff x="1598315" y="4154489"/>
              <a:chExt cx="4430626" cy="707886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1598315" y="4154489"/>
                <a:ext cx="732893" cy="707886"/>
              </a:xfrm>
              <a:prstGeom prst="rect">
                <a:avLst/>
              </a:prstGeom>
              <a:noFill/>
            </p:spPr>
            <p:txBody>
              <a:bodyPr wrap="none" anchor="ctr">
                <a:normAutofit fontScale="85000" lnSpcReduction="20000"/>
              </a:bodyPr>
              <a:lstStyle/>
              <a:p>
                <a:r>
                  <a:rPr lang="en-US" altLang="zh-CN" sz="4000">
                    <a:solidFill>
                      <a:srgbClr val="4D5985"/>
                    </a:solidFill>
                    <a:latin typeface="字魂59号-创粗黑" panose="00000500000000000000" charset="-122"/>
                  </a:rPr>
                  <a:t>03</a:t>
                </a:r>
                <a:endParaRPr lang="en-US" altLang="zh-CN" sz="4000">
                  <a:solidFill>
                    <a:srgbClr val="4D5985"/>
                  </a:solidFill>
                  <a:latin typeface="字魂59号-创粗黑" panose="00000500000000000000" charset="-122"/>
                </a:endParaRPr>
              </a:p>
            </p:txBody>
          </p:sp>
          <p:grpSp>
            <p:nvGrpSpPr>
              <p:cNvPr id="17" name="Group 17"/>
              <p:cNvGrpSpPr/>
              <p:nvPr/>
            </p:nvGrpSpPr>
            <p:grpSpPr>
              <a:xfrm>
                <a:off x="2066367" y="4265568"/>
                <a:ext cx="3962574" cy="563232"/>
                <a:chOff x="3943834" y="704409"/>
                <a:chExt cx="3962574" cy="563232"/>
              </a:xfrm>
            </p:grpSpPr>
            <p:sp>
              <p:nvSpPr>
                <p:cNvPr id="18" name="TextBox 18"/>
                <p:cNvSpPr txBox="1"/>
                <p:nvPr/>
              </p:nvSpPr>
              <p:spPr>
                <a:xfrm>
                  <a:off x="3943834" y="704409"/>
                  <a:ext cx="3962574" cy="242864"/>
                </a:xfrm>
                <a:prstGeom prst="rect">
                  <a:avLst/>
                </a:prstGeom>
                <a:noFill/>
              </p:spPr>
              <p:txBody>
                <a:bodyPr wrap="none" lIns="360000" tIns="0" rIns="0" bIns="0" anchor="b" anchorCtr="0">
                  <a:normAutofit fontScale="85000" lnSpcReduction="20000"/>
                </a:bodyPr>
                <a:lstStyle/>
                <a:p>
                  <a:r>
                    <a:rPr lang="zh-CN" altLang="en-US" sz="1600" b="1" dirty="0">
                      <a:solidFill>
                        <a:srgbClr val="4D5985"/>
                      </a:solidFill>
                    </a:rPr>
                    <a:t>标题文本预设</a:t>
                  </a:r>
                  <a:endParaRPr lang="zh-CN" altLang="en-US" sz="1600" b="1" dirty="0">
                    <a:solidFill>
                      <a:srgbClr val="4D5985"/>
                    </a:solidFill>
                  </a:endParaRP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3943834" y="947273"/>
                  <a:ext cx="3962574" cy="320368"/>
                </a:xfrm>
                <a:prstGeom prst="rect">
                  <a:avLst/>
                </a:prstGeom>
              </p:spPr>
              <p:txBody>
                <a:bodyPr vert="horz" wrap="square" lIns="360000" tIns="0" rIns="0" bIns="0" anchor="ctr" anchorCtr="0">
                  <a:normAutofit fontScale="77500" lnSpcReduction="20000"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zh-CN" altLang="en-US" sz="1050" dirty="0">
                      <a:solidFill>
                        <a:srgbClr val="4D5985"/>
                      </a:solidFill>
                    </a:rPr>
                    <a:t>此部分内容作为文字排版占位显示 （建议使用主题字体）</a:t>
                  </a:r>
                  <a:endParaRPr lang="zh-CN" altLang="en-US" sz="1050" dirty="0">
                    <a:solidFill>
                      <a:srgbClr val="4D5985"/>
                    </a:solidFill>
                  </a:endParaRPr>
                </a:p>
              </p:txBody>
            </p:sp>
          </p:grpSp>
        </p:grpSp>
        <p:grpSp>
          <p:nvGrpSpPr>
            <p:cNvPr id="11" name="Group 20"/>
            <p:cNvGrpSpPr/>
            <p:nvPr/>
          </p:nvGrpSpPr>
          <p:grpSpPr>
            <a:xfrm>
              <a:off x="4138" y="5627"/>
              <a:ext cx="5233" cy="836"/>
              <a:chOff x="1598315" y="5522641"/>
              <a:chExt cx="4430626" cy="707886"/>
            </a:xfrm>
          </p:grpSpPr>
          <p:sp>
            <p:nvSpPr>
              <p:cNvPr id="12" name="TextBox 21"/>
              <p:cNvSpPr txBox="1"/>
              <p:nvPr/>
            </p:nvSpPr>
            <p:spPr>
              <a:xfrm>
                <a:off x="1598315" y="5522641"/>
                <a:ext cx="716863" cy="707886"/>
              </a:xfrm>
              <a:prstGeom prst="rect">
                <a:avLst/>
              </a:prstGeom>
              <a:noFill/>
            </p:spPr>
            <p:txBody>
              <a:bodyPr wrap="none" anchor="ctr">
                <a:normAutofit fontScale="85000" lnSpcReduction="20000"/>
              </a:bodyPr>
              <a:lstStyle/>
              <a:p>
                <a:r>
                  <a:rPr lang="en-US" altLang="zh-CN" sz="4000">
                    <a:solidFill>
                      <a:srgbClr val="7B8E9B"/>
                    </a:solidFill>
                    <a:latin typeface="字魂59号-创粗黑" panose="00000500000000000000" charset="-122"/>
                  </a:rPr>
                  <a:t>04</a:t>
                </a:r>
                <a:endParaRPr lang="en-US" altLang="zh-CN" sz="4000">
                  <a:solidFill>
                    <a:srgbClr val="7B8E9B"/>
                  </a:solidFill>
                  <a:latin typeface="字魂59号-创粗黑" panose="00000500000000000000" charset="-122"/>
                </a:endParaRPr>
              </a:p>
            </p:txBody>
          </p:sp>
          <p:grpSp>
            <p:nvGrpSpPr>
              <p:cNvPr id="13" name="Group 22"/>
              <p:cNvGrpSpPr/>
              <p:nvPr/>
            </p:nvGrpSpPr>
            <p:grpSpPr>
              <a:xfrm>
                <a:off x="2066367" y="5633720"/>
                <a:ext cx="3962574" cy="563232"/>
                <a:chOff x="3943834" y="704409"/>
                <a:chExt cx="3962574" cy="563232"/>
              </a:xfrm>
            </p:grpSpPr>
            <p:sp>
              <p:nvSpPr>
                <p:cNvPr id="14" name="TextBox 23"/>
                <p:cNvSpPr txBox="1"/>
                <p:nvPr/>
              </p:nvSpPr>
              <p:spPr>
                <a:xfrm>
                  <a:off x="3943834" y="704409"/>
                  <a:ext cx="3962574" cy="242864"/>
                </a:xfrm>
                <a:prstGeom prst="rect">
                  <a:avLst/>
                </a:prstGeom>
                <a:noFill/>
              </p:spPr>
              <p:txBody>
                <a:bodyPr wrap="none" lIns="360000" tIns="0" rIns="0" bIns="0" anchor="b" anchorCtr="0">
                  <a:normAutofit fontScale="85000" lnSpcReduction="20000"/>
                </a:bodyPr>
                <a:lstStyle/>
                <a:p>
                  <a:r>
                    <a:rPr lang="zh-CN" altLang="en-US" sz="1600" b="1" dirty="0">
                      <a:solidFill>
                        <a:srgbClr val="7B8E9B"/>
                      </a:solidFill>
                    </a:rPr>
                    <a:t>标题文本预设</a:t>
                  </a:r>
                  <a:endParaRPr lang="zh-CN" altLang="en-US" sz="1600" b="1" dirty="0">
                    <a:solidFill>
                      <a:srgbClr val="7B8E9B"/>
                    </a:solidFill>
                  </a:endParaRPr>
                </a:p>
              </p:txBody>
            </p:sp>
            <p:sp>
              <p:nvSpPr>
                <p:cNvPr id="15" name="TextBox 24"/>
                <p:cNvSpPr txBox="1"/>
                <p:nvPr/>
              </p:nvSpPr>
              <p:spPr>
                <a:xfrm>
                  <a:off x="3943834" y="947273"/>
                  <a:ext cx="3962574" cy="320368"/>
                </a:xfrm>
                <a:prstGeom prst="rect">
                  <a:avLst/>
                </a:prstGeom>
              </p:spPr>
              <p:txBody>
                <a:bodyPr vert="horz" wrap="square" lIns="360000" tIns="0" rIns="0" bIns="0" anchor="ctr" anchorCtr="0">
                  <a:normAutofit fontScale="77500" lnSpcReduction="20000"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zh-CN" altLang="en-US" sz="1050">
                      <a:solidFill>
                        <a:srgbClr val="7B8E9B"/>
                      </a:solidFill>
                    </a:rPr>
                    <a:t>此部分内容作为文字排版占位显示 （建议使用主题字体）</a:t>
                  </a:r>
                  <a:endParaRPr lang="zh-CN" altLang="en-US" sz="1050">
                    <a:solidFill>
                      <a:srgbClr val="7B8E9B"/>
                    </a:solidFill>
                  </a:endParaRPr>
                </a:p>
              </p:txBody>
            </p:sp>
          </p:grpSp>
        </p:grp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jjjjj_0000s_0000_图层-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5535" y="1737995"/>
            <a:ext cx="5498465" cy="3394075"/>
          </a:xfrm>
          <a:prstGeom prst="rect">
            <a:avLst/>
          </a:prstGeom>
        </p:spPr>
      </p:pic>
      <p:sp>
        <p:nvSpPr>
          <p:cNvPr id="7" name="TextBox 48"/>
          <p:cNvSpPr txBox="1"/>
          <p:nvPr/>
        </p:nvSpPr>
        <p:spPr>
          <a:xfrm>
            <a:off x="2569210" y="1900555"/>
            <a:ext cx="4954905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4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  <a:cs typeface="+mn-ea"/>
                <a:sym typeface="+mn-lt"/>
              </a:rPr>
              <a:t>01</a:t>
            </a:r>
            <a:r>
              <a:rPr lang="en-US" altLang="zh-CN" sz="4400" dirty="0">
                <a:solidFill>
                  <a:srgbClr val="54534D"/>
                </a:solidFill>
                <a:latin typeface="字魂59号-创粗黑" panose="00000500000000000000" charset="-122"/>
                <a:ea typeface="字魂59号-创粗黑" panose="00000500000000000000" charset="-122"/>
                <a:cs typeface="+mn-ea"/>
                <a:sym typeface="+mn-lt"/>
              </a:rPr>
              <a:t>  </a:t>
            </a:r>
            <a:r>
              <a:rPr lang="zh-CN" altLang="en-US" sz="44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  <a:cs typeface="+mn-ea"/>
                <a:sym typeface="+mn-lt"/>
              </a:rPr>
              <a:t>标题文本预设</a:t>
            </a:r>
            <a:endParaRPr lang="zh-CN" altLang="en-US" sz="44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  <a:cs typeface="+mn-ea"/>
              <a:sym typeface="+mn-lt"/>
            </a:endParaRPr>
          </a:p>
        </p:txBody>
      </p:sp>
      <p:sp>
        <p:nvSpPr>
          <p:cNvPr id="8" name="TextBox 49"/>
          <p:cNvSpPr txBox="1"/>
          <p:nvPr/>
        </p:nvSpPr>
        <p:spPr>
          <a:xfrm>
            <a:off x="3481075" y="2687821"/>
            <a:ext cx="331236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/>
            <a:r>
              <a:rPr lang="zh-CN" altLang="en-US" sz="1400" dirty="0">
                <a:solidFill>
                  <a:srgbClr val="54534D"/>
                </a:solidFill>
                <a:latin typeface="字魂59号-创粗黑" panose="00000500000000000000" charset="-122"/>
                <a:ea typeface="字魂59号-创粗黑" panose="00000500000000000000" charset="-122"/>
                <a:cs typeface="+mn-ea"/>
                <a:sym typeface="+mn-lt"/>
              </a:rPr>
              <a:t>请替换文字内容，点击添加相关标题文字</a:t>
            </a:r>
            <a:endParaRPr lang="zh-CN" altLang="en-US" sz="1400" dirty="0">
              <a:solidFill>
                <a:srgbClr val="54534D"/>
              </a:solidFill>
              <a:latin typeface="字魂59号-创粗黑" panose="00000500000000000000" charset="-122"/>
              <a:ea typeface="字魂59号-创粗黑" panose="00000500000000000000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>
            <a:grpSpLocks noChangeAspect="1"/>
          </p:cNvGrpSpPr>
          <p:nvPr/>
        </p:nvGrpSpPr>
        <p:grpSpPr>
          <a:xfrm>
            <a:off x="97949" y="572453"/>
            <a:ext cx="2005507" cy="192024"/>
            <a:chOff x="902" y="4980"/>
            <a:chExt cx="8773" cy="840"/>
          </a:xfrm>
        </p:grpSpPr>
        <p:pic>
          <p:nvPicPr>
            <p:cNvPr id="2" name="图片 1" descr="jjjjj_0000s_0000s_0000s_0002_矩形-1-副本-拷贝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5" y="5790"/>
              <a:ext cx="1440" cy="30"/>
            </a:xfrm>
            <a:prstGeom prst="rect">
              <a:avLst/>
            </a:prstGeom>
          </p:spPr>
        </p:pic>
        <p:pic>
          <p:nvPicPr>
            <p:cNvPr id="11" name="图片 10" descr="jjjjj_0000s_0000s_0000_图层-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42" y="4980"/>
              <a:ext cx="5894" cy="840"/>
            </a:xfrm>
            <a:prstGeom prst="rect">
              <a:avLst/>
            </a:prstGeom>
          </p:spPr>
        </p:pic>
        <p:pic>
          <p:nvPicPr>
            <p:cNvPr id="12" name="图片 11" descr="jjjjj_0000s_0000s_0000s_0003_矩形-1-副本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2" y="5790"/>
              <a:ext cx="1440" cy="30"/>
            </a:xfrm>
            <a:prstGeom prst="rect">
              <a:avLst/>
            </a:prstGeom>
          </p:spPr>
        </p:pic>
      </p:grpSp>
      <p:pic>
        <p:nvPicPr>
          <p:cNvPr id="5" name="图片 4" descr="jjjjj_0000s_0000s_0001_图层-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155" y="208915"/>
            <a:ext cx="944789" cy="529590"/>
          </a:xfrm>
          <a:prstGeom prst="rect">
            <a:avLst/>
          </a:prstGeom>
        </p:spPr>
      </p:pic>
      <p:pic>
        <p:nvPicPr>
          <p:cNvPr id="10" name="图片 9" descr="jjjjj_0000s_0000s_0000s_0001_GuiYang-Mylike-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628" y="685483"/>
            <a:ext cx="1020457" cy="16287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75945" y="4098290"/>
            <a:ext cx="805180" cy="5422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2"/>
          <p:cNvSpPr/>
          <p:nvPr/>
        </p:nvSpPr>
        <p:spPr bwMode="auto">
          <a:xfrm rot="10800000">
            <a:off x="4071800" y="2626143"/>
            <a:ext cx="914083" cy="91408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600" y="10801"/>
                </a:moveTo>
                <a:cubicBezTo>
                  <a:pt x="21600" y="4836"/>
                  <a:pt x="16765" y="0"/>
                  <a:pt x="10799" y="0"/>
                </a:cubicBezTo>
                <a:cubicBezTo>
                  <a:pt x="4834" y="0"/>
                  <a:pt x="0" y="4836"/>
                  <a:pt x="0" y="10801"/>
                </a:cubicBezTo>
                <a:lnTo>
                  <a:pt x="10799" y="21600"/>
                </a:lnTo>
                <a:cubicBezTo>
                  <a:pt x="10799" y="21600"/>
                  <a:pt x="21600" y="10801"/>
                  <a:pt x="21600" y="10801"/>
                </a:cubicBezTo>
                <a:close/>
              </a:path>
            </a:pathLst>
          </a:custGeom>
          <a:solidFill>
            <a:srgbClr val="7B8E9B"/>
          </a:solidFill>
          <a:ln>
            <a:noFill/>
          </a:ln>
          <a:effectLst/>
        </p:spPr>
        <p:txBody>
          <a:bodyPr anchor="ctr"/>
          <a:lstStyle/>
          <a:p>
            <a:pPr algn="ctr"/>
          </a:p>
        </p:txBody>
      </p:sp>
      <p:sp>
        <p:nvSpPr>
          <p:cNvPr id="5" name="Freeform: Shape 3"/>
          <p:cNvSpPr/>
          <p:nvPr/>
        </p:nvSpPr>
        <p:spPr bwMode="auto">
          <a:xfrm rot="10800000">
            <a:off x="3396197" y="2159142"/>
            <a:ext cx="901910" cy="902463"/>
          </a:xfrm>
          <a:custGeom>
            <a:avLst/>
            <a:gdLst>
              <a:gd name="T0" fmla="*/ 10167 w 20334"/>
              <a:gd name="T1" fmla="+- 0 11433 1266"/>
              <a:gd name="T2" fmla="*/ 11433 h 20334"/>
              <a:gd name="T3" fmla="*/ 10167 w 20334"/>
              <a:gd name="T4" fmla="+- 0 11433 1266"/>
              <a:gd name="T5" fmla="*/ 11433 h 20334"/>
              <a:gd name="T6" fmla="*/ 10167 w 20334"/>
              <a:gd name="T7" fmla="+- 0 11433 1266"/>
              <a:gd name="T8" fmla="*/ 11433 h 20334"/>
              <a:gd name="T9" fmla="*/ 10167 w 20334"/>
              <a:gd name="T10" fmla="+- 0 11433 1266"/>
              <a:gd name="T11" fmla="*/ 11433 h 20334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</a:cxnLst>
            <a:rect l="0" t="0" r="r" b="b"/>
            <a:pathLst>
              <a:path w="20334" h="20334">
                <a:moveTo>
                  <a:pt x="13129" y="20333"/>
                </a:moveTo>
                <a:cubicBezTo>
                  <a:pt x="18604" y="18555"/>
                  <a:pt x="21600" y="12677"/>
                  <a:pt x="19821" y="7203"/>
                </a:cubicBezTo>
                <a:cubicBezTo>
                  <a:pt x="18042" y="1729"/>
                  <a:pt x="12162" y="-1266"/>
                  <a:pt x="6688" y="512"/>
                </a:cubicBezTo>
                <a:lnTo>
                  <a:pt x="0" y="13641"/>
                </a:lnTo>
                <a:cubicBezTo>
                  <a:pt x="0" y="13641"/>
                  <a:pt x="13129" y="20333"/>
                  <a:pt x="13129" y="20333"/>
                </a:cubicBezTo>
                <a:close/>
              </a:path>
            </a:pathLst>
          </a:custGeom>
          <a:solidFill>
            <a:srgbClr val="4D5985"/>
          </a:solidFill>
          <a:ln>
            <a:noFill/>
          </a:ln>
          <a:effectLst/>
        </p:spPr>
        <p:txBody>
          <a:bodyPr anchor="ctr"/>
          <a:lstStyle/>
          <a:p>
            <a:pPr algn="ctr"/>
          </a:p>
        </p:txBody>
      </p:sp>
      <p:sp>
        <p:nvSpPr>
          <p:cNvPr id="6" name="Freeform: Shape 4"/>
          <p:cNvSpPr/>
          <p:nvPr/>
        </p:nvSpPr>
        <p:spPr bwMode="auto">
          <a:xfrm rot="10800000">
            <a:off x="4759022" y="2162462"/>
            <a:ext cx="896377" cy="896377"/>
          </a:xfrm>
          <a:custGeom>
            <a:avLst/>
            <a:gdLst>
              <a:gd name="T0" fmla="+- 0 11433 1266"/>
              <a:gd name="T1" fmla="*/ T0 w 20334"/>
              <a:gd name="T2" fmla="+- 0 11432 1265"/>
              <a:gd name="T3" fmla="*/ 11432 h 20335"/>
              <a:gd name="T4" fmla="+- 0 11433 1266"/>
              <a:gd name="T5" fmla="*/ T4 w 20334"/>
              <a:gd name="T6" fmla="+- 0 11432 1265"/>
              <a:gd name="T7" fmla="*/ 11432 h 20335"/>
              <a:gd name="T8" fmla="+- 0 11433 1266"/>
              <a:gd name="T9" fmla="*/ T8 w 20334"/>
              <a:gd name="T10" fmla="+- 0 11432 1265"/>
              <a:gd name="T11" fmla="*/ 11432 h 20335"/>
              <a:gd name="T12" fmla="+- 0 11433 1266"/>
              <a:gd name="T13" fmla="*/ T12 w 20334"/>
              <a:gd name="T14" fmla="+- 0 11432 1265"/>
              <a:gd name="T15" fmla="*/ 11432 h 20335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0334" h="20335">
                <a:moveTo>
                  <a:pt x="13646" y="513"/>
                </a:moveTo>
                <a:cubicBezTo>
                  <a:pt x="8171" y="-1265"/>
                  <a:pt x="2291" y="1729"/>
                  <a:pt x="513" y="7203"/>
                </a:cubicBezTo>
                <a:cubicBezTo>
                  <a:pt x="-1266" y="12677"/>
                  <a:pt x="1730" y="18556"/>
                  <a:pt x="7204" y="20334"/>
                </a:cubicBezTo>
                <a:lnTo>
                  <a:pt x="20333" y="13644"/>
                </a:lnTo>
                <a:cubicBezTo>
                  <a:pt x="20333" y="13644"/>
                  <a:pt x="13646" y="513"/>
                  <a:pt x="13646" y="513"/>
                </a:cubicBezTo>
                <a:close/>
              </a:path>
            </a:pathLst>
          </a:custGeom>
          <a:solidFill>
            <a:srgbClr val="4D5985"/>
          </a:solidFill>
          <a:ln>
            <a:noFill/>
          </a:ln>
          <a:effectLst/>
        </p:spPr>
        <p:txBody>
          <a:bodyPr anchor="ctr"/>
          <a:lstStyle/>
          <a:p>
            <a:pPr algn="ctr"/>
          </a:p>
        </p:txBody>
      </p:sp>
      <p:sp>
        <p:nvSpPr>
          <p:cNvPr id="7" name="Freeform: Shape 5"/>
          <p:cNvSpPr/>
          <p:nvPr/>
        </p:nvSpPr>
        <p:spPr bwMode="auto">
          <a:xfrm rot="10800000">
            <a:off x="3661790" y="1347422"/>
            <a:ext cx="827212" cy="827765"/>
          </a:xfrm>
          <a:custGeom>
            <a:avLst/>
            <a:gdLst>
              <a:gd name="T0" fmla="*/ 10057 w 20115"/>
              <a:gd name="T1" fmla="*/ 10057 h 20114"/>
              <a:gd name="T2" fmla="*/ 10057 w 20115"/>
              <a:gd name="T3" fmla="*/ 10057 h 20114"/>
              <a:gd name="T4" fmla="*/ 10057 w 20115"/>
              <a:gd name="T5" fmla="*/ 10057 h 20114"/>
              <a:gd name="T6" fmla="*/ 10057 w 20115"/>
              <a:gd name="T7" fmla="*/ 10057 h 20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15" h="20114">
                <a:moveTo>
                  <a:pt x="0" y="15529"/>
                </a:moveTo>
                <a:cubicBezTo>
                  <a:pt x="3609" y="20497"/>
                  <a:pt x="10562" y="21600"/>
                  <a:pt x="15530" y="17989"/>
                </a:cubicBezTo>
                <a:cubicBezTo>
                  <a:pt x="20499" y="14379"/>
                  <a:pt x="21599" y="7425"/>
                  <a:pt x="17990" y="2457"/>
                </a:cubicBezTo>
                <a:lnTo>
                  <a:pt x="2462" y="0"/>
                </a:lnTo>
                <a:cubicBezTo>
                  <a:pt x="2462" y="0"/>
                  <a:pt x="0" y="15529"/>
                  <a:pt x="0" y="15529"/>
                </a:cubicBezTo>
                <a:close/>
              </a:path>
            </a:pathLst>
          </a:custGeom>
          <a:solidFill>
            <a:srgbClr val="7B8E9B"/>
          </a:solidFill>
          <a:ln>
            <a:noFill/>
          </a:ln>
          <a:effectLst/>
        </p:spPr>
        <p:txBody>
          <a:bodyPr anchor="ctr"/>
          <a:lstStyle/>
          <a:p>
            <a:pPr algn="ctr"/>
          </a:p>
        </p:txBody>
      </p:sp>
      <p:sp>
        <p:nvSpPr>
          <p:cNvPr id="8" name="Freeform: Shape 6"/>
          <p:cNvSpPr/>
          <p:nvPr/>
        </p:nvSpPr>
        <p:spPr bwMode="auto">
          <a:xfrm rot="10800000">
            <a:off x="4577533" y="1350189"/>
            <a:ext cx="829979" cy="829978"/>
          </a:xfrm>
          <a:custGeom>
            <a:avLst/>
            <a:gdLst>
              <a:gd name="T0" fmla="+- 0 11542 1485"/>
              <a:gd name="T1" fmla="*/ T0 w 20115"/>
              <a:gd name="T2" fmla="*/ 10057 h 20114"/>
              <a:gd name="T3" fmla="+- 0 11542 1485"/>
              <a:gd name="T4" fmla="*/ T3 w 20115"/>
              <a:gd name="T5" fmla="*/ 10057 h 20114"/>
              <a:gd name="T6" fmla="+- 0 11542 1485"/>
              <a:gd name="T7" fmla="*/ T6 w 20115"/>
              <a:gd name="T8" fmla="*/ 10057 h 20114"/>
              <a:gd name="T9" fmla="+- 0 11542 1485"/>
              <a:gd name="T10" fmla="*/ T9 w 20115"/>
              <a:gd name="T11" fmla="*/ 10057 h 20114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0115" h="20114">
                <a:moveTo>
                  <a:pt x="2124" y="2456"/>
                </a:moveTo>
                <a:cubicBezTo>
                  <a:pt x="-1485" y="7425"/>
                  <a:pt x="-385" y="14379"/>
                  <a:pt x="4584" y="17988"/>
                </a:cubicBezTo>
                <a:cubicBezTo>
                  <a:pt x="9552" y="21600"/>
                  <a:pt x="16505" y="20497"/>
                  <a:pt x="20115" y="15529"/>
                </a:cubicBezTo>
                <a:lnTo>
                  <a:pt x="17653" y="0"/>
                </a:lnTo>
                <a:cubicBezTo>
                  <a:pt x="17653" y="0"/>
                  <a:pt x="2124" y="2456"/>
                  <a:pt x="2124" y="2456"/>
                </a:cubicBezTo>
                <a:close/>
              </a:path>
            </a:pathLst>
          </a:custGeom>
          <a:solidFill>
            <a:srgbClr val="7B8E9B"/>
          </a:solidFill>
          <a:ln>
            <a:noFill/>
          </a:ln>
          <a:effectLst/>
        </p:spPr>
        <p:txBody>
          <a:bodyPr anchor="ctr"/>
          <a:lstStyle/>
          <a:p>
            <a:pPr algn="ctr"/>
          </a:p>
        </p:txBody>
      </p:sp>
      <p:grpSp>
        <p:nvGrpSpPr>
          <p:cNvPr id="2" name="组合 1"/>
          <p:cNvGrpSpPr/>
          <p:nvPr/>
        </p:nvGrpSpPr>
        <p:grpSpPr>
          <a:xfrm>
            <a:off x="1594943" y="1152354"/>
            <a:ext cx="5933794" cy="3224743"/>
            <a:chOff x="1605103" y="1167594"/>
            <a:chExt cx="5933794" cy="3224743"/>
          </a:xfrm>
        </p:grpSpPr>
        <p:sp>
          <p:nvSpPr>
            <p:cNvPr id="9" name="Freeform: Shape 7"/>
            <p:cNvSpPr/>
            <p:nvPr/>
          </p:nvSpPr>
          <p:spPr bwMode="auto">
            <a:xfrm>
              <a:off x="5783769" y="1361256"/>
              <a:ext cx="1542100" cy="51292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rmAutofit fontScale="92500"/>
            </a:bodyPr>
            <a:lstStyle/>
            <a:p>
              <a:pPr marL="0" indent="0" algn="l">
                <a:lnSpc>
                  <a:spcPct val="120000"/>
                </a:lnSpc>
                <a:buSzTx/>
                <a:buFontTx/>
                <a:buNone/>
              </a:pPr>
              <a:r>
                <a:rPr lang="zh-CN" altLang="en-US" sz="1100" dirty="0">
                  <a:solidFill>
                    <a:srgbClr val="53585F"/>
                  </a:solidFill>
                </a:rPr>
                <a:t>此部分内容作为文字排版占位显示（建议使用主题字体）</a:t>
              </a:r>
              <a:endParaRPr lang="zh-CN" altLang="en-US" sz="1100" dirty="0">
                <a:solidFill>
                  <a:srgbClr val="53585F"/>
                </a:solidFill>
              </a:endParaRPr>
            </a:p>
          </p:txBody>
        </p:sp>
        <p:sp>
          <p:nvSpPr>
            <p:cNvPr id="10" name="Freeform: Shape 8"/>
            <p:cNvSpPr/>
            <p:nvPr/>
          </p:nvSpPr>
          <p:spPr bwMode="auto">
            <a:xfrm>
              <a:off x="5781556" y="1167594"/>
              <a:ext cx="981035" cy="17982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 fontScale="92500" lnSpcReduction="10000"/>
            </a:bodyPr>
            <a:lstStyle/>
            <a:p>
              <a:pPr marL="0" indent="0" algn="l">
                <a:buSzTx/>
                <a:buFontTx/>
                <a:buNone/>
              </a:pPr>
              <a:r>
                <a:rPr lang="zh-CN" altLang="en-US" sz="1400" b="1">
                  <a:solidFill>
                    <a:srgbClr val="53585F"/>
                  </a:solidFill>
                </a:rPr>
                <a:t>标题文本预设</a:t>
              </a:r>
              <a:endParaRPr lang="zh-CN" altLang="en-US" sz="1400" b="1">
                <a:solidFill>
                  <a:srgbClr val="53585F"/>
                </a:solidFill>
              </a:endParaRPr>
            </a:p>
          </p:txBody>
        </p:sp>
        <p:sp>
          <p:nvSpPr>
            <p:cNvPr id="11" name="Freeform: Shape 9"/>
            <p:cNvSpPr/>
            <p:nvPr/>
          </p:nvSpPr>
          <p:spPr bwMode="auto">
            <a:xfrm>
              <a:off x="1855756" y="1378962"/>
              <a:ext cx="1452463" cy="49522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rmAutofit fontScale="92500" lnSpcReduction="20000"/>
            </a:bodyPr>
            <a:lstStyle/>
            <a:p>
              <a:pPr marL="0" indent="0" algn="r">
                <a:lnSpc>
                  <a:spcPct val="120000"/>
                </a:lnSpc>
                <a:buSzTx/>
                <a:buFontTx/>
                <a:buNone/>
              </a:pPr>
              <a:r>
                <a:rPr lang="zh-CN" altLang="en-US" sz="1100" dirty="0">
                  <a:solidFill>
                    <a:srgbClr val="53585F"/>
                  </a:solidFill>
                </a:rPr>
                <a:t>此部分内容作为文字排版占位显示（建议使用主题字体）</a:t>
              </a:r>
              <a:endParaRPr lang="zh-CN" altLang="en-US" sz="1100" dirty="0">
                <a:solidFill>
                  <a:srgbClr val="53585F"/>
                </a:solidFill>
              </a:endParaRPr>
            </a:p>
          </p:txBody>
        </p:sp>
        <p:sp>
          <p:nvSpPr>
            <p:cNvPr id="12" name="Freeform: Shape 10"/>
            <p:cNvSpPr/>
            <p:nvPr/>
          </p:nvSpPr>
          <p:spPr bwMode="auto">
            <a:xfrm>
              <a:off x="2358170" y="1185300"/>
              <a:ext cx="952815" cy="17982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 fontScale="92500" lnSpcReduction="10000"/>
            </a:bodyPr>
            <a:lstStyle/>
            <a:p>
              <a:pPr marL="0" indent="0" algn="r">
                <a:buSzTx/>
                <a:buFontTx/>
                <a:buNone/>
              </a:pPr>
              <a:r>
                <a:rPr lang="zh-CN" altLang="en-US" sz="1400" b="1">
                  <a:solidFill>
                    <a:srgbClr val="53585F"/>
                  </a:solidFill>
                </a:rPr>
                <a:t>标题文本预设</a:t>
              </a:r>
              <a:endParaRPr lang="zh-CN" altLang="en-US" sz="1400" b="1">
                <a:solidFill>
                  <a:srgbClr val="53585F"/>
                </a:solidFill>
              </a:endParaRPr>
            </a:p>
          </p:txBody>
        </p:sp>
        <p:sp>
          <p:nvSpPr>
            <p:cNvPr id="13" name="Freeform: Shape 11"/>
            <p:cNvSpPr/>
            <p:nvPr/>
          </p:nvSpPr>
          <p:spPr bwMode="auto">
            <a:xfrm>
              <a:off x="5996797" y="2653809"/>
              <a:ext cx="1542100" cy="51292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rmAutofit fontScale="92500"/>
            </a:bodyPr>
            <a:lstStyle/>
            <a:p>
              <a:pPr marL="0" indent="0" algn="l">
                <a:lnSpc>
                  <a:spcPct val="120000"/>
                </a:lnSpc>
                <a:buSzTx/>
                <a:buFontTx/>
                <a:buNone/>
              </a:pPr>
              <a:r>
                <a:rPr lang="zh-CN" altLang="en-US" sz="1100">
                  <a:solidFill>
                    <a:srgbClr val="53585F"/>
                  </a:solidFill>
                </a:rPr>
                <a:t>此部分内容作为文字排版占位显示（建议使用主题字体）</a:t>
              </a:r>
              <a:endParaRPr lang="zh-CN" altLang="en-US" sz="1100">
                <a:solidFill>
                  <a:srgbClr val="53585F"/>
                </a:solidFill>
              </a:endParaRPr>
            </a:p>
          </p:txBody>
        </p:sp>
        <p:sp>
          <p:nvSpPr>
            <p:cNvPr id="14" name="Freeform: Shape 12"/>
            <p:cNvSpPr/>
            <p:nvPr/>
          </p:nvSpPr>
          <p:spPr bwMode="auto">
            <a:xfrm>
              <a:off x="5994030" y="2460147"/>
              <a:ext cx="981588" cy="18038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 fontScale="92500" lnSpcReduction="10000"/>
            </a:bodyPr>
            <a:lstStyle/>
            <a:p>
              <a:pPr marL="0" indent="0" algn="l">
                <a:buSzTx/>
                <a:buFontTx/>
                <a:buNone/>
              </a:pPr>
              <a:r>
                <a:rPr lang="zh-CN" altLang="en-US" sz="1400" b="1">
                  <a:solidFill>
                    <a:srgbClr val="53585F"/>
                  </a:solidFill>
                </a:rPr>
                <a:t>标题文本预设</a:t>
              </a:r>
              <a:endParaRPr lang="zh-CN" altLang="en-US" sz="1400" b="1">
                <a:solidFill>
                  <a:srgbClr val="53585F"/>
                </a:solidFill>
              </a:endParaRPr>
            </a:p>
          </p:txBody>
        </p:sp>
        <p:sp>
          <p:nvSpPr>
            <p:cNvPr id="15" name="Freeform: Shape 13"/>
            <p:cNvSpPr/>
            <p:nvPr/>
          </p:nvSpPr>
          <p:spPr bwMode="auto">
            <a:xfrm>
              <a:off x="1605103" y="2653809"/>
              <a:ext cx="1452462" cy="49522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rmAutofit fontScale="92500" lnSpcReduction="20000"/>
            </a:bodyPr>
            <a:lstStyle/>
            <a:p>
              <a:pPr marL="0" indent="0" algn="r">
                <a:lnSpc>
                  <a:spcPct val="120000"/>
                </a:lnSpc>
                <a:buSzTx/>
                <a:buFontTx/>
                <a:buNone/>
              </a:pPr>
              <a:r>
                <a:rPr lang="zh-CN" altLang="en-US" sz="1100">
                  <a:solidFill>
                    <a:srgbClr val="53585F"/>
                  </a:solidFill>
                </a:rPr>
                <a:t>此部分内容作为文字排版占位显示（建议使用主题字体）</a:t>
              </a:r>
              <a:endParaRPr lang="zh-CN" altLang="en-US" sz="1100">
                <a:solidFill>
                  <a:srgbClr val="53585F"/>
                </a:solidFill>
              </a:endParaRPr>
            </a:p>
          </p:txBody>
        </p:sp>
        <p:sp>
          <p:nvSpPr>
            <p:cNvPr id="16" name="Freeform: Shape 14"/>
            <p:cNvSpPr/>
            <p:nvPr/>
          </p:nvSpPr>
          <p:spPr bwMode="auto">
            <a:xfrm>
              <a:off x="2106963" y="2460147"/>
              <a:ext cx="952815" cy="18038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 fontScale="92500" lnSpcReduction="10000"/>
            </a:bodyPr>
            <a:lstStyle/>
            <a:p>
              <a:pPr marL="0" indent="0" algn="r">
                <a:buSzTx/>
                <a:buFontTx/>
                <a:buNone/>
              </a:pPr>
              <a:r>
                <a:rPr lang="zh-CN" altLang="en-US" sz="1400" b="1">
                  <a:solidFill>
                    <a:srgbClr val="53585F"/>
                  </a:solidFill>
                </a:rPr>
                <a:t>标题文本预设</a:t>
              </a:r>
              <a:endParaRPr lang="zh-CN" altLang="en-US" sz="1400" b="1">
                <a:solidFill>
                  <a:srgbClr val="53585F"/>
                </a:solidFill>
              </a:endParaRPr>
            </a:p>
          </p:txBody>
        </p:sp>
        <p:sp>
          <p:nvSpPr>
            <p:cNvPr id="17" name="Freeform: Shape 15"/>
            <p:cNvSpPr/>
            <p:nvPr/>
          </p:nvSpPr>
          <p:spPr bwMode="auto">
            <a:xfrm>
              <a:off x="3755854" y="3879410"/>
              <a:ext cx="1542100" cy="51292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rmAutofit fontScale="92500"/>
            </a:bodyPr>
            <a:lstStyle/>
            <a:p>
              <a:pPr marL="0" indent="0">
                <a:lnSpc>
                  <a:spcPct val="120000"/>
                </a:lnSpc>
                <a:buSzTx/>
                <a:buFontTx/>
                <a:buNone/>
              </a:pPr>
              <a:r>
                <a:rPr lang="zh-CN" altLang="en-US" sz="1100">
                  <a:solidFill>
                    <a:srgbClr val="53585F"/>
                  </a:solidFill>
                </a:rPr>
                <a:t>此部分内容作为文字排版占位显示（建议使用主题字体）</a:t>
              </a:r>
              <a:endParaRPr lang="zh-CN" altLang="en-US" sz="1100">
                <a:solidFill>
                  <a:srgbClr val="53585F"/>
                </a:solidFill>
              </a:endParaRPr>
            </a:p>
          </p:txBody>
        </p:sp>
        <p:sp>
          <p:nvSpPr>
            <p:cNvPr id="18" name="Freeform: Shape 16"/>
            <p:cNvSpPr/>
            <p:nvPr/>
          </p:nvSpPr>
          <p:spPr bwMode="auto">
            <a:xfrm>
              <a:off x="4036387" y="3685748"/>
              <a:ext cx="981035" cy="18038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rmAutofit fontScale="92500" lnSpcReduction="10000"/>
            </a:bodyPr>
            <a:lstStyle/>
            <a:p>
              <a:pPr marL="0" indent="0">
                <a:buSzTx/>
                <a:buFontTx/>
                <a:buNone/>
              </a:pPr>
              <a:r>
                <a:rPr lang="zh-CN" altLang="en-US" sz="1400" b="1">
                  <a:solidFill>
                    <a:srgbClr val="53585F"/>
                  </a:solidFill>
                </a:rPr>
                <a:t>标题文本预设</a:t>
              </a:r>
              <a:endParaRPr lang="zh-CN" altLang="en-US" sz="1400" b="1">
                <a:solidFill>
                  <a:srgbClr val="53585F"/>
                </a:solidFill>
              </a:endParaRPr>
            </a:p>
          </p:txBody>
        </p:sp>
      </p:grpSp>
      <p:sp>
        <p:nvSpPr>
          <p:cNvPr id="19" name="Freeform: Shape 17"/>
          <p:cNvSpPr/>
          <p:nvPr/>
        </p:nvSpPr>
        <p:spPr bwMode="auto">
          <a:xfrm>
            <a:off x="3698309" y="1510652"/>
            <a:ext cx="1681537" cy="1694263"/>
          </a:xfrm>
          <a:custGeom>
            <a:avLst/>
            <a:gdLst>
              <a:gd name="T0" fmla="+- 0 10739 398"/>
              <a:gd name="T1" fmla="*/ T0 w 20682"/>
              <a:gd name="T2" fmla="*/ 10648 h 21297"/>
              <a:gd name="T3" fmla="+- 0 10739 398"/>
              <a:gd name="T4" fmla="*/ T3 w 20682"/>
              <a:gd name="T5" fmla="*/ 10648 h 21297"/>
              <a:gd name="T6" fmla="+- 0 10739 398"/>
              <a:gd name="T7" fmla="*/ T6 w 20682"/>
              <a:gd name="T8" fmla="*/ 10648 h 21297"/>
              <a:gd name="T9" fmla="+- 0 10739 398"/>
              <a:gd name="T10" fmla="*/ T9 w 20682"/>
              <a:gd name="T11" fmla="*/ 10648 h 21297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0682" h="21297">
                <a:moveTo>
                  <a:pt x="10215" y="0"/>
                </a:moveTo>
                <a:cubicBezTo>
                  <a:pt x="7681" y="0"/>
                  <a:pt x="5539" y="1714"/>
                  <a:pt x="4836" y="4067"/>
                </a:cubicBezTo>
                <a:cubicBezTo>
                  <a:pt x="2637" y="4387"/>
                  <a:pt x="740" y="6025"/>
                  <a:pt x="168" y="8362"/>
                </a:cubicBezTo>
                <a:cubicBezTo>
                  <a:pt x="-398" y="10678"/>
                  <a:pt x="501" y="13016"/>
                  <a:pt x="2264" y="14360"/>
                </a:cubicBezTo>
                <a:cubicBezTo>
                  <a:pt x="1787" y="16656"/>
                  <a:pt x="2719" y="19112"/>
                  <a:pt x="4781" y="20426"/>
                </a:cubicBezTo>
                <a:cubicBezTo>
                  <a:pt x="6529" y="21541"/>
                  <a:pt x="8640" y="21549"/>
                  <a:pt x="10346" y="20647"/>
                </a:cubicBezTo>
                <a:cubicBezTo>
                  <a:pt x="12143" y="21599"/>
                  <a:pt x="14382" y="21530"/>
                  <a:pt x="16157" y="20265"/>
                </a:cubicBezTo>
                <a:cubicBezTo>
                  <a:pt x="18071" y="18900"/>
                  <a:pt x="18898" y="16539"/>
                  <a:pt x="18438" y="14346"/>
                </a:cubicBezTo>
                <a:cubicBezTo>
                  <a:pt x="20356" y="12873"/>
                  <a:pt x="21202" y="10246"/>
                  <a:pt x="20350" y="7817"/>
                </a:cubicBezTo>
                <a:cubicBezTo>
                  <a:pt x="19591" y="5651"/>
                  <a:pt x="17688" y="4245"/>
                  <a:pt x="15585" y="4040"/>
                </a:cubicBezTo>
                <a:cubicBezTo>
                  <a:pt x="14874" y="1700"/>
                  <a:pt x="12739" y="0"/>
                  <a:pt x="10215" y="0"/>
                </a:cubicBezTo>
                <a:close/>
              </a:path>
            </a:pathLst>
          </a:custGeom>
          <a:solidFill>
            <a:srgbClr val="FFFFFF">
              <a:alpha val="1858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</a:p>
        </p:txBody>
      </p:sp>
      <p:sp>
        <p:nvSpPr>
          <p:cNvPr id="20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点击输入标题内容</a:t>
            </a:r>
            <a:endParaRPr lang="zh-CN" altLang="en-US" sz="18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1e5a6afa-4f01-421b-bbf9-69e326c7f728"/>
          <p:cNvGrpSpPr>
            <a:grpSpLocks noChangeAspect="1"/>
          </p:cNvGrpSpPr>
          <p:nvPr/>
        </p:nvGrpSpPr>
        <p:grpSpPr>
          <a:xfrm>
            <a:off x="1885275" y="1000225"/>
            <a:ext cx="5269149" cy="3424948"/>
            <a:chOff x="2315580" y="971727"/>
            <a:chExt cx="7560840" cy="4914546"/>
          </a:xfrm>
        </p:grpSpPr>
        <p:sp>
          <p:nvSpPr>
            <p:cNvPr id="4" name="矩形: 圆角 3"/>
            <p:cNvSpPr/>
            <p:nvPr/>
          </p:nvSpPr>
          <p:spPr bwMode="auto">
            <a:xfrm>
              <a:off x="2315580" y="971727"/>
              <a:ext cx="3528392" cy="4914546"/>
            </a:xfrm>
            <a:prstGeom prst="roundRect">
              <a:avLst>
                <a:gd name="adj" fmla="val 9498"/>
              </a:avLst>
            </a:prstGeom>
            <a:solidFill>
              <a:srgbClr val="4D5985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" name="矩形: 圆角 4"/>
            <p:cNvSpPr/>
            <p:nvPr/>
          </p:nvSpPr>
          <p:spPr bwMode="auto">
            <a:xfrm>
              <a:off x="6348028" y="971727"/>
              <a:ext cx="3528392" cy="4914546"/>
            </a:xfrm>
            <a:prstGeom prst="roundRect">
              <a:avLst>
                <a:gd name="adj" fmla="val 9498"/>
              </a:avLst>
            </a:prstGeom>
            <a:solidFill>
              <a:srgbClr val="7B8E9B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" name="矩形: 圆角 5"/>
            <p:cNvSpPr/>
            <p:nvPr/>
          </p:nvSpPr>
          <p:spPr bwMode="auto">
            <a:xfrm>
              <a:off x="5375920" y="1448780"/>
              <a:ext cx="1440160" cy="32403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7" name="矩形: 圆角 6"/>
            <p:cNvSpPr/>
            <p:nvPr/>
          </p:nvSpPr>
          <p:spPr bwMode="auto">
            <a:xfrm>
              <a:off x="5375920" y="2660915"/>
              <a:ext cx="1440160" cy="32403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" name="矩形: 圆角 7"/>
            <p:cNvSpPr/>
            <p:nvPr/>
          </p:nvSpPr>
          <p:spPr bwMode="auto">
            <a:xfrm>
              <a:off x="5375920" y="3873050"/>
              <a:ext cx="1440160" cy="32403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9" name="矩形: 圆角 8"/>
            <p:cNvSpPr/>
            <p:nvPr/>
          </p:nvSpPr>
          <p:spPr bwMode="auto">
            <a:xfrm>
              <a:off x="5375920" y="5085184"/>
              <a:ext cx="1440160" cy="32403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5428805" y="2695798"/>
              <a:ext cx="254270" cy="254270"/>
            </a:xfrm>
            <a:prstGeom prst="ellipse">
              <a:avLst/>
            </a:prstGeom>
            <a:solidFill>
              <a:srgbClr val="7B8E9B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5428805" y="1483663"/>
              <a:ext cx="254270" cy="254270"/>
            </a:xfrm>
            <a:prstGeom prst="ellipse">
              <a:avLst/>
            </a:prstGeom>
            <a:solidFill>
              <a:srgbClr val="7B8E9B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5428805" y="3907933"/>
              <a:ext cx="254270" cy="254270"/>
            </a:xfrm>
            <a:prstGeom prst="ellipse">
              <a:avLst/>
            </a:prstGeom>
            <a:solidFill>
              <a:srgbClr val="7B8E9B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3" name="椭圆 12"/>
            <p:cNvSpPr/>
            <p:nvPr/>
          </p:nvSpPr>
          <p:spPr bwMode="auto">
            <a:xfrm>
              <a:off x="5428805" y="5114179"/>
              <a:ext cx="254270" cy="254270"/>
            </a:xfrm>
            <a:prstGeom prst="ellipse">
              <a:avLst/>
            </a:prstGeom>
            <a:solidFill>
              <a:srgbClr val="7B8E9B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4" name="椭圆 13"/>
            <p:cNvSpPr/>
            <p:nvPr/>
          </p:nvSpPr>
          <p:spPr bwMode="auto">
            <a:xfrm>
              <a:off x="6515124" y="2695798"/>
              <a:ext cx="254270" cy="254270"/>
            </a:xfrm>
            <a:prstGeom prst="ellipse">
              <a:avLst/>
            </a:prstGeom>
            <a:solidFill>
              <a:srgbClr val="4D5985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5" name="椭圆 14"/>
            <p:cNvSpPr/>
            <p:nvPr/>
          </p:nvSpPr>
          <p:spPr bwMode="auto">
            <a:xfrm>
              <a:off x="6515124" y="1483663"/>
              <a:ext cx="254270" cy="254270"/>
            </a:xfrm>
            <a:prstGeom prst="ellipse">
              <a:avLst/>
            </a:prstGeom>
            <a:solidFill>
              <a:srgbClr val="4D5985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6" name="椭圆 15"/>
            <p:cNvSpPr/>
            <p:nvPr/>
          </p:nvSpPr>
          <p:spPr bwMode="auto">
            <a:xfrm>
              <a:off x="6515124" y="3907933"/>
              <a:ext cx="254270" cy="254270"/>
            </a:xfrm>
            <a:prstGeom prst="ellipse">
              <a:avLst/>
            </a:prstGeom>
            <a:solidFill>
              <a:srgbClr val="4D5985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7" name="椭圆 16"/>
            <p:cNvSpPr/>
            <p:nvPr/>
          </p:nvSpPr>
          <p:spPr bwMode="auto">
            <a:xfrm>
              <a:off x="6515124" y="5114179"/>
              <a:ext cx="254270" cy="254270"/>
            </a:xfrm>
            <a:prstGeom prst="ellipse">
              <a:avLst/>
            </a:prstGeom>
            <a:solidFill>
              <a:srgbClr val="4D5985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8" name="矩形: 圆角 17"/>
            <p:cNvSpPr/>
            <p:nvPr/>
          </p:nvSpPr>
          <p:spPr bwMode="auto">
            <a:xfrm>
              <a:off x="2730747" y="1300263"/>
              <a:ext cx="2484276" cy="621069"/>
            </a:xfrm>
            <a:prstGeom prst="roundRect">
              <a:avLst/>
            </a:prstGeom>
            <a:solidFill>
              <a:schemeClr val="bg1"/>
            </a:solidFill>
            <a:ln w="19050">
              <a:noFill/>
              <a:round/>
            </a:ln>
          </p:spPr>
          <p:txBody>
            <a:bodyPr vert="horz" wrap="none" lIns="91440" tIns="45720" rIns="91440" bIns="45720" anchor="ctr" anchorCtr="1" compatLnSpc="1">
              <a:normAutofit/>
            </a:bodyPr>
            <a:lstStyle/>
            <a:p>
              <a:pPr algn="ctr"/>
              <a:r>
                <a:rPr lang="zh-CN" alt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标题文本预设</a:t>
              </a:r>
              <a:endPara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矩形: 圆角 18"/>
            <p:cNvSpPr/>
            <p:nvPr/>
          </p:nvSpPr>
          <p:spPr bwMode="auto">
            <a:xfrm>
              <a:off x="6976977" y="1300263"/>
              <a:ext cx="2484276" cy="621069"/>
            </a:xfrm>
            <a:prstGeom prst="roundRect">
              <a:avLst/>
            </a:prstGeom>
            <a:solidFill>
              <a:schemeClr val="bg1"/>
            </a:solidFill>
            <a:ln w="19050">
              <a:noFill/>
              <a:round/>
            </a:ln>
          </p:spPr>
          <p:txBody>
            <a:bodyPr vert="horz" wrap="none" lIns="91440" tIns="45720" rIns="91440" bIns="45720" anchor="ctr" anchorCtr="1" compatLnSpc="1">
              <a:normAutofit/>
            </a:bodyPr>
            <a:lstStyle/>
            <a:p>
              <a:pPr algn="ctr"/>
              <a:r>
                <a:rPr lang="zh-CN" alt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标题文本预设</a:t>
              </a:r>
              <a:endPara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文本框 23"/>
            <p:cNvSpPr txBox="1"/>
            <p:nvPr/>
          </p:nvSpPr>
          <p:spPr>
            <a:xfrm>
              <a:off x="2729474" y="2332144"/>
              <a:ext cx="418704" cy="490789"/>
            </a:xfrm>
            <a:prstGeom prst="rect">
              <a:avLst/>
            </a:prstGeom>
            <a:noFill/>
          </p:spPr>
          <p:txBody>
            <a:bodyPr wrap="none" anchor="ctr">
              <a:normAutofit fontScale="40000" lnSpcReduction="20000"/>
            </a:bodyPr>
            <a:lstStyle/>
            <a:p>
              <a:pPr algn="ctr"/>
              <a:r>
                <a:rPr lang="en-US" altLang="zh-CN" sz="4800">
                  <a:solidFill>
                    <a:schemeClr val="bg1"/>
                  </a:solidFill>
                  <a:latin typeface="字魂59号-创粗黑" panose="00000500000000000000" charset="-122"/>
                </a:rPr>
                <a:t>1</a:t>
              </a:r>
              <a:endParaRPr lang="en-US" altLang="zh-CN" sz="4800">
                <a:solidFill>
                  <a:schemeClr val="bg1"/>
                </a:solidFill>
                <a:latin typeface="字魂59号-创粗黑" panose="00000500000000000000" charset="-122"/>
              </a:endParaRPr>
            </a:p>
          </p:txBody>
        </p:sp>
        <p:sp>
          <p:nvSpPr>
            <p:cNvPr id="21" name="文本框 24"/>
            <p:cNvSpPr txBox="1"/>
            <p:nvPr/>
          </p:nvSpPr>
          <p:spPr>
            <a:xfrm>
              <a:off x="2729474" y="3393026"/>
              <a:ext cx="418704" cy="490789"/>
            </a:xfrm>
            <a:prstGeom prst="rect">
              <a:avLst/>
            </a:prstGeom>
            <a:noFill/>
          </p:spPr>
          <p:txBody>
            <a:bodyPr wrap="none" anchor="ctr">
              <a:normAutofit fontScale="40000" lnSpcReduction="20000"/>
            </a:bodyPr>
            <a:lstStyle/>
            <a:p>
              <a:pPr algn="ctr"/>
              <a:r>
                <a:rPr lang="en-US" altLang="zh-CN" sz="4800">
                  <a:solidFill>
                    <a:schemeClr val="bg1"/>
                  </a:solidFill>
                  <a:latin typeface="字魂59号-创粗黑" panose="00000500000000000000" charset="-122"/>
                </a:rPr>
                <a:t>2</a:t>
              </a:r>
              <a:endParaRPr lang="en-US" altLang="zh-CN" sz="4800">
                <a:solidFill>
                  <a:schemeClr val="bg1"/>
                </a:solidFill>
                <a:latin typeface="字魂59号-创粗黑" panose="00000500000000000000" charset="-122"/>
              </a:endParaRPr>
            </a:p>
          </p:txBody>
        </p:sp>
        <p:sp>
          <p:nvSpPr>
            <p:cNvPr id="22" name="文本框 25"/>
            <p:cNvSpPr txBox="1"/>
            <p:nvPr/>
          </p:nvSpPr>
          <p:spPr>
            <a:xfrm>
              <a:off x="2729474" y="4453908"/>
              <a:ext cx="418704" cy="490789"/>
            </a:xfrm>
            <a:prstGeom prst="rect">
              <a:avLst/>
            </a:prstGeom>
            <a:noFill/>
          </p:spPr>
          <p:txBody>
            <a:bodyPr wrap="none" anchor="ctr">
              <a:normAutofit fontScale="40000" lnSpcReduction="20000"/>
            </a:bodyPr>
            <a:lstStyle/>
            <a:p>
              <a:pPr algn="ctr"/>
              <a:r>
                <a:rPr lang="en-US" altLang="zh-CN" sz="4800">
                  <a:solidFill>
                    <a:schemeClr val="bg1"/>
                  </a:solidFill>
                  <a:latin typeface="字魂59号-创粗黑" panose="00000500000000000000" charset="-122"/>
                </a:rPr>
                <a:t>3</a:t>
              </a:r>
              <a:endParaRPr lang="en-US" altLang="zh-CN" sz="4800">
                <a:solidFill>
                  <a:schemeClr val="bg1"/>
                </a:solidFill>
                <a:latin typeface="字魂59号-创粗黑" panose="00000500000000000000" charset="-122"/>
              </a:endParaRPr>
            </a:p>
          </p:txBody>
        </p:sp>
        <p:sp>
          <p:nvSpPr>
            <p:cNvPr id="23" name="文本框 26"/>
            <p:cNvSpPr txBox="1"/>
            <p:nvPr/>
          </p:nvSpPr>
          <p:spPr>
            <a:xfrm>
              <a:off x="6976977" y="2332144"/>
              <a:ext cx="418704" cy="490789"/>
            </a:xfrm>
            <a:prstGeom prst="rect">
              <a:avLst/>
            </a:prstGeom>
            <a:noFill/>
          </p:spPr>
          <p:txBody>
            <a:bodyPr wrap="none" anchor="ctr">
              <a:normAutofit fontScale="40000" lnSpcReduction="20000"/>
            </a:bodyPr>
            <a:lstStyle/>
            <a:p>
              <a:pPr algn="ctr"/>
              <a:r>
                <a:rPr lang="en-US" altLang="zh-CN" sz="4800">
                  <a:solidFill>
                    <a:schemeClr val="bg1"/>
                  </a:solidFill>
                  <a:latin typeface="字魂59号-创粗黑" panose="00000500000000000000" charset="-122"/>
                </a:rPr>
                <a:t>1</a:t>
              </a:r>
              <a:endParaRPr lang="en-US" altLang="zh-CN" sz="4800">
                <a:solidFill>
                  <a:schemeClr val="bg1"/>
                </a:solidFill>
                <a:latin typeface="字魂59号-创粗黑" panose="00000500000000000000" charset="-122"/>
              </a:endParaRPr>
            </a:p>
          </p:txBody>
        </p:sp>
        <p:sp>
          <p:nvSpPr>
            <p:cNvPr id="24" name="文本框 27"/>
            <p:cNvSpPr txBox="1"/>
            <p:nvPr/>
          </p:nvSpPr>
          <p:spPr>
            <a:xfrm>
              <a:off x="6976977" y="3393026"/>
              <a:ext cx="418704" cy="490789"/>
            </a:xfrm>
            <a:prstGeom prst="rect">
              <a:avLst/>
            </a:prstGeom>
            <a:noFill/>
          </p:spPr>
          <p:txBody>
            <a:bodyPr wrap="none" anchor="ctr">
              <a:normAutofit fontScale="40000" lnSpcReduction="20000"/>
            </a:bodyPr>
            <a:lstStyle/>
            <a:p>
              <a:pPr algn="ctr"/>
              <a:r>
                <a:rPr lang="en-US" altLang="zh-CN" sz="4800">
                  <a:solidFill>
                    <a:schemeClr val="bg1"/>
                  </a:solidFill>
                  <a:latin typeface="字魂59号-创粗黑" panose="00000500000000000000" charset="-122"/>
                </a:rPr>
                <a:t>2</a:t>
              </a:r>
              <a:endParaRPr lang="en-US" altLang="zh-CN" sz="4800">
                <a:solidFill>
                  <a:schemeClr val="bg1"/>
                </a:solidFill>
                <a:latin typeface="字魂59号-创粗黑" panose="00000500000000000000" charset="-122"/>
              </a:endParaRPr>
            </a:p>
          </p:txBody>
        </p:sp>
        <p:sp>
          <p:nvSpPr>
            <p:cNvPr id="25" name="文本框 28"/>
            <p:cNvSpPr txBox="1"/>
            <p:nvPr/>
          </p:nvSpPr>
          <p:spPr>
            <a:xfrm>
              <a:off x="6976977" y="4453908"/>
              <a:ext cx="418704" cy="490789"/>
            </a:xfrm>
            <a:prstGeom prst="rect">
              <a:avLst/>
            </a:prstGeom>
            <a:noFill/>
          </p:spPr>
          <p:txBody>
            <a:bodyPr wrap="none" anchor="ctr">
              <a:normAutofit fontScale="40000" lnSpcReduction="20000"/>
            </a:bodyPr>
            <a:lstStyle/>
            <a:p>
              <a:pPr algn="ctr"/>
              <a:r>
                <a:rPr lang="en-US" altLang="zh-CN" sz="4800">
                  <a:solidFill>
                    <a:schemeClr val="bg1"/>
                  </a:solidFill>
                  <a:latin typeface="字魂59号-创粗黑" panose="00000500000000000000" charset="-122"/>
                </a:rPr>
                <a:t>3</a:t>
              </a:r>
              <a:endParaRPr lang="en-US" altLang="zh-CN" sz="4800">
                <a:solidFill>
                  <a:schemeClr val="bg1"/>
                </a:solidFill>
                <a:latin typeface="字魂59号-创粗黑" panose="00000500000000000000" charset="-122"/>
              </a:endParaRPr>
            </a:p>
          </p:txBody>
        </p:sp>
        <p:sp>
          <p:nvSpPr>
            <p:cNvPr id="26" name="文本框 29"/>
            <p:cNvSpPr txBox="1"/>
            <p:nvPr/>
          </p:nvSpPr>
          <p:spPr>
            <a:xfrm>
              <a:off x="3148178" y="2346705"/>
              <a:ext cx="2179364" cy="461665"/>
            </a:xfrm>
            <a:prstGeom prst="rect">
              <a:avLst/>
            </a:prstGeom>
            <a:noFill/>
          </p:spPr>
          <p:txBody>
            <a:bodyPr wrap="square">
              <a:normAutofit fontScale="70000" lnSpcReduction="200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>
                  <a:solidFill>
                    <a:schemeClr val="bg1"/>
                  </a:solidFill>
                </a:rPr>
                <a:t>此部分内容作为文字排版占位显示</a:t>
              </a:r>
              <a:br>
                <a:rPr lang="zh-CN" altLang="en-US" sz="1000">
                  <a:solidFill>
                    <a:schemeClr val="bg1"/>
                  </a:solidFill>
                </a:rPr>
              </a:br>
              <a:r>
                <a:rPr lang="zh-CN" altLang="en-US" sz="1000">
                  <a:solidFill>
                    <a:schemeClr val="bg1"/>
                  </a:solidFill>
                </a:rPr>
                <a:t>（建议使用主题字体）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27" name="文本框 30"/>
            <p:cNvSpPr txBox="1"/>
            <p:nvPr/>
          </p:nvSpPr>
          <p:spPr>
            <a:xfrm>
              <a:off x="3148178" y="3404634"/>
              <a:ext cx="2179364" cy="461665"/>
            </a:xfrm>
            <a:prstGeom prst="rect">
              <a:avLst/>
            </a:prstGeom>
            <a:noFill/>
          </p:spPr>
          <p:txBody>
            <a:bodyPr wrap="square">
              <a:normAutofit fontScale="70000" lnSpcReduction="200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>
                  <a:solidFill>
                    <a:schemeClr val="bg1"/>
                  </a:solidFill>
                </a:rPr>
                <a:t>此部分内容作为文字排版占位显示</a:t>
              </a:r>
              <a:br>
                <a:rPr lang="zh-CN" altLang="en-US" sz="1000">
                  <a:solidFill>
                    <a:schemeClr val="bg1"/>
                  </a:solidFill>
                </a:rPr>
              </a:br>
              <a:r>
                <a:rPr lang="zh-CN" altLang="en-US" sz="1000">
                  <a:solidFill>
                    <a:schemeClr val="bg1"/>
                  </a:solidFill>
                </a:rPr>
                <a:t>（建议使用主题字体）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28" name="文本框 31"/>
            <p:cNvSpPr txBox="1"/>
            <p:nvPr/>
          </p:nvSpPr>
          <p:spPr>
            <a:xfrm>
              <a:off x="3148178" y="4462563"/>
              <a:ext cx="2179364" cy="461665"/>
            </a:xfrm>
            <a:prstGeom prst="rect">
              <a:avLst/>
            </a:prstGeom>
            <a:noFill/>
          </p:spPr>
          <p:txBody>
            <a:bodyPr wrap="square">
              <a:normAutofit fontScale="70000" lnSpcReduction="200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>
                  <a:solidFill>
                    <a:schemeClr val="bg1"/>
                  </a:solidFill>
                </a:rPr>
                <a:t>此部分内容作为文字排版占位显示</a:t>
              </a:r>
              <a:br>
                <a:rPr lang="zh-CN" altLang="en-US" sz="1000">
                  <a:solidFill>
                    <a:schemeClr val="bg1"/>
                  </a:solidFill>
                </a:rPr>
              </a:br>
              <a:r>
                <a:rPr lang="zh-CN" altLang="en-US" sz="1000">
                  <a:solidFill>
                    <a:schemeClr val="bg1"/>
                  </a:solidFill>
                </a:rPr>
                <a:t>（建议使用主题字体）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29" name="文本框 32"/>
            <p:cNvSpPr txBox="1"/>
            <p:nvPr/>
          </p:nvSpPr>
          <p:spPr>
            <a:xfrm>
              <a:off x="7395681" y="2346705"/>
              <a:ext cx="2179364" cy="461665"/>
            </a:xfrm>
            <a:prstGeom prst="rect">
              <a:avLst/>
            </a:prstGeom>
            <a:noFill/>
          </p:spPr>
          <p:txBody>
            <a:bodyPr wrap="square">
              <a:normAutofit fontScale="70000" lnSpcReduction="200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>
                  <a:solidFill>
                    <a:schemeClr val="bg1"/>
                  </a:solidFill>
                </a:rPr>
                <a:t>此部分内容作为文字排版占位显示</a:t>
              </a:r>
              <a:br>
                <a:rPr lang="zh-CN" altLang="en-US" sz="1000">
                  <a:solidFill>
                    <a:schemeClr val="bg1"/>
                  </a:solidFill>
                </a:rPr>
              </a:br>
              <a:r>
                <a:rPr lang="zh-CN" altLang="en-US" sz="1000">
                  <a:solidFill>
                    <a:schemeClr val="bg1"/>
                  </a:solidFill>
                </a:rPr>
                <a:t>（建议使用主题字体）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30" name="文本框 33"/>
            <p:cNvSpPr txBox="1"/>
            <p:nvPr/>
          </p:nvSpPr>
          <p:spPr>
            <a:xfrm>
              <a:off x="7395681" y="3404634"/>
              <a:ext cx="2179364" cy="461665"/>
            </a:xfrm>
            <a:prstGeom prst="rect">
              <a:avLst/>
            </a:prstGeom>
            <a:noFill/>
          </p:spPr>
          <p:txBody>
            <a:bodyPr wrap="square">
              <a:normAutofit fontScale="70000" lnSpcReduction="200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>
                  <a:solidFill>
                    <a:schemeClr val="bg1"/>
                  </a:solidFill>
                </a:rPr>
                <a:t>此部分内容作为文字排版占位显示</a:t>
              </a:r>
              <a:br>
                <a:rPr lang="zh-CN" altLang="en-US" sz="1000">
                  <a:solidFill>
                    <a:schemeClr val="bg1"/>
                  </a:solidFill>
                </a:rPr>
              </a:br>
              <a:r>
                <a:rPr lang="zh-CN" altLang="en-US" sz="1000">
                  <a:solidFill>
                    <a:schemeClr val="bg1"/>
                  </a:solidFill>
                </a:rPr>
                <a:t>（建议使用主题字体）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31" name="文本框 34"/>
            <p:cNvSpPr txBox="1"/>
            <p:nvPr/>
          </p:nvSpPr>
          <p:spPr>
            <a:xfrm>
              <a:off x="7395681" y="4462563"/>
              <a:ext cx="2179364" cy="461665"/>
            </a:xfrm>
            <a:prstGeom prst="rect">
              <a:avLst/>
            </a:prstGeom>
            <a:noFill/>
          </p:spPr>
          <p:txBody>
            <a:bodyPr wrap="square">
              <a:normAutofit fontScale="70000" lnSpcReduction="200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>
                  <a:solidFill>
                    <a:schemeClr val="bg1"/>
                  </a:solidFill>
                </a:rPr>
                <a:t>此部分内容作为文字排版占位显示</a:t>
              </a:r>
              <a:br>
                <a:rPr lang="zh-CN" altLang="en-US" sz="1000">
                  <a:solidFill>
                    <a:schemeClr val="bg1"/>
                  </a:solidFill>
                </a:rPr>
              </a:br>
              <a:r>
                <a:rPr lang="zh-CN" altLang="en-US" sz="1000">
                  <a:solidFill>
                    <a:schemeClr val="bg1"/>
                  </a:solidFill>
                </a:rPr>
                <a:t>（建议使用主题字体）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</p:grpSp>
      <p:sp>
        <p:nvSpPr>
          <p:cNvPr id="32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点击输入标题内容</a:t>
            </a:r>
            <a:endParaRPr lang="zh-CN" altLang="en-US" sz="18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8"/>
          <p:cNvSpPr/>
          <p:nvPr/>
        </p:nvSpPr>
        <p:spPr bwMode="auto">
          <a:xfrm>
            <a:off x="0" y="2757837"/>
            <a:ext cx="9144000" cy="1141515"/>
          </a:xfrm>
          <a:prstGeom prst="rect">
            <a:avLst/>
          </a:prstGeom>
          <a:solidFill>
            <a:schemeClr val="tx2">
              <a:lumMod val="20000"/>
              <a:lumOff val="80000"/>
              <a:alpha val="40000"/>
            </a:schemeClr>
          </a:solidFill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" name="Oval 3"/>
          <p:cNvSpPr/>
          <p:nvPr/>
        </p:nvSpPr>
        <p:spPr>
          <a:xfrm>
            <a:off x="1114892" y="2263929"/>
            <a:ext cx="378725" cy="378725"/>
          </a:xfrm>
          <a:prstGeom prst="ellipse">
            <a:avLst/>
          </a:prstGeom>
          <a:solidFill>
            <a:srgbClr val="4D5985"/>
          </a:solidFill>
          <a:ln w="12700"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 fontScale="92500" lnSpcReduction="10000"/>
          </a:bodyPr>
          <a:lstStyle/>
          <a:p>
            <a:pPr algn="ctr"/>
            <a:r>
              <a:rPr lang="en-GB" sz="2000">
                <a:latin typeface="字魂59号-创粗黑" panose="00000500000000000000" charset="-122"/>
              </a:rPr>
              <a:t>01</a:t>
            </a:r>
            <a:endParaRPr lang="en-GB" sz="2000">
              <a:latin typeface="字魂59号-创粗黑" panose="00000500000000000000" charset="-122"/>
            </a:endParaRPr>
          </a:p>
        </p:txBody>
      </p:sp>
      <p:sp>
        <p:nvSpPr>
          <p:cNvPr id="6" name="Oval 4"/>
          <p:cNvSpPr/>
          <p:nvPr/>
        </p:nvSpPr>
        <p:spPr>
          <a:xfrm>
            <a:off x="2709650" y="2263929"/>
            <a:ext cx="378725" cy="378725"/>
          </a:xfrm>
          <a:prstGeom prst="ellipse">
            <a:avLst/>
          </a:prstGeom>
          <a:solidFill>
            <a:srgbClr val="7B8E9B"/>
          </a:solidFill>
          <a:ln w="12700"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 fontScale="92500" lnSpcReduction="10000"/>
          </a:bodyPr>
          <a:lstStyle/>
          <a:p>
            <a:pPr algn="ctr"/>
            <a:r>
              <a:rPr lang="en-GB" sz="2000">
                <a:latin typeface="字魂59号-创粗黑" panose="00000500000000000000" charset="-122"/>
              </a:rPr>
              <a:t>02</a:t>
            </a:r>
            <a:endParaRPr lang="en-GB" sz="2000">
              <a:latin typeface="字魂59号-创粗黑" panose="00000500000000000000" charset="-122"/>
            </a:endParaRPr>
          </a:p>
        </p:txBody>
      </p:sp>
      <p:sp>
        <p:nvSpPr>
          <p:cNvPr id="7" name="Oval 5"/>
          <p:cNvSpPr/>
          <p:nvPr/>
        </p:nvSpPr>
        <p:spPr>
          <a:xfrm>
            <a:off x="4304407" y="2263929"/>
            <a:ext cx="378725" cy="378725"/>
          </a:xfrm>
          <a:prstGeom prst="ellipse">
            <a:avLst/>
          </a:prstGeom>
          <a:solidFill>
            <a:srgbClr val="4D5985"/>
          </a:solidFill>
          <a:ln w="12700"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 fontScale="92500" lnSpcReduction="10000"/>
          </a:bodyPr>
          <a:lstStyle/>
          <a:p>
            <a:pPr algn="ctr"/>
            <a:r>
              <a:rPr lang="en-GB" sz="2000">
                <a:latin typeface="字魂59号-创粗黑" panose="00000500000000000000" charset="-122"/>
              </a:rPr>
              <a:t>03</a:t>
            </a:r>
            <a:endParaRPr lang="en-GB" sz="2000">
              <a:latin typeface="字魂59号-创粗黑" panose="00000500000000000000" charset="-122"/>
            </a:endParaRPr>
          </a:p>
        </p:txBody>
      </p:sp>
      <p:sp>
        <p:nvSpPr>
          <p:cNvPr id="8" name="Oval 6"/>
          <p:cNvSpPr/>
          <p:nvPr/>
        </p:nvSpPr>
        <p:spPr>
          <a:xfrm>
            <a:off x="5899164" y="2263928"/>
            <a:ext cx="378725" cy="378725"/>
          </a:xfrm>
          <a:prstGeom prst="ellipse">
            <a:avLst/>
          </a:prstGeom>
          <a:solidFill>
            <a:srgbClr val="7B8E9B"/>
          </a:solidFill>
          <a:ln w="12700"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 fontScale="92500" lnSpcReduction="10000"/>
          </a:bodyPr>
          <a:lstStyle/>
          <a:p>
            <a:pPr algn="ctr"/>
            <a:r>
              <a:rPr lang="en-GB" sz="2000">
                <a:latin typeface="字魂59号-创粗黑" panose="00000500000000000000" charset="-122"/>
              </a:rPr>
              <a:t>04</a:t>
            </a:r>
            <a:endParaRPr lang="en-GB" sz="2000">
              <a:latin typeface="字魂59号-创粗黑" panose="00000500000000000000" charset="-122"/>
            </a:endParaRPr>
          </a:p>
        </p:txBody>
      </p:sp>
      <p:sp>
        <p:nvSpPr>
          <p:cNvPr id="9" name="Oval 7"/>
          <p:cNvSpPr/>
          <p:nvPr/>
        </p:nvSpPr>
        <p:spPr>
          <a:xfrm>
            <a:off x="7493921" y="2263927"/>
            <a:ext cx="378725" cy="378725"/>
          </a:xfrm>
          <a:prstGeom prst="ellipse">
            <a:avLst/>
          </a:prstGeom>
          <a:solidFill>
            <a:srgbClr val="4D5985"/>
          </a:solidFill>
          <a:ln w="12700"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 fontScale="92500" lnSpcReduction="10000"/>
          </a:bodyPr>
          <a:lstStyle/>
          <a:p>
            <a:pPr algn="ctr"/>
            <a:r>
              <a:rPr lang="en-GB" sz="2000">
                <a:latin typeface="字魂59号-创粗黑" panose="00000500000000000000" charset="-122"/>
              </a:rPr>
              <a:t>05</a:t>
            </a:r>
            <a:endParaRPr lang="en-GB" sz="2000">
              <a:latin typeface="字魂59号-创粗黑" panose="00000500000000000000" charset="-122"/>
            </a:endParaRPr>
          </a:p>
        </p:txBody>
      </p:sp>
      <p:grpSp>
        <p:nvGrpSpPr>
          <p:cNvPr id="10" name="Group 32"/>
          <p:cNvGrpSpPr/>
          <p:nvPr/>
        </p:nvGrpSpPr>
        <p:grpSpPr>
          <a:xfrm>
            <a:off x="563119" y="1637921"/>
            <a:ext cx="1482270" cy="409575"/>
            <a:chOff x="750825" y="1708484"/>
            <a:chExt cx="1976360" cy="546100"/>
          </a:xfrm>
        </p:grpSpPr>
        <p:sp>
          <p:nvSpPr>
            <p:cNvPr id="54" name="Rectangle 9"/>
            <p:cNvSpPr>
              <a:spLocks noChangeAspect="1"/>
            </p:cNvSpPr>
            <p:nvPr/>
          </p:nvSpPr>
          <p:spPr bwMode="auto">
            <a:xfrm>
              <a:off x="752992" y="1708484"/>
              <a:ext cx="1974193" cy="546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5" name="Freeform: Shape 10"/>
            <p:cNvSpPr/>
            <p:nvPr/>
          </p:nvSpPr>
          <p:spPr bwMode="auto">
            <a:xfrm>
              <a:off x="2344699" y="1888350"/>
              <a:ext cx="382486" cy="364067"/>
            </a:xfrm>
            <a:custGeom>
              <a:avLst/>
              <a:gdLst>
                <a:gd name="T0" fmla="*/ 0 w 353"/>
                <a:gd name="T1" fmla="*/ 336 h 336"/>
                <a:gd name="T2" fmla="*/ 263 w 353"/>
                <a:gd name="T3" fmla="*/ 336 h 336"/>
                <a:gd name="T4" fmla="*/ 353 w 353"/>
                <a:gd name="T5" fmla="*/ 0 h 336"/>
                <a:gd name="T6" fmla="*/ 78 w 353"/>
                <a:gd name="T7" fmla="*/ 0 h 336"/>
                <a:gd name="T8" fmla="*/ 0 w 353"/>
                <a:gd name="T9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3" h="336">
                  <a:moveTo>
                    <a:pt x="0" y="336"/>
                  </a:moveTo>
                  <a:lnTo>
                    <a:pt x="263" y="336"/>
                  </a:lnTo>
                  <a:lnTo>
                    <a:pt x="353" y="0"/>
                  </a:lnTo>
                  <a:lnTo>
                    <a:pt x="78" y="0"/>
                  </a:lnTo>
                  <a:lnTo>
                    <a:pt x="0" y="336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6" name="Freeform: Shape 11"/>
            <p:cNvSpPr/>
            <p:nvPr/>
          </p:nvSpPr>
          <p:spPr bwMode="auto">
            <a:xfrm>
              <a:off x="2344699" y="2064966"/>
              <a:ext cx="195036" cy="178783"/>
            </a:xfrm>
            <a:custGeom>
              <a:avLst/>
              <a:gdLst>
                <a:gd name="T0" fmla="*/ 40 w 180"/>
                <a:gd name="T1" fmla="*/ 0 h 165"/>
                <a:gd name="T2" fmla="*/ 0 w 180"/>
                <a:gd name="T3" fmla="*/ 165 h 165"/>
                <a:gd name="T4" fmla="*/ 180 w 180"/>
                <a:gd name="T5" fmla="*/ 0 h 165"/>
                <a:gd name="T6" fmla="*/ 40 w 180"/>
                <a:gd name="T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65">
                  <a:moveTo>
                    <a:pt x="40" y="0"/>
                  </a:moveTo>
                  <a:lnTo>
                    <a:pt x="0" y="165"/>
                  </a:lnTo>
                  <a:lnTo>
                    <a:pt x="180" y="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7" name="Freeform: Shape 12"/>
            <p:cNvSpPr/>
            <p:nvPr/>
          </p:nvSpPr>
          <p:spPr bwMode="auto">
            <a:xfrm>
              <a:off x="750825" y="1888350"/>
              <a:ext cx="380319" cy="364067"/>
            </a:xfrm>
            <a:custGeom>
              <a:avLst/>
              <a:gdLst>
                <a:gd name="T0" fmla="*/ 351 w 351"/>
                <a:gd name="T1" fmla="*/ 336 h 336"/>
                <a:gd name="T2" fmla="*/ 90 w 351"/>
                <a:gd name="T3" fmla="*/ 336 h 336"/>
                <a:gd name="T4" fmla="*/ 0 w 351"/>
                <a:gd name="T5" fmla="*/ 0 h 336"/>
                <a:gd name="T6" fmla="*/ 275 w 351"/>
                <a:gd name="T7" fmla="*/ 0 h 336"/>
                <a:gd name="T8" fmla="*/ 351 w 351"/>
                <a:gd name="T9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1" h="336">
                  <a:moveTo>
                    <a:pt x="351" y="336"/>
                  </a:moveTo>
                  <a:lnTo>
                    <a:pt x="90" y="336"/>
                  </a:lnTo>
                  <a:lnTo>
                    <a:pt x="0" y="0"/>
                  </a:lnTo>
                  <a:lnTo>
                    <a:pt x="275" y="0"/>
                  </a:lnTo>
                  <a:lnTo>
                    <a:pt x="351" y="336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8" name="Freeform: Shape 13"/>
            <p:cNvSpPr/>
            <p:nvPr/>
          </p:nvSpPr>
          <p:spPr bwMode="auto">
            <a:xfrm>
              <a:off x="938276" y="2064966"/>
              <a:ext cx="192868" cy="178783"/>
            </a:xfrm>
            <a:custGeom>
              <a:avLst/>
              <a:gdLst>
                <a:gd name="T0" fmla="*/ 140 w 178"/>
                <a:gd name="T1" fmla="*/ 0 h 165"/>
                <a:gd name="T2" fmla="*/ 178 w 178"/>
                <a:gd name="T3" fmla="*/ 165 h 165"/>
                <a:gd name="T4" fmla="*/ 0 w 178"/>
                <a:gd name="T5" fmla="*/ 0 h 165"/>
                <a:gd name="T6" fmla="*/ 140 w 178"/>
                <a:gd name="T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8" h="165">
                  <a:moveTo>
                    <a:pt x="140" y="0"/>
                  </a:moveTo>
                  <a:lnTo>
                    <a:pt x="178" y="165"/>
                  </a:lnTo>
                  <a:lnTo>
                    <a:pt x="0" y="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9" name="Freeform: Shape 14"/>
            <p:cNvSpPr/>
            <p:nvPr/>
          </p:nvSpPr>
          <p:spPr>
            <a:xfrm>
              <a:off x="845092" y="1710651"/>
              <a:ext cx="1784575" cy="482172"/>
            </a:xfrm>
            <a:custGeom>
              <a:avLst/>
              <a:gdLst>
                <a:gd name="connsiteX0" fmla="*/ 0 w 1784575"/>
                <a:gd name="connsiteY0" fmla="*/ 0 h 482172"/>
                <a:gd name="connsiteX1" fmla="*/ 1784575 w 1784575"/>
                <a:gd name="connsiteY1" fmla="*/ 0 h 482172"/>
                <a:gd name="connsiteX2" fmla="*/ 1692475 w 1784575"/>
                <a:gd name="connsiteY2" fmla="*/ 354315 h 482172"/>
                <a:gd name="connsiteX3" fmla="*/ 1536769 w 1784575"/>
                <a:gd name="connsiteY3" fmla="*/ 354315 h 482172"/>
                <a:gd name="connsiteX4" fmla="*/ 1488168 w 1784575"/>
                <a:gd name="connsiteY4" fmla="*/ 402759 h 482172"/>
                <a:gd name="connsiteX5" fmla="*/ 892830 w 1784575"/>
                <a:gd name="connsiteY5" fmla="*/ 482172 h 482172"/>
                <a:gd name="connsiteX6" fmla="*/ 297492 w 1784575"/>
                <a:gd name="connsiteY6" fmla="*/ 402759 h 482172"/>
                <a:gd name="connsiteX7" fmla="*/ 248891 w 1784575"/>
                <a:gd name="connsiteY7" fmla="*/ 354315 h 482172"/>
                <a:gd name="connsiteX8" fmla="*/ 93183 w 1784575"/>
                <a:gd name="connsiteY8" fmla="*/ 354315 h 482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84575" h="482172">
                  <a:moveTo>
                    <a:pt x="0" y="0"/>
                  </a:moveTo>
                  <a:lnTo>
                    <a:pt x="1784575" y="0"/>
                  </a:lnTo>
                  <a:lnTo>
                    <a:pt x="1692475" y="354315"/>
                  </a:lnTo>
                  <a:lnTo>
                    <a:pt x="1536769" y="354315"/>
                  </a:lnTo>
                  <a:lnTo>
                    <a:pt x="1488168" y="402759"/>
                  </a:lnTo>
                  <a:cubicBezTo>
                    <a:pt x="1390083" y="449427"/>
                    <a:pt x="1160459" y="482172"/>
                    <a:pt x="892830" y="482172"/>
                  </a:cubicBezTo>
                  <a:cubicBezTo>
                    <a:pt x="625202" y="482172"/>
                    <a:pt x="395577" y="449427"/>
                    <a:pt x="297492" y="402759"/>
                  </a:cubicBezTo>
                  <a:lnTo>
                    <a:pt x="248891" y="354315"/>
                  </a:lnTo>
                  <a:lnTo>
                    <a:pt x="93183" y="354315"/>
                  </a:lnTo>
                  <a:close/>
                </a:path>
              </a:pathLst>
            </a:custGeom>
            <a:solidFill>
              <a:srgbClr val="4D59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108000" anchor="t" anchorCtr="1">
              <a:normAutofit lnSpcReduction="10000"/>
            </a:bodyPr>
            <a:lstStyle/>
            <a:p>
              <a:pPr algn="ctr"/>
              <a:r>
                <a:rPr lang="zh-CN" altLang="en-US" sz="1400" b="1"/>
                <a:t>标题文本预设</a:t>
              </a:r>
              <a:endParaRPr lang="zh-CN" altLang="en-US" sz="1400" b="1"/>
            </a:p>
          </p:txBody>
        </p:sp>
      </p:grpSp>
      <p:grpSp>
        <p:nvGrpSpPr>
          <p:cNvPr id="11" name="Group 24"/>
          <p:cNvGrpSpPr/>
          <p:nvPr/>
        </p:nvGrpSpPr>
        <p:grpSpPr>
          <a:xfrm>
            <a:off x="2214420" y="1638016"/>
            <a:ext cx="1482270" cy="409575"/>
            <a:chOff x="2952560" y="1708610"/>
            <a:chExt cx="1976360" cy="546100"/>
          </a:xfrm>
        </p:grpSpPr>
        <p:sp>
          <p:nvSpPr>
            <p:cNvPr id="48" name="Rectangle 16"/>
            <p:cNvSpPr>
              <a:spLocks noChangeAspect="1"/>
            </p:cNvSpPr>
            <p:nvPr/>
          </p:nvSpPr>
          <p:spPr bwMode="auto">
            <a:xfrm>
              <a:off x="2954727" y="1708610"/>
              <a:ext cx="1974193" cy="546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9" name="Freeform: Shape 17"/>
            <p:cNvSpPr/>
            <p:nvPr/>
          </p:nvSpPr>
          <p:spPr bwMode="auto">
            <a:xfrm>
              <a:off x="4546434" y="1888476"/>
              <a:ext cx="382486" cy="364067"/>
            </a:xfrm>
            <a:custGeom>
              <a:avLst/>
              <a:gdLst>
                <a:gd name="T0" fmla="*/ 0 w 353"/>
                <a:gd name="T1" fmla="*/ 336 h 336"/>
                <a:gd name="T2" fmla="*/ 263 w 353"/>
                <a:gd name="T3" fmla="*/ 336 h 336"/>
                <a:gd name="T4" fmla="*/ 353 w 353"/>
                <a:gd name="T5" fmla="*/ 0 h 336"/>
                <a:gd name="T6" fmla="*/ 78 w 353"/>
                <a:gd name="T7" fmla="*/ 0 h 336"/>
                <a:gd name="T8" fmla="*/ 0 w 353"/>
                <a:gd name="T9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3" h="336">
                  <a:moveTo>
                    <a:pt x="0" y="336"/>
                  </a:moveTo>
                  <a:lnTo>
                    <a:pt x="263" y="336"/>
                  </a:lnTo>
                  <a:lnTo>
                    <a:pt x="353" y="0"/>
                  </a:lnTo>
                  <a:lnTo>
                    <a:pt x="78" y="0"/>
                  </a:lnTo>
                  <a:lnTo>
                    <a:pt x="0" y="336"/>
                  </a:ln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0" name="Freeform: Shape 18"/>
            <p:cNvSpPr/>
            <p:nvPr/>
          </p:nvSpPr>
          <p:spPr bwMode="auto">
            <a:xfrm>
              <a:off x="4546434" y="2065092"/>
              <a:ext cx="195036" cy="178783"/>
            </a:xfrm>
            <a:custGeom>
              <a:avLst/>
              <a:gdLst>
                <a:gd name="T0" fmla="*/ 40 w 180"/>
                <a:gd name="T1" fmla="*/ 0 h 165"/>
                <a:gd name="T2" fmla="*/ 0 w 180"/>
                <a:gd name="T3" fmla="*/ 165 h 165"/>
                <a:gd name="T4" fmla="*/ 180 w 180"/>
                <a:gd name="T5" fmla="*/ 0 h 165"/>
                <a:gd name="T6" fmla="*/ 40 w 180"/>
                <a:gd name="T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65">
                  <a:moveTo>
                    <a:pt x="40" y="0"/>
                  </a:moveTo>
                  <a:lnTo>
                    <a:pt x="0" y="165"/>
                  </a:lnTo>
                  <a:lnTo>
                    <a:pt x="180" y="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1" name="Freeform: Shape 19"/>
            <p:cNvSpPr/>
            <p:nvPr/>
          </p:nvSpPr>
          <p:spPr bwMode="auto">
            <a:xfrm>
              <a:off x="2952560" y="1888476"/>
              <a:ext cx="380319" cy="364067"/>
            </a:xfrm>
            <a:custGeom>
              <a:avLst/>
              <a:gdLst>
                <a:gd name="T0" fmla="*/ 351 w 351"/>
                <a:gd name="T1" fmla="*/ 336 h 336"/>
                <a:gd name="T2" fmla="*/ 90 w 351"/>
                <a:gd name="T3" fmla="*/ 336 h 336"/>
                <a:gd name="T4" fmla="*/ 0 w 351"/>
                <a:gd name="T5" fmla="*/ 0 h 336"/>
                <a:gd name="T6" fmla="*/ 275 w 351"/>
                <a:gd name="T7" fmla="*/ 0 h 336"/>
                <a:gd name="T8" fmla="*/ 351 w 351"/>
                <a:gd name="T9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1" h="336">
                  <a:moveTo>
                    <a:pt x="351" y="336"/>
                  </a:moveTo>
                  <a:lnTo>
                    <a:pt x="90" y="336"/>
                  </a:lnTo>
                  <a:lnTo>
                    <a:pt x="0" y="0"/>
                  </a:lnTo>
                  <a:lnTo>
                    <a:pt x="275" y="0"/>
                  </a:lnTo>
                  <a:lnTo>
                    <a:pt x="351" y="336"/>
                  </a:ln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2" name="Freeform: Shape 20"/>
            <p:cNvSpPr/>
            <p:nvPr/>
          </p:nvSpPr>
          <p:spPr bwMode="auto">
            <a:xfrm>
              <a:off x="3140011" y="2065092"/>
              <a:ext cx="192868" cy="178783"/>
            </a:xfrm>
            <a:custGeom>
              <a:avLst/>
              <a:gdLst>
                <a:gd name="T0" fmla="*/ 140 w 178"/>
                <a:gd name="T1" fmla="*/ 0 h 165"/>
                <a:gd name="T2" fmla="*/ 178 w 178"/>
                <a:gd name="T3" fmla="*/ 165 h 165"/>
                <a:gd name="T4" fmla="*/ 0 w 178"/>
                <a:gd name="T5" fmla="*/ 0 h 165"/>
                <a:gd name="T6" fmla="*/ 140 w 178"/>
                <a:gd name="T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8" h="165">
                  <a:moveTo>
                    <a:pt x="140" y="0"/>
                  </a:moveTo>
                  <a:lnTo>
                    <a:pt x="178" y="165"/>
                  </a:lnTo>
                  <a:lnTo>
                    <a:pt x="0" y="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3" name="Freeform: Shape 21"/>
            <p:cNvSpPr/>
            <p:nvPr/>
          </p:nvSpPr>
          <p:spPr>
            <a:xfrm>
              <a:off x="3046827" y="1710777"/>
              <a:ext cx="1784575" cy="482172"/>
            </a:xfrm>
            <a:custGeom>
              <a:avLst/>
              <a:gdLst>
                <a:gd name="connsiteX0" fmla="*/ 0 w 1784575"/>
                <a:gd name="connsiteY0" fmla="*/ 0 h 482172"/>
                <a:gd name="connsiteX1" fmla="*/ 1784575 w 1784575"/>
                <a:gd name="connsiteY1" fmla="*/ 0 h 482172"/>
                <a:gd name="connsiteX2" fmla="*/ 1692475 w 1784575"/>
                <a:gd name="connsiteY2" fmla="*/ 354315 h 482172"/>
                <a:gd name="connsiteX3" fmla="*/ 1536769 w 1784575"/>
                <a:gd name="connsiteY3" fmla="*/ 354315 h 482172"/>
                <a:gd name="connsiteX4" fmla="*/ 1488168 w 1784575"/>
                <a:gd name="connsiteY4" fmla="*/ 402759 h 482172"/>
                <a:gd name="connsiteX5" fmla="*/ 892830 w 1784575"/>
                <a:gd name="connsiteY5" fmla="*/ 482172 h 482172"/>
                <a:gd name="connsiteX6" fmla="*/ 297492 w 1784575"/>
                <a:gd name="connsiteY6" fmla="*/ 402759 h 482172"/>
                <a:gd name="connsiteX7" fmla="*/ 248891 w 1784575"/>
                <a:gd name="connsiteY7" fmla="*/ 354315 h 482172"/>
                <a:gd name="connsiteX8" fmla="*/ 93183 w 1784575"/>
                <a:gd name="connsiteY8" fmla="*/ 354315 h 482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84575" h="482172">
                  <a:moveTo>
                    <a:pt x="0" y="0"/>
                  </a:moveTo>
                  <a:lnTo>
                    <a:pt x="1784575" y="0"/>
                  </a:lnTo>
                  <a:lnTo>
                    <a:pt x="1692475" y="354315"/>
                  </a:lnTo>
                  <a:lnTo>
                    <a:pt x="1536769" y="354315"/>
                  </a:lnTo>
                  <a:lnTo>
                    <a:pt x="1488168" y="402759"/>
                  </a:lnTo>
                  <a:cubicBezTo>
                    <a:pt x="1390083" y="449427"/>
                    <a:pt x="1160459" y="482172"/>
                    <a:pt x="892830" y="482172"/>
                  </a:cubicBezTo>
                  <a:cubicBezTo>
                    <a:pt x="625202" y="482172"/>
                    <a:pt x="395577" y="449427"/>
                    <a:pt x="297492" y="402759"/>
                  </a:cubicBezTo>
                  <a:lnTo>
                    <a:pt x="248891" y="354315"/>
                  </a:lnTo>
                  <a:lnTo>
                    <a:pt x="93183" y="354315"/>
                  </a:ln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108000" anchor="t" anchorCtr="1">
              <a:normAutofit lnSpcReduction="10000"/>
            </a:bodyPr>
            <a:lstStyle/>
            <a:p>
              <a:pPr algn="ctr"/>
              <a:r>
                <a:rPr lang="zh-CN" altLang="en-US" sz="1400" b="1"/>
                <a:t>标题文本预设</a:t>
              </a:r>
              <a:endParaRPr lang="zh-CN" altLang="en-US" sz="1400" b="1"/>
            </a:p>
          </p:txBody>
        </p:sp>
      </p:grpSp>
      <p:grpSp>
        <p:nvGrpSpPr>
          <p:cNvPr id="12" name="Group 15"/>
          <p:cNvGrpSpPr/>
          <p:nvPr/>
        </p:nvGrpSpPr>
        <p:grpSpPr>
          <a:xfrm>
            <a:off x="3816020" y="1638016"/>
            <a:ext cx="1482270" cy="409575"/>
            <a:chOff x="5088027" y="1708610"/>
            <a:chExt cx="1976360" cy="546100"/>
          </a:xfrm>
        </p:grpSpPr>
        <p:sp>
          <p:nvSpPr>
            <p:cNvPr id="42" name="Rectangle 25"/>
            <p:cNvSpPr>
              <a:spLocks noChangeAspect="1"/>
            </p:cNvSpPr>
            <p:nvPr/>
          </p:nvSpPr>
          <p:spPr bwMode="auto">
            <a:xfrm>
              <a:off x="5090194" y="1708610"/>
              <a:ext cx="1974193" cy="546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3" name="Freeform: Shape 26"/>
            <p:cNvSpPr/>
            <p:nvPr/>
          </p:nvSpPr>
          <p:spPr bwMode="auto">
            <a:xfrm>
              <a:off x="6681901" y="1888476"/>
              <a:ext cx="382486" cy="364067"/>
            </a:xfrm>
            <a:custGeom>
              <a:avLst/>
              <a:gdLst>
                <a:gd name="T0" fmla="*/ 0 w 353"/>
                <a:gd name="T1" fmla="*/ 336 h 336"/>
                <a:gd name="T2" fmla="*/ 263 w 353"/>
                <a:gd name="T3" fmla="*/ 336 h 336"/>
                <a:gd name="T4" fmla="*/ 353 w 353"/>
                <a:gd name="T5" fmla="*/ 0 h 336"/>
                <a:gd name="T6" fmla="*/ 78 w 353"/>
                <a:gd name="T7" fmla="*/ 0 h 336"/>
                <a:gd name="T8" fmla="*/ 0 w 353"/>
                <a:gd name="T9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3" h="336">
                  <a:moveTo>
                    <a:pt x="0" y="336"/>
                  </a:moveTo>
                  <a:lnTo>
                    <a:pt x="263" y="336"/>
                  </a:lnTo>
                  <a:lnTo>
                    <a:pt x="353" y="0"/>
                  </a:lnTo>
                  <a:lnTo>
                    <a:pt x="78" y="0"/>
                  </a:lnTo>
                  <a:lnTo>
                    <a:pt x="0" y="336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4" name="Freeform: Shape 27"/>
            <p:cNvSpPr/>
            <p:nvPr/>
          </p:nvSpPr>
          <p:spPr bwMode="auto">
            <a:xfrm>
              <a:off x="6681901" y="2065092"/>
              <a:ext cx="195036" cy="178783"/>
            </a:xfrm>
            <a:custGeom>
              <a:avLst/>
              <a:gdLst>
                <a:gd name="T0" fmla="*/ 40 w 180"/>
                <a:gd name="T1" fmla="*/ 0 h 165"/>
                <a:gd name="T2" fmla="*/ 0 w 180"/>
                <a:gd name="T3" fmla="*/ 165 h 165"/>
                <a:gd name="T4" fmla="*/ 180 w 180"/>
                <a:gd name="T5" fmla="*/ 0 h 165"/>
                <a:gd name="T6" fmla="*/ 40 w 180"/>
                <a:gd name="T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65">
                  <a:moveTo>
                    <a:pt x="40" y="0"/>
                  </a:moveTo>
                  <a:lnTo>
                    <a:pt x="0" y="165"/>
                  </a:lnTo>
                  <a:lnTo>
                    <a:pt x="180" y="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5" name="Freeform: Shape 28"/>
            <p:cNvSpPr/>
            <p:nvPr/>
          </p:nvSpPr>
          <p:spPr bwMode="auto">
            <a:xfrm>
              <a:off x="5088027" y="1888476"/>
              <a:ext cx="380319" cy="364067"/>
            </a:xfrm>
            <a:custGeom>
              <a:avLst/>
              <a:gdLst>
                <a:gd name="T0" fmla="*/ 351 w 351"/>
                <a:gd name="T1" fmla="*/ 336 h 336"/>
                <a:gd name="T2" fmla="*/ 90 w 351"/>
                <a:gd name="T3" fmla="*/ 336 h 336"/>
                <a:gd name="T4" fmla="*/ 0 w 351"/>
                <a:gd name="T5" fmla="*/ 0 h 336"/>
                <a:gd name="T6" fmla="*/ 275 w 351"/>
                <a:gd name="T7" fmla="*/ 0 h 336"/>
                <a:gd name="T8" fmla="*/ 351 w 351"/>
                <a:gd name="T9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1" h="336">
                  <a:moveTo>
                    <a:pt x="351" y="336"/>
                  </a:moveTo>
                  <a:lnTo>
                    <a:pt x="90" y="336"/>
                  </a:lnTo>
                  <a:lnTo>
                    <a:pt x="0" y="0"/>
                  </a:lnTo>
                  <a:lnTo>
                    <a:pt x="275" y="0"/>
                  </a:lnTo>
                  <a:lnTo>
                    <a:pt x="351" y="336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6" name="Freeform: Shape 29"/>
            <p:cNvSpPr/>
            <p:nvPr/>
          </p:nvSpPr>
          <p:spPr bwMode="auto">
            <a:xfrm>
              <a:off x="5275478" y="2065092"/>
              <a:ext cx="192868" cy="178783"/>
            </a:xfrm>
            <a:custGeom>
              <a:avLst/>
              <a:gdLst>
                <a:gd name="T0" fmla="*/ 140 w 178"/>
                <a:gd name="T1" fmla="*/ 0 h 165"/>
                <a:gd name="T2" fmla="*/ 178 w 178"/>
                <a:gd name="T3" fmla="*/ 165 h 165"/>
                <a:gd name="T4" fmla="*/ 0 w 178"/>
                <a:gd name="T5" fmla="*/ 0 h 165"/>
                <a:gd name="T6" fmla="*/ 140 w 178"/>
                <a:gd name="T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8" h="165">
                  <a:moveTo>
                    <a:pt x="140" y="0"/>
                  </a:moveTo>
                  <a:lnTo>
                    <a:pt x="178" y="165"/>
                  </a:lnTo>
                  <a:lnTo>
                    <a:pt x="0" y="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7" name="Freeform: Shape 30"/>
            <p:cNvSpPr/>
            <p:nvPr/>
          </p:nvSpPr>
          <p:spPr>
            <a:xfrm>
              <a:off x="5182294" y="1710777"/>
              <a:ext cx="1784575" cy="482172"/>
            </a:xfrm>
            <a:custGeom>
              <a:avLst/>
              <a:gdLst>
                <a:gd name="connsiteX0" fmla="*/ 0 w 1784575"/>
                <a:gd name="connsiteY0" fmla="*/ 0 h 482172"/>
                <a:gd name="connsiteX1" fmla="*/ 1784575 w 1784575"/>
                <a:gd name="connsiteY1" fmla="*/ 0 h 482172"/>
                <a:gd name="connsiteX2" fmla="*/ 1692475 w 1784575"/>
                <a:gd name="connsiteY2" fmla="*/ 354315 h 482172"/>
                <a:gd name="connsiteX3" fmla="*/ 1536769 w 1784575"/>
                <a:gd name="connsiteY3" fmla="*/ 354315 h 482172"/>
                <a:gd name="connsiteX4" fmla="*/ 1488168 w 1784575"/>
                <a:gd name="connsiteY4" fmla="*/ 402759 h 482172"/>
                <a:gd name="connsiteX5" fmla="*/ 892830 w 1784575"/>
                <a:gd name="connsiteY5" fmla="*/ 482172 h 482172"/>
                <a:gd name="connsiteX6" fmla="*/ 297492 w 1784575"/>
                <a:gd name="connsiteY6" fmla="*/ 402759 h 482172"/>
                <a:gd name="connsiteX7" fmla="*/ 248891 w 1784575"/>
                <a:gd name="connsiteY7" fmla="*/ 354315 h 482172"/>
                <a:gd name="connsiteX8" fmla="*/ 93183 w 1784575"/>
                <a:gd name="connsiteY8" fmla="*/ 354315 h 482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84575" h="482172">
                  <a:moveTo>
                    <a:pt x="0" y="0"/>
                  </a:moveTo>
                  <a:lnTo>
                    <a:pt x="1784575" y="0"/>
                  </a:lnTo>
                  <a:lnTo>
                    <a:pt x="1692475" y="354315"/>
                  </a:lnTo>
                  <a:lnTo>
                    <a:pt x="1536769" y="354315"/>
                  </a:lnTo>
                  <a:lnTo>
                    <a:pt x="1488168" y="402759"/>
                  </a:lnTo>
                  <a:cubicBezTo>
                    <a:pt x="1390083" y="449427"/>
                    <a:pt x="1160459" y="482172"/>
                    <a:pt x="892830" y="482172"/>
                  </a:cubicBezTo>
                  <a:cubicBezTo>
                    <a:pt x="625202" y="482172"/>
                    <a:pt x="395577" y="449427"/>
                    <a:pt x="297492" y="402759"/>
                  </a:cubicBezTo>
                  <a:lnTo>
                    <a:pt x="248891" y="354315"/>
                  </a:lnTo>
                  <a:lnTo>
                    <a:pt x="93183" y="354315"/>
                  </a:lnTo>
                  <a:close/>
                </a:path>
              </a:pathLst>
            </a:custGeom>
            <a:solidFill>
              <a:srgbClr val="4D59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108000" anchor="t" anchorCtr="1">
              <a:normAutofit lnSpcReduction="10000"/>
            </a:bodyPr>
            <a:lstStyle/>
            <a:p>
              <a:pPr algn="ctr"/>
              <a:r>
                <a:rPr lang="zh-CN" altLang="en-US" sz="1400" b="1"/>
                <a:t>标题文本预设</a:t>
              </a:r>
              <a:endParaRPr lang="zh-CN" altLang="en-US" sz="1400" b="1"/>
            </a:p>
          </p:txBody>
        </p:sp>
      </p:grpSp>
      <p:grpSp>
        <p:nvGrpSpPr>
          <p:cNvPr id="13" name="Group 2"/>
          <p:cNvGrpSpPr/>
          <p:nvPr/>
        </p:nvGrpSpPr>
        <p:grpSpPr>
          <a:xfrm>
            <a:off x="5398670" y="1637921"/>
            <a:ext cx="1482270" cy="409575"/>
            <a:chOff x="7198227" y="1708484"/>
            <a:chExt cx="1976360" cy="546100"/>
          </a:xfrm>
        </p:grpSpPr>
        <p:sp>
          <p:nvSpPr>
            <p:cNvPr id="36" name="Rectangle 33"/>
            <p:cNvSpPr>
              <a:spLocks noChangeAspect="1"/>
            </p:cNvSpPr>
            <p:nvPr/>
          </p:nvSpPr>
          <p:spPr bwMode="auto">
            <a:xfrm>
              <a:off x="7200394" y="1708484"/>
              <a:ext cx="1974193" cy="546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7" name="Freeform: Shape 34"/>
            <p:cNvSpPr/>
            <p:nvPr/>
          </p:nvSpPr>
          <p:spPr bwMode="auto">
            <a:xfrm>
              <a:off x="8792101" y="1888350"/>
              <a:ext cx="382486" cy="364067"/>
            </a:xfrm>
            <a:custGeom>
              <a:avLst/>
              <a:gdLst>
                <a:gd name="T0" fmla="*/ 0 w 353"/>
                <a:gd name="T1" fmla="*/ 336 h 336"/>
                <a:gd name="T2" fmla="*/ 263 w 353"/>
                <a:gd name="T3" fmla="*/ 336 h 336"/>
                <a:gd name="T4" fmla="*/ 353 w 353"/>
                <a:gd name="T5" fmla="*/ 0 h 336"/>
                <a:gd name="T6" fmla="*/ 78 w 353"/>
                <a:gd name="T7" fmla="*/ 0 h 336"/>
                <a:gd name="T8" fmla="*/ 0 w 353"/>
                <a:gd name="T9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3" h="336">
                  <a:moveTo>
                    <a:pt x="0" y="336"/>
                  </a:moveTo>
                  <a:lnTo>
                    <a:pt x="263" y="336"/>
                  </a:lnTo>
                  <a:lnTo>
                    <a:pt x="353" y="0"/>
                  </a:lnTo>
                  <a:lnTo>
                    <a:pt x="78" y="0"/>
                  </a:lnTo>
                  <a:lnTo>
                    <a:pt x="0" y="336"/>
                  </a:ln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8" name="Freeform: Shape 35"/>
            <p:cNvSpPr/>
            <p:nvPr/>
          </p:nvSpPr>
          <p:spPr bwMode="auto">
            <a:xfrm>
              <a:off x="8792101" y="2064966"/>
              <a:ext cx="195036" cy="178783"/>
            </a:xfrm>
            <a:custGeom>
              <a:avLst/>
              <a:gdLst>
                <a:gd name="T0" fmla="*/ 40 w 180"/>
                <a:gd name="T1" fmla="*/ 0 h 165"/>
                <a:gd name="T2" fmla="*/ 0 w 180"/>
                <a:gd name="T3" fmla="*/ 165 h 165"/>
                <a:gd name="T4" fmla="*/ 180 w 180"/>
                <a:gd name="T5" fmla="*/ 0 h 165"/>
                <a:gd name="T6" fmla="*/ 40 w 180"/>
                <a:gd name="T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65">
                  <a:moveTo>
                    <a:pt x="40" y="0"/>
                  </a:moveTo>
                  <a:lnTo>
                    <a:pt x="0" y="165"/>
                  </a:lnTo>
                  <a:lnTo>
                    <a:pt x="180" y="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9" name="Freeform: Shape 36"/>
            <p:cNvSpPr/>
            <p:nvPr/>
          </p:nvSpPr>
          <p:spPr bwMode="auto">
            <a:xfrm>
              <a:off x="7198227" y="1888350"/>
              <a:ext cx="380319" cy="364067"/>
            </a:xfrm>
            <a:custGeom>
              <a:avLst/>
              <a:gdLst>
                <a:gd name="T0" fmla="*/ 351 w 351"/>
                <a:gd name="T1" fmla="*/ 336 h 336"/>
                <a:gd name="T2" fmla="*/ 90 w 351"/>
                <a:gd name="T3" fmla="*/ 336 h 336"/>
                <a:gd name="T4" fmla="*/ 0 w 351"/>
                <a:gd name="T5" fmla="*/ 0 h 336"/>
                <a:gd name="T6" fmla="*/ 275 w 351"/>
                <a:gd name="T7" fmla="*/ 0 h 336"/>
                <a:gd name="T8" fmla="*/ 351 w 351"/>
                <a:gd name="T9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1" h="336">
                  <a:moveTo>
                    <a:pt x="351" y="336"/>
                  </a:moveTo>
                  <a:lnTo>
                    <a:pt x="90" y="336"/>
                  </a:lnTo>
                  <a:lnTo>
                    <a:pt x="0" y="0"/>
                  </a:lnTo>
                  <a:lnTo>
                    <a:pt x="275" y="0"/>
                  </a:lnTo>
                  <a:lnTo>
                    <a:pt x="351" y="336"/>
                  </a:ln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0" name="Freeform: Shape 37"/>
            <p:cNvSpPr/>
            <p:nvPr/>
          </p:nvSpPr>
          <p:spPr bwMode="auto">
            <a:xfrm>
              <a:off x="7385678" y="2064966"/>
              <a:ext cx="192868" cy="178783"/>
            </a:xfrm>
            <a:custGeom>
              <a:avLst/>
              <a:gdLst>
                <a:gd name="T0" fmla="*/ 140 w 178"/>
                <a:gd name="T1" fmla="*/ 0 h 165"/>
                <a:gd name="T2" fmla="*/ 178 w 178"/>
                <a:gd name="T3" fmla="*/ 165 h 165"/>
                <a:gd name="T4" fmla="*/ 0 w 178"/>
                <a:gd name="T5" fmla="*/ 0 h 165"/>
                <a:gd name="T6" fmla="*/ 140 w 178"/>
                <a:gd name="T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8" h="165">
                  <a:moveTo>
                    <a:pt x="140" y="0"/>
                  </a:moveTo>
                  <a:lnTo>
                    <a:pt x="178" y="165"/>
                  </a:lnTo>
                  <a:lnTo>
                    <a:pt x="0" y="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1" name="Freeform: Shape 38"/>
            <p:cNvSpPr/>
            <p:nvPr/>
          </p:nvSpPr>
          <p:spPr>
            <a:xfrm>
              <a:off x="7292494" y="1710651"/>
              <a:ext cx="1784575" cy="482172"/>
            </a:xfrm>
            <a:custGeom>
              <a:avLst/>
              <a:gdLst>
                <a:gd name="connsiteX0" fmla="*/ 0 w 1784575"/>
                <a:gd name="connsiteY0" fmla="*/ 0 h 482172"/>
                <a:gd name="connsiteX1" fmla="*/ 1784575 w 1784575"/>
                <a:gd name="connsiteY1" fmla="*/ 0 h 482172"/>
                <a:gd name="connsiteX2" fmla="*/ 1692475 w 1784575"/>
                <a:gd name="connsiteY2" fmla="*/ 354315 h 482172"/>
                <a:gd name="connsiteX3" fmla="*/ 1536769 w 1784575"/>
                <a:gd name="connsiteY3" fmla="*/ 354315 h 482172"/>
                <a:gd name="connsiteX4" fmla="*/ 1488168 w 1784575"/>
                <a:gd name="connsiteY4" fmla="*/ 402759 h 482172"/>
                <a:gd name="connsiteX5" fmla="*/ 892830 w 1784575"/>
                <a:gd name="connsiteY5" fmla="*/ 482172 h 482172"/>
                <a:gd name="connsiteX6" fmla="*/ 297492 w 1784575"/>
                <a:gd name="connsiteY6" fmla="*/ 402759 h 482172"/>
                <a:gd name="connsiteX7" fmla="*/ 248891 w 1784575"/>
                <a:gd name="connsiteY7" fmla="*/ 354315 h 482172"/>
                <a:gd name="connsiteX8" fmla="*/ 93183 w 1784575"/>
                <a:gd name="connsiteY8" fmla="*/ 354315 h 482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84575" h="482172">
                  <a:moveTo>
                    <a:pt x="0" y="0"/>
                  </a:moveTo>
                  <a:lnTo>
                    <a:pt x="1784575" y="0"/>
                  </a:lnTo>
                  <a:lnTo>
                    <a:pt x="1692475" y="354315"/>
                  </a:lnTo>
                  <a:lnTo>
                    <a:pt x="1536769" y="354315"/>
                  </a:lnTo>
                  <a:lnTo>
                    <a:pt x="1488168" y="402759"/>
                  </a:lnTo>
                  <a:cubicBezTo>
                    <a:pt x="1390083" y="449427"/>
                    <a:pt x="1160459" y="482172"/>
                    <a:pt x="892830" y="482172"/>
                  </a:cubicBezTo>
                  <a:cubicBezTo>
                    <a:pt x="625202" y="482172"/>
                    <a:pt x="395577" y="449427"/>
                    <a:pt x="297492" y="402759"/>
                  </a:cubicBezTo>
                  <a:lnTo>
                    <a:pt x="248891" y="354315"/>
                  </a:lnTo>
                  <a:lnTo>
                    <a:pt x="93183" y="354315"/>
                  </a:ln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108000" anchor="t" anchorCtr="1">
              <a:normAutofit lnSpcReduction="10000"/>
            </a:bodyPr>
            <a:lstStyle/>
            <a:p>
              <a:pPr algn="ctr"/>
              <a:r>
                <a:rPr lang="zh-CN" altLang="en-US" sz="1400" b="1"/>
                <a:t>标题文本预设</a:t>
              </a:r>
              <a:endParaRPr lang="zh-CN" altLang="en-US" sz="1400" b="1"/>
            </a:p>
          </p:txBody>
        </p:sp>
      </p:grpSp>
      <p:grpSp>
        <p:nvGrpSpPr>
          <p:cNvPr id="14" name="Group 1"/>
          <p:cNvGrpSpPr/>
          <p:nvPr/>
        </p:nvGrpSpPr>
        <p:grpSpPr>
          <a:xfrm>
            <a:off x="6998570" y="1637921"/>
            <a:ext cx="1482270" cy="409575"/>
            <a:chOff x="9331426" y="1708484"/>
            <a:chExt cx="1976360" cy="546100"/>
          </a:xfrm>
        </p:grpSpPr>
        <p:sp>
          <p:nvSpPr>
            <p:cNvPr id="30" name="Rectangle 41"/>
            <p:cNvSpPr>
              <a:spLocks noChangeAspect="1"/>
            </p:cNvSpPr>
            <p:nvPr/>
          </p:nvSpPr>
          <p:spPr bwMode="auto">
            <a:xfrm>
              <a:off x="9333593" y="1708484"/>
              <a:ext cx="1974193" cy="546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1" name="Freeform: Shape 42"/>
            <p:cNvSpPr/>
            <p:nvPr/>
          </p:nvSpPr>
          <p:spPr bwMode="auto">
            <a:xfrm>
              <a:off x="10925300" y="1888350"/>
              <a:ext cx="382486" cy="364067"/>
            </a:xfrm>
            <a:custGeom>
              <a:avLst/>
              <a:gdLst>
                <a:gd name="T0" fmla="*/ 0 w 353"/>
                <a:gd name="T1" fmla="*/ 336 h 336"/>
                <a:gd name="T2" fmla="*/ 263 w 353"/>
                <a:gd name="T3" fmla="*/ 336 h 336"/>
                <a:gd name="T4" fmla="*/ 353 w 353"/>
                <a:gd name="T5" fmla="*/ 0 h 336"/>
                <a:gd name="T6" fmla="*/ 78 w 353"/>
                <a:gd name="T7" fmla="*/ 0 h 336"/>
                <a:gd name="T8" fmla="*/ 0 w 353"/>
                <a:gd name="T9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3" h="336">
                  <a:moveTo>
                    <a:pt x="0" y="336"/>
                  </a:moveTo>
                  <a:lnTo>
                    <a:pt x="263" y="336"/>
                  </a:lnTo>
                  <a:lnTo>
                    <a:pt x="353" y="0"/>
                  </a:lnTo>
                  <a:lnTo>
                    <a:pt x="78" y="0"/>
                  </a:lnTo>
                  <a:lnTo>
                    <a:pt x="0" y="33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2" name="Freeform: Shape 43"/>
            <p:cNvSpPr/>
            <p:nvPr/>
          </p:nvSpPr>
          <p:spPr bwMode="auto">
            <a:xfrm>
              <a:off x="10925300" y="2064966"/>
              <a:ext cx="195036" cy="178783"/>
            </a:xfrm>
            <a:custGeom>
              <a:avLst/>
              <a:gdLst>
                <a:gd name="T0" fmla="*/ 40 w 180"/>
                <a:gd name="T1" fmla="*/ 0 h 165"/>
                <a:gd name="T2" fmla="*/ 0 w 180"/>
                <a:gd name="T3" fmla="*/ 165 h 165"/>
                <a:gd name="T4" fmla="*/ 180 w 180"/>
                <a:gd name="T5" fmla="*/ 0 h 165"/>
                <a:gd name="T6" fmla="*/ 40 w 180"/>
                <a:gd name="T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65">
                  <a:moveTo>
                    <a:pt x="40" y="0"/>
                  </a:moveTo>
                  <a:lnTo>
                    <a:pt x="0" y="165"/>
                  </a:lnTo>
                  <a:lnTo>
                    <a:pt x="180" y="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3" name="Freeform: Shape 44"/>
            <p:cNvSpPr/>
            <p:nvPr/>
          </p:nvSpPr>
          <p:spPr bwMode="auto">
            <a:xfrm>
              <a:off x="9331426" y="1888350"/>
              <a:ext cx="380319" cy="364067"/>
            </a:xfrm>
            <a:custGeom>
              <a:avLst/>
              <a:gdLst>
                <a:gd name="T0" fmla="*/ 351 w 351"/>
                <a:gd name="T1" fmla="*/ 336 h 336"/>
                <a:gd name="T2" fmla="*/ 90 w 351"/>
                <a:gd name="T3" fmla="*/ 336 h 336"/>
                <a:gd name="T4" fmla="*/ 0 w 351"/>
                <a:gd name="T5" fmla="*/ 0 h 336"/>
                <a:gd name="T6" fmla="*/ 275 w 351"/>
                <a:gd name="T7" fmla="*/ 0 h 336"/>
                <a:gd name="T8" fmla="*/ 351 w 351"/>
                <a:gd name="T9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1" h="336">
                  <a:moveTo>
                    <a:pt x="351" y="336"/>
                  </a:moveTo>
                  <a:lnTo>
                    <a:pt x="90" y="336"/>
                  </a:lnTo>
                  <a:lnTo>
                    <a:pt x="0" y="0"/>
                  </a:lnTo>
                  <a:lnTo>
                    <a:pt x="275" y="0"/>
                  </a:lnTo>
                  <a:lnTo>
                    <a:pt x="351" y="33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4" name="Freeform: Shape 45"/>
            <p:cNvSpPr/>
            <p:nvPr/>
          </p:nvSpPr>
          <p:spPr bwMode="auto">
            <a:xfrm>
              <a:off x="9518877" y="2064966"/>
              <a:ext cx="192868" cy="178783"/>
            </a:xfrm>
            <a:custGeom>
              <a:avLst/>
              <a:gdLst>
                <a:gd name="T0" fmla="*/ 140 w 178"/>
                <a:gd name="T1" fmla="*/ 0 h 165"/>
                <a:gd name="T2" fmla="*/ 178 w 178"/>
                <a:gd name="T3" fmla="*/ 165 h 165"/>
                <a:gd name="T4" fmla="*/ 0 w 178"/>
                <a:gd name="T5" fmla="*/ 0 h 165"/>
                <a:gd name="T6" fmla="*/ 140 w 178"/>
                <a:gd name="T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8" h="165">
                  <a:moveTo>
                    <a:pt x="140" y="0"/>
                  </a:moveTo>
                  <a:lnTo>
                    <a:pt x="178" y="165"/>
                  </a:lnTo>
                  <a:lnTo>
                    <a:pt x="0" y="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5" name="Freeform: Shape 46"/>
            <p:cNvSpPr/>
            <p:nvPr/>
          </p:nvSpPr>
          <p:spPr>
            <a:xfrm>
              <a:off x="9425693" y="1710651"/>
              <a:ext cx="1784575" cy="482172"/>
            </a:xfrm>
            <a:custGeom>
              <a:avLst/>
              <a:gdLst>
                <a:gd name="connsiteX0" fmla="*/ 0 w 1784575"/>
                <a:gd name="connsiteY0" fmla="*/ 0 h 482172"/>
                <a:gd name="connsiteX1" fmla="*/ 1784575 w 1784575"/>
                <a:gd name="connsiteY1" fmla="*/ 0 h 482172"/>
                <a:gd name="connsiteX2" fmla="*/ 1692475 w 1784575"/>
                <a:gd name="connsiteY2" fmla="*/ 354315 h 482172"/>
                <a:gd name="connsiteX3" fmla="*/ 1536769 w 1784575"/>
                <a:gd name="connsiteY3" fmla="*/ 354315 h 482172"/>
                <a:gd name="connsiteX4" fmla="*/ 1488168 w 1784575"/>
                <a:gd name="connsiteY4" fmla="*/ 402759 h 482172"/>
                <a:gd name="connsiteX5" fmla="*/ 892830 w 1784575"/>
                <a:gd name="connsiteY5" fmla="*/ 482172 h 482172"/>
                <a:gd name="connsiteX6" fmla="*/ 297492 w 1784575"/>
                <a:gd name="connsiteY6" fmla="*/ 402759 h 482172"/>
                <a:gd name="connsiteX7" fmla="*/ 248891 w 1784575"/>
                <a:gd name="connsiteY7" fmla="*/ 354315 h 482172"/>
                <a:gd name="connsiteX8" fmla="*/ 93183 w 1784575"/>
                <a:gd name="connsiteY8" fmla="*/ 354315 h 482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84575" h="482172">
                  <a:moveTo>
                    <a:pt x="0" y="0"/>
                  </a:moveTo>
                  <a:lnTo>
                    <a:pt x="1784575" y="0"/>
                  </a:lnTo>
                  <a:lnTo>
                    <a:pt x="1692475" y="354315"/>
                  </a:lnTo>
                  <a:lnTo>
                    <a:pt x="1536769" y="354315"/>
                  </a:lnTo>
                  <a:lnTo>
                    <a:pt x="1488168" y="402759"/>
                  </a:lnTo>
                  <a:cubicBezTo>
                    <a:pt x="1390083" y="449427"/>
                    <a:pt x="1160459" y="482172"/>
                    <a:pt x="892830" y="482172"/>
                  </a:cubicBezTo>
                  <a:cubicBezTo>
                    <a:pt x="625202" y="482172"/>
                    <a:pt x="395577" y="449427"/>
                    <a:pt x="297492" y="402759"/>
                  </a:cubicBezTo>
                  <a:lnTo>
                    <a:pt x="248891" y="354315"/>
                  </a:lnTo>
                  <a:lnTo>
                    <a:pt x="93183" y="354315"/>
                  </a:lnTo>
                  <a:close/>
                </a:path>
              </a:pathLst>
            </a:custGeom>
            <a:solidFill>
              <a:srgbClr val="4D59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108000" anchor="t" anchorCtr="1">
              <a:normAutofit lnSpcReduction="10000"/>
            </a:bodyPr>
            <a:lstStyle/>
            <a:p>
              <a:pPr algn="ctr"/>
              <a:r>
                <a:rPr lang="zh-CN" altLang="en-US" sz="1400" b="1"/>
                <a:t>标题文本预设</a:t>
              </a:r>
              <a:endParaRPr lang="zh-CN" altLang="en-US" sz="1400" b="1"/>
            </a:p>
          </p:txBody>
        </p:sp>
      </p:grpSp>
      <p:grpSp>
        <p:nvGrpSpPr>
          <p:cNvPr id="15" name="Group 54"/>
          <p:cNvGrpSpPr/>
          <p:nvPr/>
        </p:nvGrpSpPr>
        <p:grpSpPr>
          <a:xfrm>
            <a:off x="3970067" y="2787206"/>
            <a:ext cx="1047405" cy="933127"/>
            <a:chOff x="4948086" y="299433"/>
            <a:chExt cx="2549181" cy="1244169"/>
          </a:xfrm>
        </p:grpSpPr>
        <p:sp>
          <p:nvSpPr>
            <p:cNvPr id="28" name="TextBox 55"/>
            <p:cNvSpPr txBox="1"/>
            <p:nvPr/>
          </p:nvSpPr>
          <p:spPr>
            <a:xfrm>
              <a:off x="4948086" y="299433"/>
              <a:ext cx="2549181" cy="428153"/>
            </a:xfrm>
            <a:prstGeom prst="rect">
              <a:avLst/>
            </a:prstGeom>
            <a:noFill/>
          </p:spPr>
          <p:txBody>
            <a:bodyPr wrap="none" lIns="0" tIns="0" rIns="0" bIns="0" anchor="b" anchorCtr="1">
              <a:normAutofit/>
            </a:bodyPr>
            <a:lstStyle/>
            <a:p>
              <a:pPr algn="ctr"/>
              <a:r>
                <a:rPr lang="zh-CN" altLang="en-US" sz="1600" b="1">
                  <a:solidFill>
                    <a:srgbClr val="4D5985"/>
                  </a:solidFill>
                </a:rPr>
                <a:t>标题文本预设</a:t>
              </a:r>
              <a:endParaRPr lang="zh-CN" altLang="en-US" sz="1600" b="1">
                <a:solidFill>
                  <a:srgbClr val="4D5985"/>
                </a:solidFill>
              </a:endParaRPr>
            </a:p>
          </p:txBody>
        </p:sp>
        <p:sp>
          <p:nvSpPr>
            <p:cNvPr id="29" name="TextBox 56"/>
            <p:cNvSpPr txBox="1"/>
            <p:nvPr/>
          </p:nvSpPr>
          <p:spPr>
            <a:xfrm>
              <a:off x="4948086" y="727585"/>
              <a:ext cx="2549181" cy="816017"/>
            </a:xfrm>
            <a:prstGeom prst="rect">
              <a:avLst/>
            </a:prstGeom>
          </p:spPr>
          <p:txBody>
            <a:bodyPr vert="horz" wrap="square" lIns="0" tIns="72000" rIns="0" bIns="0" anchor="t" anchorCtr="1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此部分内容作为文字</a:t>
              </a:r>
              <a:b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排版占位显示 </a:t>
              </a:r>
              <a:b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（建议使用主题字体）</a:t>
              </a:r>
              <a:endParaRPr lang="zh-CN" altLang="en-US" sz="1000">
                <a:solidFill>
                  <a:schemeClr val="dk1">
                    <a:lumMod val="100000"/>
                  </a:schemeClr>
                </a:solidFill>
              </a:endParaRPr>
            </a:p>
          </p:txBody>
        </p:sp>
      </p:grpSp>
      <p:grpSp>
        <p:nvGrpSpPr>
          <p:cNvPr id="16" name="Group 57"/>
          <p:cNvGrpSpPr/>
          <p:nvPr/>
        </p:nvGrpSpPr>
        <p:grpSpPr>
          <a:xfrm>
            <a:off x="5564824" y="2787206"/>
            <a:ext cx="1047405" cy="933127"/>
            <a:chOff x="4948086" y="299433"/>
            <a:chExt cx="2549181" cy="1244169"/>
          </a:xfrm>
        </p:grpSpPr>
        <p:sp>
          <p:nvSpPr>
            <p:cNvPr id="26" name="TextBox 58"/>
            <p:cNvSpPr txBox="1"/>
            <p:nvPr/>
          </p:nvSpPr>
          <p:spPr>
            <a:xfrm>
              <a:off x="4948086" y="299433"/>
              <a:ext cx="2549181" cy="428153"/>
            </a:xfrm>
            <a:prstGeom prst="rect">
              <a:avLst/>
            </a:prstGeom>
            <a:noFill/>
          </p:spPr>
          <p:txBody>
            <a:bodyPr wrap="none" lIns="0" tIns="0" rIns="0" bIns="0" anchor="b" anchorCtr="1">
              <a:normAutofit/>
            </a:bodyPr>
            <a:lstStyle/>
            <a:p>
              <a:pPr algn="ctr"/>
              <a:r>
                <a:rPr lang="zh-CN" altLang="en-US" sz="1600" b="1">
                  <a:solidFill>
                    <a:srgbClr val="7B8E9B"/>
                  </a:solidFill>
                </a:rPr>
                <a:t>标题文本预设</a:t>
              </a:r>
              <a:endParaRPr lang="zh-CN" altLang="en-US" sz="1600" b="1">
                <a:solidFill>
                  <a:srgbClr val="7B8E9B"/>
                </a:solidFill>
              </a:endParaRPr>
            </a:p>
          </p:txBody>
        </p:sp>
        <p:sp>
          <p:nvSpPr>
            <p:cNvPr id="27" name="TextBox 59"/>
            <p:cNvSpPr txBox="1"/>
            <p:nvPr/>
          </p:nvSpPr>
          <p:spPr>
            <a:xfrm>
              <a:off x="4948086" y="727585"/>
              <a:ext cx="2549181" cy="816017"/>
            </a:xfrm>
            <a:prstGeom prst="rect">
              <a:avLst/>
            </a:prstGeom>
          </p:spPr>
          <p:txBody>
            <a:bodyPr vert="horz" wrap="square" lIns="0" tIns="72000" rIns="0" bIns="0" anchor="t" anchorCtr="1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此部分内容作为文字</a:t>
              </a:r>
              <a:b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排版占位显示 </a:t>
              </a:r>
              <a:b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（建议使用主题字体）</a:t>
              </a:r>
              <a:endParaRPr lang="zh-CN" altLang="en-US" sz="1000">
                <a:solidFill>
                  <a:schemeClr val="dk1">
                    <a:lumMod val="100000"/>
                  </a:schemeClr>
                </a:solidFill>
              </a:endParaRPr>
            </a:p>
          </p:txBody>
        </p:sp>
      </p:grpSp>
      <p:grpSp>
        <p:nvGrpSpPr>
          <p:cNvPr id="17" name="Group 60"/>
          <p:cNvGrpSpPr/>
          <p:nvPr/>
        </p:nvGrpSpPr>
        <p:grpSpPr>
          <a:xfrm>
            <a:off x="7159581" y="2787206"/>
            <a:ext cx="1047405" cy="933127"/>
            <a:chOff x="4948086" y="299433"/>
            <a:chExt cx="2549181" cy="1244169"/>
          </a:xfrm>
        </p:grpSpPr>
        <p:sp>
          <p:nvSpPr>
            <p:cNvPr id="24" name="TextBox 61"/>
            <p:cNvSpPr txBox="1"/>
            <p:nvPr/>
          </p:nvSpPr>
          <p:spPr>
            <a:xfrm>
              <a:off x="4948086" y="299433"/>
              <a:ext cx="2549181" cy="428153"/>
            </a:xfrm>
            <a:prstGeom prst="rect">
              <a:avLst/>
            </a:prstGeom>
            <a:noFill/>
          </p:spPr>
          <p:txBody>
            <a:bodyPr wrap="none" lIns="0" tIns="0" rIns="0" bIns="0" anchor="b" anchorCtr="1">
              <a:normAutofit/>
            </a:bodyPr>
            <a:lstStyle/>
            <a:p>
              <a:pPr algn="ctr"/>
              <a:r>
                <a:rPr lang="zh-CN" altLang="en-US" sz="1600" b="1">
                  <a:solidFill>
                    <a:srgbClr val="4D5985"/>
                  </a:solidFill>
                </a:rPr>
                <a:t>标题文本预设</a:t>
              </a:r>
              <a:endParaRPr lang="zh-CN" altLang="en-US" sz="1600" b="1">
                <a:solidFill>
                  <a:srgbClr val="4D5985"/>
                </a:solidFill>
              </a:endParaRPr>
            </a:p>
          </p:txBody>
        </p:sp>
        <p:sp>
          <p:nvSpPr>
            <p:cNvPr id="25" name="TextBox 62"/>
            <p:cNvSpPr txBox="1"/>
            <p:nvPr/>
          </p:nvSpPr>
          <p:spPr>
            <a:xfrm>
              <a:off x="4948086" y="727585"/>
              <a:ext cx="2549181" cy="816017"/>
            </a:xfrm>
            <a:prstGeom prst="rect">
              <a:avLst/>
            </a:prstGeom>
          </p:spPr>
          <p:txBody>
            <a:bodyPr vert="horz" wrap="square" lIns="0" tIns="72000" rIns="0" bIns="0" anchor="t" anchorCtr="1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此部分内容作为文字</a:t>
              </a:r>
              <a:b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排版占位显示 </a:t>
              </a:r>
              <a:b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（建议使用主题字体）</a:t>
              </a:r>
              <a:endParaRPr lang="zh-CN" altLang="en-US" sz="1000">
                <a:solidFill>
                  <a:schemeClr val="dk1">
                    <a:lumMod val="100000"/>
                  </a:schemeClr>
                </a:solidFill>
              </a:endParaRPr>
            </a:p>
          </p:txBody>
        </p:sp>
      </p:grpSp>
      <p:grpSp>
        <p:nvGrpSpPr>
          <p:cNvPr id="18" name="Group 63"/>
          <p:cNvGrpSpPr/>
          <p:nvPr/>
        </p:nvGrpSpPr>
        <p:grpSpPr>
          <a:xfrm>
            <a:off x="2371210" y="2787206"/>
            <a:ext cx="1047405" cy="933127"/>
            <a:chOff x="4948086" y="299433"/>
            <a:chExt cx="2549181" cy="1244169"/>
          </a:xfrm>
        </p:grpSpPr>
        <p:sp>
          <p:nvSpPr>
            <p:cNvPr id="22" name="TextBox 64"/>
            <p:cNvSpPr txBox="1"/>
            <p:nvPr/>
          </p:nvSpPr>
          <p:spPr>
            <a:xfrm>
              <a:off x="4948086" y="299433"/>
              <a:ext cx="2549181" cy="428153"/>
            </a:xfrm>
            <a:prstGeom prst="rect">
              <a:avLst/>
            </a:prstGeom>
            <a:noFill/>
          </p:spPr>
          <p:txBody>
            <a:bodyPr wrap="none" lIns="0" tIns="0" rIns="0" bIns="0" anchor="b" anchorCtr="1">
              <a:normAutofit/>
            </a:bodyPr>
            <a:lstStyle/>
            <a:p>
              <a:pPr algn="ctr"/>
              <a:r>
                <a:rPr lang="zh-CN" altLang="en-US" sz="1600" b="1">
                  <a:solidFill>
                    <a:srgbClr val="7B8E9B"/>
                  </a:solidFill>
                </a:rPr>
                <a:t>标题文本预设</a:t>
              </a:r>
              <a:endParaRPr lang="zh-CN" altLang="en-US" sz="1600" b="1">
                <a:solidFill>
                  <a:srgbClr val="7B8E9B"/>
                </a:solidFill>
              </a:endParaRPr>
            </a:p>
          </p:txBody>
        </p:sp>
        <p:sp>
          <p:nvSpPr>
            <p:cNvPr id="23" name="TextBox 65"/>
            <p:cNvSpPr txBox="1"/>
            <p:nvPr/>
          </p:nvSpPr>
          <p:spPr>
            <a:xfrm>
              <a:off x="4948086" y="727585"/>
              <a:ext cx="2549181" cy="816017"/>
            </a:xfrm>
            <a:prstGeom prst="rect">
              <a:avLst/>
            </a:prstGeom>
          </p:spPr>
          <p:txBody>
            <a:bodyPr vert="horz" wrap="square" lIns="0" tIns="72000" rIns="0" bIns="0" anchor="t" anchorCtr="1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此部分内容作为文字</a:t>
              </a:r>
              <a:b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排版占位显示 </a:t>
              </a:r>
              <a:b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（建议使用主题字体）</a:t>
              </a:r>
              <a:endParaRPr lang="zh-CN" altLang="en-US" sz="1000">
                <a:solidFill>
                  <a:schemeClr val="dk1">
                    <a:lumMod val="100000"/>
                  </a:schemeClr>
                </a:solidFill>
              </a:endParaRPr>
            </a:p>
          </p:txBody>
        </p:sp>
      </p:grpSp>
      <p:grpSp>
        <p:nvGrpSpPr>
          <p:cNvPr id="19" name="Group 66"/>
          <p:cNvGrpSpPr/>
          <p:nvPr/>
        </p:nvGrpSpPr>
        <p:grpSpPr>
          <a:xfrm>
            <a:off x="772353" y="2787206"/>
            <a:ext cx="1047405" cy="933127"/>
            <a:chOff x="4948086" y="299433"/>
            <a:chExt cx="2549181" cy="1244169"/>
          </a:xfrm>
        </p:grpSpPr>
        <p:sp>
          <p:nvSpPr>
            <p:cNvPr id="20" name="TextBox 67"/>
            <p:cNvSpPr txBox="1"/>
            <p:nvPr/>
          </p:nvSpPr>
          <p:spPr>
            <a:xfrm>
              <a:off x="4948086" y="299433"/>
              <a:ext cx="2549181" cy="428153"/>
            </a:xfrm>
            <a:prstGeom prst="rect">
              <a:avLst/>
            </a:prstGeom>
            <a:noFill/>
          </p:spPr>
          <p:txBody>
            <a:bodyPr wrap="none" lIns="0" tIns="0" rIns="0" bIns="0" anchor="b" anchorCtr="1">
              <a:normAutofit/>
            </a:bodyPr>
            <a:lstStyle/>
            <a:p>
              <a:pPr algn="ctr"/>
              <a:r>
                <a:rPr lang="zh-CN" altLang="en-US" sz="1600" b="1">
                  <a:solidFill>
                    <a:srgbClr val="4D5985"/>
                  </a:solidFill>
                </a:rPr>
                <a:t>标题文本预设</a:t>
              </a:r>
              <a:endParaRPr lang="zh-CN" altLang="en-US" sz="1600" b="1">
                <a:solidFill>
                  <a:srgbClr val="4D5985"/>
                </a:solidFill>
              </a:endParaRPr>
            </a:p>
          </p:txBody>
        </p:sp>
        <p:sp>
          <p:nvSpPr>
            <p:cNvPr id="21" name="TextBox 68"/>
            <p:cNvSpPr txBox="1"/>
            <p:nvPr/>
          </p:nvSpPr>
          <p:spPr>
            <a:xfrm>
              <a:off x="4948086" y="727585"/>
              <a:ext cx="2549181" cy="816017"/>
            </a:xfrm>
            <a:prstGeom prst="rect">
              <a:avLst/>
            </a:prstGeom>
          </p:spPr>
          <p:txBody>
            <a:bodyPr vert="horz" wrap="square" lIns="0" tIns="72000" rIns="0" bIns="0" anchor="t" anchorCtr="1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此部分内容作为文字</a:t>
              </a:r>
              <a:b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排版占位显示 </a:t>
              </a:r>
              <a:b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（建议使用主题字体）</a:t>
              </a:r>
              <a:endParaRPr lang="zh-CN" altLang="en-US" sz="1000">
                <a:solidFill>
                  <a:schemeClr val="dk1">
                    <a:lumMod val="100000"/>
                  </a:schemeClr>
                </a:solidFill>
              </a:endParaRPr>
            </a:p>
          </p:txBody>
        </p:sp>
      </p:grpSp>
      <p:sp>
        <p:nvSpPr>
          <p:cNvPr id="60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点击输入标题内容</a:t>
            </a:r>
            <a:endParaRPr lang="zh-CN" altLang="en-US" sz="18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189813" y="1355492"/>
            <a:ext cx="2764375" cy="2763119"/>
            <a:chOff x="599351" y="2215578"/>
            <a:chExt cx="3266532" cy="3265048"/>
          </a:xfrm>
        </p:grpSpPr>
        <p:sp>
          <p:nvSpPr>
            <p:cNvPr id="45" name="Freeform: Shape 5"/>
            <p:cNvSpPr/>
            <p:nvPr/>
          </p:nvSpPr>
          <p:spPr bwMode="auto">
            <a:xfrm>
              <a:off x="599351" y="2215579"/>
              <a:ext cx="1948951" cy="1948951"/>
            </a:xfrm>
            <a:custGeom>
              <a:avLst/>
              <a:gdLst>
                <a:gd name="T0" fmla="*/ 1315 w 1315"/>
                <a:gd name="T1" fmla="*/ 657 h 1315"/>
                <a:gd name="T2" fmla="*/ 1204 w 1315"/>
                <a:gd name="T3" fmla="*/ 768 h 1315"/>
                <a:gd name="T4" fmla="*/ 1101 w 1315"/>
                <a:gd name="T5" fmla="*/ 665 h 1315"/>
                <a:gd name="T6" fmla="*/ 1111 w 1315"/>
                <a:gd name="T7" fmla="*/ 657 h 1315"/>
                <a:gd name="T8" fmla="*/ 1101 w 1315"/>
                <a:gd name="T9" fmla="*/ 650 h 1315"/>
                <a:gd name="T10" fmla="*/ 1000 w 1315"/>
                <a:gd name="T11" fmla="*/ 547 h 1315"/>
                <a:gd name="T12" fmla="*/ 658 w 1315"/>
                <a:gd name="T13" fmla="*/ 205 h 1315"/>
                <a:gd name="T14" fmla="*/ 205 w 1315"/>
                <a:gd name="T15" fmla="*/ 657 h 1315"/>
                <a:gd name="T16" fmla="*/ 547 w 1315"/>
                <a:gd name="T17" fmla="*/ 999 h 1315"/>
                <a:gd name="T18" fmla="*/ 446 w 1315"/>
                <a:gd name="T19" fmla="*/ 1103 h 1315"/>
                <a:gd name="T20" fmla="*/ 0 w 1315"/>
                <a:gd name="T21" fmla="*/ 657 h 1315"/>
                <a:gd name="T22" fmla="*/ 658 w 1315"/>
                <a:gd name="T23" fmla="*/ 0 h 1315"/>
                <a:gd name="T24" fmla="*/ 1101 w 1315"/>
                <a:gd name="T25" fmla="*/ 445 h 1315"/>
                <a:gd name="T26" fmla="*/ 1204 w 1315"/>
                <a:gd name="T27" fmla="*/ 547 h 1315"/>
                <a:gd name="T28" fmla="*/ 1315 w 1315"/>
                <a:gd name="T29" fmla="*/ 657 h 1315"/>
                <a:gd name="T30" fmla="*/ 769 w 1315"/>
                <a:gd name="T31" fmla="*/ 999 h 1315"/>
                <a:gd name="T32" fmla="*/ 665 w 1315"/>
                <a:gd name="T33" fmla="*/ 1103 h 1315"/>
                <a:gd name="T34" fmla="*/ 658 w 1315"/>
                <a:gd name="T35" fmla="*/ 1110 h 1315"/>
                <a:gd name="T36" fmla="*/ 650 w 1315"/>
                <a:gd name="T37" fmla="*/ 1103 h 1315"/>
                <a:gd name="T38" fmla="*/ 547 w 1315"/>
                <a:gd name="T39" fmla="*/ 1204 h 1315"/>
                <a:gd name="T40" fmla="*/ 658 w 1315"/>
                <a:gd name="T41" fmla="*/ 1315 h 1315"/>
                <a:gd name="T42" fmla="*/ 769 w 1315"/>
                <a:gd name="T43" fmla="*/ 1204 h 1315"/>
                <a:gd name="T44" fmla="*/ 870 w 1315"/>
                <a:gd name="T45" fmla="*/ 1103 h 1315"/>
                <a:gd name="T46" fmla="*/ 1101 w 1315"/>
                <a:gd name="T47" fmla="*/ 869 h 1315"/>
                <a:gd name="T48" fmla="*/ 1000 w 1315"/>
                <a:gd name="T49" fmla="*/ 768 h 1315"/>
                <a:gd name="T50" fmla="*/ 769 w 1315"/>
                <a:gd name="T51" fmla="*/ 999 h 1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15" h="1315">
                  <a:moveTo>
                    <a:pt x="1315" y="657"/>
                  </a:moveTo>
                  <a:lnTo>
                    <a:pt x="1204" y="768"/>
                  </a:lnTo>
                  <a:lnTo>
                    <a:pt x="1101" y="665"/>
                  </a:lnTo>
                  <a:lnTo>
                    <a:pt x="1111" y="657"/>
                  </a:lnTo>
                  <a:lnTo>
                    <a:pt x="1101" y="650"/>
                  </a:lnTo>
                  <a:lnTo>
                    <a:pt x="1000" y="547"/>
                  </a:lnTo>
                  <a:lnTo>
                    <a:pt x="658" y="205"/>
                  </a:lnTo>
                  <a:lnTo>
                    <a:pt x="205" y="657"/>
                  </a:lnTo>
                  <a:lnTo>
                    <a:pt x="547" y="999"/>
                  </a:lnTo>
                  <a:lnTo>
                    <a:pt x="446" y="1103"/>
                  </a:lnTo>
                  <a:lnTo>
                    <a:pt x="0" y="657"/>
                  </a:lnTo>
                  <a:lnTo>
                    <a:pt x="658" y="0"/>
                  </a:lnTo>
                  <a:lnTo>
                    <a:pt x="1101" y="445"/>
                  </a:lnTo>
                  <a:lnTo>
                    <a:pt x="1204" y="547"/>
                  </a:lnTo>
                  <a:lnTo>
                    <a:pt x="1315" y="657"/>
                  </a:lnTo>
                  <a:close/>
                  <a:moveTo>
                    <a:pt x="769" y="999"/>
                  </a:moveTo>
                  <a:lnTo>
                    <a:pt x="665" y="1103"/>
                  </a:lnTo>
                  <a:lnTo>
                    <a:pt x="658" y="1110"/>
                  </a:lnTo>
                  <a:lnTo>
                    <a:pt x="650" y="1103"/>
                  </a:lnTo>
                  <a:lnTo>
                    <a:pt x="547" y="1204"/>
                  </a:lnTo>
                  <a:lnTo>
                    <a:pt x="658" y="1315"/>
                  </a:lnTo>
                  <a:lnTo>
                    <a:pt x="769" y="1204"/>
                  </a:lnTo>
                  <a:lnTo>
                    <a:pt x="870" y="1103"/>
                  </a:lnTo>
                  <a:lnTo>
                    <a:pt x="1101" y="869"/>
                  </a:lnTo>
                  <a:lnTo>
                    <a:pt x="1000" y="768"/>
                  </a:lnTo>
                  <a:lnTo>
                    <a:pt x="769" y="999"/>
                  </a:lnTo>
                  <a:close/>
                </a:path>
              </a:pathLst>
            </a:custGeom>
            <a:solidFill>
              <a:srgbClr val="4D5985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6" name="Freeform: Shape 6"/>
            <p:cNvSpPr/>
            <p:nvPr/>
          </p:nvSpPr>
          <p:spPr bwMode="auto">
            <a:xfrm>
              <a:off x="1916931" y="2215578"/>
              <a:ext cx="1948951" cy="1948950"/>
            </a:xfrm>
            <a:custGeom>
              <a:avLst/>
              <a:gdLst>
                <a:gd name="T0" fmla="*/ 546 w 1315"/>
                <a:gd name="T1" fmla="*/ 999 h 1315"/>
                <a:gd name="T2" fmla="*/ 445 w 1315"/>
                <a:gd name="T3" fmla="*/ 1103 h 1315"/>
                <a:gd name="T4" fmla="*/ 212 w 1315"/>
                <a:gd name="T5" fmla="*/ 869 h 1315"/>
                <a:gd name="T6" fmla="*/ 111 w 1315"/>
                <a:gd name="T7" fmla="*/ 768 h 1315"/>
                <a:gd name="T8" fmla="*/ 0 w 1315"/>
                <a:gd name="T9" fmla="*/ 657 h 1315"/>
                <a:gd name="T10" fmla="*/ 111 w 1315"/>
                <a:gd name="T11" fmla="*/ 547 h 1315"/>
                <a:gd name="T12" fmla="*/ 212 w 1315"/>
                <a:gd name="T13" fmla="*/ 650 h 1315"/>
                <a:gd name="T14" fmla="*/ 204 w 1315"/>
                <a:gd name="T15" fmla="*/ 657 h 1315"/>
                <a:gd name="T16" fmla="*/ 212 w 1315"/>
                <a:gd name="T17" fmla="*/ 665 h 1315"/>
                <a:gd name="T18" fmla="*/ 315 w 1315"/>
                <a:gd name="T19" fmla="*/ 768 h 1315"/>
                <a:gd name="T20" fmla="*/ 546 w 1315"/>
                <a:gd name="T21" fmla="*/ 999 h 1315"/>
                <a:gd name="T22" fmla="*/ 657 w 1315"/>
                <a:gd name="T23" fmla="*/ 0 h 1315"/>
                <a:gd name="T24" fmla="*/ 212 w 1315"/>
                <a:gd name="T25" fmla="*/ 445 h 1315"/>
                <a:gd name="T26" fmla="*/ 315 w 1315"/>
                <a:gd name="T27" fmla="*/ 547 h 1315"/>
                <a:gd name="T28" fmla="*/ 657 w 1315"/>
                <a:gd name="T29" fmla="*/ 205 h 1315"/>
                <a:gd name="T30" fmla="*/ 1110 w 1315"/>
                <a:gd name="T31" fmla="*/ 657 h 1315"/>
                <a:gd name="T32" fmla="*/ 768 w 1315"/>
                <a:gd name="T33" fmla="*/ 999 h 1315"/>
                <a:gd name="T34" fmla="*/ 665 w 1315"/>
                <a:gd name="T35" fmla="*/ 1103 h 1315"/>
                <a:gd name="T36" fmla="*/ 657 w 1315"/>
                <a:gd name="T37" fmla="*/ 1110 h 1315"/>
                <a:gd name="T38" fmla="*/ 650 w 1315"/>
                <a:gd name="T39" fmla="*/ 1103 h 1315"/>
                <a:gd name="T40" fmla="*/ 546 w 1315"/>
                <a:gd name="T41" fmla="*/ 1204 h 1315"/>
                <a:gd name="T42" fmla="*/ 657 w 1315"/>
                <a:gd name="T43" fmla="*/ 1315 h 1315"/>
                <a:gd name="T44" fmla="*/ 768 w 1315"/>
                <a:gd name="T45" fmla="*/ 1204 h 1315"/>
                <a:gd name="T46" fmla="*/ 869 w 1315"/>
                <a:gd name="T47" fmla="*/ 1103 h 1315"/>
                <a:gd name="T48" fmla="*/ 1315 w 1315"/>
                <a:gd name="T49" fmla="*/ 657 h 1315"/>
                <a:gd name="T50" fmla="*/ 657 w 1315"/>
                <a:gd name="T51" fmla="*/ 0 h 1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15" h="1315">
                  <a:moveTo>
                    <a:pt x="546" y="999"/>
                  </a:moveTo>
                  <a:lnTo>
                    <a:pt x="445" y="1103"/>
                  </a:lnTo>
                  <a:lnTo>
                    <a:pt x="212" y="869"/>
                  </a:lnTo>
                  <a:lnTo>
                    <a:pt x="111" y="768"/>
                  </a:lnTo>
                  <a:lnTo>
                    <a:pt x="0" y="657"/>
                  </a:lnTo>
                  <a:lnTo>
                    <a:pt x="111" y="547"/>
                  </a:lnTo>
                  <a:lnTo>
                    <a:pt x="212" y="650"/>
                  </a:lnTo>
                  <a:lnTo>
                    <a:pt x="204" y="657"/>
                  </a:lnTo>
                  <a:lnTo>
                    <a:pt x="212" y="665"/>
                  </a:lnTo>
                  <a:lnTo>
                    <a:pt x="315" y="768"/>
                  </a:lnTo>
                  <a:lnTo>
                    <a:pt x="546" y="999"/>
                  </a:lnTo>
                  <a:close/>
                  <a:moveTo>
                    <a:pt x="657" y="0"/>
                  </a:moveTo>
                  <a:lnTo>
                    <a:pt x="212" y="445"/>
                  </a:lnTo>
                  <a:lnTo>
                    <a:pt x="315" y="547"/>
                  </a:lnTo>
                  <a:lnTo>
                    <a:pt x="657" y="205"/>
                  </a:lnTo>
                  <a:lnTo>
                    <a:pt x="1110" y="657"/>
                  </a:lnTo>
                  <a:lnTo>
                    <a:pt x="768" y="999"/>
                  </a:lnTo>
                  <a:lnTo>
                    <a:pt x="665" y="1103"/>
                  </a:lnTo>
                  <a:lnTo>
                    <a:pt x="657" y="1110"/>
                  </a:lnTo>
                  <a:lnTo>
                    <a:pt x="650" y="1103"/>
                  </a:lnTo>
                  <a:lnTo>
                    <a:pt x="546" y="1204"/>
                  </a:lnTo>
                  <a:lnTo>
                    <a:pt x="657" y="1315"/>
                  </a:lnTo>
                  <a:lnTo>
                    <a:pt x="768" y="1204"/>
                  </a:lnTo>
                  <a:lnTo>
                    <a:pt x="869" y="1103"/>
                  </a:lnTo>
                  <a:lnTo>
                    <a:pt x="1315" y="657"/>
                  </a:lnTo>
                  <a:lnTo>
                    <a:pt x="657" y="0"/>
                  </a:ln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7" name="Freeform: Shape 7"/>
            <p:cNvSpPr/>
            <p:nvPr/>
          </p:nvSpPr>
          <p:spPr bwMode="auto">
            <a:xfrm>
              <a:off x="1916932" y="3533156"/>
              <a:ext cx="1948951" cy="1947468"/>
            </a:xfrm>
            <a:custGeom>
              <a:avLst/>
              <a:gdLst>
                <a:gd name="T0" fmla="*/ 315 w 1315"/>
                <a:gd name="T1" fmla="*/ 546 h 1314"/>
                <a:gd name="T2" fmla="*/ 212 w 1315"/>
                <a:gd name="T3" fmla="*/ 445 h 1314"/>
                <a:gd name="T4" fmla="*/ 445 w 1315"/>
                <a:gd name="T5" fmla="*/ 214 h 1314"/>
                <a:gd name="T6" fmla="*/ 546 w 1315"/>
                <a:gd name="T7" fmla="*/ 110 h 1314"/>
                <a:gd name="T8" fmla="*/ 657 w 1315"/>
                <a:gd name="T9" fmla="*/ 0 h 1314"/>
                <a:gd name="T10" fmla="*/ 768 w 1315"/>
                <a:gd name="T11" fmla="*/ 110 h 1314"/>
                <a:gd name="T12" fmla="*/ 665 w 1315"/>
                <a:gd name="T13" fmla="*/ 214 h 1314"/>
                <a:gd name="T14" fmla="*/ 657 w 1315"/>
                <a:gd name="T15" fmla="*/ 204 h 1314"/>
                <a:gd name="T16" fmla="*/ 650 w 1315"/>
                <a:gd name="T17" fmla="*/ 214 h 1314"/>
                <a:gd name="T18" fmla="*/ 546 w 1315"/>
                <a:gd name="T19" fmla="*/ 315 h 1314"/>
                <a:gd name="T20" fmla="*/ 315 w 1315"/>
                <a:gd name="T21" fmla="*/ 546 h 1314"/>
                <a:gd name="T22" fmla="*/ 869 w 1315"/>
                <a:gd name="T23" fmla="*/ 214 h 1314"/>
                <a:gd name="T24" fmla="*/ 768 w 1315"/>
                <a:gd name="T25" fmla="*/ 315 h 1314"/>
                <a:gd name="T26" fmla="*/ 1110 w 1315"/>
                <a:gd name="T27" fmla="*/ 657 h 1314"/>
                <a:gd name="T28" fmla="*/ 657 w 1315"/>
                <a:gd name="T29" fmla="*/ 1109 h 1314"/>
                <a:gd name="T30" fmla="*/ 315 w 1315"/>
                <a:gd name="T31" fmla="*/ 767 h 1314"/>
                <a:gd name="T32" fmla="*/ 212 w 1315"/>
                <a:gd name="T33" fmla="*/ 664 h 1314"/>
                <a:gd name="T34" fmla="*/ 204 w 1315"/>
                <a:gd name="T35" fmla="*/ 657 h 1314"/>
                <a:gd name="T36" fmla="*/ 212 w 1315"/>
                <a:gd name="T37" fmla="*/ 649 h 1314"/>
                <a:gd name="T38" fmla="*/ 111 w 1315"/>
                <a:gd name="T39" fmla="*/ 546 h 1314"/>
                <a:gd name="T40" fmla="*/ 0 w 1315"/>
                <a:gd name="T41" fmla="*/ 657 h 1314"/>
                <a:gd name="T42" fmla="*/ 111 w 1315"/>
                <a:gd name="T43" fmla="*/ 767 h 1314"/>
                <a:gd name="T44" fmla="*/ 212 w 1315"/>
                <a:gd name="T45" fmla="*/ 869 h 1314"/>
                <a:gd name="T46" fmla="*/ 657 w 1315"/>
                <a:gd name="T47" fmla="*/ 1314 h 1314"/>
                <a:gd name="T48" fmla="*/ 1315 w 1315"/>
                <a:gd name="T49" fmla="*/ 657 h 1314"/>
                <a:gd name="T50" fmla="*/ 869 w 1315"/>
                <a:gd name="T51" fmla="*/ 214 h 1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15" h="1314">
                  <a:moveTo>
                    <a:pt x="315" y="546"/>
                  </a:moveTo>
                  <a:lnTo>
                    <a:pt x="212" y="445"/>
                  </a:lnTo>
                  <a:lnTo>
                    <a:pt x="445" y="214"/>
                  </a:lnTo>
                  <a:lnTo>
                    <a:pt x="546" y="110"/>
                  </a:lnTo>
                  <a:lnTo>
                    <a:pt x="657" y="0"/>
                  </a:lnTo>
                  <a:lnTo>
                    <a:pt x="768" y="110"/>
                  </a:lnTo>
                  <a:lnTo>
                    <a:pt x="665" y="214"/>
                  </a:lnTo>
                  <a:lnTo>
                    <a:pt x="657" y="204"/>
                  </a:lnTo>
                  <a:lnTo>
                    <a:pt x="650" y="214"/>
                  </a:lnTo>
                  <a:lnTo>
                    <a:pt x="546" y="315"/>
                  </a:lnTo>
                  <a:lnTo>
                    <a:pt x="315" y="546"/>
                  </a:lnTo>
                  <a:close/>
                  <a:moveTo>
                    <a:pt x="869" y="214"/>
                  </a:moveTo>
                  <a:lnTo>
                    <a:pt x="768" y="315"/>
                  </a:lnTo>
                  <a:lnTo>
                    <a:pt x="1110" y="657"/>
                  </a:lnTo>
                  <a:lnTo>
                    <a:pt x="657" y="1109"/>
                  </a:lnTo>
                  <a:lnTo>
                    <a:pt x="315" y="767"/>
                  </a:lnTo>
                  <a:lnTo>
                    <a:pt x="212" y="664"/>
                  </a:lnTo>
                  <a:lnTo>
                    <a:pt x="204" y="657"/>
                  </a:lnTo>
                  <a:lnTo>
                    <a:pt x="212" y="649"/>
                  </a:lnTo>
                  <a:lnTo>
                    <a:pt x="111" y="546"/>
                  </a:lnTo>
                  <a:lnTo>
                    <a:pt x="0" y="657"/>
                  </a:lnTo>
                  <a:lnTo>
                    <a:pt x="111" y="767"/>
                  </a:lnTo>
                  <a:lnTo>
                    <a:pt x="212" y="869"/>
                  </a:lnTo>
                  <a:lnTo>
                    <a:pt x="657" y="1314"/>
                  </a:lnTo>
                  <a:lnTo>
                    <a:pt x="1315" y="657"/>
                  </a:lnTo>
                  <a:lnTo>
                    <a:pt x="869" y="214"/>
                  </a:lnTo>
                  <a:close/>
                </a:path>
              </a:pathLst>
            </a:custGeom>
            <a:solidFill>
              <a:srgbClr val="4D5985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8" name="Freeform: Shape 8"/>
            <p:cNvSpPr/>
            <p:nvPr/>
          </p:nvSpPr>
          <p:spPr bwMode="auto">
            <a:xfrm>
              <a:off x="599351" y="3533158"/>
              <a:ext cx="1948951" cy="1947468"/>
            </a:xfrm>
            <a:custGeom>
              <a:avLst/>
              <a:gdLst>
                <a:gd name="T0" fmla="*/ 1315 w 1315"/>
                <a:gd name="T1" fmla="*/ 657 h 1314"/>
                <a:gd name="T2" fmla="*/ 1204 w 1315"/>
                <a:gd name="T3" fmla="*/ 767 h 1314"/>
                <a:gd name="T4" fmla="*/ 1101 w 1315"/>
                <a:gd name="T5" fmla="*/ 664 h 1314"/>
                <a:gd name="T6" fmla="*/ 1111 w 1315"/>
                <a:gd name="T7" fmla="*/ 657 h 1314"/>
                <a:gd name="T8" fmla="*/ 1101 w 1315"/>
                <a:gd name="T9" fmla="*/ 649 h 1314"/>
                <a:gd name="T10" fmla="*/ 1000 w 1315"/>
                <a:gd name="T11" fmla="*/ 546 h 1314"/>
                <a:gd name="T12" fmla="*/ 769 w 1315"/>
                <a:gd name="T13" fmla="*/ 315 h 1314"/>
                <a:gd name="T14" fmla="*/ 870 w 1315"/>
                <a:gd name="T15" fmla="*/ 214 h 1314"/>
                <a:gd name="T16" fmla="*/ 1101 w 1315"/>
                <a:gd name="T17" fmla="*/ 445 h 1314"/>
                <a:gd name="T18" fmla="*/ 1204 w 1315"/>
                <a:gd name="T19" fmla="*/ 546 h 1314"/>
                <a:gd name="T20" fmla="*/ 1315 w 1315"/>
                <a:gd name="T21" fmla="*/ 657 h 1314"/>
                <a:gd name="T22" fmla="*/ 658 w 1315"/>
                <a:gd name="T23" fmla="*/ 1109 h 1314"/>
                <a:gd name="T24" fmla="*/ 205 w 1315"/>
                <a:gd name="T25" fmla="*/ 657 h 1314"/>
                <a:gd name="T26" fmla="*/ 547 w 1315"/>
                <a:gd name="T27" fmla="*/ 315 h 1314"/>
                <a:gd name="T28" fmla="*/ 650 w 1315"/>
                <a:gd name="T29" fmla="*/ 214 h 1314"/>
                <a:gd name="T30" fmla="*/ 658 w 1315"/>
                <a:gd name="T31" fmla="*/ 204 h 1314"/>
                <a:gd name="T32" fmla="*/ 665 w 1315"/>
                <a:gd name="T33" fmla="*/ 214 h 1314"/>
                <a:gd name="T34" fmla="*/ 769 w 1315"/>
                <a:gd name="T35" fmla="*/ 110 h 1314"/>
                <a:gd name="T36" fmla="*/ 658 w 1315"/>
                <a:gd name="T37" fmla="*/ 0 h 1314"/>
                <a:gd name="T38" fmla="*/ 547 w 1315"/>
                <a:gd name="T39" fmla="*/ 110 h 1314"/>
                <a:gd name="T40" fmla="*/ 446 w 1315"/>
                <a:gd name="T41" fmla="*/ 214 h 1314"/>
                <a:gd name="T42" fmla="*/ 0 w 1315"/>
                <a:gd name="T43" fmla="*/ 657 h 1314"/>
                <a:gd name="T44" fmla="*/ 658 w 1315"/>
                <a:gd name="T45" fmla="*/ 1314 h 1314"/>
                <a:gd name="T46" fmla="*/ 1101 w 1315"/>
                <a:gd name="T47" fmla="*/ 869 h 1314"/>
                <a:gd name="T48" fmla="*/ 1000 w 1315"/>
                <a:gd name="T49" fmla="*/ 767 h 1314"/>
                <a:gd name="T50" fmla="*/ 658 w 1315"/>
                <a:gd name="T51" fmla="*/ 1109 h 1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15" h="1314">
                  <a:moveTo>
                    <a:pt x="1315" y="657"/>
                  </a:moveTo>
                  <a:lnTo>
                    <a:pt x="1204" y="767"/>
                  </a:lnTo>
                  <a:lnTo>
                    <a:pt x="1101" y="664"/>
                  </a:lnTo>
                  <a:lnTo>
                    <a:pt x="1111" y="657"/>
                  </a:lnTo>
                  <a:lnTo>
                    <a:pt x="1101" y="649"/>
                  </a:lnTo>
                  <a:lnTo>
                    <a:pt x="1000" y="546"/>
                  </a:lnTo>
                  <a:lnTo>
                    <a:pt x="769" y="315"/>
                  </a:lnTo>
                  <a:lnTo>
                    <a:pt x="870" y="214"/>
                  </a:lnTo>
                  <a:lnTo>
                    <a:pt x="1101" y="445"/>
                  </a:lnTo>
                  <a:lnTo>
                    <a:pt x="1204" y="546"/>
                  </a:lnTo>
                  <a:lnTo>
                    <a:pt x="1315" y="657"/>
                  </a:lnTo>
                  <a:close/>
                  <a:moveTo>
                    <a:pt x="658" y="1109"/>
                  </a:moveTo>
                  <a:lnTo>
                    <a:pt x="205" y="657"/>
                  </a:lnTo>
                  <a:lnTo>
                    <a:pt x="547" y="315"/>
                  </a:lnTo>
                  <a:lnTo>
                    <a:pt x="650" y="214"/>
                  </a:lnTo>
                  <a:lnTo>
                    <a:pt x="658" y="204"/>
                  </a:lnTo>
                  <a:lnTo>
                    <a:pt x="665" y="214"/>
                  </a:lnTo>
                  <a:lnTo>
                    <a:pt x="769" y="110"/>
                  </a:lnTo>
                  <a:lnTo>
                    <a:pt x="658" y="0"/>
                  </a:lnTo>
                  <a:lnTo>
                    <a:pt x="547" y="110"/>
                  </a:lnTo>
                  <a:lnTo>
                    <a:pt x="446" y="214"/>
                  </a:lnTo>
                  <a:lnTo>
                    <a:pt x="0" y="657"/>
                  </a:lnTo>
                  <a:lnTo>
                    <a:pt x="658" y="1314"/>
                  </a:lnTo>
                  <a:lnTo>
                    <a:pt x="1101" y="869"/>
                  </a:lnTo>
                  <a:lnTo>
                    <a:pt x="1000" y="767"/>
                  </a:lnTo>
                  <a:lnTo>
                    <a:pt x="658" y="1109"/>
                  </a:ln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5" name="Group 3"/>
          <p:cNvGrpSpPr/>
          <p:nvPr/>
        </p:nvGrpSpPr>
        <p:grpSpPr>
          <a:xfrm>
            <a:off x="6314065" y="1211176"/>
            <a:ext cx="1659989" cy="3051752"/>
            <a:chOff x="8082800" y="1603669"/>
            <a:chExt cx="2213318" cy="4069003"/>
          </a:xfrm>
        </p:grpSpPr>
        <p:sp>
          <p:nvSpPr>
            <p:cNvPr id="31" name="Flowchart: Connector 19"/>
            <p:cNvSpPr/>
            <p:nvPr/>
          </p:nvSpPr>
          <p:spPr>
            <a:xfrm>
              <a:off x="8873356" y="1603669"/>
              <a:ext cx="673069" cy="673069"/>
            </a:xfrm>
            <a:prstGeom prst="flowChartConnector">
              <a:avLst/>
            </a:prstGeom>
            <a:solidFill>
              <a:srgbClr val="7B8E9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32" name="Flowchart: Connector 20"/>
            <p:cNvSpPr/>
            <p:nvPr/>
          </p:nvSpPr>
          <p:spPr>
            <a:xfrm>
              <a:off x="8852924" y="3863028"/>
              <a:ext cx="673069" cy="673069"/>
            </a:xfrm>
            <a:prstGeom prst="flowChartConnector">
              <a:avLst/>
            </a:prstGeom>
            <a:solidFill>
              <a:srgbClr val="4D598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33" name="Group 36"/>
            <p:cNvGrpSpPr/>
            <p:nvPr/>
          </p:nvGrpSpPr>
          <p:grpSpPr>
            <a:xfrm>
              <a:off x="8996535" y="1747954"/>
              <a:ext cx="385847" cy="374111"/>
              <a:chOff x="4411266" y="2303265"/>
              <a:chExt cx="325040" cy="315154"/>
            </a:xfrm>
            <a:solidFill>
              <a:schemeClr val="bg1"/>
            </a:solidFill>
          </p:grpSpPr>
          <p:sp>
            <p:nvSpPr>
              <p:cNvPr id="43" name="Freeform: Shape 37"/>
              <p:cNvSpPr/>
              <p:nvPr/>
            </p:nvSpPr>
            <p:spPr bwMode="auto">
              <a:xfrm>
                <a:off x="4411266" y="2336007"/>
                <a:ext cx="291108" cy="282412"/>
              </a:xfrm>
              <a:custGeom>
                <a:avLst/>
                <a:gdLst>
                  <a:gd name="T0" fmla="*/ 417 w 21600"/>
                  <a:gd name="T1" fmla="*/ 102 h 21600"/>
                  <a:gd name="T2" fmla="*/ 384 w 21600"/>
                  <a:gd name="T3" fmla="*/ 65 h 21600"/>
                  <a:gd name="T4" fmla="*/ 316 w 21600"/>
                  <a:gd name="T5" fmla="*/ 0 h 21600"/>
                  <a:gd name="T6" fmla="*/ 283 w 21600"/>
                  <a:gd name="T7" fmla="*/ 33 h 21600"/>
                  <a:gd name="T8" fmla="*/ 149 w 21600"/>
                  <a:gd name="T9" fmla="*/ 102 h 21600"/>
                  <a:gd name="T10" fmla="*/ 0 w 21600"/>
                  <a:gd name="T11" fmla="*/ 465 h 21600"/>
                  <a:gd name="T12" fmla="*/ 182 w 21600"/>
                  <a:gd name="T13" fmla="*/ 265 h 21600"/>
                  <a:gd name="T14" fmla="*/ 182 w 21600"/>
                  <a:gd name="T15" fmla="*/ 265 h 21600"/>
                  <a:gd name="T16" fmla="*/ 197 w 21600"/>
                  <a:gd name="T17" fmla="*/ 181 h 21600"/>
                  <a:gd name="T18" fmla="*/ 302 w 21600"/>
                  <a:gd name="T19" fmla="*/ 181 h 21600"/>
                  <a:gd name="T20" fmla="*/ 302 w 21600"/>
                  <a:gd name="T21" fmla="*/ 283 h 21600"/>
                  <a:gd name="T22" fmla="*/ 216 w 21600"/>
                  <a:gd name="T23" fmla="*/ 297 h 21600"/>
                  <a:gd name="T24" fmla="*/ 216 w 21600"/>
                  <a:gd name="T25" fmla="*/ 297 h 21600"/>
                  <a:gd name="T26" fmla="*/ 10 w 21600"/>
                  <a:gd name="T27" fmla="*/ 474 h 21600"/>
                  <a:gd name="T28" fmla="*/ 384 w 21600"/>
                  <a:gd name="T29" fmla="*/ 330 h 21600"/>
                  <a:gd name="T30" fmla="*/ 451 w 21600"/>
                  <a:gd name="T31" fmla="*/ 200 h 21600"/>
                  <a:gd name="T32" fmla="*/ 489 w 21600"/>
                  <a:gd name="T33" fmla="*/ 167 h 21600"/>
                  <a:gd name="T34" fmla="*/ 417 w 21600"/>
                  <a:gd name="T35" fmla="*/ 102 h 21600"/>
                  <a:gd name="T36" fmla="*/ 417 w 21600"/>
                  <a:gd name="T37" fmla="*/ 102 h 2160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1600" h="21600">
                    <a:moveTo>
                      <a:pt x="18424" y="4659"/>
                    </a:moveTo>
                    <a:cubicBezTo>
                      <a:pt x="16941" y="2965"/>
                      <a:pt x="16941" y="2965"/>
                      <a:pt x="16941" y="2965"/>
                    </a:cubicBezTo>
                    <a:cubicBezTo>
                      <a:pt x="13976" y="0"/>
                      <a:pt x="13976" y="0"/>
                      <a:pt x="13976" y="0"/>
                    </a:cubicBezTo>
                    <a:cubicBezTo>
                      <a:pt x="13976" y="0"/>
                      <a:pt x="13976" y="0"/>
                      <a:pt x="12494" y="1482"/>
                    </a:cubicBezTo>
                    <a:cubicBezTo>
                      <a:pt x="11012" y="2965"/>
                      <a:pt x="6565" y="4659"/>
                      <a:pt x="6565" y="4659"/>
                    </a:cubicBezTo>
                    <a:cubicBezTo>
                      <a:pt x="0" y="21176"/>
                      <a:pt x="0" y="21176"/>
                      <a:pt x="0" y="21176"/>
                    </a:cubicBezTo>
                    <a:cubicBezTo>
                      <a:pt x="8047" y="12071"/>
                      <a:pt x="8047" y="12071"/>
                      <a:pt x="8047" y="12071"/>
                    </a:cubicBezTo>
                    <a:cubicBezTo>
                      <a:pt x="7624" y="10800"/>
                      <a:pt x="7835" y="9318"/>
                      <a:pt x="8682" y="8259"/>
                    </a:cubicBezTo>
                    <a:cubicBezTo>
                      <a:pt x="9953" y="6988"/>
                      <a:pt x="12071" y="6988"/>
                      <a:pt x="13341" y="8259"/>
                    </a:cubicBezTo>
                    <a:cubicBezTo>
                      <a:pt x="14400" y="9529"/>
                      <a:pt x="14400" y="11647"/>
                      <a:pt x="13341" y="12918"/>
                    </a:cubicBezTo>
                    <a:cubicBezTo>
                      <a:pt x="12282" y="13765"/>
                      <a:pt x="10800" y="13976"/>
                      <a:pt x="9529" y="13553"/>
                    </a:cubicBezTo>
                    <a:cubicBezTo>
                      <a:pt x="424" y="21600"/>
                      <a:pt x="424" y="21600"/>
                      <a:pt x="424" y="21600"/>
                    </a:cubicBezTo>
                    <a:cubicBezTo>
                      <a:pt x="16941" y="15035"/>
                      <a:pt x="16941" y="15035"/>
                      <a:pt x="16941" y="15035"/>
                    </a:cubicBezTo>
                    <a:cubicBezTo>
                      <a:pt x="16941" y="15035"/>
                      <a:pt x="18424" y="10588"/>
                      <a:pt x="19906" y="9106"/>
                    </a:cubicBezTo>
                    <a:cubicBezTo>
                      <a:pt x="21600" y="7624"/>
                      <a:pt x="21600" y="7624"/>
                      <a:pt x="21600" y="7624"/>
                    </a:cubicBezTo>
                    <a:lnTo>
                      <a:pt x="18424" y="4659"/>
                    </a:lnTo>
                    <a:close/>
                    <a:moveTo>
                      <a:pt x="18424" y="4659"/>
                    </a:moveTo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Freeform: Shape 38"/>
              <p:cNvSpPr/>
              <p:nvPr/>
            </p:nvSpPr>
            <p:spPr bwMode="auto">
              <a:xfrm>
                <a:off x="4619625" y="2303265"/>
                <a:ext cx="116681" cy="113109"/>
              </a:xfrm>
              <a:custGeom>
                <a:avLst/>
                <a:gdLst>
                  <a:gd name="T0" fmla="*/ 24 w 21600"/>
                  <a:gd name="T1" fmla="*/ 0 h 21600"/>
                  <a:gd name="T2" fmla="*/ 196 w 21600"/>
                  <a:gd name="T3" fmla="*/ 167 h 21600"/>
                  <a:gd name="T4" fmla="*/ 172 w 21600"/>
                  <a:gd name="T5" fmla="*/ 190 h 21600"/>
                  <a:gd name="T6" fmla="*/ 0 w 21600"/>
                  <a:gd name="T7" fmla="*/ 23 h 21600"/>
                  <a:gd name="T8" fmla="*/ 24 w 21600"/>
                  <a:gd name="T9" fmla="*/ 0 h 21600"/>
                  <a:gd name="T10" fmla="*/ 24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667" y="0"/>
                    </a:moveTo>
                    <a:lnTo>
                      <a:pt x="21600" y="18933"/>
                    </a:lnTo>
                    <a:lnTo>
                      <a:pt x="18933" y="21600"/>
                    </a:lnTo>
                    <a:lnTo>
                      <a:pt x="0" y="2667"/>
                    </a:lnTo>
                    <a:lnTo>
                      <a:pt x="2667" y="0"/>
                    </a:lnTo>
                    <a:close/>
                    <a:moveTo>
                      <a:pt x="2667" y="0"/>
                    </a:moveTo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34" name="Group 39"/>
            <p:cNvGrpSpPr/>
            <p:nvPr/>
          </p:nvGrpSpPr>
          <p:grpSpPr>
            <a:xfrm>
              <a:off x="8976307" y="4020914"/>
              <a:ext cx="449123" cy="376096"/>
              <a:chOff x="5099051" y="3930651"/>
              <a:chExt cx="390525" cy="327025"/>
            </a:xfrm>
            <a:solidFill>
              <a:schemeClr val="bg1"/>
            </a:solidFill>
          </p:grpSpPr>
          <p:sp>
            <p:nvSpPr>
              <p:cNvPr id="41" name="Freeform: Shape 40"/>
              <p:cNvSpPr/>
              <p:nvPr/>
            </p:nvSpPr>
            <p:spPr bwMode="auto">
              <a:xfrm>
                <a:off x="5165726" y="4027488"/>
                <a:ext cx="255588" cy="230188"/>
              </a:xfrm>
              <a:custGeom>
                <a:avLst/>
                <a:gdLst>
                  <a:gd name="T0" fmla="*/ 0 w 161"/>
                  <a:gd name="T1" fmla="*/ 62 h 145"/>
                  <a:gd name="T2" fmla="*/ 0 w 161"/>
                  <a:gd name="T3" fmla="*/ 145 h 145"/>
                  <a:gd name="T4" fmla="*/ 31 w 161"/>
                  <a:gd name="T5" fmla="*/ 145 h 145"/>
                  <a:gd name="T6" fmla="*/ 130 w 161"/>
                  <a:gd name="T7" fmla="*/ 145 h 145"/>
                  <a:gd name="T8" fmla="*/ 161 w 161"/>
                  <a:gd name="T9" fmla="*/ 145 h 145"/>
                  <a:gd name="T10" fmla="*/ 161 w 161"/>
                  <a:gd name="T11" fmla="*/ 62 h 145"/>
                  <a:gd name="T12" fmla="*/ 81 w 161"/>
                  <a:gd name="T13" fmla="*/ 0 h 145"/>
                  <a:gd name="T14" fmla="*/ 0 w 161"/>
                  <a:gd name="T15" fmla="*/ 62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1" h="145">
                    <a:moveTo>
                      <a:pt x="0" y="62"/>
                    </a:moveTo>
                    <a:lnTo>
                      <a:pt x="0" y="145"/>
                    </a:lnTo>
                    <a:lnTo>
                      <a:pt x="31" y="145"/>
                    </a:lnTo>
                    <a:lnTo>
                      <a:pt x="130" y="145"/>
                    </a:lnTo>
                    <a:lnTo>
                      <a:pt x="161" y="145"/>
                    </a:lnTo>
                    <a:lnTo>
                      <a:pt x="161" y="62"/>
                    </a:lnTo>
                    <a:lnTo>
                      <a:pt x="81" y="0"/>
                    </a:lnTo>
                    <a:lnTo>
                      <a:pt x="0" y="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Freeform: Shape 41"/>
              <p:cNvSpPr/>
              <p:nvPr/>
            </p:nvSpPr>
            <p:spPr bwMode="auto">
              <a:xfrm>
                <a:off x="5099051" y="3930651"/>
                <a:ext cx="390525" cy="195263"/>
              </a:xfrm>
              <a:custGeom>
                <a:avLst/>
                <a:gdLst>
                  <a:gd name="T0" fmla="*/ 225 w 246"/>
                  <a:gd name="T1" fmla="*/ 80 h 123"/>
                  <a:gd name="T2" fmla="*/ 225 w 246"/>
                  <a:gd name="T3" fmla="*/ 21 h 123"/>
                  <a:gd name="T4" fmla="*/ 182 w 246"/>
                  <a:gd name="T5" fmla="*/ 21 h 123"/>
                  <a:gd name="T6" fmla="*/ 182 w 246"/>
                  <a:gd name="T7" fmla="*/ 47 h 123"/>
                  <a:gd name="T8" fmla="*/ 123 w 246"/>
                  <a:gd name="T9" fmla="*/ 0 h 123"/>
                  <a:gd name="T10" fmla="*/ 123 w 246"/>
                  <a:gd name="T11" fmla="*/ 0 h 123"/>
                  <a:gd name="T12" fmla="*/ 123 w 246"/>
                  <a:gd name="T13" fmla="*/ 0 h 123"/>
                  <a:gd name="T14" fmla="*/ 123 w 246"/>
                  <a:gd name="T15" fmla="*/ 0 h 123"/>
                  <a:gd name="T16" fmla="*/ 123 w 246"/>
                  <a:gd name="T17" fmla="*/ 0 h 123"/>
                  <a:gd name="T18" fmla="*/ 0 w 246"/>
                  <a:gd name="T19" fmla="*/ 97 h 123"/>
                  <a:gd name="T20" fmla="*/ 21 w 246"/>
                  <a:gd name="T21" fmla="*/ 123 h 123"/>
                  <a:gd name="T22" fmla="*/ 123 w 246"/>
                  <a:gd name="T23" fmla="*/ 42 h 123"/>
                  <a:gd name="T24" fmla="*/ 225 w 246"/>
                  <a:gd name="T25" fmla="*/ 123 h 123"/>
                  <a:gd name="T26" fmla="*/ 246 w 246"/>
                  <a:gd name="T27" fmla="*/ 97 h 123"/>
                  <a:gd name="T28" fmla="*/ 225 w 246"/>
                  <a:gd name="T29" fmla="*/ 8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46" h="123">
                    <a:moveTo>
                      <a:pt x="225" y="80"/>
                    </a:moveTo>
                    <a:lnTo>
                      <a:pt x="225" y="21"/>
                    </a:lnTo>
                    <a:lnTo>
                      <a:pt x="182" y="21"/>
                    </a:lnTo>
                    <a:lnTo>
                      <a:pt x="182" y="47"/>
                    </a:lnTo>
                    <a:lnTo>
                      <a:pt x="123" y="0"/>
                    </a:lnTo>
                    <a:lnTo>
                      <a:pt x="123" y="0"/>
                    </a:lnTo>
                    <a:lnTo>
                      <a:pt x="123" y="0"/>
                    </a:lnTo>
                    <a:lnTo>
                      <a:pt x="123" y="0"/>
                    </a:lnTo>
                    <a:lnTo>
                      <a:pt x="123" y="0"/>
                    </a:lnTo>
                    <a:lnTo>
                      <a:pt x="0" y="97"/>
                    </a:lnTo>
                    <a:lnTo>
                      <a:pt x="21" y="123"/>
                    </a:lnTo>
                    <a:lnTo>
                      <a:pt x="123" y="42"/>
                    </a:lnTo>
                    <a:lnTo>
                      <a:pt x="225" y="123"/>
                    </a:lnTo>
                    <a:lnTo>
                      <a:pt x="246" y="97"/>
                    </a:lnTo>
                    <a:lnTo>
                      <a:pt x="225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35" name="Group 43"/>
            <p:cNvGrpSpPr/>
            <p:nvPr/>
          </p:nvGrpSpPr>
          <p:grpSpPr>
            <a:xfrm>
              <a:off x="8082800" y="2302009"/>
              <a:ext cx="2213318" cy="1136575"/>
              <a:chOff x="6108435" y="2302009"/>
              <a:chExt cx="1678651" cy="1136575"/>
            </a:xfrm>
          </p:grpSpPr>
          <p:sp>
            <p:nvSpPr>
              <p:cNvPr id="39" name="Rectangle 44"/>
              <p:cNvSpPr/>
              <p:nvPr/>
            </p:nvSpPr>
            <p:spPr>
              <a:xfrm>
                <a:off x="6108435" y="2640545"/>
                <a:ext cx="1678651" cy="798039"/>
              </a:xfrm>
              <a:prstGeom prst="rect">
                <a:avLst/>
              </a:prstGeom>
            </p:spPr>
            <p:txBody>
              <a:bodyPr wrap="square" lIns="0" tIns="0" rIns="0" bIns="0">
                <a:normAutofit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100"/>
                  <a:t>此部分内容作为文字排版占位显示</a:t>
                </a:r>
                <a:br>
                  <a:rPr lang="zh-CN" altLang="en-US" sz="1100"/>
                </a:br>
                <a:r>
                  <a:rPr lang="zh-CN" altLang="en-US" sz="1100"/>
                  <a:t>（建议使用主题字体）</a:t>
                </a:r>
                <a:endParaRPr lang="zh-CN" altLang="en-US" sz="1100"/>
              </a:p>
            </p:txBody>
          </p:sp>
          <p:sp>
            <p:nvSpPr>
              <p:cNvPr id="40" name="TextBox 45"/>
              <p:cNvSpPr txBox="1"/>
              <p:nvPr/>
            </p:nvSpPr>
            <p:spPr>
              <a:xfrm>
                <a:off x="6410891" y="2302009"/>
                <a:ext cx="1073739" cy="338536"/>
              </a:xfrm>
              <a:prstGeom prst="rect">
                <a:avLst/>
              </a:prstGeom>
              <a:noFill/>
            </p:spPr>
            <p:txBody>
              <a:bodyPr wrap="none" lIns="91422" tIns="45711" rIns="91422" bIns="45711">
                <a:normAutofit fontScale="77500" lnSpcReduction="20000"/>
              </a:bodyPr>
              <a:lstStyle/>
              <a:p>
                <a:pPr algn="ctr"/>
                <a:r>
                  <a:rPr lang="zh-CN" altLang="en-US" sz="1600" b="1">
                    <a:solidFill>
                      <a:srgbClr val="7B8E9B"/>
                    </a:solidFill>
                  </a:rPr>
                  <a:t>标题文本预设</a:t>
                </a:r>
                <a:endParaRPr lang="zh-CN" altLang="en-US" sz="1600" b="1">
                  <a:solidFill>
                    <a:srgbClr val="7B8E9B"/>
                  </a:solidFill>
                </a:endParaRPr>
              </a:p>
            </p:txBody>
          </p:sp>
        </p:grpSp>
        <p:grpSp>
          <p:nvGrpSpPr>
            <p:cNvPr id="36" name="Group 46"/>
            <p:cNvGrpSpPr/>
            <p:nvPr/>
          </p:nvGrpSpPr>
          <p:grpSpPr>
            <a:xfrm>
              <a:off x="8082800" y="4536097"/>
              <a:ext cx="2213318" cy="1136575"/>
              <a:chOff x="6108435" y="2302009"/>
              <a:chExt cx="1678651" cy="1136575"/>
            </a:xfrm>
          </p:grpSpPr>
          <p:sp>
            <p:nvSpPr>
              <p:cNvPr id="37" name="Rectangle 47"/>
              <p:cNvSpPr/>
              <p:nvPr/>
            </p:nvSpPr>
            <p:spPr>
              <a:xfrm>
                <a:off x="6108435" y="2640545"/>
                <a:ext cx="1678651" cy="798039"/>
              </a:xfrm>
              <a:prstGeom prst="rect">
                <a:avLst/>
              </a:prstGeom>
            </p:spPr>
            <p:txBody>
              <a:bodyPr wrap="square" lIns="0" tIns="0" rIns="0" bIns="0">
                <a:normAutofit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100"/>
                  <a:t>此部分内容作为文字排版占位显示</a:t>
                </a:r>
                <a:br>
                  <a:rPr lang="zh-CN" altLang="en-US" sz="1100"/>
                </a:br>
                <a:r>
                  <a:rPr lang="zh-CN" altLang="en-US" sz="1100"/>
                  <a:t>（建议使用主题字体）</a:t>
                </a:r>
                <a:endParaRPr lang="zh-CN" altLang="en-US" sz="1100"/>
              </a:p>
            </p:txBody>
          </p:sp>
          <p:sp>
            <p:nvSpPr>
              <p:cNvPr id="38" name="TextBox 48"/>
              <p:cNvSpPr txBox="1"/>
              <p:nvPr/>
            </p:nvSpPr>
            <p:spPr>
              <a:xfrm>
                <a:off x="6410891" y="2302009"/>
                <a:ext cx="1073739" cy="338536"/>
              </a:xfrm>
              <a:prstGeom prst="rect">
                <a:avLst/>
              </a:prstGeom>
              <a:noFill/>
            </p:spPr>
            <p:txBody>
              <a:bodyPr wrap="none" lIns="91422" tIns="45711" rIns="91422" bIns="45711">
                <a:normAutofit fontScale="77500" lnSpcReduction="20000"/>
              </a:bodyPr>
              <a:lstStyle/>
              <a:p>
                <a:pPr algn="ctr"/>
                <a:r>
                  <a:rPr lang="zh-CN" altLang="en-US" sz="1600" b="1">
                    <a:solidFill>
                      <a:srgbClr val="4D5985"/>
                    </a:solidFill>
                  </a:rPr>
                  <a:t>标题文本预设</a:t>
                </a:r>
                <a:endParaRPr lang="zh-CN" altLang="en-US" sz="1600" b="1">
                  <a:solidFill>
                    <a:srgbClr val="4D5985"/>
                  </a:solidFill>
                </a:endParaRPr>
              </a:p>
            </p:txBody>
          </p:sp>
        </p:grpSp>
      </p:grpSp>
      <p:grpSp>
        <p:nvGrpSpPr>
          <p:cNvPr id="6" name="Group 2"/>
          <p:cNvGrpSpPr/>
          <p:nvPr/>
        </p:nvGrpSpPr>
        <p:grpSpPr>
          <a:xfrm>
            <a:off x="1169948" y="1212229"/>
            <a:ext cx="1659989" cy="3049646"/>
            <a:chOff x="1223978" y="1628940"/>
            <a:chExt cx="2213318" cy="4066195"/>
          </a:xfrm>
        </p:grpSpPr>
        <p:grpSp>
          <p:nvGrpSpPr>
            <p:cNvPr id="7" name="Group 1"/>
            <p:cNvGrpSpPr/>
            <p:nvPr/>
          </p:nvGrpSpPr>
          <p:grpSpPr>
            <a:xfrm>
              <a:off x="1223978" y="2302009"/>
              <a:ext cx="2213318" cy="1136575"/>
              <a:chOff x="6108435" y="2302009"/>
              <a:chExt cx="1678651" cy="1136575"/>
            </a:xfrm>
          </p:grpSpPr>
          <p:sp>
            <p:nvSpPr>
              <p:cNvPr id="29" name="Rectangle 13"/>
              <p:cNvSpPr/>
              <p:nvPr/>
            </p:nvSpPr>
            <p:spPr>
              <a:xfrm>
                <a:off x="6108435" y="2640545"/>
                <a:ext cx="1678651" cy="798039"/>
              </a:xfrm>
              <a:prstGeom prst="rect">
                <a:avLst/>
              </a:prstGeom>
            </p:spPr>
            <p:txBody>
              <a:bodyPr wrap="square" lIns="0" tIns="0" rIns="0" bIns="0">
                <a:normAutofit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100"/>
                  <a:t>此部分内容作为文字排版占位显示</a:t>
                </a:r>
                <a:br>
                  <a:rPr lang="zh-CN" altLang="en-US" sz="1100"/>
                </a:br>
                <a:r>
                  <a:rPr lang="zh-CN" altLang="en-US" sz="1100"/>
                  <a:t>（建议使用主题字体）</a:t>
                </a:r>
                <a:endParaRPr lang="zh-CN" altLang="en-US" sz="1100"/>
              </a:p>
            </p:txBody>
          </p:sp>
          <p:sp>
            <p:nvSpPr>
              <p:cNvPr id="30" name="TextBox 14"/>
              <p:cNvSpPr txBox="1"/>
              <p:nvPr/>
            </p:nvSpPr>
            <p:spPr>
              <a:xfrm>
                <a:off x="6410891" y="2302009"/>
                <a:ext cx="1073739" cy="338536"/>
              </a:xfrm>
              <a:prstGeom prst="rect">
                <a:avLst/>
              </a:prstGeom>
              <a:noFill/>
            </p:spPr>
            <p:txBody>
              <a:bodyPr wrap="none" lIns="91422" tIns="45711" rIns="91422" bIns="45711">
                <a:normAutofit fontScale="77500" lnSpcReduction="20000"/>
              </a:bodyPr>
              <a:lstStyle/>
              <a:p>
                <a:pPr algn="ctr"/>
                <a:r>
                  <a:rPr lang="zh-CN" altLang="en-US" sz="1600" b="1">
                    <a:solidFill>
                      <a:srgbClr val="4D5985"/>
                    </a:solidFill>
                  </a:rPr>
                  <a:t>标题文本预设</a:t>
                </a:r>
                <a:endParaRPr lang="zh-CN" altLang="en-US" sz="1600" b="1">
                  <a:solidFill>
                    <a:srgbClr val="4D5985"/>
                  </a:solidFill>
                </a:endParaRPr>
              </a:p>
            </p:txBody>
          </p:sp>
        </p:grpSp>
        <p:sp>
          <p:nvSpPr>
            <p:cNvPr id="8" name="Flowchart: Connector 17"/>
            <p:cNvSpPr/>
            <p:nvPr/>
          </p:nvSpPr>
          <p:spPr>
            <a:xfrm>
              <a:off x="1994102" y="1628940"/>
              <a:ext cx="673069" cy="673069"/>
            </a:xfrm>
            <a:prstGeom prst="flowChartConnector">
              <a:avLst/>
            </a:prstGeom>
            <a:solidFill>
              <a:srgbClr val="4D598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9" name="Flowchart: Connector 18"/>
            <p:cNvSpPr/>
            <p:nvPr/>
          </p:nvSpPr>
          <p:spPr>
            <a:xfrm>
              <a:off x="1994102" y="3885491"/>
              <a:ext cx="673069" cy="673069"/>
            </a:xfrm>
            <a:prstGeom prst="flowChartConnector">
              <a:avLst/>
            </a:prstGeom>
            <a:solidFill>
              <a:srgbClr val="7B8E9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0" name="Group 21"/>
            <p:cNvGrpSpPr/>
            <p:nvPr/>
          </p:nvGrpSpPr>
          <p:grpSpPr>
            <a:xfrm>
              <a:off x="2183780" y="1801462"/>
              <a:ext cx="334960" cy="337098"/>
              <a:chOff x="3886200" y="3605213"/>
              <a:chExt cx="1243013" cy="1250950"/>
            </a:xfrm>
            <a:solidFill>
              <a:schemeClr val="bg1"/>
            </a:solidFill>
          </p:grpSpPr>
          <p:sp>
            <p:nvSpPr>
              <p:cNvPr id="15" name="Freeform: Shape 22"/>
              <p:cNvSpPr/>
              <p:nvPr/>
            </p:nvSpPr>
            <p:spPr bwMode="auto">
              <a:xfrm>
                <a:off x="4732338" y="3605213"/>
                <a:ext cx="174625" cy="263525"/>
              </a:xfrm>
              <a:custGeom>
                <a:avLst/>
                <a:gdLst>
                  <a:gd name="T0" fmla="*/ 23 w 46"/>
                  <a:gd name="T1" fmla="*/ 70 h 70"/>
                  <a:gd name="T2" fmla="*/ 46 w 46"/>
                  <a:gd name="T3" fmla="*/ 47 h 70"/>
                  <a:gd name="T4" fmla="*/ 46 w 46"/>
                  <a:gd name="T5" fmla="*/ 23 h 70"/>
                  <a:gd name="T6" fmla="*/ 23 w 46"/>
                  <a:gd name="T7" fmla="*/ 0 h 70"/>
                  <a:gd name="T8" fmla="*/ 0 w 46"/>
                  <a:gd name="T9" fmla="*/ 23 h 70"/>
                  <a:gd name="T10" fmla="*/ 0 w 46"/>
                  <a:gd name="T11" fmla="*/ 47 h 70"/>
                  <a:gd name="T12" fmla="*/ 23 w 46"/>
                  <a:gd name="T13" fmla="*/ 7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" h="70">
                    <a:moveTo>
                      <a:pt x="23" y="70"/>
                    </a:moveTo>
                    <a:cubicBezTo>
                      <a:pt x="35" y="70"/>
                      <a:pt x="46" y="60"/>
                      <a:pt x="46" y="47"/>
                    </a:cubicBezTo>
                    <a:cubicBezTo>
                      <a:pt x="46" y="23"/>
                      <a:pt x="46" y="23"/>
                      <a:pt x="46" y="23"/>
                    </a:cubicBezTo>
                    <a:cubicBezTo>
                      <a:pt x="46" y="10"/>
                      <a:pt x="35" y="0"/>
                      <a:pt x="23" y="0"/>
                    </a:cubicBezTo>
                    <a:cubicBezTo>
                      <a:pt x="10" y="0"/>
                      <a:pt x="0" y="10"/>
                      <a:pt x="0" y="2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60"/>
                      <a:pt x="10" y="70"/>
                      <a:pt x="23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Freeform: Shape 23"/>
              <p:cNvSpPr/>
              <p:nvPr/>
            </p:nvSpPr>
            <p:spPr bwMode="auto">
              <a:xfrm>
                <a:off x="3886200" y="3751263"/>
                <a:ext cx="1243013" cy="1104900"/>
              </a:xfrm>
              <a:custGeom>
                <a:avLst/>
                <a:gdLst>
                  <a:gd name="T0" fmla="*/ 329 w 329"/>
                  <a:gd name="T1" fmla="*/ 1 h 294"/>
                  <a:gd name="T2" fmla="*/ 282 w 329"/>
                  <a:gd name="T3" fmla="*/ 1 h 294"/>
                  <a:gd name="T4" fmla="*/ 282 w 329"/>
                  <a:gd name="T5" fmla="*/ 13 h 294"/>
                  <a:gd name="T6" fmla="*/ 247 w 329"/>
                  <a:gd name="T7" fmla="*/ 48 h 294"/>
                  <a:gd name="T8" fmla="*/ 212 w 329"/>
                  <a:gd name="T9" fmla="*/ 13 h 294"/>
                  <a:gd name="T10" fmla="*/ 212 w 329"/>
                  <a:gd name="T11" fmla="*/ 1 h 294"/>
                  <a:gd name="T12" fmla="*/ 118 w 329"/>
                  <a:gd name="T13" fmla="*/ 1 h 294"/>
                  <a:gd name="T14" fmla="*/ 118 w 329"/>
                  <a:gd name="T15" fmla="*/ 13 h 294"/>
                  <a:gd name="T16" fmla="*/ 83 w 329"/>
                  <a:gd name="T17" fmla="*/ 48 h 294"/>
                  <a:gd name="T18" fmla="*/ 47 w 329"/>
                  <a:gd name="T19" fmla="*/ 13 h 294"/>
                  <a:gd name="T20" fmla="*/ 47 w 329"/>
                  <a:gd name="T21" fmla="*/ 1 h 294"/>
                  <a:gd name="T22" fmla="*/ 0 w 329"/>
                  <a:gd name="T23" fmla="*/ 0 h 294"/>
                  <a:gd name="T24" fmla="*/ 0 w 329"/>
                  <a:gd name="T25" fmla="*/ 294 h 294"/>
                  <a:gd name="T26" fmla="*/ 24 w 329"/>
                  <a:gd name="T27" fmla="*/ 294 h 294"/>
                  <a:gd name="T28" fmla="*/ 306 w 329"/>
                  <a:gd name="T29" fmla="*/ 294 h 294"/>
                  <a:gd name="T30" fmla="*/ 329 w 329"/>
                  <a:gd name="T31" fmla="*/ 294 h 294"/>
                  <a:gd name="T32" fmla="*/ 329 w 329"/>
                  <a:gd name="T33" fmla="*/ 1 h 294"/>
                  <a:gd name="T34" fmla="*/ 306 w 329"/>
                  <a:gd name="T35" fmla="*/ 271 h 294"/>
                  <a:gd name="T36" fmla="*/ 24 w 329"/>
                  <a:gd name="T37" fmla="*/ 271 h 294"/>
                  <a:gd name="T38" fmla="*/ 24 w 329"/>
                  <a:gd name="T39" fmla="*/ 83 h 294"/>
                  <a:gd name="T40" fmla="*/ 306 w 329"/>
                  <a:gd name="T41" fmla="*/ 83 h 294"/>
                  <a:gd name="T42" fmla="*/ 306 w 329"/>
                  <a:gd name="T43" fmla="*/ 271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29" h="294">
                    <a:moveTo>
                      <a:pt x="329" y="1"/>
                    </a:moveTo>
                    <a:cubicBezTo>
                      <a:pt x="282" y="1"/>
                      <a:pt x="282" y="1"/>
                      <a:pt x="282" y="1"/>
                    </a:cubicBezTo>
                    <a:cubicBezTo>
                      <a:pt x="282" y="13"/>
                      <a:pt x="282" y="13"/>
                      <a:pt x="282" y="13"/>
                    </a:cubicBezTo>
                    <a:cubicBezTo>
                      <a:pt x="282" y="32"/>
                      <a:pt x="266" y="48"/>
                      <a:pt x="247" y="48"/>
                    </a:cubicBezTo>
                    <a:cubicBezTo>
                      <a:pt x="228" y="48"/>
                      <a:pt x="212" y="32"/>
                      <a:pt x="212" y="13"/>
                    </a:cubicBezTo>
                    <a:cubicBezTo>
                      <a:pt x="212" y="1"/>
                      <a:pt x="212" y="1"/>
                      <a:pt x="212" y="1"/>
                    </a:cubicBezTo>
                    <a:cubicBezTo>
                      <a:pt x="118" y="1"/>
                      <a:pt x="118" y="1"/>
                      <a:pt x="118" y="1"/>
                    </a:cubicBezTo>
                    <a:cubicBezTo>
                      <a:pt x="118" y="13"/>
                      <a:pt x="118" y="13"/>
                      <a:pt x="118" y="13"/>
                    </a:cubicBezTo>
                    <a:cubicBezTo>
                      <a:pt x="118" y="32"/>
                      <a:pt x="102" y="48"/>
                      <a:pt x="83" y="48"/>
                    </a:cubicBezTo>
                    <a:cubicBezTo>
                      <a:pt x="63" y="48"/>
                      <a:pt x="47" y="32"/>
                      <a:pt x="47" y="13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94"/>
                      <a:pt x="0" y="294"/>
                      <a:pt x="0" y="294"/>
                    </a:cubicBezTo>
                    <a:cubicBezTo>
                      <a:pt x="24" y="294"/>
                      <a:pt x="24" y="294"/>
                      <a:pt x="24" y="294"/>
                    </a:cubicBezTo>
                    <a:cubicBezTo>
                      <a:pt x="306" y="294"/>
                      <a:pt x="306" y="294"/>
                      <a:pt x="306" y="294"/>
                    </a:cubicBezTo>
                    <a:cubicBezTo>
                      <a:pt x="329" y="294"/>
                      <a:pt x="329" y="294"/>
                      <a:pt x="329" y="294"/>
                    </a:cubicBezTo>
                    <a:lnTo>
                      <a:pt x="329" y="1"/>
                    </a:lnTo>
                    <a:close/>
                    <a:moveTo>
                      <a:pt x="306" y="271"/>
                    </a:moveTo>
                    <a:cubicBezTo>
                      <a:pt x="24" y="271"/>
                      <a:pt x="24" y="271"/>
                      <a:pt x="24" y="271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306" y="83"/>
                      <a:pt x="306" y="83"/>
                      <a:pt x="306" y="83"/>
                    </a:cubicBezTo>
                    <a:lnTo>
                      <a:pt x="306" y="27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Freeform: Shape 24"/>
              <p:cNvSpPr/>
              <p:nvPr/>
            </p:nvSpPr>
            <p:spPr bwMode="auto">
              <a:xfrm>
                <a:off x="4108450" y="3605213"/>
                <a:ext cx="174625" cy="263525"/>
              </a:xfrm>
              <a:custGeom>
                <a:avLst/>
                <a:gdLst>
                  <a:gd name="T0" fmla="*/ 23 w 46"/>
                  <a:gd name="T1" fmla="*/ 70 h 70"/>
                  <a:gd name="T2" fmla="*/ 46 w 46"/>
                  <a:gd name="T3" fmla="*/ 47 h 70"/>
                  <a:gd name="T4" fmla="*/ 46 w 46"/>
                  <a:gd name="T5" fmla="*/ 23 h 70"/>
                  <a:gd name="T6" fmla="*/ 23 w 46"/>
                  <a:gd name="T7" fmla="*/ 0 h 70"/>
                  <a:gd name="T8" fmla="*/ 0 w 46"/>
                  <a:gd name="T9" fmla="*/ 23 h 70"/>
                  <a:gd name="T10" fmla="*/ 0 w 46"/>
                  <a:gd name="T11" fmla="*/ 47 h 70"/>
                  <a:gd name="T12" fmla="*/ 23 w 46"/>
                  <a:gd name="T13" fmla="*/ 7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" h="70">
                    <a:moveTo>
                      <a:pt x="23" y="70"/>
                    </a:moveTo>
                    <a:cubicBezTo>
                      <a:pt x="36" y="70"/>
                      <a:pt x="46" y="60"/>
                      <a:pt x="46" y="47"/>
                    </a:cubicBezTo>
                    <a:cubicBezTo>
                      <a:pt x="46" y="23"/>
                      <a:pt x="46" y="23"/>
                      <a:pt x="46" y="23"/>
                    </a:cubicBezTo>
                    <a:cubicBezTo>
                      <a:pt x="46" y="10"/>
                      <a:pt x="36" y="0"/>
                      <a:pt x="23" y="0"/>
                    </a:cubicBezTo>
                    <a:cubicBezTo>
                      <a:pt x="10" y="0"/>
                      <a:pt x="0" y="10"/>
                      <a:pt x="0" y="2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60"/>
                      <a:pt x="10" y="70"/>
                      <a:pt x="23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Rectangle 25"/>
              <p:cNvSpPr/>
              <p:nvPr/>
            </p:nvSpPr>
            <p:spPr bwMode="auto">
              <a:xfrm>
                <a:off x="4332288" y="4157663"/>
                <a:ext cx="139700" cy="1238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Rectangle 26"/>
              <p:cNvSpPr/>
              <p:nvPr/>
            </p:nvSpPr>
            <p:spPr bwMode="auto">
              <a:xfrm>
                <a:off x="4559300" y="4157663"/>
                <a:ext cx="139700" cy="1238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Rectangle 27"/>
              <p:cNvSpPr/>
              <p:nvPr/>
            </p:nvSpPr>
            <p:spPr bwMode="auto">
              <a:xfrm>
                <a:off x="4767263" y="4157663"/>
                <a:ext cx="139700" cy="1238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Rectangle 28"/>
              <p:cNvSpPr/>
              <p:nvPr/>
            </p:nvSpPr>
            <p:spPr bwMode="auto">
              <a:xfrm>
                <a:off x="4332288" y="4364038"/>
                <a:ext cx="139700" cy="1206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Rectangle 29"/>
              <p:cNvSpPr/>
              <p:nvPr/>
            </p:nvSpPr>
            <p:spPr bwMode="auto">
              <a:xfrm>
                <a:off x="4559300" y="4364038"/>
                <a:ext cx="139700" cy="1206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Rectangle 30"/>
              <p:cNvSpPr/>
              <p:nvPr/>
            </p:nvSpPr>
            <p:spPr bwMode="auto">
              <a:xfrm>
                <a:off x="4767263" y="4364038"/>
                <a:ext cx="139700" cy="1206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Rectangle 31"/>
              <p:cNvSpPr/>
              <p:nvPr/>
            </p:nvSpPr>
            <p:spPr bwMode="auto">
              <a:xfrm>
                <a:off x="4332288" y="4570413"/>
                <a:ext cx="139700" cy="125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Rectangle 32"/>
              <p:cNvSpPr/>
              <p:nvPr/>
            </p:nvSpPr>
            <p:spPr bwMode="auto">
              <a:xfrm>
                <a:off x="4108450" y="4364038"/>
                <a:ext cx="141288" cy="1206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Rectangle 33"/>
              <p:cNvSpPr/>
              <p:nvPr/>
            </p:nvSpPr>
            <p:spPr bwMode="auto">
              <a:xfrm>
                <a:off x="4108450" y="4570413"/>
                <a:ext cx="141288" cy="125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Rectangle 34"/>
              <p:cNvSpPr/>
              <p:nvPr/>
            </p:nvSpPr>
            <p:spPr bwMode="auto">
              <a:xfrm>
                <a:off x="4559300" y="4570413"/>
                <a:ext cx="139700" cy="125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Rectangle 35"/>
              <p:cNvSpPr/>
              <p:nvPr/>
            </p:nvSpPr>
            <p:spPr bwMode="auto">
              <a:xfrm>
                <a:off x="4767263" y="4570413"/>
                <a:ext cx="139700" cy="125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11" name="Freeform: Shape 42"/>
            <p:cNvSpPr/>
            <p:nvPr/>
          </p:nvSpPr>
          <p:spPr bwMode="auto">
            <a:xfrm flipH="1">
              <a:off x="2127772" y="4044855"/>
              <a:ext cx="401135" cy="352142"/>
            </a:xfrm>
            <a:custGeom>
              <a:avLst/>
              <a:gdLst>
                <a:gd name="T0" fmla="*/ 110 w 111"/>
                <a:gd name="T1" fmla="*/ 13 h 97"/>
                <a:gd name="T2" fmla="*/ 101 w 111"/>
                <a:gd name="T3" fmla="*/ 3 h 97"/>
                <a:gd name="T4" fmla="*/ 96 w 111"/>
                <a:gd name="T5" fmla="*/ 3 h 97"/>
                <a:gd name="T6" fmla="*/ 95 w 111"/>
                <a:gd name="T7" fmla="*/ 5 h 97"/>
                <a:gd name="T8" fmla="*/ 92 w 111"/>
                <a:gd name="T9" fmla="*/ 6 h 97"/>
                <a:gd name="T10" fmla="*/ 92 w 111"/>
                <a:gd name="T11" fmla="*/ 6 h 97"/>
                <a:gd name="T12" fmla="*/ 67 w 111"/>
                <a:gd name="T13" fmla="*/ 32 h 97"/>
                <a:gd name="T14" fmla="*/ 66 w 111"/>
                <a:gd name="T15" fmla="*/ 37 h 97"/>
                <a:gd name="T16" fmla="*/ 68 w 111"/>
                <a:gd name="T17" fmla="*/ 41 h 97"/>
                <a:gd name="T18" fmla="*/ 68 w 111"/>
                <a:gd name="T19" fmla="*/ 41 h 97"/>
                <a:gd name="T20" fmla="*/ 69 w 111"/>
                <a:gd name="T21" fmla="*/ 41 h 97"/>
                <a:gd name="T22" fmla="*/ 63 w 111"/>
                <a:gd name="T23" fmla="*/ 46 h 97"/>
                <a:gd name="T24" fmla="*/ 45 w 111"/>
                <a:gd name="T25" fmla="*/ 28 h 97"/>
                <a:gd name="T26" fmla="*/ 39 w 111"/>
                <a:gd name="T27" fmla="*/ 7 h 97"/>
                <a:gd name="T28" fmla="*/ 18 w 111"/>
                <a:gd name="T29" fmla="*/ 1 h 97"/>
                <a:gd name="T30" fmla="*/ 30 w 111"/>
                <a:gd name="T31" fmla="*/ 14 h 97"/>
                <a:gd name="T32" fmla="*/ 27 w 111"/>
                <a:gd name="T33" fmla="*/ 26 h 97"/>
                <a:gd name="T34" fmla="*/ 15 w 111"/>
                <a:gd name="T35" fmla="*/ 29 h 97"/>
                <a:gd name="T36" fmla="*/ 3 w 111"/>
                <a:gd name="T37" fmla="*/ 17 h 97"/>
                <a:gd name="T38" fmla="*/ 9 w 111"/>
                <a:gd name="T39" fmla="*/ 37 h 97"/>
                <a:gd name="T40" fmla="*/ 31 w 111"/>
                <a:gd name="T41" fmla="*/ 43 h 97"/>
                <a:gd name="T42" fmla="*/ 31 w 111"/>
                <a:gd name="T43" fmla="*/ 43 h 97"/>
                <a:gd name="T44" fmla="*/ 48 w 111"/>
                <a:gd name="T45" fmla="*/ 60 h 97"/>
                <a:gd name="T46" fmla="*/ 32 w 111"/>
                <a:gd name="T47" fmla="*/ 78 h 97"/>
                <a:gd name="T48" fmla="*/ 31 w 111"/>
                <a:gd name="T49" fmla="*/ 77 h 97"/>
                <a:gd name="T50" fmla="*/ 26 w 111"/>
                <a:gd name="T51" fmla="*/ 80 h 97"/>
                <a:gd name="T52" fmla="*/ 18 w 111"/>
                <a:gd name="T53" fmla="*/ 93 h 97"/>
                <a:gd name="T54" fmla="*/ 20 w 111"/>
                <a:gd name="T55" fmla="*/ 95 h 97"/>
                <a:gd name="T56" fmla="*/ 33 w 111"/>
                <a:gd name="T57" fmla="*/ 87 h 97"/>
                <a:gd name="T58" fmla="*/ 37 w 111"/>
                <a:gd name="T59" fmla="*/ 83 h 97"/>
                <a:gd name="T60" fmla="*/ 35 w 111"/>
                <a:gd name="T61" fmla="*/ 82 h 97"/>
                <a:gd name="T62" fmla="*/ 53 w 111"/>
                <a:gd name="T63" fmla="*/ 64 h 97"/>
                <a:gd name="T64" fmla="*/ 82 w 111"/>
                <a:gd name="T65" fmla="*/ 93 h 97"/>
                <a:gd name="T66" fmla="*/ 89 w 111"/>
                <a:gd name="T67" fmla="*/ 97 h 97"/>
                <a:gd name="T68" fmla="*/ 96 w 111"/>
                <a:gd name="T69" fmla="*/ 93 h 97"/>
                <a:gd name="T70" fmla="*/ 96 w 111"/>
                <a:gd name="T71" fmla="*/ 79 h 97"/>
                <a:gd name="T72" fmla="*/ 67 w 111"/>
                <a:gd name="T73" fmla="*/ 50 h 97"/>
                <a:gd name="T74" fmla="*/ 72 w 111"/>
                <a:gd name="T75" fmla="*/ 45 h 97"/>
                <a:gd name="T76" fmla="*/ 75 w 111"/>
                <a:gd name="T77" fmla="*/ 47 h 97"/>
                <a:gd name="T78" fmla="*/ 82 w 111"/>
                <a:gd name="T79" fmla="*/ 46 h 97"/>
                <a:gd name="T80" fmla="*/ 106 w 111"/>
                <a:gd name="T81" fmla="*/ 21 h 97"/>
                <a:gd name="T82" fmla="*/ 106 w 111"/>
                <a:gd name="T83" fmla="*/ 20 h 97"/>
                <a:gd name="T84" fmla="*/ 106 w 111"/>
                <a:gd name="T85" fmla="*/ 20 h 97"/>
                <a:gd name="T86" fmla="*/ 107 w 111"/>
                <a:gd name="T87" fmla="*/ 18 h 97"/>
                <a:gd name="T88" fmla="*/ 110 w 111"/>
                <a:gd name="T89" fmla="*/ 18 h 97"/>
                <a:gd name="T90" fmla="*/ 110 w 111"/>
                <a:gd name="T91" fmla="*/ 13 h 97"/>
                <a:gd name="T92" fmla="*/ 90 w 111"/>
                <a:gd name="T93" fmla="*/ 84 h 97"/>
                <a:gd name="T94" fmla="*/ 94 w 111"/>
                <a:gd name="T95" fmla="*/ 87 h 97"/>
                <a:gd name="T96" fmla="*/ 90 w 111"/>
                <a:gd name="T97" fmla="*/ 92 h 97"/>
                <a:gd name="T98" fmla="*/ 86 w 111"/>
                <a:gd name="T99" fmla="*/ 87 h 97"/>
                <a:gd name="T100" fmla="*/ 90 w 111"/>
                <a:gd name="T101" fmla="*/ 84 h 97"/>
                <a:gd name="T102" fmla="*/ 76 w 111"/>
                <a:gd name="T103" fmla="*/ 32 h 97"/>
                <a:gd name="T104" fmla="*/ 74 w 111"/>
                <a:gd name="T105" fmla="*/ 31 h 97"/>
                <a:gd name="T106" fmla="*/ 93 w 111"/>
                <a:gd name="T107" fmla="*/ 13 h 97"/>
                <a:gd name="T108" fmla="*/ 95 w 111"/>
                <a:gd name="T109" fmla="*/ 14 h 97"/>
                <a:gd name="T110" fmla="*/ 76 w 111"/>
                <a:gd name="T111" fmla="*/ 32 h 97"/>
                <a:gd name="T112" fmla="*/ 76 w 111"/>
                <a:gd name="T113" fmla="*/ 32 h 97"/>
                <a:gd name="T114" fmla="*/ 82 w 111"/>
                <a:gd name="T115" fmla="*/ 39 h 97"/>
                <a:gd name="T116" fmla="*/ 80 w 111"/>
                <a:gd name="T117" fmla="*/ 37 h 97"/>
                <a:gd name="T118" fmla="*/ 99 w 111"/>
                <a:gd name="T119" fmla="*/ 18 h 97"/>
                <a:gd name="T120" fmla="*/ 101 w 111"/>
                <a:gd name="T121" fmla="*/ 20 h 97"/>
                <a:gd name="T122" fmla="*/ 82 w 111"/>
                <a:gd name="T123" fmla="*/ 39 h 97"/>
                <a:gd name="T124" fmla="*/ 82 w 111"/>
                <a:gd name="T125" fmla="*/ 3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1" h="97">
                  <a:moveTo>
                    <a:pt x="110" y="13"/>
                  </a:moveTo>
                  <a:cubicBezTo>
                    <a:pt x="101" y="3"/>
                    <a:pt x="101" y="3"/>
                    <a:pt x="101" y="3"/>
                  </a:cubicBezTo>
                  <a:cubicBezTo>
                    <a:pt x="99" y="1"/>
                    <a:pt x="97" y="1"/>
                    <a:pt x="96" y="3"/>
                  </a:cubicBezTo>
                  <a:cubicBezTo>
                    <a:pt x="95" y="4"/>
                    <a:pt x="95" y="4"/>
                    <a:pt x="95" y="5"/>
                  </a:cubicBezTo>
                  <a:cubicBezTo>
                    <a:pt x="94" y="5"/>
                    <a:pt x="93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67" y="32"/>
                    <a:pt x="67" y="32"/>
                    <a:pt x="67" y="32"/>
                  </a:cubicBezTo>
                  <a:cubicBezTo>
                    <a:pt x="67" y="33"/>
                    <a:pt x="67" y="36"/>
                    <a:pt x="66" y="37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9" y="41"/>
                    <a:pt x="69" y="41"/>
                    <a:pt x="69" y="41"/>
                  </a:cubicBezTo>
                  <a:cubicBezTo>
                    <a:pt x="63" y="46"/>
                    <a:pt x="63" y="46"/>
                    <a:pt x="63" y="46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7" y="21"/>
                    <a:pt x="45" y="13"/>
                    <a:pt x="39" y="7"/>
                  </a:cubicBezTo>
                  <a:cubicBezTo>
                    <a:pt x="34" y="1"/>
                    <a:pt x="25" y="0"/>
                    <a:pt x="18" y="1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0" y="23"/>
                    <a:pt x="3" y="32"/>
                    <a:pt x="9" y="37"/>
                  </a:cubicBezTo>
                  <a:cubicBezTo>
                    <a:pt x="14" y="43"/>
                    <a:pt x="23" y="46"/>
                    <a:pt x="31" y="43"/>
                  </a:cubicBezTo>
                  <a:cubicBezTo>
                    <a:pt x="31" y="43"/>
                    <a:pt x="31" y="43"/>
                    <a:pt x="31" y="43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26" y="80"/>
                    <a:pt x="26" y="80"/>
                    <a:pt x="26" y="80"/>
                  </a:cubicBezTo>
                  <a:cubicBezTo>
                    <a:pt x="18" y="93"/>
                    <a:pt x="18" y="93"/>
                    <a:pt x="18" y="93"/>
                  </a:cubicBezTo>
                  <a:cubicBezTo>
                    <a:pt x="20" y="95"/>
                    <a:pt x="20" y="95"/>
                    <a:pt x="20" y="95"/>
                  </a:cubicBezTo>
                  <a:cubicBezTo>
                    <a:pt x="33" y="87"/>
                    <a:pt x="33" y="87"/>
                    <a:pt x="33" y="87"/>
                  </a:cubicBezTo>
                  <a:cubicBezTo>
                    <a:pt x="37" y="83"/>
                    <a:pt x="37" y="83"/>
                    <a:pt x="37" y="83"/>
                  </a:cubicBezTo>
                  <a:cubicBezTo>
                    <a:pt x="35" y="82"/>
                    <a:pt x="35" y="82"/>
                    <a:pt x="35" y="82"/>
                  </a:cubicBezTo>
                  <a:cubicBezTo>
                    <a:pt x="53" y="64"/>
                    <a:pt x="53" y="64"/>
                    <a:pt x="53" y="64"/>
                  </a:cubicBezTo>
                  <a:cubicBezTo>
                    <a:pt x="82" y="93"/>
                    <a:pt x="82" y="93"/>
                    <a:pt x="82" y="93"/>
                  </a:cubicBezTo>
                  <a:cubicBezTo>
                    <a:pt x="84" y="96"/>
                    <a:pt x="86" y="97"/>
                    <a:pt x="89" y="97"/>
                  </a:cubicBezTo>
                  <a:cubicBezTo>
                    <a:pt x="91" y="97"/>
                    <a:pt x="94" y="96"/>
                    <a:pt x="96" y="93"/>
                  </a:cubicBezTo>
                  <a:cubicBezTo>
                    <a:pt x="101" y="89"/>
                    <a:pt x="101" y="83"/>
                    <a:pt x="96" y="79"/>
                  </a:cubicBezTo>
                  <a:cubicBezTo>
                    <a:pt x="67" y="50"/>
                    <a:pt x="67" y="50"/>
                    <a:pt x="67" y="50"/>
                  </a:cubicBezTo>
                  <a:cubicBezTo>
                    <a:pt x="72" y="45"/>
                    <a:pt x="72" y="45"/>
                    <a:pt x="72" y="45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7" y="46"/>
                    <a:pt x="79" y="46"/>
                    <a:pt x="82" y="46"/>
                  </a:cubicBezTo>
                  <a:cubicBezTo>
                    <a:pt x="106" y="21"/>
                    <a:pt x="106" y="21"/>
                    <a:pt x="106" y="21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7" y="19"/>
                    <a:pt x="107" y="19"/>
                    <a:pt x="107" y="18"/>
                  </a:cubicBezTo>
                  <a:cubicBezTo>
                    <a:pt x="109" y="18"/>
                    <a:pt x="110" y="18"/>
                    <a:pt x="110" y="18"/>
                  </a:cubicBezTo>
                  <a:cubicBezTo>
                    <a:pt x="111" y="16"/>
                    <a:pt x="111" y="14"/>
                    <a:pt x="110" y="13"/>
                  </a:cubicBezTo>
                  <a:close/>
                  <a:moveTo>
                    <a:pt x="90" y="84"/>
                  </a:moveTo>
                  <a:cubicBezTo>
                    <a:pt x="92" y="84"/>
                    <a:pt x="94" y="86"/>
                    <a:pt x="94" y="87"/>
                  </a:cubicBezTo>
                  <a:cubicBezTo>
                    <a:pt x="94" y="90"/>
                    <a:pt x="92" y="92"/>
                    <a:pt x="90" y="92"/>
                  </a:cubicBezTo>
                  <a:cubicBezTo>
                    <a:pt x="87" y="92"/>
                    <a:pt x="86" y="90"/>
                    <a:pt x="86" y="87"/>
                  </a:cubicBezTo>
                  <a:cubicBezTo>
                    <a:pt x="86" y="86"/>
                    <a:pt x="87" y="84"/>
                    <a:pt x="90" y="84"/>
                  </a:cubicBezTo>
                  <a:close/>
                  <a:moveTo>
                    <a:pt x="76" y="32"/>
                  </a:moveTo>
                  <a:cubicBezTo>
                    <a:pt x="74" y="31"/>
                    <a:pt x="74" y="31"/>
                    <a:pt x="74" y="31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5" y="14"/>
                    <a:pt x="95" y="14"/>
                    <a:pt x="95" y="14"/>
                  </a:cubicBezTo>
                  <a:cubicBezTo>
                    <a:pt x="76" y="32"/>
                    <a:pt x="76" y="32"/>
                    <a:pt x="76" y="32"/>
                  </a:cubicBezTo>
                  <a:cubicBezTo>
                    <a:pt x="76" y="32"/>
                    <a:pt x="76" y="32"/>
                    <a:pt x="76" y="32"/>
                  </a:cubicBezTo>
                  <a:close/>
                  <a:moveTo>
                    <a:pt x="82" y="39"/>
                  </a:moveTo>
                  <a:cubicBezTo>
                    <a:pt x="80" y="37"/>
                    <a:pt x="80" y="37"/>
                    <a:pt x="80" y="37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82" y="39"/>
                    <a:pt x="82" y="39"/>
                    <a:pt x="82" y="39"/>
                  </a:cubicBezTo>
                  <a:cubicBezTo>
                    <a:pt x="82" y="39"/>
                    <a:pt x="82" y="39"/>
                    <a:pt x="82" y="3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2" name="Group 49"/>
            <p:cNvGrpSpPr/>
            <p:nvPr/>
          </p:nvGrpSpPr>
          <p:grpSpPr>
            <a:xfrm>
              <a:off x="1223978" y="4558560"/>
              <a:ext cx="2213318" cy="1136575"/>
              <a:chOff x="6108435" y="2302009"/>
              <a:chExt cx="1678651" cy="1136575"/>
            </a:xfrm>
          </p:grpSpPr>
          <p:sp>
            <p:nvSpPr>
              <p:cNvPr id="13" name="Rectangle 50"/>
              <p:cNvSpPr/>
              <p:nvPr/>
            </p:nvSpPr>
            <p:spPr>
              <a:xfrm>
                <a:off x="6108435" y="2640545"/>
                <a:ext cx="1678651" cy="798039"/>
              </a:xfrm>
              <a:prstGeom prst="rect">
                <a:avLst/>
              </a:prstGeom>
            </p:spPr>
            <p:txBody>
              <a:bodyPr wrap="square" lIns="0" tIns="0" rIns="0" bIns="0">
                <a:normAutofit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100"/>
                  <a:t>此部分内容作为文字排版占位显示</a:t>
                </a:r>
                <a:br>
                  <a:rPr lang="zh-CN" altLang="en-US" sz="1100"/>
                </a:br>
                <a:r>
                  <a:rPr lang="zh-CN" altLang="en-US" sz="1100"/>
                  <a:t>（建议使用主题字体）</a:t>
                </a:r>
                <a:endParaRPr lang="zh-CN" altLang="en-US" sz="1100"/>
              </a:p>
            </p:txBody>
          </p:sp>
          <p:sp>
            <p:nvSpPr>
              <p:cNvPr id="14" name="TextBox 51"/>
              <p:cNvSpPr txBox="1"/>
              <p:nvPr/>
            </p:nvSpPr>
            <p:spPr>
              <a:xfrm>
                <a:off x="6410891" y="2302009"/>
                <a:ext cx="1073739" cy="338536"/>
              </a:xfrm>
              <a:prstGeom prst="rect">
                <a:avLst/>
              </a:prstGeom>
              <a:noFill/>
            </p:spPr>
            <p:txBody>
              <a:bodyPr wrap="none" lIns="91422" tIns="45711" rIns="91422" bIns="45711">
                <a:normAutofit fontScale="77500" lnSpcReduction="20000"/>
              </a:bodyPr>
              <a:lstStyle/>
              <a:p>
                <a:pPr algn="ctr"/>
                <a:r>
                  <a:rPr lang="zh-CN" altLang="en-US" sz="1600" b="1">
                    <a:solidFill>
                      <a:srgbClr val="7B8E9B"/>
                    </a:solidFill>
                  </a:rPr>
                  <a:t>标题文本预设</a:t>
                </a:r>
                <a:endParaRPr lang="zh-CN" altLang="en-US" sz="1600" b="1">
                  <a:solidFill>
                    <a:srgbClr val="7B8E9B"/>
                  </a:solidFill>
                </a:endParaRPr>
              </a:p>
            </p:txBody>
          </p:sp>
        </p:grpSp>
      </p:grpSp>
      <p:sp>
        <p:nvSpPr>
          <p:cNvPr id="49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点击输入标题内容</a:t>
            </a:r>
            <a:endParaRPr lang="zh-CN" altLang="en-US" sz="18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48683" y="1734657"/>
            <a:ext cx="2415352" cy="1406998"/>
            <a:chOff x="998244" y="1469467"/>
            <a:chExt cx="3220470" cy="1875997"/>
          </a:xfrm>
        </p:grpSpPr>
        <p:grpSp>
          <p:nvGrpSpPr>
            <p:cNvPr id="17" name="组合 16"/>
            <p:cNvGrpSpPr/>
            <p:nvPr/>
          </p:nvGrpSpPr>
          <p:grpSpPr>
            <a:xfrm>
              <a:off x="998244" y="1469467"/>
              <a:ext cx="3220470" cy="1875997"/>
              <a:chOff x="3287072" y="1345115"/>
              <a:chExt cx="2531662" cy="1474751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3287072" y="1413122"/>
                <a:ext cx="2531662" cy="1406744"/>
              </a:xfrm>
              <a:prstGeom prst="rect">
                <a:avLst/>
              </a:prstGeom>
              <a:noFill/>
              <a:ln w="6350" cmpd="sng"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3355880" y="1345115"/>
                <a:ext cx="600362" cy="698235"/>
              </a:xfrm>
              <a:prstGeom prst="rect">
                <a:avLst/>
              </a:prstGeom>
              <a:solidFill>
                <a:srgbClr val="7B8E9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b">
                <a:normAutofit/>
              </a:bodyPr>
              <a:lstStyle/>
              <a:p>
                <a:pPr algn="ctr"/>
                <a:r>
                  <a:rPr lang="en-US" sz="2500"/>
                  <a:t>01</a:t>
                </a:r>
                <a:endParaRPr lang="en-US" sz="2500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1937009" y="1774951"/>
              <a:ext cx="2214775" cy="1164253"/>
              <a:chOff x="1937009" y="2084727"/>
              <a:chExt cx="2214775" cy="1164253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1937009" y="2084727"/>
                <a:ext cx="2214775" cy="228149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</p:spPr>
            <p:txBody>
              <a:bodyPr wrap="none" lIns="0" tIns="0" rIns="0" bIns="0" anchor="t">
                <a:normAutofit fontScale="92500" lnSpcReduction="20000"/>
              </a:bodyPr>
              <a:lstStyle/>
              <a:p>
                <a:pPr marL="0" lvl="1"/>
                <a:r>
                  <a:rPr lang="zh-CN" altLang="en-US" sz="1400" b="1">
                    <a:solidFill>
                      <a:srgbClr val="7B8E9B"/>
                    </a:solidFill>
                  </a:rPr>
                  <a:t>标题文本预设</a:t>
                </a:r>
                <a:endParaRPr lang="zh-CN" altLang="en-US" sz="1400" b="1" dirty="0">
                  <a:solidFill>
                    <a:srgbClr val="7B8E9B"/>
                  </a:solidFill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1937009" y="2312876"/>
                <a:ext cx="2214775" cy="936104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</p:spPr>
            <p:txBody>
              <a:bodyPr wrap="square" lIns="0" tIns="0" rIns="0" bIns="0" anchor="t">
                <a:normAutofit/>
              </a:bodyPr>
              <a:lstStyle/>
              <a:p>
                <a:pPr marL="0" lvl="1">
                  <a:lnSpc>
                    <a:spcPct val="120000"/>
                  </a:lnSpc>
                </a:pPr>
                <a:r>
                  <a:rPr lang="zh-CN" altLang="en-US" sz="1100"/>
                  <a:t>此部分内容作为文字排版占位显示</a:t>
                </a:r>
                <a:br>
                  <a:rPr lang="zh-CN" altLang="en-US" sz="1100"/>
                </a:br>
                <a:r>
                  <a:rPr lang="zh-CN" altLang="en-US" sz="1100"/>
                  <a:t>（建议使用主题字体）</a:t>
                </a:r>
                <a:endParaRPr lang="zh-CN" altLang="en-US" sz="1100" dirty="0"/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5922682" y="1734657"/>
            <a:ext cx="2415352" cy="1406998"/>
            <a:chOff x="4479402" y="1469467"/>
            <a:chExt cx="3220470" cy="1875997"/>
          </a:xfrm>
        </p:grpSpPr>
        <p:sp>
          <p:nvSpPr>
            <p:cNvPr id="12" name="矩形 11"/>
            <p:cNvSpPr/>
            <p:nvPr/>
          </p:nvSpPr>
          <p:spPr>
            <a:xfrm>
              <a:off x="4479402" y="1555977"/>
              <a:ext cx="3220470" cy="1789487"/>
            </a:xfrm>
            <a:prstGeom prst="rect">
              <a:avLst/>
            </a:prstGeom>
            <a:noFill/>
            <a:ln w="6350" cmpd="sng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3" name="矩形 12"/>
            <p:cNvSpPr/>
            <p:nvPr/>
          </p:nvSpPr>
          <p:spPr>
            <a:xfrm>
              <a:off x="4566931" y="1469467"/>
              <a:ext cx="763707" cy="888209"/>
            </a:xfrm>
            <a:prstGeom prst="rect">
              <a:avLst/>
            </a:prstGeom>
            <a:solidFill>
              <a:srgbClr val="7B8E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b">
              <a:normAutofit/>
            </a:bodyPr>
            <a:lstStyle/>
            <a:p>
              <a:pPr algn="ctr"/>
              <a:r>
                <a:rPr lang="en-US" sz="2500"/>
                <a:t>03</a:t>
              </a:r>
              <a:endParaRPr lang="en-US" sz="2500" dirty="0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5400457" y="1774951"/>
              <a:ext cx="2214775" cy="1164253"/>
              <a:chOff x="1937009" y="2084727"/>
              <a:chExt cx="2214775" cy="1164253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1937009" y="2084727"/>
                <a:ext cx="2214775" cy="228149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</p:spPr>
            <p:txBody>
              <a:bodyPr wrap="none" lIns="0" tIns="0" rIns="0" bIns="0" anchor="t">
                <a:normAutofit fontScale="92500" lnSpcReduction="20000"/>
              </a:bodyPr>
              <a:lstStyle/>
              <a:p>
                <a:pPr marL="0" lvl="1"/>
                <a:r>
                  <a:rPr lang="zh-CN" altLang="en-US" sz="1400" b="1">
                    <a:solidFill>
                      <a:srgbClr val="7B8E9B"/>
                    </a:solidFill>
                  </a:rPr>
                  <a:t>标题文本预设</a:t>
                </a:r>
                <a:endParaRPr lang="zh-CN" altLang="en-US" sz="1400" b="1" dirty="0">
                  <a:solidFill>
                    <a:srgbClr val="7B8E9B"/>
                  </a:solidFill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1937009" y="2312876"/>
                <a:ext cx="2214775" cy="936104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</p:spPr>
            <p:txBody>
              <a:bodyPr wrap="square" lIns="0" tIns="0" rIns="0" bIns="0" anchor="t">
                <a:normAutofit/>
              </a:bodyPr>
              <a:lstStyle/>
              <a:p>
                <a:pPr marL="0" lvl="1">
                  <a:lnSpc>
                    <a:spcPct val="120000"/>
                  </a:lnSpc>
                </a:pPr>
                <a:r>
                  <a:rPr lang="zh-CN" altLang="en-US" sz="1100" dirty="0"/>
                  <a:t>此部分内容作为文字排版占位显示</a:t>
                </a:r>
                <a:br>
                  <a:rPr lang="zh-CN" altLang="en-US" sz="1100" dirty="0"/>
                </a:br>
                <a:r>
                  <a:rPr lang="zh-CN" altLang="en-US" sz="1100" dirty="0"/>
                  <a:t>（建议使用主题字体）</a:t>
                </a:r>
                <a:endParaRPr lang="zh-CN" altLang="en-US" sz="1100" dirty="0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3335683" y="1734657"/>
            <a:ext cx="2415352" cy="1406998"/>
            <a:chOff x="1027952" y="3518963"/>
            <a:chExt cx="3220470" cy="1875997"/>
          </a:xfrm>
        </p:grpSpPr>
        <p:sp>
          <p:nvSpPr>
            <p:cNvPr id="7" name="矩形 6"/>
            <p:cNvSpPr/>
            <p:nvPr/>
          </p:nvSpPr>
          <p:spPr>
            <a:xfrm>
              <a:off x="1027952" y="3605473"/>
              <a:ext cx="3220470" cy="1789487"/>
            </a:xfrm>
            <a:prstGeom prst="rect">
              <a:avLst/>
            </a:prstGeom>
            <a:noFill/>
            <a:ln w="6350" cmpd="sng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8" name="矩形 7"/>
            <p:cNvSpPr/>
            <p:nvPr/>
          </p:nvSpPr>
          <p:spPr>
            <a:xfrm>
              <a:off x="1115481" y="3518963"/>
              <a:ext cx="763707" cy="888209"/>
            </a:xfrm>
            <a:prstGeom prst="rect">
              <a:avLst/>
            </a:prstGeom>
            <a:solidFill>
              <a:srgbClr val="4D59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b">
              <a:normAutofit/>
            </a:bodyPr>
            <a:lstStyle/>
            <a:p>
              <a:pPr algn="ctr"/>
              <a:r>
                <a:rPr lang="en-US" sz="2500"/>
                <a:t>02</a:t>
              </a:r>
              <a:endParaRPr lang="en-US" sz="2500"/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1937009" y="3905128"/>
              <a:ext cx="2214775" cy="1164253"/>
              <a:chOff x="1937009" y="2084727"/>
              <a:chExt cx="2214775" cy="1164253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1937009" y="2084727"/>
                <a:ext cx="2214775" cy="228149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</p:spPr>
            <p:txBody>
              <a:bodyPr wrap="none" lIns="0" tIns="0" rIns="0" bIns="0" anchor="t">
                <a:normAutofit fontScale="92500" lnSpcReduction="20000"/>
              </a:bodyPr>
              <a:lstStyle/>
              <a:p>
                <a:pPr marL="0" lvl="1"/>
                <a:r>
                  <a:rPr lang="zh-CN" altLang="en-US" sz="1400" b="1">
                    <a:solidFill>
                      <a:srgbClr val="4D5985"/>
                    </a:solidFill>
                  </a:rPr>
                  <a:t>标题文本预设</a:t>
                </a:r>
                <a:endParaRPr lang="zh-CN" altLang="en-US" sz="1400" b="1" dirty="0">
                  <a:solidFill>
                    <a:srgbClr val="4D5985"/>
                  </a:solidFill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1937009" y="2312876"/>
                <a:ext cx="2214775" cy="936104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</p:spPr>
            <p:txBody>
              <a:bodyPr wrap="square" lIns="0" tIns="0" rIns="0" bIns="0" anchor="t">
                <a:normAutofit/>
              </a:bodyPr>
              <a:lstStyle/>
              <a:p>
                <a:pPr marL="0" lvl="1">
                  <a:lnSpc>
                    <a:spcPct val="120000"/>
                  </a:lnSpc>
                </a:pPr>
                <a:r>
                  <a:rPr lang="zh-CN" altLang="en-US" sz="1100"/>
                  <a:t>此部分内容作为文字排版占位显示</a:t>
                </a:r>
                <a:br>
                  <a:rPr lang="zh-CN" altLang="en-US" sz="1100"/>
                </a:br>
                <a:r>
                  <a:rPr lang="zh-CN" altLang="en-US" sz="1100"/>
                  <a:t>（建议使用主题字体）</a:t>
                </a:r>
                <a:endParaRPr lang="zh-CN" altLang="en-US" sz="1100" dirty="0"/>
              </a:p>
            </p:txBody>
          </p:sp>
        </p:grpSp>
      </p:grpSp>
      <p:sp>
        <p:nvSpPr>
          <p:cNvPr id="23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点击输入标题内容</a:t>
            </a:r>
            <a:endParaRPr lang="zh-CN" altLang="en-US" sz="18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jjjjj_0000s_0000_图层-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5535" y="1737995"/>
            <a:ext cx="5498465" cy="3394075"/>
          </a:xfrm>
          <a:prstGeom prst="rect">
            <a:avLst/>
          </a:prstGeom>
        </p:spPr>
      </p:pic>
      <p:sp>
        <p:nvSpPr>
          <p:cNvPr id="7" name="TextBox 48"/>
          <p:cNvSpPr txBox="1"/>
          <p:nvPr/>
        </p:nvSpPr>
        <p:spPr>
          <a:xfrm>
            <a:off x="2569210" y="1900555"/>
            <a:ext cx="4954905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4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  <a:cs typeface="+mn-ea"/>
                <a:sym typeface="+mn-lt"/>
              </a:rPr>
              <a:t>02</a:t>
            </a:r>
            <a:r>
              <a:rPr lang="en-US" altLang="zh-CN" sz="4400" dirty="0">
                <a:solidFill>
                  <a:srgbClr val="54534D"/>
                </a:solidFill>
                <a:latin typeface="字魂59号-创粗黑" panose="00000500000000000000" charset="-122"/>
                <a:ea typeface="字魂59号-创粗黑" panose="00000500000000000000" charset="-122"/>
                <a:cs typeface="+mn-ea"/>
                <a:sym typeface="+mn-lt"/>
              </a:rPr>
              <a:t>  </a:t>
            </a:r>
            <a:r>
              <a:rPr lang="zh-CN" altLang="en-US" sz="44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  <a:cs typeface="+mn-ea"/>
                <a:sym typeface="+mn-lt"/>
              </a:rPr>
              <a:t>标题文本预设</a:t>
            </a:r>
            <a:endParaRPr lang="zh-CN" altLang="en-US" sz="44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  <a:cs typeface="+mn-ea"/>
              <a:sym typeface="+mn-lt"/>
            </a:endParaRPr>
          </a:p>
        </p:txBody>
      </p:sp>
      <p:sp>
        <p:nvSpPr>
          <p:cNvPr id="8" name="TextBox 49"/>
          <p:cNvSpPr txBox="1"/>
          <p:nvPr/>
        </p:nvSpPr>
        <p:spPr>
          <a:xfrm>
            <a:off x="3481075" y="2687821"/>
            <a:ext cx="331236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/>
            <a:r>
              <a:rPr lang="zh-CN" altLang="en-US" sz="1400" dirty="0">
                <a:solidFill>
                  <a:srgbClr val="54534D"/>
                </a:solidFill>
                <a:latin typeface="字魂59号-创粗黑" panose="00000500000000000000" charset="-122"/>
                <a:ea typeface="字魂59号-创粗黑" panose="00000500000000000000" charset="-122"/>
                <a:cs typeface="+mn-ea"/>
                <a:sym typeface="+mn-lt"/>
              </a:rPr>
              <a:t>请替换文字内容，点击添加相关标题文字</a:t>
            </a:r>
            <a:endParaRPr lang="zh-CN" altLang="en-US" sz="1400" dirty="0">
              <a:solidFill>
                <a:srgbClr val="54534D"/>
              </a:solidFill>
              <a:latin typeface="字魂59号-创粗黑" panose="00000500000000000000" charset="-122"/>
              <a:ea typeface="字魂59号-创粗黑" panose="00000500000000000000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>
            <a:grpSpLocks noChangeAspect="1"/>
          </p:cNvGrpSpPr>
          <p:nvPr/>
        </p:nvGrpSpPr>
        <p:grpSpPr>
          <a:xfrm>
            <a:off x="97949" y="572453"/>
            <a:ext cx="2005507" cy="192024"/>
            <a:chOff x="902" y="4980"/>
            <a:chExt cx="8773" cy="840"/>
          </a:xfrm>
        </p:grpSpPr>
        <p:pic>
          <p:nvPicPr>
            <p:cNvPr id="2" name="图片 1" descr="jjjjj_0000s_0000s_0000s_0002_矩形-1-副本-拷贝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5" y="5790"/>
              <a:ext cx="1440" cy="30"/>
            </a:xfrm>
            <a:prstGeom prst="rect">
              <a:avLst/>
            </a:prstGeom>
          </p:spPr>
        </p:pic>
        <p:pic>
          <p:nvPicPr>
            <p:cNvPr id="11" name="图片 10" descr="jjjjj_0000s_0000s_0000_图层-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42" y="4980"/>
              <a:ext cx="5894" cy="840"/>
            </a:xfrm>
            <a:prstGeom prst="rect">
              <a:avLst/>
            </a:prstGeom>
          </p:spPr>
        </p:pic>
        <p:pic>
          <p:nvPicPr>
            <p:cNvPr id="12" name="图片 11" descr="jjjjj_0000s_0000s_0000s_0003_矩形-1-副本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2" y="5790"/>
              <a:ext cx="1440" cy="30"/>
            </a:xfrm>
            <a:prstGeom prst="rect">
              <a:avLst/>
            </a:prstGeom>
          </p:spPr>
        </p:pic>
      </p:grpSp>
      <p:pic>
        <p:nvPicPr>
          <p:cNvPr id="5" name="图片 4" descr="jjjjj_0000s_0000s_0001_图层-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155" y="208915"/>
            <a:ext cx="944789" cy="529590"/>
          </a:xfrm>
          <a:prstGeom prst="rect">
            <a:avLst/>
          </a:prstGeom>
        </p:spPr>
      </p:pic>
      <p:pic>
        <p:nvPicPr>
          <p:cNvPr id="10" name="图片 9" descr="jjjjj_0000s_0000s_0000s_0001_GuiYang-Mylike-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628" y="685483"/>
            <a:ext cx="1020457" cy="16287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75945" y="4098290"/>
            <a:ext cx="805180" cy="5422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4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923546" y="987574"/>
            <a:ext cx="5296907" cy="3263258"/>
            <a:chOff x="918385" y="1689046"/>
            <a:chExt cx="7062543" cy="4351011"/>
          </a:xfrm>
        </p:grpSpPr>
        <p:sp>
          <p:nvSpPr>
            <p:cNvPr id="9" name="任意多边形: 形状 8"/>
            <p:cNvSpPr/>
            <p:nvPr/>
          </p:nvSpPr>
          <p:spPr bwMode="auto">
            <a:xfrm>
              <a:off x="3683275" y="3174158"/>
              <a:ext cx="1217697" cy="1696134"/>
            </a:xfrm>
            <a:custGeom>
              <a:avLst/>
              <a:gdLst/>
              <a:ahLst/>
              <a:cxnLst>
                <a:cxn ang="0">
                  <a:pos x="73" y="0"/>
                </a:cxn>
                <a:cxn ang="0">
                  <a:pos x="4" y="266"/>
                </a:cxn>
                <a:cxn ang="0">
                  <a:pos x="19" y="301"/>
                </a:cxn>
                <a:cxn ang="0">
                  <a:pos x="106" y="301"/>
                </a:cxn>
                <a:cxn ang="0">
                  <a:pos x="168" y="62"/>
                </a:cxn>
                <a:cxn ang="0">
                  <a:pos x="142" y="0"/>
                </a:cxn>
                <a:cxn ang="0">
                  <a:pos x="73" y="0"/>
                </a:cxn>
              </a:cxnLst>
              <a:rect l="0" t="0" r="r" b="b"/>
              <a:pathLst>
                <a:path w="175" h="301">
                  <a:moveTo>
                    <a:pt x="73" y="0"/>
                  </a:moveTo>
                  <a:cubicBezTo>
                    <a:pt x="4" y="266"/>
                    <a:pt x="4" y="266"/>
                    <a:pt x="4" y="266"/>
                  </a:cubicBezTo>
                  <a:cubicBezTo>
                    <a:pt x="0" y="283"/>
                    <a:pt x="8" y="301"/>
                    <a:pt x="19" y="301"/>
                  </a:cubicBezTo>
                  <a:cubicBezTo>
                    <a:pt x="106" y="301"/>
                    <a:pt x="106" y="301"/>
                    <a:pt x="106" y="301"/>
                  </a:cubicBezTo>
                  <a:cubicBezTo>
                    <a:pt x="168" y="62"/>
                    <a:pt x="168" y="62"/>
                    <a:pt x="168" y="62"/>
                  </a:cubicBezTo>
                  <a:cubicBezTo>
                    <a:pt x="175" y="33"/>
                    <a:pt x="162" y="0"/>
                    <a:pt x="142" y="0"/>
                  </a:cubicBezTo>
                  <a:lnTo>
                    <a:pt x="73" y="0"/>
                  </a:lnTo>
                  <a:close/>
                </a:path>
              </a:pathLst>
            </a:custGeom>
            <a:solidFill>
              <a:srgbClr val="4D5985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任意多边形: 形状 9"/>
            <p:cNvSpPr/>
            <p:nvPr/>
          </p:nvSpPr>
          <p:spPr bwMode="auto">
            <a:xfrm>
              <a:off x="2238103" y="2793220"/>
              <a:ext cx="1121055" cy="1641418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5" y="244"/>
                </a:cxn>
                <a:cxn ang="0">
                  <a:pos x="26" y="291"/>
                </a:cxn>
                <a:cxn ang="0">
                  <a:pos x="105" y="291"/>
                </a:cxn>
                <a:cxn ang="0">
                  <a:pos x="155" y="54"/>
                </a:cxn>
                <a:cxn ang="0">
                  <a:pos x="130" y="0"/>
                </a:cxn>
                <a:cxn ang="0">
                  <a:pos x="56" y="0"/>
                </a:cxn>
              </a:cxnLst>
              <a:rect l="0" t="0" r="r" b="b"/>
              <a:pathLst>
                <a:path w="161" h="291">
                  <a:moveTo>
                    <a:pt x="56" y="0"/>
                  </a:moveTo>
                  <a:cubicBezTo>
                    <a:pt x="5" y="244"/>
                    <a:pt x="5" y="244"/>
                    <a:pt x="5" y="244"/>
                  </a:cubicBezTo>
                  <a:cubicBezTo>
                    <a:pt x="0" y="267"/>
                    <a:pt x="11" y="291"/>
                    <a:pt x="26" y="291"/>
                  </a:cubicBezTo>
                  <a:cubicBezTo>
                    <a:pt x="105" y="291"/>
                    <a:pt x="105" y="291"/>
                    <a:pt x="105" y="291"/>
                  </a:cubicBezTo>
                  <a:cubicBezTo>
                    <a:pt x="155" y="54"/>
                    <a:pt x="155" y="54"/>
                    <a:pt x="155" y="54"/>
                  </a:cubicBezTo>
                  <a:cubicBezTo>
                    <a:pt x="161" y="28"/>
                    <a:pt x="148" y="0"/>
                    <a:pt x="130" y="0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7B8E9B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1" name="任意多边形: 形状 10"/>
            <p:cNvSpPr/>
            <p:nvPr/>
          </p:nvSpPr>
          <p:spPr bwMode="auto">
            <a:xfrm>
              <a:off x="6830876" y="4406877"/>
              <a:ext cx="1150052" cy="1281869"/>
            </a:xfrm>
            <a:custGeom>
              <a:avLst/>
              <a:gdLst/>
              <a:ahLst/>
              <a:cxnLst>
                <a:cxn ang="0">
                  <a:pos x="54" y="0"/>
                </a:cxn>
                <a:cxn ang="0">
                  <a:pos x="4" y="193"/>
                </a:cxn>
                <a:cxn ang="0">
                  <a:pos x="19" y="227"/>
                </a:cxn>
                <a:cxn ang="0">
                  <a:pos x="106" y="227"/>
                </a:cxn>
                <a:cxn ang="0">
                  <a:pos x="165" y="0"/>
                </a:cxn>
                <a:cxn ang="0">
                  <a:pos x="54" y="0"/>
                </a:cxn>
              </a:cxnLst>
              <a:rect l="0" t="0" r="r" b="b"/>
              <a:pathLst>
                <a:path w="165" h="227">
                  <a:moveTo>
                    <a:pt x="54" y="0"/>
                  </a:moveTo>
                  <a:cubicBezTo>
                    <a:pt x="4" y="193"/>
                    <a:pt x="4" y="193"/>
                    <a:pt x="4" y="193"/>
                  </a:cubicBezTo>
                  <a:cubicBezTo>
                    <a:pt x="0" y="209"/>
                    <a:pt x="8" y="227"/>
                    <a:pt x="19" y="227"/>
                  </a:cubicBezTo>
                  <a:cubicBezTo>
                    <a:pt x="106" y="227"/>
                    <a:pt x="106" y="227"/>
                    <a:pt x="106" y="227"/>
                  </a:cubicBezTo>
                  <a:cubicBezTo>
                    <a:pt x="165" y="0"/>
                    <a:pt x="165" y="0"/>
                    <a:pt x="165" y="0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rgbClr val="4D5985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2" name="任意多边形: 形状 11"/>
            <p:cNvSpPr/>
            <p:nvPr/>
          </p:nvSpPr>
          <p:spPr bwMode="auto">
            <a:xfrm>
              <a:off x="5245936" y="3554906"/>
              <a:ext cx="1217697" cy="1696134"/>
            </a:xfrm>
            <a:custGeom>
              <a:avLst/>
              <a:gdLst/>
              <a:ahLst/>
              <a:cxnLst>
                <a:cxn ang="0">
                  <a:pos x="73" y="0"/>
                </a:cxn>
                <a:cxn ang="0">
                  <a:pos x="4" y="266"/>
                </a:cxn>
                <a:cxn ang="0">
                  <a:pos x="19" y="301"/>
                </a:cxn>
                <a:cxn ang="0">
                  <a:pos x="106" y="301"/>
                </a:cxn>
                <a:cxn ang="0">
                  <a:pos x="168" y="62"/>
                </a:cxn>
                <a:cxn ang="0">
                  <a:pos x="142" y="0"/>
                </a:cxn>
                <a:cxn ang="0">
                  <a:pos x="73" y="0"/>
                </a:cxn>
              </a:cxnLst>
              <a:rect l="0" t="0" r="r" b="b"/>
              <a:pathLst>
                <a:path w="175" h="301">
                  <a:moveTo>
                    <a:pt x="73" y="0"/>
                  </a:moveTo>
                  <a:cubicBezTo>
                    <a:pt x="4" y="266"/>
                    <a:pt x="4" y="266"/>
                    <a:pt x="4" y="266"/>
                  </a:cubicBezTo>
                  <a:cubicBezTo>
                    <a:pt x="0" y="283"/>
                    <a:pt x="8" y="301"/>
                    <a:pt x="19" y="301"/>
                  </a:cubicBezTo>
                  <a:cubicBezTo>
                    <a:pt x="106" y="301"/>
                    <a:pt x="106" y="301"/>
                    <a:pt x="106" y="301"/>
                  </a:cubicBezTo>
                  <a:cubicBezTo>
                    <a:pt x="168" y="62"/>
                    <a:pt x="168" y="62"/>
                    <a:pt x="168" y="62"/>
                  </a:cubicBezTo>
                  <a:cubicBezTo>
                    <a:pt x="175" y="33"/>
                    <a:pt x="162" y="0"/>
                    <a:pt x="142" y="0"/>
                  </a:cubicBezTo>
                  <a:lnTo>
                    <a:pt x="73" y="0"/>
                  </a:lnTo>
                  <a:close/>
                </a:path>
              </a:pathLst>
            </a:custGeom>
            <a:solidFill>
              <a:srgbClr val="7B8E9B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3" name="任意多边形: 形状 12"/>
            <p:cNvSpPr/>
            <p:nvPr/>
          </p:nvSpPr>
          <p:spPr bwMode="auto">
            <a:xfrm>
              <a:off x="4192533" y="3171906"/>
              <a:ext cx="1797554" cy="2079129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0" y="0"/>
                </a:cxn>
                <a:cxn ang="0">
                  <a:pos x="142" y="357"/>
                </a:cxn>
                <a:cxn ang="0">
                  <a:pos x="155" y="369"/>
                </a:cxn>
                <a:cxn ang="0">
                  <a:pos x="258" y="369"/>
                </a:cxn>
                <a:cxn ang="0">
                  <a:pos x="119" y="19"/>
                </a:cxn>
                <a:cxn ang="0">
                  <a:pos x="98" y="0"/>
                </a:cxn>
              </a:cxnLst>
              <a:rect l="0" t="0" r="r" b="b"/>
              <a:pathLst>
                <a:path w="258" h="369">
                  <a:moveTo>
                    <a:pt x="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42" y="357"/>
                    <a:pt x="142" y="357"/>
                    <a:pt x="142" y="357"/>
                  </a:cubicBezTo>
                  <a:cubicBezTo>
                    <a:pt x="145" y="364"/>
                    <a:pt x="150" y="369"/>
                    <a:pt x="155" y="369"/>
                  </a:cubicBezTo>
                  <a:cubicBezTo>
                    <a:pt x="258" y="369"/>
                    <a:pt x="258" y="369"/>
                    <a:pt x="258" y="369"/>
                  </a:cubicBezTo>
                  <a:cubicBezTo>
                    <a:pt x="119" y="19"/>
                    <a:pt x="119" y="19"/>
                    <a:pt x="119" y="19"/>
                  </a:cubicBezTo>
                  <a:cubicBezTo>
                    <a:pt x="115" y="7"/>
                    <a:pt x="106" y="0"/>
                    <a:pt x="98" y="0"/>
                  </a:cubicBezTo>
                  <a:close/>
                </a:path>
              </a:pathLst>
            </a:custGeom>
            <a:solidFill>
              <a:srgbClr val="7B8E9B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4" name="任意多边形: 形状 13"/>
            <p:cNvSpPr/>
            <p:nvPr/>
          </p:nvSpPr>
          <p:spPr bwMode="auto">
            <a:xfrm>
              <a:off x="5758146" y="3554906"/>
              <a:ext cx="1807221" cy="2133845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0" y="0"/>
                </a:cxn>
                <a:cxn ang="0">
                  <a:pos x="142" y="365"/>
                </a:cxn>
                <a:cxn ang="0">
                  <a:pos x="163" y="379"/>
                </a:cxn>
                <a:cxn ang="0">
                  <a:pos x="259" y="379"/>
                </a:cxn>
                <a:cxn ang="0">
                  <a:pos x="120" y="21"/>
                </a:cxn>
                <a:cxn ang="0">
                  <a:pos x="96" y="0"/>
                </a:cxn>
              </a:cxnLst>
              <a:rect l="0" t="0" r="r" b="b"/>
              <a:pathLst>
                <a:path w="259" h="379">
                  <a:moveTo>
                    <a:pt x="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42" y="365"/>
                    <a:pt x="142" y="365"/>
                    <a:pt x="142" y="365"/>
                  </a:cubicBezTo>
                  <a:cubicBezTo>
                    <a:pt x="145" y="374"/>
                    <a:pt x="154" y="379"/>
                    <a:pt x="163" y="379"/>
                  </a:cubicBezTo>
                  <a:cubicBezTo>
                    <a:pt x="259" y="379"/>
                    <a:pt x="259" y="379"/>
                    <a:pt x="259" y="379"/>
                  </a:cubicBezTo>
                  <a:cubicBezTo>
                    <a:pt x="120" y="21"/>
                    <a:pt x="120" y="21"/>
                    <a:pt x="120" y="21"/>
                  </a:cubicBezTo>
                  <a:cubicBezTo>
                    <a:pt x="114" y="8"/>
                    <a:pt x="105" y="0"/>
                    <a:pt x="96" y="0"/>
                  </a:cubicBezTo>
                  <a:close/>
                </a:path>
              </a:pathLst>
            </a:custGeom>
            <a:solidFill>
              <a:srgbClr val="4D5985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" name="任意多边形: 形状 14"/>
            <p:cNvSpPr/>
            <p:nvPr/>
          </p:nvSpPr>
          <p:spPr bwMode="auto">
            <a:xfrm>
              <a:off x="2629872" y="2791158"/>
              <a:ext cx="1797554" cy="2079129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0" y="0"/>
                </a:cxn>
                <a:cxn ang="0">
                  <a:pos x="142" y="357"/>
                </a:cxn>
                <a:cxn ang="0">
                  <a:pos x="155" y="369"/>
                </a:cxn>
                <a:cxn ang="0">
                  <a:pos x="258" y="369"/>
                </a:cxn>
                <a:cxn ang="0">
                  <a:pos x="119" y="19"/>
                </a:cxn>
                <a:cxn ang="0">
                  <a:pos x="98" y="0"/>
                </a:cxn>
              </a:cxnLst>
              <a:rect l="0" t="0" r="r" b="b"/>
              <a:pathLst>
                <a:path w="258" h="369">
                  <a:moveTo>
                    <a:pt x="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42" y="357"/>
                    <a:pt x="142" y="357"/>
                    <a:pt x="142" y="357"/>
                  </a:cubicBezTo>
                  <a:cubicBezTo>
                    <a:pt x="145" y="364"/>
                    <a:pt x="150" y="369"/>
                    <a:pt x="155" y="369"/>
                  </a:cubicBezTo>
                  <a:cubicBezTo>
                    <a:pt x="258" y="369"/>
                    <a:pt x="258" y="369"/>
                    <a:pt x="258" y="369"/>
                  </a:cubicBezTo>
                  <a:cubicBezTo>
                    <a:pt x="119" y="19"/>
                    <a:pt x="119" y="19"/>
                    <a:pt x="119" y="19"/>
                  </a:cubicBezTo>
                  <a:cubicBezTo>
                    <a:pt x="115" y="7"/>
                    <a:pt x="106" y="0"/>
                    <a:pt x="98" y="0"/>
                  </a:cubicBezTo>
                  <a:close/>
                </a:path>
              </a:pathLst>
            </a:custGeom>
            <a:solidFill>
              <a:srgbClr val="4D5985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029551" y="1689046"/>
              <a:ext cx="1933376" cy="2745596"/>
              <a:chOff x="2022154" y="1461590"/>
              <a:chExt cx="1418370" cy="2014234"/>
            </a:xfrm>
          </p:grpSpPr>
          <p:sp>
            <p:nvSpPr>
              <p:cNvPr id="29" name="任意多边形: 形状 28"/>
              <p:cNvSpPr/>
              <p:nvPr/>
            </p:nvSpPr>
            <p:spPr bwMode="auto">
              <a:xfrm>
                <a:off x="2157243" y="1749827"/>
                <a:ext cx="1283281" cy="1725997"/>
              </a:xfrm>
              <a:custGeom>
                <a:avLst/>
                <a:gdLst/>
                <a:ahLst/>
                <a:cxnLst>
                  <a:cxn ang="0">
                    <a:pos x="252" y="417"/>
                  </a:cxn>
                  <a:cxn ang="0">
                    <a:pos x="87" y="0"/>
                  </a:cxn>
                  <a:cxn ang="0">
                    <a:pos x="0" y="63"/>
                  </a:cxn>
                  <a:cxn ang="0">
                    <a:pos x="134" y="400"/>
                  </a:cxn>
                  <a:cxn ang="0">
                    <a:pos x="152" y="417"/>
                  </a:cxn>
                  <a:cxn ang="0">
                    <a:pos x="252" y="417"/>
                  </a:cxn>
                </a:cxnLst>
                <a:rect l="0" t="0" r="r" b="b"/>
                <a:pathLst>
                  <a:path w="252" h="417">
                    <a:moveTo>
                      <a:pt x="252" y="417"/>
                    </a:moveTo>
                    <a:cubicBezTo>
                      <a:pt x="87" y="0"/>
                      <a:pt x="87" y="0"/>
                      <a:pt x="87" y="0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134" y="400"/>
                      <a:pt x="134" y="400"/>
                      <a:pt x="134" y="400"/>
                    </a:cubicBezTo>
                    <a:cubicBezTo>
                      <a:pt x="138" y="411"/>
                      <a:pt x="145" y="417"/>
                      <a:pt x="152" y="417"/>
                    </a:cubicBezTo>
                    <a:lnTo>
                      <a:pt x="252" y="417"/>
                    </a:lnTo>
                    <a:close/>
                  </a:path>
                </a:pathLst>
              </a:custGeom>
              <a:solidFill>
                <a:srgbClr val="7B8E9B"/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任意多边形: 形状 29"/>
              <p:cNvSpPr/>
              <p:nvPr/>
            </p:nvSpPr>
            <p:spPr bwMode="auto">
              <a:xfrm>
                <a:off x="2022154" y="1461590"/>
                <a:ext cx="737238" cy="625532"/>
              </a:xfrm>
              <a:custGeom>
                <a:avLst/>
                <a:gdLst/>
                <a:ahLst/>
                <a:cxnLst>
                  <a:cxn ang="0">
                    <a:pos x="46" y="3"/>
                  </a:cxn>
                  <a:cxn ang="0">
                    <a:pos x="130" y="54"/>
                  </a:cxn>
                  <a:cxn ang="0">
                    <a:pos x="128" y="70"/>
                  </a:cxn>
                  <a:cxn ang="0">
                    <a:pos x="14" y="113"/>
                  </a:cxn>
                  <a:cxn ang="0">
                    <a:pos x="2" y="103"/>
                  </a:cxn>
                  <a:cxn ang="0">
                    <a:pos x="32" y="9"/>
                  </a:cxn>
                  <a:cxn ang="0">
                    <a:pos x="46" y="3"/>
                  </a:cxn>
                </a:cxnLst>
                <a:rect l="0" t="0" r="r" b="b"/>
                <a:pathLst>
                  <a:path w="137" h="116">
                    <a:moveTo>
                      <a:pt x="46" y="3"/>
                    </a:moveTo>
                    <a:cubicBezTo>
                      <a:pt x="130" y="54"/>
                      <a:pt x="130" y="54"/>
                      <a:pt x="130" y="54"/>
                    </a:cubicBezTo>
                    <a:cubicBezTo>
                      <a:pt x="137" y="58"/>
                      <a:pt x="135" y="68"/>
                      <a:pt x="128" y="70"/>
                    </a:cubicBezTo>
                    <a:cubicBezTo>
                      <a:pt x="14" y="113"/>
                      <a:pt x="14" y="113"/>
                      <a:pt x="14" y="113"/>
                    </a:cubicBezTo>
                    <a:cubicBezTo>
                      <a:pt x="7" y="116"/>
                      <a:pt x="0" y="110"/>
                      <a:pt x="2" y="103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3" y="3"/>
                      <a:pt x="41" y="0"/>
                      <a:pt x="46" y="3"/>
                    </a:cubicBezTo>
                    <a:close/>
                  </a:path>
                </a:pathLst>
              </a:custGeom>
              <a:solidFill>
                <a:srgbClr val="7B8E9B"/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17" name="椭圆 16"/>
            <p:cNvSpPr/>
            <p:nvPr/>
          </p:nvSpPr>
          <p:spPr bwMode="auto">
            <a:xfrm>
              <a:off x="6156740" y="3803870"/>
              <a:ext cx="389505" cy="389505"/>
            </a:xfrm>
            <a:prstGeom prst="ellipse">
              <a:avLst/>
            </a:prstGeom>
            <a:solidFill>
              <a:srgbClr val="4D5985"/>
            </a:solidFill>
            <a:ln w="19050">
              <a:solidFill>
                <a:schemeClr val="bg1"/>
              </a:solidFill>
              <a:round/>
            </a:ln>
          </p:spPr>
          <p:txBody>
            <a:bodyPr vert="horz" wrap="none" lIns="91440" tIns="45720" rIns="91440" bIns="45720" anchor="ctr" anchorCtr="1" compatLnSpc="1"/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01</a:t>
              </a:r>
              <a:endParaRPr 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文本框 12"/>
            <p:cNvSpPr txBox="1"/>
            <p:nvPr/>
          </p:nvSpPr>
          <p:spPr>
            <a:xfrm rot="3809661">
              <a:off x="6345894" y="4609320"/>
              <a:ext cx="800218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bg1"/>
                  </a:solidFill>
                </a:rPr>
                <a:t>关键词</a:t>
              </a:r>
              <a:endParaRPr lang="zh-CN" altLang="en-US" sz="1600" b="1">
                <a:solidFill>
                  <a:schemeClr val="bg1"/>
                </a:solidFill>
              </a:endParaRPr>
            </a:p>
          </p:txBody>
        </p:sp>
        <p:sp>
          <p:nvSpPr>
            <p:cNvPr id="19" name="椭圆 18"/>
            <p:cNvSpPr/>
            <p:nvPr/>
          </p:nvSpPr>
          <p:spPr bwMode="auto">
            <a:xfrm>
              <a:off x="4588333" y="3414367"/>
              <a:ext cx="389505" cy="389505"/>
            </a:xfrm>
            <a:prstGeom prst="ellipse">
              <a:avLst/>
            </a:prstGeom>
            <a:solidFill>
              <a:srgbClr val="7B8E9B"/>
            </a:solidFill>
            <a:ln w="19050">
              <a:solidFill>
                <a:schemeClr val="bg1"/>
              </a:solidFill>
              <a:round/>
            </a:ln>
          </p:spPr>
          <p:txBody>
            <a:bodyPr vert="horz" wrap="none" lIns="91440" tIns="45720" rIns="91440" bIns="45720" anchor="ctr" anchorCtr="1" compatLnSpc="1"/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02</a:t>
              </a:r>
              <a:endParaRPr 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文本框 14"/>
            <p:cNvSpPr txBox="1"/>
            <p:nvPr/>
          </p:nvSpPr>
          <p:spPr>
            <a:xfrm rot="3809661">
              <a:off x="4777488" y="4219815"/>
              <a:ext cx="800218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bg1"/>
                  </a:solidFill>
                </a:rPr>
                <a:t>关键词</a:t>
              </a:r>
              <a:endParaRPr lang="zh-CN" altLang="en-US" sz="1600" b="1">
                <a:solidFill>
                  <a:schemeClr val="bg1"/>
                </a:solidFill>
              </a:endParaRPr>
            </a:p>
          </p:txBody>
        </p:sp>
        <p:sp>
          <p:nvSpPr>
            <p:cNvPr id="21" name="椭圆 20"/>
            <p:cNvSpPr/>
            <p:nvPr/>
          </p:nvSpPr>
          <p:spPr bwMode="auto">
            <a:xfrm>
              <a:off x="3040700" y="3030055"/>
              <a:ext cx="389505" cy="389505"/>
            </a:xfrm>
            <a:prstGeom prst="ellipse">
              <a:avLst/>
            </a:prstGeom>
            <a:solidFill>
              <a:srgbClr val="4D5985"/>
            </a:solidFill>
            <a:ln w="19050">
              <a:solidFill>
                <a:schemeClr val="bg1"/>
              </a:solidFill>
              <a:round/>
            </a:ln>
          </p:spPr>
          <p:txBody>
            <a:bodyPr vert="horz" wrap="none" lIns="91440" tIns="45720" rIns="91440" bIns="45720" anchor="ctr" anchorCtr="1" compatLnSpc="1"/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03</a:t>
              </a:r>
              <a:endParaRPr 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文本框 16"/>
            <p:cNvSpPr txBox="1"/>
            <p:nvPr/>
          </p:nvSpPr>
          <p:spPr>
            <a:xfrm rot="3809661">
              <a:off x="3229856" y="3835501"/>
              <a:ext cx="800218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关键词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1472293" y="2469168"/>
              <a:ext cx="389505" cy="389505"/>
            </a:xfrm>
            <a:prstGeom prst="ellipse">
              <a:avLst/>
            </a:prstGeom>
            <a:solidFill>
              <a:srgbClr val="7B8E9B"/>
            </a:solidFill>
            <a:ln w="19050">
              <a:solidFill>
                <a:schemeClr val="bg1"/>
              </a:solidFill>
              <a:round/>
            </a:ln>
          </p:spPr>
          <p:txBody>
            <a:bodyPr vert="horz" wrap="none" lIns="91440" tIns="45720" rIns="91440" bIns="45720" anchor="ctr" anchorCtr="1" compatLnSpc="1"/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04</a:t>
              </a:r>
              <a:endParaRPr 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文本框 18"/>
            <p:cNvSpPr txBox="1"/>
            <p:nvPr/>
          </p:nvSpPr>
          <p:spPr>
            <a:xfrm rot="3809661">
              <a:off x="1661449" y="3274614"/>
              <a:ext cx="800218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bg1"/>
                  </a:solidFill>
                </a:rPr>
                <a:t>关键词</a:t>
              </a:r>
              <a:endParaRPr lang="zh-CN" altLang="en-US" sz="1600" b="1">
                <a:solidFill>
                  <a:schemeClr val="bg1"/>
                </a:solidFill>
              </a:endParaRPr>
            </a:p>
          </p:txBody>
        </p:sp>
        <p:sp>
          <p:nvSpPr>
            <p:cNvPr id="25" name="文本框 22"/>
            <p:cNvSpPr txBox="1"/>
            <p:nvPr/>
          </p:nvSpPr>
          <p:spPr>
            <a:xfrm>
              <a:off x="5609109" y="2723368"/>
              <a:ext cx="2194347" cy="6133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此部分内容作为文字排版占位显示（建议使用主题字体）</a:t>
              </a:r>
              <a:endParaRPr lang="zh-CN" altLang="en-US" sz="1200" dirty="0"/>
            </a:p>
          </p:txBody>
        </p:sp>
        <p:sp>
          <p:nvSpPr>
            <p:cNvPr id="26" name="文本框 23"/>
            <p:cNvSpPr txBox="1"/>
            <p:nvPr/>
          </p:nvSpPr>
          <p:spPr>
            <a:xfrm>
              <a:off x="2500055" y="1990382"/>
              <a:ext cx="2194347" cy="6133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此部分内容作为文字排版占位显示（建议使用主题字体）</a:t>
              </a:r>
              <a:endParaRPr lang="zh-CN" altLang="en-US" sz="1200" dirty="0"/>
            </a:p>
          </p:txBody>
        </p:sp>
        <p:sp>
          <p:nvSpPr>
            <p:cNvPr id="27" name="文本框 24"/>
            <p:cNvSpPr txBox="1"/>
            <p:nvPr/>
          </p:nvSpPr>
          <p:spPr>
            <a:xfrm>
              <a:off x="3935601" y="5426684"/>
              <a:ext cx="2194347" cy="6133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200" dirty="0"/>
                <a:t>此部分内容作为文字排版占位显示（建议使用主题字体）</a:t>
              </a:r>
              <a:endParaRPr lang="zh-CN" altLang="en-US" sz="1200" dirty="0"/>
            </a:p>
          </p:txBody>
        </p:sp>
        <p:sp>
          <p:nvSpPr>
            <p:cNvPr id="28" name="文本框 25"/>
            <p:cNvSpPr txBox="1"/>
            <p:nvPr/>
          </p:nvSpPr>
          <p:spPr>
            <a:xfrm>
              <a:off x="918385" y="4608723"/>
              <a:ext cx="2194347" cy="6133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200" dirty="0"/>
                <a:t>此部分内容作为文字排版占位显示（建议使用主题字体）</a:t>
              </a:r>
              <a:endParaRPr lang="zh-CN" altLang="en-US" sz="1200" dirty="0"/>
            </a:p>
          </p:txBody>
        </p:sp>
      </p:grpSp>
      <p:sp>
        <p:nvSpPr>
          <p:cNvPr id="32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点击输入标题内容</a:t>
            </a:r>
            <a:endParaRPr lang="zh-CN" altLang="en-US" sz="18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"/>
          <p:cNvGrpSpPr/>
          <p:nvPr/>
        </p:nvGrpSpPr>
        <p:grpSpPr>
          <a:xfrm>
            <a:off x="554497" y="842963"/>
            <a:ext cx="8589504" cy="3744517"/>
            <a:chOff x="347368" y="1690566"/>
            <a:chExt cx="11844632" cy="5163559"/>
          </a:xfrm>
        </p:grpSpPr>
        <p:grpSp>
          <p:nvGrpSpPr>
            <p:cNvPr id="21" name="Group 2"/>
            <p:cNvGrpSpPr/>
            <p:nvPr/>
          </p:nvGrpSpPr>
          <p:grpSpPr>
            <a:xfrm>
              <a:off x="347368" y="6044508"/>
              <a:ext cx="11844632" cy="809617"/>
              <a:chOff x="347368" y="6044508"/>
              <a:chExt cx="11844632" cy="809617"/>
            </a:xfrm>
          </p:grpSpPr>
          <p:sp>
            <p:nvSpPr>
              <p:cNvPr id="50" name="Freeform: Shape 31"/>
              <p:cNvSpPr/>
              <p:nvPr/>
            </p:nvSpPr>
            <p:spPr bwMode="auto">
              <a:xfrm>
                <a:off x="4800599" y="6044508"/>
                <a:ext cx="6081122" cy="809617"/>
              </a:xfrm>
              <a:custGeom>
                <a:avLst/>
                <a:gdLst>
                  <a:gd name="T0" fmla="*/ 2000 w 2000"/>
                  <a:gd name="T1" fmla="*/ 205 h 266"/>
                  <a:gd name="T2" fmla="*/ 2000 w 2000"/>
                  <a:gd name="T3" fmla="*/ 266 h 266"/>
                  <a:gd name="T4" fmla="*/ 1344 w 2000"/>
                  <a:gd name="T5" fmla="*/ 266 h 266"/>
                  <a:gd name="T6" fmla="*/ 1314 w 2000"/>
                  <a:gd name="T7" fmla="*/ 245 h 266"/>
                  <a:gd name="T8" fmla="*/ 1325 w 2000"/>
                  <a:gd name="T9" fmla="*/ 212 h 266"/>
                  <a:gd name="T10" fmla="*/ 1344 w 2000"/>
                  <a:gd name="T11" fmla="*/ 162 h 266"/>
                  <a:gd name="T12" fmla="*/ 1353 w 2000"/>
                  <a:gd name="T13" fmla="*/ 140 h 266"/>
                  <a:gd name="T14" fmla="*/ 1374 w 2000"/>
                  <a:gd name="T15" fmla="*/ 132 h 266"/>
                  <a:gd name="T16" fmla="*/ 1376 w 2000"/>
                  <a:gd name="T17" fmla="*/ 131 h 266"/>
                  <a:gd name="T18" fmla="*/ 1376 w 2000"/>
                  <a:gd name="T19" fmla="*/ 66 h 266"/>
                  <a:gd name="T20" fmla="*/ 1376 w 2000"/>
                  <a:gd name="T21" fmla="*/ 61 h 266"/>
                  <a:gd name="T22" fmla="*/ 1218 w 2000"/>
                  <a:gd name="T23" fmla="*/ 61 h 266"/>
                  <a:gd name="T24" fmla="*/ 1212 w 2000"/>
                  <a:gd name="T25" fmla="*/ 60 h 266"/>
                  <a:gd name="T26" fmla="*/ 1206 w 2000"/>
                  <a:gd name="T27" fmla="*/ 61 h 266"/>
                  <a:gd name="T28" fmla="*/ 1131 w 2000"/>
                  <a:gd name="T29" fmla="*/ 61 h 266"/>
                  <a:gd name="T30" fmla="*/ 1131 w 2000"/>
                  <a:gd name="T31" fmla="*/ 66 h 266"/>
                  <a:gd name="T32" fmla="*/ 1131 w 2000"/>
                  <a:gd name="T33" fmla="*/ 131 h 266"/>
                  <a:gd name="T34" fmla="*/ 1133 w 2000"/>
                  <a:gd name="T35" fmla="*/ 132 h 266"/>
                  <a:gd name="T36" fmla="*/ 1154 w 2000"/>
                  <a:gd name="T37" fmla="*/ 140 h 266"/>
                  <a:gd name="T38" fmla="*/ 1163 w 2000"/>
                  <a:gd name="T39" fmla="*/ 162 h 266"/>
                  <a:gd name="T40" fmla="*/ 1182 w 2000"/>
                  <a:gd name="T41" fmla="*/ 212 h 266"/>
                  <a:gd name="T42" fmla="*/ 1193 w 2000"/>
                  <a:gd name="T43" fmla="*/ 245 h 266"/>
                  <a:gd name="T44" fmla="*/ 1164 w 2000"/>
                  <a:gd name="T45" fmla="*/ 266 h 266"/>
                  <a:gd name="T46" fmla="*/ 0 w 2000"/>
                  <a:gd name="T47" fmla="*/ 266 h 266"/>
                  <a:gd name="T48" fmla="*/ 0 w 2000"/>
                  <a:gd name="T49" fmla="*/ 205 h 266"/>
                  <a:gd name="T50" fmla="*/ 1109 w 2000"/>
                  <a:gd name="T51" fmla="*/ 205 h 266"/>
                  <a:gd name="T52" fmla="*/ 1104 w 2000"/>
                  <a:gd name="T53" fmla="*/ 186 h 266"/>
                  <a:gd name="T54" fmla="*/ 1070 w 2000"/>
                  <a:gd name="T55" fmla="*/ 133 h 266"/>
                  <a:gd name="T56" fmla="*/ 1070 w 2000"/>
                  <a:gd name="T57" fmla="*/ 68 h 266"/>
                  <a:gd name="T58" fmla="*/ 1082 w 2000"/>
                  <a:gd name="T59" fmla="*/ 20 h 266"/>
                  <a:gd name="T60" fmla="*/ 1127 w 2000"/>
                  <a:gd name="T61" fmla="*/ 0 h 266"/>
                  <a:gd name="T62" fmla="*/ 1206 w 2000"/>
                  <a:gd name="T63" fmla="*/ 0 h 266"/>
                  <a:gd name="T64" fmla="*/ 1212 w 2000"/>
                  <a:gd name="T65" fmla="*/ 1 h 266"/>
                  <a:gd name="T66" fmla="*/ 1218 w 2000"/>
                  <a:gd name="T67" fmla="*/ 0 h 266"/>
                  <a:gd name="T68" fmla="*/ 1380 w 2000"/>
                  <a:gd name="T69" fmla="*/ 0 h 266"/>
                  <a:gd name="T70" fmla="*/ 1425 w 2000"/>
                  <a:gd name="T71" fmla="*/ 20 h 266"/>
                  <a:gd name="T72" fmla="*/ 1437 w 2000"/>
                  <a:gd name="T73" fmla="*/ 68 h 266"/>
                  <a:gd name="T74" fmla="*/ 1437 w 2000"/>
                  <a:gd name="T75" fmla="*/ 133 h 266"/>
                  <a:gd name="T76" fmla="*/ 1403 w 2000"/>
                  <a:gd name="T77" fmla="*/ 186 h 266"/>
                  <a:gd name="T78" fmla="*/ 1398 w 2000"/>
                  <a:gd name="T79" fmla="*/ 205 h 266"/>
                  <a:gd name="T80" fmla="*/ 2000 w 2000"/>
                  <a:gd name="T81" fmla="*/ 205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000" h="266">
                    <a:moveTo>
                      <a:pt x="2000" y="205"/>
                    </a:moveTo>
                    <a:cubicBezTo>
                      <a:pt x="2000" y="266"/>
                      <a:pt x="2000" y="266"/>
                      <a:pt x="2000" y="266"/>
                    </a:cubicBezTo>
                    <a:cubicBezTo>
                      <a:pt x="1344" y="266"/>
                      <a:pt x="1344" y="266"/>
                      <a:pt x="1344" y="266"/>
                    </a:cubicBezTo>
                    <a:cubicBezTo>
                      <a:pt x="1330" y="266"/>
                      <a:pt x="1318" y="258"/>
                      <a:pt x="1314" y="245"/>
                    </a:cubicBezTo>
                    <a:cubicBezTo>
                      <a:pt x="1310" y="233"/>
                      <a:pt x="1314" y="219"/>
                      <a:pt x="1325" y="212"/>
                    </a:cubicBezTo>
                    <a:cubicBezTo>
                      <a:pt x="1327" y="210"/>
                      <a:pt x="1344" y="194"/>
                      <a:pt x="1344" y="162"/>
                    </a:cubicBezTo>
                    <a:cubicBezTo>
                      <a:pt x="1344" y="154"/>
                      <a:pt x="1347" y="146"/>
                      <a:pt x="1353" y="140"/>
                    </a:cubicBezTo>
                    <a:cubicBezTo>
                      <a:pt x="1359" y="134"/>
                      <a:pt x="1366" y="131"/>
                      <a:pt x="1374" y="132"/>
                    </a:cubicBezTo>
                    <a:cubicBezTo>
                      <a:pt x="1375" y="132"/>
                      <a:pt x="1375" y="131"/>
                      <a:pt x="1376" y="131"/>
                    </a:cubicBezTo>
                    <a:cubicBezTo>
                      <a:pt x="1376" y="66"/>
                      <a:pt x="1376" y="66"/>
                      <a:pt x="1376" y="66"/>
                    </a:cubicBezTo>
                    <a:cubicBezTo>
                      <a:pt x="1376" y="64"/>
                      <a:pt x="1376" y="63"/>
                      <a:pt x="1376" y="61"/>
                    </a:cubicBezTo>
                    <a:cubicBezTo>
                      <a:pt x="1218" y="61"/>
                      <a:pt x="1218" y="61"/>
                      <a:pt x="1218" y="61"/>
                    </a:cubicBezTo>
                    <a:cubicBezTo>
                      <a:pt x="1216" y="61"/>
                      <a:pt x="1214" y="61"/>
                      <a:pt x="1212" y="60"/>
                    </a:cubicBezTo>
                    <a:cubicBezTo>
                      <a:pt x="1210" y="61"/>
                      <a:pt x="1208" y="61"/>
                      <a:pt x="1206" y="61"/>
                    </a:cubicBezTo>
                    <a:cubicBezTo>
                      <a:pt x="1131" y="61"/>
                      <a:pt x="1131" y="61"/>
                      <a:pt x="1131" y="61"/>
                    </a:cubicBezTo>
                    <a:cubicBezTo>
                      <a:pt x="1131" y="63"/>
                      <a:pt x="1131" y="64"/>
                      <a:pt x="1131" y="66"/>
                    </a:cubicBezTo>
                    <a:cubicBezTo>
                      <a:pt x="1131" y="131"/>
                      <a:pt x="1131" y="131"/>
                      <a:pt x="1131" y="131"/>
                    </a:cubicBezTo>
                    <a:cubicBezTo>
                      <a:pt x="1132" y="131"/>
                      <a:pt x="1132" y="132"/>
                      <a:pt x="1133" y="132"/>
                    </a:cubicBezTo>
                    <a:cubicBezTo>
                      <a:pt x="1141" y="131"/>
                      <a:pt x="1149" y="134"/>
                      <a:pt x="1154" y="140"/>
                    </a:cubicBezTo>
                    <a:cubicBezTo>
                      <a:pt x="1161" y="146"/>
                      <a:pt x="1163" y="154"/>
                      <a:pt x="1163" y="162"/>
                    </a:cubicBezTo>
                    <a:cubicBezTo>
                      <a:pt x="1163" y="194"/>
                      <a:pt x="1180" y="210"/>
                      <a:pt x="1182" y="212"/>
                    </a:cubicBezTo>
                    <a:cubicBezTo>
                      <a:pt x="1193" y="219"/>
                      <a:pt x="1197" y="233"/>
                      <a:pt x="1193" y="245"/>
                    </a:cubicBezTo>
                    <a:cubicBezTo>
                      <a:pt x="1189" y="258"/>
                      <a:pt x="1177" y="266"/>
                      <a:pt x="1164" y="266"/>
                    </a:cubicBezTo>
                    <a:cubicBezTo>
                      <a:pt x="0" y="266"/>
                      <a:pt x="0" y="266"/>
                      <a:pt x="0" y="266"/>
                    </a:cubicBezTo>
                    <a:cubicBezTo>
                      <a:pt x="0" y="205"/>
                      <a:pt x="0" y="205"/>
                      <a:pt x="0" y="205"/>
                    </a:cubicBezTo>
                    <a:cubicBezTo>
                      <a:pt x="1109" y="205"/>
                      <a:pt x="1109" y="205"/>
                      <a:pt x="1109" y="205"/>
                    </a:cubicBezTo>
                    <a:cubicBezTo>
                      <a:pt x="1107" y="199"/>
                      <a:pt x="1106" y="193"/>
                      <a:pt x="1104" y="186"/>
                    </a:cubicBezTo>
                    <a:cubicBezTo>
                      <a:pt x="1085" y="177"/>
                      <a:pt x="1070" y="159"/>
                      <a:pt x="1070" y="133"/>
                    </a:cubicBezTo>
                    <a:cubicBezTo>
                      <a:pt x="1070" y="68"/>
                      <a:pt x="1070" y="68"/>
                      <a:pt x="1070" y="68"/>
                    </a:cubicBezTo>
                    <a:cubicBezTo>
                      <a:pt x="1069" y="59"/>
                      <a:pt x="1068" y="37"/>
                      <a:pt x="1082" y="20"/>
                    </a:cubicBezTo>
                    <a:cubicBezTo>
                      <a:pt x="1089" y="11"/>
                      <a:pt x="1103" y="0"/>
                      <a:pt x="1127" y="0"/>
                    </a:cubicBezTo>
                    <a:cubicBezTo>
                      <a:pt x="1206" y="0"/>
                      <a:pt x="1206" y="0"/>
                      <a:pt x="1206" y="0"/>
                    </a:cubicBezTo>
                    <a:cubicBezTo>
                      <a:pt x="1208" y="0"/>
                      <a:pt x="1210" y="0"/>
                      <a:pt x="1212" y="1"/>
                    </a:cubicBezTo>
                    <a:cubicBezTo>
                      <a:pt x="1214" y="0"/>
                      <a:pt x="1216" y="0"/>
                      <a:pt x="1218" y="0"/>
                    </a:cubicBezTo>
                    <a:cubicBezTo>
                      <a:pt x="1380" y="0"/>
                      <a:pt x="1380" y="0"/>
                      <a:pt x="1380" y="0"/>
                    </a:cubicBezTo>
                    <a:cubicBezTo>
                      <a:pt x="1404" y="0"/>
                      <a:pt x="1418" y="11"/>
                      <a:pt x="1425" y="20"/>
                    </a:cubicBezTo>
                    <a:cubicBezTo>
                      <a:pt x="1439" y="37"/>
                      <a:pt x="1438" y="59"/>
                      <a:pt x="1437" y="68"/>
                    </a:cubicBezTo>
                    <a:cubicBezTo>
                      <a:pt x="1437" y="133"/>
                      <a:pt x="1437" y="133"/>
                      <a:pt x="1437" y="133"/>
                    </a:cubicBezTo>
                    <a:cubicBezTo>
                      <a:pt x="1437" y="154"/>
                      <a:pt x="1425" y="176"/>
                      <a:pt x="1403" y="186"/>
                    </a:cubicBezTo>
                    <a:cubicBezTo>
                      <a:pt x="1402" y="193"/>
                      <a:pt x="1400" y="199"/>
                      <a:pt x="1398" y="205"/>
                    </a:cubicBezTo>
                    <a:lnTo>
                      <a:pt x="2000" y="205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1" name="Rectangle 32"/>
              <p:cNvSpPr/>
              <p:nvPr/>
            </p:nvSpPr>
            <p:spPr>
              <a:xfrm>
                <a:off x="9232459" y="6667708"/>
                <a:ext cx="2959541" cy="186417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52" name="Rectangle 34"/>
              <p:cNvSpPr/>
              <p:nvPr/>
            </p:nvSpPr>
            <p:spPr>
              <a:xfrm>
                <a:off x="347368" y="6667708"/>
                <a:ext cx="4453231" cy="186417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22" name="Group 3"/>
            <p:cNvGrpSpPr/>
            <p:nvPr/>
          </p:nvGrpSpPr>
          <p:grpSpPr>
            <a:xfrm>
              <a:off x="6864481" y="1690566"/>
              <a:ext cx="3728095" cy="4335950"/>
              <a:chOff x="6864481" y="1690566"/>
              <a:chExt cx="3728095" cy="4335950"/>
            </a:xfrm>
          </p:grpSpPr>
          <p:sp>
            <p:nvSpPr>
              <p:cNvPr id="23" name="Freeform: Shape 4"/>
              <p:cNvSpPr/>
              <p:nvPr/>
            </p:nvSpPr>
            <p:spPr bwMode="auto">
              <a:xfrm>
                <a:off x="8254967" y="5016422"/>
                <a:ext cx="230034" cy="888009"/>
              </a:xfrm>
              <a:custGeom>
                <a:avLst/>
                <a:gdLst>
                  <a:gd name="T0" fmla="*/ 76 w 76"/>
                  <a:gd name="T1" fmla="*/ 292 h 292"/>
                  <a:gd name="T2" fmla="*/ 53 w 76"/>
                  <a:gd name="T3" fmla="*/ 292 h 292"/>
                  <a:gd name="T4" fmla="*/ 0 w 76"/>
                  <a:gd name="T5" fmla="*/ 10 h 292"/>
                  <a:gd name="T6" fmla="*/ 21 w 76"/>
                  <a:gd name="T7" fmla="*/ 0 h 292"/>
                  <a:gd name="T8" fmla="*/ 76 w 76"/>
                  <a:gd name="T9" fmla="*/ 292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292">
                    <a:moveTo>
                      <a:pt x="76" y="292"/>
                    </a:moveTo>
                    <a:cubicBezTo>
                      <a:pt x="53" y="292"/>
                      <a:pt x="53" y="292"/>
                      <a:pt x="53" y="292"/>
                    </a:cubicBezTo>
                    <a:cubicBezTo>
                      <a:pt x="53" y="118"/>
                      <a:pt x="1" y="11"/>
                      <a:pt x="0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4" y="4"/>
                      <a:pt x="76" y="112"/>
                      <a:pt x="76" y="29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Freeform: Shape 5"/>
              <p:cNvSpPr/>
              <p:nvPr/>
            </p:nvSpPr>
            <p:spPr bwMode="auto">
              <a:xfrm>
                <a:off x="8707325" y="4989435"/>
                <a:ext cx="231319" cy="888009"/>
              </a:xfrm>
              <a:custGeom>
                <a:avLst/>
                <a:gdLst>
                  <a:gd name="T0" fmla="*/ 24 w 76"/>
                  <a:gd name="T1" fmla="*/ 292 h 292"/>
                  <a:gd name="T2" fmla="*/ 0 w 76"/>
                  <a:gd name="T3" fmla="*/ 292 h 292"/>
                  <a:gd name="T4" fmla="*/ 55 w 76"/>
                  <a:gd name="T5" fmla="*/ 0 h 292"/>
                  <a:gd name="T6" fmla="*/ 76 w 76"/>
                  <a:gd name="T7" fmla="*/ 11 h 292"/>
                  <a:gd name="T8" fmla="*/ 66 w 76"/>
                  <a:gd name="T9" fmla="*/ 6 h 292"/>
                  <a:gd name="T10" fmla="*/ 76 w 76"/>
                  <a:gd name="T11" fmla="*/ 11 h 292"/>
                  <a:gd name="T12" fmla="*/ 24 w 76"/>
                  <a:gd name="T13" fmla="*/ 292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" h="292">
                    <a:moveTo>
                      <a:pt x="24" y="292"/>
                    </a:moveTo>
                    <a:cubicBezTo>
                      <a:pt x="0" y="292"/>
                      <a:pt x="0" y="292"/>
                      <a:pt x="0" y="292"/>
                    </a:cubicBezTo>
                    <a:cubicBezTo>
                      <a:pt x="0" y="113"/>
                      <a:pt x="53" y="5"/>
                      <a:pt x="55" y="0"/>
                    </a:cubicBezTo>
                    <a:cubicBezTo>
                      <a:pt x="76" y="11"/>
                      <a:pt x="76" y="11"/>
                      <a:pt x="76" y="11"/>
                    </a:cubicBezTo>
                    <a:cubicBezTo>
                      <a:pt x="66" y="6"/>
                      <a:pt x="66" y="6"/>
                      <a:pt x="66" y="6"/>
                    </a:cubicBezTo>
                    <a:cubicBezTo>
                      <a:pt x="76" y="11"/>
                      <a:pt x="76" y="11"/>
                      <a:pt x="76" y="11"/>
                    </a:cubicBezTo>
                    <a:cubicBezTo>
                      <a:pt x="76" y="12"/>
                      <a:pt x="24" y="119"/>
                      <a:pt x="24" y="29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Freeform: Shape 6"/>
              <p:cNvSpPr/>
              <p:nvPr/>
            </p:nvSpPr>
            <p:spPr bwMode="auto">
              <a:xfrm>
                <a:off x="7625265" y="2173766"/>
                <a:ext cx="514043" cy="514043"/>
              </a:xfrm>
              <a:custGeom>
                <a:avLst/>
                <a:gdLst>
                  <a:gd name="T0" fmla="*/ 21 w 169"/>
                  <a:gd name="T1" fmla="*/ 46 h 169"/>
                  <a:gd name="T2" fmla="*/ 46 w 169"/>
                  <a:gd name="T3" fmla="*/ 148 h 169"/>
                  <a:gd name="T4" fmla="*/ 148 w 169"/>
                  <a:gd name="T5" fmla="*/ 123 h 169"/>
                  <a:gd name="T6" fmla="*/ 123 w 169"/>
                  <a:gd name="T7" fmla="*/ 21 h 169"/>
                  <a:gd name="T8" fmla="*/ 21 w 169"/>
                  <a:gd name="T9" fmla="*/ 46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9" h="169">
                    <a:moveTo>
                      <a:pt x="21" y="46"/>
                    </a:moveTo>
                    <a:cubicBezTo>
                      <a:pt x="0" y="81"/>
                      <a:pt x="11" y="127"/>
                      <a:pt x="46" y="148"/>
                    </a:cubicBezTo>
                    <a:cubicBezTo>
                      <a:pt x="81" y="169"/>
                      <a:pt x="127" y="158"/>
                      <a:pt x="148" y="123"/>
                    </a:cubicBezTo>
                    <a:cubicBezTo>
                      <a:pt x="169" y="88"/>
                      <a:pt x="158" y="43"/>
                      <a:pt x="123" y="21"/>
                    </a:cubicBezTo>
                    <a:cubicBezTo>
                      <a:pt x="88" y="0"/>
                      <a:pt x="43" y="11"/>
                      <a:pt x="21" y="46"/>
                    </a:cubicBezTo>
                  </a:path>
                </a:pathLst>
              </a:custGeom>
              <a:solidFill>
                <a:srgbClr val="7B8E9B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Freeform: Shape 7"/>
              <p:cNvSpPr/>
              <p:nvPr/>
            </p:nvSpPr>
            <p:spPr bwMode="auto">
              <a:xfrm>
                <a:off x="7500610" y="2049111"/>
                <a:ext cx="765924" cy="763353"/>
              </a:xfrm>
              <a:custGeom>
                <a:avLst/>
                <a:gdLst>
                  <a:gd name="T0" fmla="*/ 45 w 252"/>
                  <a:gd name="T1" fmla="*/ 64 h 251"/>
                  <a:gd name="T2" fmla="*/ 20 w 252"/>
                  <a:gd name="T3" fmla="*/ 56 h 251"/>
                  <a:gd name="T4" fmla="*/ 29 w 252"/>
                  <a:gd name="T5" fmla="*/ 94 h 251"/>
                  <a:gd name="T6" fmla="*/ 24 w 252"/>
                  <a:gd name="T7" fmla="*/ 110 h 251"/>
                  <a:gd name="T8" fmla="*/ 0 w 252"/>
                  <a:gd name="T9" fmla="*/ 141 h 251"/>
                  <a:gd name="T10" fmla="*/ 30 w 252"/>
                  <a:gd name="T11" fmla="*/ 161 h 251"/>
                  <a:gd name="T12" fmla="*/ 10 w 252"/>
                  <a:gd name="T13" fmla="*/ 177 h 251"/>
                  <a:gd name="T14" fmla="*/ 47 w 252"/>
                  <a:gd name="T15" fmla="*/ 191 h 251"/>
                  <a:gd name="T16" fmla="*/ 59 w 252"/>
                  <a:gd name="T17" fmla="*/ 203 h 251"/>
                  <a:gd name="T18" fmla="*/ 71 w 252"/>
                  <a:gd name="T19" fmla="*/ 239 h 251"/>
                  <a:gd name="T20" fmla="*/ 109 w 252"/>
                  <a:gd name="T21" fmla="*/ 226 h 251"/>
                  <a:gd name="T22" fmla="*/ 113 w 252"/>
                  <a:gd name="T23" fmla="*/ 251 h 251"/>
                  <a:gd name="T24" fmla="*/ 144 w 252"/>
                  <a:gd name="T25" fmla="*/ 226 h 251"/>
                  <a:gd name="T26" fmla="*/ 168 w 252"/>
                  <a:gd name="T27" fmla="*/ 219 h 251"/>
                  <a:gd name="T28" fmla="*/ 206 w 252"/>
                  <a:gd name="T29" fmla="*/ 223 h 251"/>
                  <a:gd name="T30" fmla="*/ 196 w 252"/>
                  <a:gd name="T31" fmla="*/ 199 h 251"/>
                  <a:gd name="T32" fmla="*/ 207 w 252"/>
                  <a:gd name="T33" fmla="*/ 188 h 251"/>
                  <a:gd name="T34" fmla="*/ 243 w 252"/>
                  <a:gd name="T35" fmla="*/ 172 h 251"/>
                  <a:gd name="T36" fmla="*/ 223 w 252"/>
                  <a:gd name="T37" fmla="*/ 156 h 251"/>
                  <a:gd name="T38" fmla="*/ 227 w 252"/>
                  <a:gd name="T39" fmla="*/ 141 h 251"/>
                  <a:gd name="T40" fmla="*/ 251 w 252"/>
                  <a:gd name="T41" fmla="*/ 110 h 251"/>
                  <a:gd name="T42" fmla="*/ 226 w 252"/>
                  <a:gd name="T43" fmla="*/ 106 h 251"/>
                  <a:gd name="T44" fmla="*/ 222 w 252"/>
                  <a:gd name="T45" fmla="*/ 90 h 251"/>
                  <a:gd name="T46" fmla="*/ 228 w 252"/>
                  <a:gd name="T47" fmla="*/ 52 h 251"/>
                  <a:gd name="T48" fmla="*/ 202 w 252"/>
                  <a:gd name="T49" fmla="*/ 59 h 251"/>
                  <a:gd name="T50" fmla="*/ 190 w 252"/>
                  <a:gd name="T51" fmla="*/ 46 h 251"/>
                  <a:gd name="T52" fmla="*/ 179 w 252"/>
                  <a:gd name="T53" fmla="*/ 14 h 251"/>
                  <a:gd name="T54" fmla="*/ 163 w 252"/>
                  <a:gd name="T55" fmla="*/ 32 h 251"/>
                  <a:gd name="T56" fmla="*/ 142 w 252"/>
                  <a:gd name="T57" fmla="*/ 24 h 251"/>
                  <a:gd name="T58" fmla="*/ 113 w 252"/>
                  <a:gd name="T59" fmla="*/ 0 h 251"/>
                  <a:gd name="T60" fmla="*/ 108 w 252"/>
                  <a:gd name="T61" fmla="*/ 25 h 251"/>
                  <a:gd name="T62" fmla="*/ 84 w 252"/>
                  <a:gd name="T63" fmla="*/ 32 h 251"/>
                  <a:gd name="T64" fmla="*/ 46 w 252"/>
                  <a:gd name="T65" fmla="*/ 28 h 251"/>
                  <a:gd name="T66" fmla="*/ 56 w 252"/>
                  <a:gd name="T67" fmla="*/ 52 h 251"/>
                  <a:gd name="T68" fmla="*/ 198 w 252"/>
                  <a:gd name="T69" fmla="*/ 170 h 251"/>
                  <a:gd name="T70" fmla="*/ 53 w 252"/>
                  <a:gd name="T71" fmla="*/ 82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52" h="251">
                    <a:moveTo>
                      <a:pt x="56" y="52"/>
                    </a:moveTo>
                    <a:cubicBezTo>
                      <a:pt x="52" y="55"/>
                      <a:pt x="48" y="59"/>
                      <a:pt x="45" y="64"/>
                    </a:cubicBezTo>
                    <a:cubicBezTo>
                      <a:pt x="44" y="63"/>
                      <a:pt x="44" y="63"/>
                      <a:pt x="44" y="63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9" y="79"/>
                      <a:pt x="9" y="79"/>
                      <a:pt x="9" y="79"/>
                    </a:cubicBezTo>
                    <a:cubicBezTo>
                      <a:pt x="29" y="94"/>
                      <a:pt x="29" y="94"/>
                      <a:pt x="29" y="94"/>
                    </a:cubicBezTo>
                    <a:cubicBezTo>
                      <a:pt x="27" y="100"/>
                      <a:pt x="25" y="105"/>
                      <a:pt x="25" y="110"/>
                    </a:cubicBezTo>
                    <a:cubicBezTo>
                      <a:pt x="24" y="110"/>
                      <a:pt x="24" y="110"/>
                      <a:pt x="24" y="110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0" y="141"/>
                      <a:pt x="0" y="141"/>
                      <a:pt x="0" y="141"/>
                    </a:cubicBezTo>
                    <a:cubicBezTo>
                      <a:pt x="25" y="145"/>
                      <a:pt x="25" y="145"/>
                      <a:pt x="25" y="145"/>
                    </a:cubicBezTo>
                    <a:cubicBezTo>
                      <a:pt x="27" y="150"/>
                      <a:pt x="28" y="156"/>
                      <a:pt x="30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10" y="177"/>
                      <a:pt x="10" y="177"/>
                      <a:pt x="10" y="177"/>
                    </a:cubicBezTo>
                    <a:cubicBezTo>
                      <a:pt x="23" y="199"/>
                      <a:pt x="23" y="199"/>
                      <a:pt x="23" y="199"/>
                    </a:cubicBezTo>
                    <a:cubicBezTo>
                      <a:pt x="47" y="191"/>
                      <a:pt x="47" y="191"/>
                      <a:pt x="47" y="191"/>
                    </a:cubicBezTo>
                    <a:cubicBezTo>
                      <a:pt x="51" y="195"/>
                      <a:pt x="52" y="198"/>
                      <a:pt x="59" y="203"/>
                    </a:cubicBezTo>
                    <a:cubicBezTo>
                      <a:pt x="59" y="203"/>
                      <a:pt x="59" y="203"/>
                      <a:pt x="59" y="203"/>
                    </a:cubicBezTo>
                    <a:cubicBezTo>
                      <a:pt x="50" y="226"/>
                      <a:pt x="50" y="226"/>
                      <a:pt x="50" y="226"/>
                    </a:cubicBezTo>
                    <a:cubicBezTo>
                      <a:pt x="71" y="239"/>
                      <a:pt x="71" y="239"/>
                      <a:pt x="71" y="239"/>
                    </a:cubicBezTo>
                    <a:cubicBezTo>
                      <a:pt x="88" y="220"/>
                      <a:pt x="88" y="220"/>
                      <a:pt x="88" y="220"/>
                    </a:cubicBezTo>
                    <a:cubicBezTo>
                      <a:pt x="95" y="223"/>
                      <a:pt x="102" y="225"/>
                      <a:pt x="109" y="226"/>
                    </a:cubicBezTo>
                    <a:cubicBezTo>
                      <a:pt x="109" y="227"/>
                      <a:pt x="109" y="227"/>
                      <a:pt x="109" y="227"/>
                    </a:cubicBezTo>
                    <a:cubicBezTo>
                      <a:pt x="113" y="251"/>
                      <a:pt x="113" y="251"/>
                      <a:pt x="113" y="251"/>
                    </a:cubicBezTo>
                    <a:cubicBezTo>
                      <a:pt x="139" y="251"/>
                      <a:pt x="139" y="251"/>
                      <a:pt x="139" y="251"/>
                    </a:cubicBezTo>
                    <a:cubicBezTo>
                      <a:pt x="144" y="226"/>
                      <a:pt x="144" y="226"/>
                      <a:pt x="144" y="226"/>
                    </a:cubicBezTo>
                    <a:cubicBezTo>
                      <a:pt x="152" y="225"/>
                      <a:pt x="160" y="222"/>
                      <a:pt x="167" y="219"/>
                    </a:cubicBezTo>
                    <a:cubicBezTo>
                      <a:pt x="168" y="219"/>
                      <a:pt x="168" y="219"/>
                      <a:pt x="168" y="219"/>
                    </a:cubicBezTo>
                    <a:cubicBezTo>
                      <a:pt x="185" y="237"/>
                      <a:pt x="185" y="237"/>
                      <a:pt x="185" y="237"/>
                    </a:cubicBezTo>
                    <a:cubicBezTo>
                      <a:pt x="206" y="223"/>
                      <a:pt x="206" y="223"/>
                      <a:pt x="206" y="223"/>
                    </a:cubicBezTo>
                    <a:cubicBezTo>
                      <a:pt x="196" y="199"/>
                      <a:pt x="196" y="199"/>
                      <a:pt x="196" y="199"/>
                    </a:cubicBezTo>
                    <a:cubicBezTo>
                      <a:pt x="196" y="199"/>
                      <a:pt x="196" y="199"/>
                      <a:pt x="196" y="199"/>
                    </a:cubicBezTo>
                    <a:cubicBezTo>
                      <a:pt x="200" y="196"/>
                      <a:pt x="204" y="192"/>
                      <a:pt x="207" y="187"/>
                    </a:cubicBezTo>
                    <a:cubicBezTo>
                      <a:pt x="207" y="188"/>
                      <a:pt x="207" y="188"/>
                      <a:pt x="207" y="188"/>
                    </a:cubicBezTo>
                    <a:cubicBezTo>
                      <a:pt x="231" y="195"/>
                      <a:pt x="231" y="195"/>
                      <a:pt x="231" y="195"/>
                    </a:cubicBezTo>
                    <a:cubicBezTo>
                      <a:pt x="243" y="172"/>
                      <a:pt x="243" y="172"/>
                      <a:pt x="243" y="172"/>
                    </a:cubicBezTo>
                    <a:cubicBezTo>
                      <a:pt x="223" y="157"/>
                      <a:pt x="223" y="157"/>
                      <a:pt x="223" y="157"/>
                    </a:cubicBezTo>
                    <a:cubicBezTo>
                      <a:pt x="223" y="156"/>
                      <a:pt x="223" y="156"/>
                      <a:pt x="223" y="156"/>
                    </a:cubicBezTo>
                    <a:cubicBezTo>
                      <a:pt x="224" y="151"/>
                      <a:pt x="226" y="146"/>
                      <a:pt x="226" y="141"/>
                    </a:cubicBezTo>
                    <a:cubicBezTo>
                      <a:pt x="227" y="141"/>
                      <a:pt x="227" y="141"/>
                      <a:pt x="227" y="141"/>
                    </a:cubicBezTo>
                    <a:cubicBezTo>
                      <a:pt x="252" y="136"/>
                      <a:pt x="252" y="136"/>
                      <a:pt x="252" y="136"/>
                    </a:cubicBezTo>
                    <a:cubicBezTo>
                      <a:pt x="251" y="110"/>
                      <a:pt x="251" y="110"/>
                      <a:pt x="251" y="110"/>
                    </a:cubicBezTo>
                    <a:cubicBezTo>
                      <a:pt x="226" y="106"/>
                      <a:pt x="226" y="106"/>
                      <a:pt x="226" y="106"/>
                    </a:cubicBezTo>
                    <a:cubicBezTo>
                      <a:pt x="226" y="106"/>
                      <a:pt x="226" y="106"/>
                      <a:pt x="226" y="106"/>
                    </a:cubicBezTo>
                    <a:cubicBezTo>
                      <a:pt x="224" y="101"/>
                      <a:pt x="223" y="95"/>
                      <a:pt x="221" y="90"/>
                    </a:cubicBezTo>
                    <a:cubicBezTo>
                      <a:pt x="222" y="90"/>
                      <a:pt x="222" y="90"/>
                      <a:pt x="222" y="90"/>
                    </a:cubicBezTo>
                    <a:cubicBezTo>
                      <a:pt x="241" y="74"/>
                      <a:pt x="241" y="74"/>
                      <a:pt x="241" y="74"/>
                    </a:cubicBezTo>
                    <a:cubicBezTo>
                      <a:pt x="228" y="52"/>
                      <a:pt x="228" y="52"/>
                      <a:pt x="228" y="52"/>
                    </a:cubicBezTo>
                    <a:cubicBezTo>
                      <a:pt x="204" y="60"/>
                      <a:pt x="204" y="60"/>
                      <a:pt x="204" y="60"/>
                    </a:cubicBezTo>
                    <a:cubicBezTo>
                      <a:pt x="202" y="59"/>
                      <a:pt x="202" y="59"/>
                      <a:pt x="202" y="59"/>
                    </a:cubicBezTo>
                    <a:cubicBezTo>
                      <a:pt x="199" y="55"/>
                      <a:pt x="196" y="52"/>
                      <a:pt x="189" y="47"/>
                    </a:cubicBezTo>
                    <a:cubicBezTo>
                      <a:pt x="190" y="46"/>
                      <a:pt x="190" y="46"/>
                      <a:pt x="190" y="46"/>
                    </a:cubicBezTo>
                    <a:cubicBezTo>
                      <a:pt x="200" y="28"/>
                      <a:pt x="200" y="28"/>
                      <a:pt x="200" y="28"/>
                    </a:cubicBezTo>
                    <a:cubicBezTo>
                      <a:pt x="179" y="14"/>
                      <a:pt x="179" y="14"/>
                      <a:pt x="179" y="14"/>
                    </a:cubicBezTo>
                    <a:cubicBezTo>
                      <a:pt x="162" y="32"/>
                      <a:pt x="162" y="32"/>
                      <a:pt x="162" y="32"/>
                    </a:cubicBezTo>
                    <a:cubicBezTo>
                      <a:pt x="163" y="32"/>
                      <a:pt x="163" y="32"/>
                      <a:pt x="163" y="32"/>
                    </a:cubicBezTo>
                    <a:cubicBezTo>
                      <a:pt x="156" y="29"/>
                      <a:pt x="149" y="27"/>
                      <a:pt x="142" y="25"/>
                    </a:cubicBezTo>
                    <a:cubicBezTo>
                      <a:pt x="142" y="24"/>
                      <a:pt x="142" y="24"/>
                      <a:pt x="142" y="24"/>
                    </a:cubicBezTo>
                    <a:cubicBezTo>
                      <a:pt x="138" y="0"/>
                      <a:pt x="138" y="0"/>
                      <a:pt x="138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0" y="27"/>
                      <a:pt x="92" y="29"/>
                      <a:pt x="84" y="32"/>
                    </a:cubicBezTo>
                    <a:cubicBezTo>
                      <a:pt x="84" y="32"/>
                      <a:pt x="84" y="32"/>
                      <a:pt x="84" y="32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55" y="52"/>
                      <a:pt x="55" y="52"/>
                      <a:pt x="55" y="52"/>
                    </a:cubicBezTo>
                    <a:lnTo>
                      <a:pt x="56" y="52"/>
                    </a:lnTo>
                    <a:close/>
                    <a:moveTo>
                      <a:pt x="169" y="53"/>
                    </a:moveTo>
                    <a:cubicBezTo>
                      <a:pt x="209" y="78"/>
                      <a:pt x="222" y="130"/>
                      <a:pt x="198" y="170"/>
                    </a:cubicBezTo>
                    <a:cubicBezTo>
                      <a:pt x="174" y="210"/>
                      <a:pt x="122" y="222"/>
                      <a:pt x="82" y="198"/>
                    </a:cubicBezTo>
                    <a:cubicBezTo>
                      <a:pt x="42" y="174"/>
                      <a:pt x="29" y="122"/>
                      <a:pt x="53" y="82"/>
                    </a:cubicBezTo>
                    <a:cubicBezTo>
                      <a:pt x="77" y="42"/>
                      <a:pt x="129" y="29"/>
                      <a:pt x="169" y="53"/>
                    </a:cubicBezTo>
                    <a:close/>
                  </a:path>
                </a:pathLst>
              </a:custGeom>
              <a:solidFill>
                <a:srgbClr val="7B8E9B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Freeform: Shape 8"/>
              <p:cNvSpPr/>
              <p:nvPr/>
            </p:nvSpPr>
            <p:spPr bwMode="auto">
              <a:xfrm>
                <a:off x="8640499" y="2240591"/>
                <a:ext cx="1252979" cy="1252979"/>
              </a:xfrm>
              <a:custGeom>
                <a:avLst/>
                <a:gdLst>
                  <a:gd name="T0" fmla="*/ 52 w 412"/>
                  <a:gd name="T1" fmla="*/ 112 h 412"/>
                  <a:gd name="T2" fmla="*/ 112 w 412"/>
                  <a:gd name="T3" fmla="*/ 361 h 412"/>
                  <a:gd name="T4" fmla="*/ 360 w 412"/>
                  <a:gd name="T5" fmla="*/ 300 h 412"/>
                  <a:gd name="T6" fmla="*/ 300 w 412"/>
                  <a:gd name="T7" fmla="*/ 52 h 412"/>
                  <a:gd name="T8" fmla="*/ 52 w 412"/>
                  <a:gd name="T9" fmla="*/ 112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2" h="412">
                    <a:moveTo>
                      <a:pt x="52" y="112"/>
                    </a:moveTo>
                    <a:cubicBezTo>
                      <a:pt x="0" y="198"/>
                      <a:pt x="27" y="309"/>
                      <a:pt x="112" y="361"/>
                    </a:cubicBezTo>
                    <a:cubicBezTo>
                      <a:pt x="197" y="412"/>
                      <a:pt x="308" y="385"/>
                      <a:pt x="360" y="300"/>
                    </a:cubicBezTo>
                    <a:cubicBezTo>
                      <a:pt x="412" y="215"/>
                      <a:pt x="385" y="104"/>
                      <a:pt x="300" y="52"/>
                    </a:cubicBezTo>
                    <a:cubicBezTo>
                      <a:pt x="214" y="0"/>
                      <a:pt x="103" y="27"/>
                      <a:pt x="52" y="11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none" lIns="91440" tIns="45720" rIns="91440" bIns="45720" anchor="ctr" anchorCtr="0" compatLnSpc="1">
                <a:normAutofit/>
              </a:bodyPr>
              <a:lstStyle/>
              <a:p>
                <a:pPr algn="ctr"/>
                <a:r>
                  <a:rPr lang="zh-CN" altLang="en-US" sz="1100"/>
                  <a:t>关键词</a:t>
                </a:r>
                <a:endParaRPr lang="zh-CN" altLang="en-US" sz="1100"/>
              </a:p>
            </p:txBody>
          </p:sp>
          <p:sp>
            <p:nvSpPr>
              <p:cNvPr id="28" name="Freeform: Shape 9"/>
              <p:cNvSpPr/>
              <p:nvPr/>
            </p:nvSpPr>
            <p:spPr bwMode="auto">
              <a:xfrm>
                <a:off x="8333359" y="1933451"/>
                <a:ext cx="1869831" cy="1863405"/>
              </a:xfrm>
              <a:custGeom>
                <a:avLst/>
                <a:gdLst>
                  <a:gd name="T0" fmla="*/ 109 w 615"/>
                  <a:gd name="T1" fmla="*/ 156 h 613"/>
                  <a:gd name="T2" fmla="*/ 50 w 615"/>
                  <a:gd name="T3" fmla="*/ 137 h 613"/>
                  <a:gd name="T4" fmla="*/ 70 w 615"/>
                  <a:gd name="T5" fmla="*/ 231 h 613"/>
                  <a:gd name="T6" fmla="*/ 59 w 615"/>
                  <a:gd name="T7" fmla="*/ 270 h 613"/>
                  <a:gd name="T8" fmla="*/ 1 w 615"/>
                  <a:gd name="T9" fmla="*/ 344 h 613"/>
                  <a:gd name="T10" fmla="*/ 73 w 615"/>
                  <a:gd name="T11" fmla="*/ 393 h 613"/>
                  <a:gd name="T12" fmla="*/ 26 w 615"/>
                  <a:gd name="T13" fmla="*/ 432 h 613"/>
                  <a:gd name="T14" fmla="*/ 116 w 615"/>
                  <a:gd name="T15" fmla="*/ 466 h 613"/>
                  <a:gd name="T16" fmla="*/ 144 w 615"/>
                  <a:gd name="T17" fmla="*/ 496 h 613"/>
                  <a:gd name="T18" fmla="*/ 175 w 615"/>
                  <a:gd name="T19" fmla="*/ 583 h 613"/>
                  <a:gd name="T20" fmla="*/ 267 w 615"/>
                  <a:gd name="T21" fmla="*/ 553 h 613"/>
                  <a:gd name="T22" fmla="*/ 277 w 615"/>
                  <a:gd name="T23" fmla="*/ 613 h 613"/>
                  <a:gd name="T24" fmla="*/ 351 w 615"/>
                  <a:gd name="T25" fmla="*/ 552 h 613"/>
                  <a:gd name="T26" fmla="*/ 409 w 615"/>
                  <a:gd name="T27" fmla="*/ 536 h 613"/>
                  <a:gd name="T28" fmla="*/ 503 w 615"/>
                  <a:gd name="T29" fmla="*/ 545 h 613"/>
                  <a:gd name="T30" fmla="*/ 479 w 615"/>
                  <a:gd name="T31" fmla="*/ 487 h 613"/>
                  <a:gd name="T32" fmla="*/ 507 w 615"/>
                  <a:gd name="T33" fmla="*/ 458 h 613"/>
                  <a:gd name="T34" fmla="*/ 593 w 615"/>
                  <a:gd name="T35" fmla="*/ 421 h 613"/>
                  <a:gd name="T36" fmla="*/ 544 w 615"/>
                  <a:gd name="T37" fmla="*/ 382 h 613"/>
                  <a:gd name="T38" fmla="*/ 555 w 615"/>
                  <a:gd name="T39" fmla="*/ 344 h 613"/>
                  <a:gd name="T40" fmla="*/ 613 w 615"/>
                  <a:gd name="T41" fmla="*/ 270 h 613"/>
                  <a:gd name="T42" fmla="*/ 551 w 615"/>
                  <a:gd name="T43" fmla="*/ 259 h 613"/>
                  <a:gd name="T44" fmla="*/ 542 w 615"/>
                  <a:gd name="T45" fmla="*/ 220 h 613"/>
                  <a:gd name="T46" fmla="*/ 558 w 615"/>
                  <a:gd name="T47" fmla="*/ 127 h 613"/>
                  <a:gd name="T48" fmla="*/ 494 w 615"/>
                  <a:gd name="T49" fmla="*/ 145 h 613"/>
                  <a:gd name="T50" fmla="*/ 464 w 615"/>
                  <a:gd name="T51" fmla="*/ 113 h 613"/>
                  <a:gd name="T52" fmla="*/ 437 w 615"/>
                  <a:gd name="T53" fmla="*/ 35 h 613"/>
                  <a:gd name="T54" fmla="*/ 397 w 615"/>
                  <a:gd name="T55" fmla="*/ 77 h 613"/>
                  <a:gd name="T56" fmla="*/ 348 w 615"/>
                  <a:gd name="T57" fmla="*/ 60 h 613"/>
                  <a:gd name="T58" fmla="*/ 275 w 615"/>
                  <a:gd name="T59" fmla="*/ 0 h 613"/>
                  <a:gd name="T60" fmla="*/ 264 w 615"/>
                  <a:gd name="T61" fmla="*/ 62 h 613"/>
                  <a:gd name="T62" fmla="*/ 205 w 615"/>
                  <a:gd name="T63" fmla="*/ 78 h 613"/>
                  <a:gd name="T64" fmla="*/ 112 w 615"/>
                  <a:gd name="T65" fmla="*/ 69 h 613"/>
                  <a:gd name="T66" fmla="*/ 414 w 615"/>
                  <a:gd name="T67" fmla="*/ 131 h 613"/>
                  <a:gd name="T68" fmla="*/ 200 w 615"/>
                  <a:gd name="T69" fmla="*/ 484 h 613"/>
                  <a:gd name="T70" fmla="*/ 414 w 615"/>
                  <a:gd name="T71" fmla="*/ 131 h 6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15" h="613">
                    <a:moveTo>
                      <a:pt x="136" y="126"/>
                    </a:moveTo>
                    <a:cubicBezTo>
                      <a:pt x="126" y="135"/>
                      <a:pt x="117" y="145"/>
                      <a:pt x="109" y="156"/>
                    </a:cubicBezTo>
                    <a:cubicBezTo>
                      <a:pt x="108" y="155"/>
                      <a:pt x="108" y="155"/>
                      <a:pt x="108" y="155"/>
                    </a:cubicBezTo>
                    <a:cubicBezTo>
                      <a:pt x="50" y="137"/>
                      <a:pt x="50" y="137"/>
                      <a:pt x="50" y="137"/>
                    </a:cubicBezTo>
                    <a:cubicBezTo>
                      <a:pt x="21" y="192"/>
                      <a:pt x="21" y="192"/>
                      <a:pt x="21" y="192"/>
                    </a:cubicBezTo>
                    <a:cubicBezTo>
                      <a:pt x="70" y="231"/>
                      <a:pt x="70" y="231"/>
                      <a:pt x="70" y="231"/>
                    </a:cubicBezTo>
                    <a:cubicBezTo>
                      <a:pt x="66" y="244"/>
                      <a:pt x="63" y="257"/>
                      <a:pt x="61" y="270"/>
                    </a:cubicBezTo>
                    <a:cubicBezTo>
                      <a:pt x="59" y="270"/>
                      <a:pt x="59" y="270"/>
                      <a:pt x="59" y="270"/>
                    </a:cubicBezTo>
                    <a:cubicBezTo>
                      <a:pt x="0" y="281"/>
                      <a:pt x="0" y="281"/>
                      <a:pt x="0" y="281"/>
                    </a:cubicBezTo>
                    <a:cubicBezTo>
                      <a:pt x="1" y="344"/>
                      <a:pt x="1" y="344"/>
                      <a:pt x="1" y="344"/>
                    </a:cubicBezTo>
                    <a:cubicBezTo>
                      <a:pt x="62" y="354"/>
                      <a:pt x="62" y="354"/>
                      <a:pt x="62" y="354"/>
                    </a:cubicBezTo>
                    <a:cubicBezTo>
                      <a:pt x="65" y="367"/>
                      <a:pt x="69" y="380"/>
                      <a:pt x="73" y="393"/>
                    </a:cubicBezTo>
                    <a:cubicBezTo>
                      <a:pt x="72" y="394"/>
                      <a:pt x="72" y="394"/>
                      <a:pt x="72" y="394"/>
                    </a:cubicBezTo>
                    <a:cubicBezTo>
                      <a:pt x="26" y="432"/>
                      <a:pt x="26" y="432"/>
                      <a:pt x="26" y="432"/>
                    </a:cubicBezTo>
                    <a:cubicBezTo>
                      <a:pt x="57" y="486"/>
                      <a:pt x="57" y="486"/>
                      <a:pt x="57" y="486"/>
                    </a:cubicBezTo>
                    <a:cubicBezTo>
                      <a:pt x="116" y="466"/>
                      <a:pt x="116" y="466"/>
                      <a:pt x="116" y="466"/>
                    </a:cubicBezTo>
                    <a:cubicBezTo>
                      <a:pt x="124" y="477"/>
                      <a:pt x="128" y="483"/>
                      <a:pt x="144" y="495"/>
                    </a:cubicBezTo>
                    <a:cubicBezTo>
                      <a:pt x="144" y="496"/>
                      <a:pt x="144" y="496"/>
                      <a:pt x="144" y="496"/>
                    </a:cubicBezTo>
                    <a:cubicBezTo>
                      <a:pt x="122" y="551"/>
                      <a:pt x="122" y="551"/>
                      <a:pt x="122" y="551"/>
                    </a:cubicBezTo>
                    <a:cubicBezTo>
                      <a:pt x="175" y="583"/>
                      <a:pt x="175" y="583"/>
                      <a:pt x="175" y="583"/>
                    </a:cubicBezTo>
                    <a:cubicBezTo>
                      <a:pt x="216" y="538"/>
                      <a:pt x="216" y="538"/>
                      <a:pt x="216" y="538"/>
                    </a:cubicBezTo>
                    <a:cubicBezTo>
                      <a:pt x="233" y="545"/>
                      <a:pt x="249" y="550"/>
                      <a:pt x="267" y="553"/>
                    </a:cubicBezTo>
                    <a:cubicBezTo>
                      <a:pt x="266" y="554"/>
                      <a:pt x="266" y="554"/>
                      <a:pt x="266" y="554"/>
                    </a:cubicBezTo>
                    <a:cubicBezTo>
                      <a:pt x="277" y="613"/>
                      <a:pt x="277" y="613"/>
                      <a:pt x="277" y="613"/>
                    </a:cubicBezTo>
                    <a:cubicBezTo>
                      <a:pt x="339" y="613"/>
                      <a:pt x="339" y="613"/>
                      <a:pt x="339" y="613"/>
                    </a:cubicBezTo>
                    <a:cubicBezTo>
                      <a:pt x="351" y="552"/>
                      <a:pt x="351" y="552"/>
                      <a:pt x="351" y="552"/>
                    </a:cubicBezTo>
                    <a:cubicBezTo>
                      <a:pt x="371" y="549"/>
                      <a:pt x="390" y="543"/>
                      <a:pt x="409" y="534"/>
                    </a:cubicBezTo>
                    <a:cubicBezTo>
                      <a:pt x="409" y="536"/>
                      <a:pt x="409" y="536"/>
                      <a:pt x="409" y="536"/>
                    </a:cubicBezTo>
                    <a:cubicBezTo>
                      <a:pt x="451" y="579"/>
                      <a:pt x="451" y="579"/>
                      <a:pt x="451" y="579"/>
                    </a:cubicBezTo>
                    <a:cubicBezTo>
                      <a:pt x="503" y="545"/>
                      <a:pt x="503" y="545"/>
                      <a:pt x="503" y="545"/>
                    </a:cubicBezTo>
                    <a:cubicBezTo>
                      <a:pt x="479" y="487"/>
                      <a:pt x="479" y="487"/>
                      <a:pt x="479" y="487"/>
                    </a:cubicBezTo>
                    <a:cubicBezTo>
                      <a:pt x="479" y="487"/>
                      <a:pt x="479" y="487"/>
                      <a:pt x="479" y="487"/>
                    </a:cubicBezTo>
                    <a:cubicBezTo>
                      <a:pt x="488" y="478"/>
                      <a:pt x="497" y="468"/>
                      <a:pt x="506" y="458"/>
                    </a:cubicBezTo>
                    <a:cubicBezTo>
                      <a:pt x="507" y="458"/>
                      <a:pt x="507" y="458"/>
                      <a:pt x="507" y="458"/>
                    </a:cubicBezTo>
                    <a:cubicBezTo>
                      <a:pt x="565" y="477"/>
                      <a:pt x="565" y="477"/>
                      <a:pt x="565" y="477"/>
                    </a:cubicBezTo>
                    <a:cubicBezTo>
                      <a:pt x="593" y="421"/>
                      <a:pt x="593" y="421"/>
                      <a:pt x="593" y="421"/>
                    </a:cubicBezTo>
                    <a:cubicBezTo>
                      <a:pt x="545" y="382"/>
                      <a:pt x="545" y="382"/>
                      <a:pt x="545" y="382"/>
                    </a:cubicBezTo>
                    <a:cubicBezTo>
                      <a:pt x="544" y="382"/>
                      <a:pt x="544" y="382"/>
                      <a:pt x="544" y="382"/>
                    </a:cubicBezTo>
                    <a:cubicBezTo>
                      <a:pt x="548" y="370"/>
                      <a:pt x="551" y="357"/>
                      <a:pt x="553" y="344"/>
                    </a:cubicBezTo>
                    <a:cubicBezTo>
                      <a:pt x="555" y="344"/>
                      <a:pt x="555" y="344"/>
                      <a:pt x="555" y="344"/>
                    </a:cubicBezTo>
                    <a:cubicBezTo>
                      <a:pt x="615" y="332"/>
                      <a:pt x="615" y="332"/>
                      <a:pt x="615" y="332"/>
                    </a:cubicBezTo>
                    <a:cubicBezTo>
                      <a:pt x="613" y="270"/>
                      <a:pt x="613" y="270"/>
                      <a:pt x="613" y="270"/>
                    </a:cubicBezTo>
                    <a:cubicBezTo>
                      <a:pt x="552" y="259"/>
                      <a:pt x="552" y="259"/>
                      <a:pt x="552" y="259"/>
                    </a:cubicBezTo>
                    <a:cubicBezTo>
                      <a:pt x="551" y="259"/>
                      <a:pt x="551" y="259"/>
                      <a:pt x="551" y="259"/>
                    </a:cubicBezTo>
                    <a:cubicBezTo>
                      <a:pt x="548" y="246"/>
                      <a:pt x="545" y="233"/>
                      <a:pt x="540" y="221"/>
                    </a:cubicBezTo>
                    <a:cubicBezTo>
                      <a:pt x="542" y="220"/>
                      <a:pt x="542" y="220"/>
                      <a:pt x="542" y="220"/>
                    </a:cubicBezTo>
                    <a:cubicBezTo>
                      <a:pt x="589" y="181"/>
                      <a:pt x="589" y="181"/>
                      <a:pt x="589" y="181"/>
                    </a:cubicBezTo>
                    <a:cubicBezTo>
                      <a:pt x="558" y="127"/>
                      <a:pt x="558" y="127"/>
                      <a:pt x="558" y="127"/>
                    </a:cubicBezTo>
                    <a:cubicBezTo>
                      <a:pt x="499" y="147"/>
                      <a:pt x="499" y="147"/>
                      <a:pt x="499" y="147"/>
                    </a:cubicBezTo>
                    <a:cubicBezTo>
                      <a:pt x="494" y="145"/>
                      <a:pt x="494" y="145"/>
                      <a:pt x="494" y="145"/>
                    </a:cubicBezTo>
                    <a:cubicBezTo>
                      <a:pt x="486" y="135"/>
                      <a:pt x="479" y="127"/>
                      <a:pt x="463" y="115"/>
                    </a:cubicBezTo>
                    <a:cubicBezTo>
                      <a:pt x="464" y="113"/>
                      <a:pt x="464" y="113"/>
                      <a:pt x="464" y="113"/>
                    </a:cubicBezTo>
                    <a:cubicBezTo>
                      <a:pt x="490" y="68"/>
                      <a:pt x="490" y="68"/>
                      <a:pt x="490" y="68"/>
                    </a:cubicBezTo>
                    <a:cubicBezTo>
                      <a:pt x="437" y="35"/>
                      <a:pt x="437" y="35"/>
                      <a:pt x="437" y="35"/>
                    </a:cubicBezTo>
                    <a:cubicBezTo>
                      <a:pt x="396" y="78"/>
                      <a:pt x="396" y="78"/>
                      <a:pt x="396" y="78"/>
                    </a:cubicBezTo>
                    <a:cubicBezTo>
                      <a:pt x="397" y="77"/>
                      <a:pt x="397" y="77"/>
                      <a:pt x="397" y="77"/>
                    </a:cubicBezTo>
                    <a:cubicBezTo>
                      <a:pt x="381" y="71"/>
                      <a:pt x="365" y="65"/>
                      <a:pt x="348" y="62"/>
                    </a:cubicBezTo>
                    <a:cubicBezTo>
                      <a:pt x="348" y="60"/>
                      <a:pt x="348" y="60"/>
                      <a:pt x="348" y="60"/>
                    </a:cubicBezTo>
                    <a:cubicBezTo>
                      <a:pt x="337" y="0"/>
                      <a:pt x="337" y="0"/>
                      <a:pt x="337" y="0"/>
                    </a:cubicBezTo>
                    <a:cubicBezTo>
                      <a:pt x="275" y="0"/>
                      <a:pt x="275" y="0"/>
                      <a:pt x="275" y="0"/>
                    </a:cubicBezTo>
                    <a:cubicBezTo>
                      <a:pt x="264" y="62"/>
                      <a:pt x="264" y="62"/>
                      <a:pt x="264" y="62"/>
                    </a:cubicBezTo>
                    <a:cubicBezTo>
                      <a:pt x="264" y="62"/>
                      <a:pt x="264" y="62"/>
                      <a:pt x="264" y="62"/>
                    </a:cubicBezTo>
                    <a:cubicBezTo>
                      <a:pt x="244" y="66"/>
                      <a:pt x="225" y="71"/>
                      <a:pt x="206" y="79"/>
                    </a:cubicBezTo>
                    <a:cubicBezTo>
                      <a:pt x="205" y="78"/>
                      <a:pt x="205" y="78"/>
                      <a:pt x="205" y="78"/>
                    </a:cubicBezTo>
                    <a:cubicBezTo>
                      <a:pt x="163" y="34"/>
                      <a:pt x="163" y="34"/>
                      <a:pt x="163" y="34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36" y="126"/>
                      <a:pt x="136" y="126"/>
                      <a:pt x="136" y="126"/>
                    </a:cubicBezTo>
                    <a:close/>
                    <a:moveTo>
                      <a:pt x="414" y="131"/>
                    </a:moveTo>
                    <a:cubicBezTo>
                      <a:pt x="512" y="190"/>
                      <a:pt x="543" y="317"/>
                      <a:pt x="483" y="414"/>
                    </a:cubicBezTo>
                    <a:cubicBezTo>
                      <a:pt x="424" y="512"/>
                      <a:pt x="297" y="543"/>
                      <a:pt x="200" y="484"/>
                    </a:cubicBezTo>
                    <a:cubicBezTo>
                      <a:pt x="102" y="425"/>
                      <a:pt x="71" y="298"/>
                      <a:pt x="130" y="200"/>
                    </a:cubicBezTo>
                    <a:cubicBezTo>
                      <a:pt x="189" y="102"/>
                      <a:pt x="317" y="71"/>
                      <a:pt x="414" y="131"/>
                    </a:cubicBezTo>
                    <a:close/>
                  </a:path>
                </a:pathLst>
              </a:custGeom>
              <a:solidFill>
                <a:srgbClr val="4D5985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Freeform: Shape 10"/>
              <p:cNvSpPr/>
              <p:nvPr/>
            </p:nvSpPr>
            <p:spPr bwMode="auto">
              <a:xfrm>
                <a:off x="8050635" y="3916371"/>
                <a:ext cx="1119328" cy="1115473"/>
              </a:xfrm>
              <a:custGeom>
                <a:avLst/>
                <a:gdLst>
                  <a:gd name="T0" fmla="*/ 46 w 368"/>
                  <a:gd name="T1" fmla="*/ 100 h 367"/>
                  <a:gd name="T2" fmla="*/ 101 w 368"/>
                  <a:gd name="T3" fmla="*/ 321 h 367"/>
                  <a:gd name="T4" fmla="*/ 322 w 368"/>
                  <a:gd name="T5" fmla="*/ 267 h 367"/>
                  <a:gd name="T6" fmla="*/ 267 w 368"/>
                  <a:gd name="T7" fmla="*/ 46 h 367"/>
                  <a:gd name="T8" fmla="*/ 46 w 368"/>
                  <a:gd name="T9" fmla="*/ 100 h 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8" h="367">
                    <a:moveTo>
                      <a:pt x="46" y="100"/>
                    </a:moveTo>
                    <a:cubicBezTo>
                      <a:pt x="0" y="176"/>
                      <a:pt x="25" y="275"/>
                      <a:pt x="101" y="321"/>
                    </a:cubicBezTo>
                    <a:cubicBezTo>
                      <a:pt x="176" y="367"/>
                      <a:pt x="275" y="343"/>
                      <a:pt x="322" y="267"/>
                    </a:cubicBezTo>
                    <a:cubicBezTo>
                      <a:pt x="368" y="191"/>
                      <a:pt x="343" y="92"/>
                      <a:pt x="267" y="46"/>
                    </a:cubicBezTo>
                    <a:cubicBezTo>
                      <a:pt x="192" y="0"/>
                      <a:pt x="93" y="24"/>
                      <a:pt x="46" y="10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none" lIns="91440" tIns="45720" rIns="91440" bIns="45720" anchor="ctr" anchorCtr="0" compatLnSpc="1">
                <a:normAutofit/>
              </a:bodyPr>
              <a:lstStyle/>
              <a:p>
                <a:pPr algn="ctr"/>
                <a:r>
                  <a:rPr lang="zh-CN" altLang="en-US" sz="1100"/>
                  <a:t>关键词</a:t>
                </a:r>
                <a:endParaRPr lang="zh-CN" altLang="en-US" sz="1100"/>
              </a:p>
            </p:txBody>
          </p:sp>
          <p:sp>
            <p:nvSpPr>
              <p:cNvPr id="30" name="Freeform: Shape 11"/>
              <p:cNvSpPr/>
              <p:nvPr/>
            </p:nvSpPr>
            <p:spPr bwMode="auto">
              <a:xfrm>
                <a:off x="7779477" y="3642643"/>
                <a:ext cx="1664213" cy="1662928"/>
              </a:xfrm>
              <a:custGeom>
                <a:avLst/>
                <a:gdLst>
                  <a:gd name="T0" fmla="*/ 97 w 547"/>
                  <a:gd name="T1" fmla="*/ 139 h 547"/>
                  <a:gd name="T2" fmla="*/ 44 w 547"/>
                  <a:gd name="T3" fmla="*/ 122 h 547"/>
                  <a:gd name="T4" fmla="*/ 62 w 547"/>
                  <a:gd name="T5" fmla="*/ 206 h 547"/>
                  <a:gd name="T6" fmla="*/ 52 w 547"/>
                  <a:gd name="T7" fmla="*/ 240 h 547"/>
                  <a:gd name="T8" fmla="*/ 1 w 547"/>
                  <a:gd name="T9" fmla="*/ 306 h 547"/>
                  <a:gd name="T10" fmla="*/ 65 w 547"/>
                  <a:gd name="T11" fmla="*/ 350 h 547"/>
                  <a:gd name="T12" fmla="*/ 23 w 547"/>
                  <a:gd name="T13" fmla="*/ 385 h 547"/>
                  <a:gd name="T14" fmla="*/ 103 w 547"/>
                  <a:gd name="T15" fmla="*/ 416 h 547"/>
                  <a:gd name="T16" fmla="*/ 128 w 547"/>
                  <a:gd name="T17" fmla="*/ 442 h 547"/>
                  <a:gd name="T18" fmla="*/ 155 w 547"/>
                  <a:gd name="T19" fmla="*/ 520 h 547"/>
                  <a:gd name="T20" fmla="*/ 237 w 547"/>
                  <a:gd name="T21" fmla="*/ 492 h 547"/>
                  <a:gd name="T22" fmla="*/ 247 w 547"/>
                  <a:gd name="T23" fmla="*/ 547 h 547"/>
                  <a:gd name="T24" fmla="*/ 312 w 547"/>
                  <a:gd name="T25" fmla="*/ 492 h 547"/>
                  <a:gd name="T26" fmla="*/ 364 w 547"/>
                  <a:gd name="T27" fmla="*/ 477 h 547"/>
                  <a:gd name="T28" fmla="*/ 448 w 547"/>
                  <a:gd name="T29" fmla="*/ 486 h 547"/>
                  <a:gd name="T30" fmla="*/ 426 w 547"/>
                  <a:gd name="T31" fmla="*/ 434 h 547"/>
                  <a:gd name="T32" fmla="*/ 451 w 547"/>
                  <a:gd name="T33" fmla="*/ 408 h 547"/>
                  <a:gd name="T34" fmla="*/ 528 w 547"/>
                  <a:gd name="T35" fmla="*/ 376 h 547"/>
                  <a:gd name="T36" fmla="*/ 484 w 547"/>
                  <a:gd name="T37" fmla="*/ 341 h 547"/>
                  <a:gd name="T38" fmla="*/ 494 w 547"/>
                  <a:gd name="T39" fmla="*/ 306 h 547"/>
                  <a:gd name="T40" fmla="*/ 546 w 547"/>
                  <a:gd name="T41" fmla="*/ 240 h 547"/>
                  <a:gd name="T42" fmla="*/ 491 w 547"/>
                  <a:gd name="T43" fmla="*/ 231 h 547"/>
                  <a:gd name="T44" fmla="*/ 483 w 547"/>
                  <a:gd name="T45" fmla="*/ 196 h 547"/>
                  <a:gd name="T46" fmla="*/ 497 w 547"/>
                  <a:gd name="T47" fmla="*/ 113 h 547"/>
                  <a:gd name="T48" fmla="*/ 440 w 547"/>
                  <a:gd name="T49" fmla="*/ 130 h 547"/>
                  <a:gd name="T50" fmla="*/ 413 w 547"/>
                  <a:gd name="T51" fmla="*/ 101 h 547"/>
                  <a:gd name="T52" fmla="*/ 389 w 547"/>
                  <a:gd name="T53" fmla="*/ 32 h 547"/>
                  <a:gd name="T54" fmla="*/ 353 w 547"/>
                  <a:gd name="T55" fmla="*/ 69 h 547"/>
                  <a:gd name="T56" fmla="*/ 310 w 547"/>
                  <a:gd name="T57" fmla="*/ 53 h 547"/>
                  <a:gd name="T58" fmla="*/ 245 w 547"/>
                  <a:gd name="T59" fmla="*/ 0 h 547"/>
                  <a:gd name="T60" fmla="*/ 235 w 547"/>
                  <a:gd name="T61" fmla="*/ 55 h 547"/>
                  <a:gd name="T62" fmla="*/ 182 w 547"/>
                  <a:gd name="T63" fmla="*/ 69 h 547"/>
                  <a:gd name="T64" fmla="*/ 99 w 547"/>
                  <a:gd name="T65" fmla="*/ 61 h 547"/>
                  <a:gd name="T66" fmla="*/ 121 w 547"/>
                  <a:gd name="T67" fmla="*/ 113 h 547"/>
                  <a:gd name="T68" fmla="*/ 430 w 547"/>
                  <a:gd name="T69" fmla="*/ 369 h 547"/>
                  <a:gd name="T70" fmla="*/ 116 w 547"/>
                  <a:gd name="T71" fmla="*/ 178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47" h="547">
                    <a:moveTo>
                      <a:pt x="121" y="113"/>
                    </a:moveTo>
                    <a:cubicBezTo>
                      <a:pt x="112" y="121"/>
                      <a:pt x="104" y="129"/>
                      <a:pt x="97" y="139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44" y="122"/>
                      <a:pt x="44" y="122"/>
                      <a:pt x="44" y="122"/>
                    </a:cubicBezTo>
                    <a:cubicBezTo>
                      <a:pt x="19" y="171"/>
                      <a:pt x="19" y="171"/>
                      <a:pt x="19" y="171"/>
                    </a:cubicBezTo>
                    <a:cubicBezTo>
                      <a:pt x="62" y="206"/>
                      <a:pt x="62" y="206"/>
                      <a:pt x="62" y="206"/>
                    </a:cubicBezTo>
                    <a:cubicBezTo>
                      <a:pt x="58" y="217"/>
                      <a:pt x="55" y="229"/>
                      <a:pt x="53" y="240"/>
                    </a:cubicBezTo>
                    <a:cubicBezTo>
                      <a:pt x="52" y="240"/>
                      <a:pt x="52" y="240"/>
                      <a:pt x="52" y="240"/>
                    </a:cubicBezTo>
                    <a:cubicBezTo>
                      <a:pt x="0" y="251"/>
                      <a:pt x="0" y="251"/>
                      <a:pt x="0" y="251"/>
                    </a:cubicBezTo>
                    <a:cubicBezTo>
                      <a:pt x="1" y="306"/>
                      <a:pt x="1" y="306"/>
                      <a:pt x="1" y="306"/>
                    </a:cubicBezTo>
                    <a:cubicBezTo>
                      <a:pt x="55" y="316"/>
                      <a:pt x="55" y="316"/>
                      <a:pt x="55" y="316"/>
                    </a:cubicBezTo>
                    <a:cubicBezTo>
                      <a:pt x="57" y="328"/>
                      <a:pt x="61" y="339"/>
                      <a:pt x="65" y="350"/>
                    </a:cubicBezTo>
                    <a:cubicBezTo>
                      <a:pt x="64" y="351"/>
                      <a:pt x="64" y="351"/>
                      <a:pt x="64" y="351"/>
                    </a:cubicBezTo>
                    <a:cubicBezTo>
                      <a:pt x="23" y="385"/>
                      <a:pt x="23" y="385"/>
                      <a:pt x="23" y="385"/>
                    </a:cubicBezTo>
                    <a:cubicBezTo>
                      <a:pt x="50" y="433"/>
                      <a:pt x="50" y="433"/>
                      <a:pt x="50" y="433"/>
                    </a:cubicBezTo>
                    <a:cubicBezTo>
                      <a:pt x="103" y="416"/>
                      <a:pt x="103" y="416"/>
                      <a:pt x="103" y="416"/>
                    </a:cubicBezTo>
                    <a:cubicBezTo>
                      <a:pt x="110" y="425"/>
                      <a:pt x="114" y="431"/>
                      <a:pt x="128" y="442"/>
                    </a:cubicBezTo>
                    <a:cubicBezTo>
                      <a:pt x="128" y="442"/>
                      <a:pt x="128" y="442"/>
                      <a:pt x="128" y="442"/>
                    </a:cubicBezTo>
                    <a:cubicBezTo>
                      <a:pt x="108" y="491"/>
                      <a:pt x="108" y="491"/>
                      <a:pt x="108" y="491"/>
                    </a:cubicBezTo>
                    <a:cubicBezTo>
                      <a:pt x="155" y="520"/>
                      <a:pt x="155" y="520"/>
                      <a:pt x="155" y="520"/>
                    </a:cubicBezTo>
                    <a:cubicBezTo>
                      <a:pt x="192" y="480"/>
                      <a:pt x="192" y="480"/>
                      <a:pt x="192" y="480"/>
                    </a:cubicBezTo>
                    <a:cubicBezTo>
                      <a:pt x="207" y="485"/>
                      <a:pt x="222" y="490"/>
                      <a:pt x="237" y="492"/>
                    </a:cubicBezTo>
                    <a:cubicBezTo>
                      <a:pt x="237" y="494"/>
                      <a:pt x="237" y="494"/>
                      <a:pt x="237" y="494"/>
                    </a:cubicBezTo>
                    <a:cubicBezTo>
                      <a:pt x="247" y="547"/>
                      <a:pt x="247" y="547"/>
                      <a:pt x="247" y="547"/>
                    </a:cubicBezTo>
                    <a:cubicBezTo>
                      <a:pt x="302" y="546"/>
                      <a:pt x="302" y="546"/>
                      <a:pt x="302" y="546"/>
                    </a:cubicBezTo>
                    <a:cubicBezTo>
                      <a:pt x="312" y="492"/>
                      <a:pt x="312" y="492"/>
                      <a:pt x="312" y="492"/>
                    </a:cubicBezTo>
                    <a:cubicBezTo>
                      <a:pt x="330" y="489"/>
                      <a:pt x="347" y="484"/>
                      <a:pt x="364" y="476"/>
                    </a:cubicBezTo>
                    <a:cubicBezTo>
                      <a:pt x="364" y="477"/>
                      <a:pt x="364" y="477"/>
                      <a:pt x="364" y="477"/>
                    </a:cubicBezTo>
                    <a:cubicBezTo>
                      <a:pt x="402" y="516"/>
                      <a:pt x="402" y="516"/>
                      <a:pt x="402" y="516"/>
                    </a:cubicBezTo>
                    <a:cubicBezTo>
                      <a:pt x="448" y="486"/>
                      <a:pt x="448" y="486"/>
                      <a:pt x="448" y="486"/>
                    </a:cubicBezTo>
                    <a:cubicBezTo>
                      <a:pt x="426" y="434"/>
                      <a:pt x="426" y="434"/>
                      <a:pt x="426" y="434"/>
                    </a:cubicBezTo>
                    <a:cubicBezTo>
                      <a:pt x="426" y="434"/>
                      <a:pt x="426" y="434"/>
                      <a:pt x="426" y="434"/>
                    </a:cubicBezTo>
                    <a:cubicBezTo>
                      <a:pt x="435" y="426"/>
                      <a:pt x="443" y="417"/>
                      <a:pt x="450" y="408"/>
                    </a:cubicBezTo>
                    <a:cubicBezTo>
                      <a:pt x="451" y="408"/>
                      <a:pt x="451" y="408"/>
                      <a:pt x="451" y="408"/>
                    </a:cubicBezTo>
                    <a:cubicBezTo>
                      <a:pt x="503" y="425"/>
                      <a:pt x="503" y="425"/>
                      <a:pt x="503" y="425"/>
                    </a:cubicBezTo>
                    <a:cubicBezTo>
                      <a:pt x="528" y="376"/>
                      <a:pt x="528" y="376"/>
                      <a:pt x="528" y="376"/>
                    </a:cubicBezTo>
                    <a:cubicBezTo>
                      <a:pt x="485" y="341"/>
                      <a:pt x="485" y="341"/>
                      <a:pt x="485" y="341"/>
                    </a:cubicBezTo>
                    <a:cubicBezTo>
                      <a:pt x="484" y="341"/>
                      <a:pt x="484" y="341"/>
                      <a:pt x="484" y="341"/>
                    </a:cubicBezTo>
                    <a:cubicBezTo>
                      <a:pt x="488" y="329"/>
                      <a:pt x="491" y="318"/>
                      <a:pt x="493" y="306"/>
                    </a:cubicBezTo>
                    <a:cubicBezTo>
                      <a:pt x="494" y="306"/>
                      <a:pt x="494" y="306"/>
                      <a:pt x="494" y="306"/>
                    </a:cubicBezTo>
                    <a:cubicBezTo>
                      <a:pt x="547" y="296"/>
                      <a:pt x="547" y="296"/>
                      <a:pt x="547" y="296"/>
                    </a:cubicBezTo>
                    <a:cubicBezTo>
                      <a:pt x="546" y="240"/>
                      <a:pt x="546" y="240"/>
                      <a:pt x="546" y="240"/>
                    </a:cubicBezTo>
                    <a:cubicBezTo>
                      <a:pt x="491" y="231"/>
                      <a:pt x="491" y="231"/>
                      <a:pt x="491" y="231"/>
                    </a:cubicBezTo>
                    <a:cubicBezTo>
                      <a:pt x="491" y="231"/>
                      <a:pt x="491" y="231"/>
                      <a:pt x="491" y="231"/>
                    </a:cubicBezTo>
                    <a:cubicBezTo>
                      <a:pt x="488" y="219"/>
                      <a:pt x="485" y="208"/>
                      <a:pt x="481" y="197"/>
                    </a:cubicBezTo>
                    <a:cubicBezTo>
                      <a:pt x="483" y="196"/>
                      <a:pt x="483" y="196"/>
                      <a:pt x="483" y="196"/>
                    </a:cubicBezTo>
                    <a:cubicBezTo>
                      <a:pt x="524" y="161"/>
                      <a:pt x="524" y="161"/>
                      <a:pt x="524" y="161"/>
                    </a:cubicBezTo>
                    <a:cubicBezTo>
                      <a:pt x="497" y="113"/>
                      <a:pt x="497" y="113"/>
                      <a:pt x="497" y="113"/>
                    </a:cubicBezTo>
                    <a:cubicBezTo>
                      <a:pt x="444" y="131"/>
                      <a:pt x="444" y="131"/>
                      <a:pt x="444" y="131"/>
                    </a:cubicBezTo>
                    <a:cubicBezTo>
                      <a:pt x="440" y="130"/>
                      <a:pt x="440" y="130"/>
                      <a:pt x="440" y="130"/>
                    </a:cubicBezTo>
                    <a:cubicBezTo>
                      <a:pt x="433" y="121"/>
                      <a:pt x="426" y="113"/>
                      <a:pt x="412" y="102"/>
                    </a:cubicBezTo>
                    <a:cubicBezTo>
                      <a:pt x="413" y="101"/>
                      <a:pt x="413" y="101"/>
                      <a:pt x="413" y="101"/>
                    </a:cubicBezTo>
                    <a:cubicBezTo>
                      <a:pt x="436" y="60"/>
                      <a:pt x="436" y="60"/>
                      <a:pt x="436" y="60"/>
                    </a:cubicBezTo>
                    <a:cubicBezTo>
                      <a:pt x="389" y="32"/>
                      <a:pt x="389" y="32"/>
                      <a:pt x="389" y="32"/>
                    </a:cubicBezTo>
                    <a:cubicBezTo>
                      <a:pt x="353" y="70"/>
                      <a:pt x="353" y="70"/>
                      <a:pt x="353" y="70"/>
                    </a:cubicBezTo>
                    <a:cubicBezTo>
                      <a:pt x="353" y="69"/>
                      <a:pt x="353" y="69"/>
                      <a:pt x="353" y="69"/>
                    </a:cubicBezTo>
                    <a:cubicBezTo>
                      <a:pt x="339" y="63"/>
                      <a:pt x="324" y="58"/>
                      <a:pt x="309" y="56"/>
                    </a:cubicBezTo>
                    <a:cubicBezTo>
                      <a:pt x="310" y="53"/>
                      <a:pt x="310" y="53"/>
                      <a:pt x="310" y="53"/>
                    </a:cubicBezTo>
                    <a:cubicBezTo>
                      <a:pt x="300" y="0"/>
                      <a:pt x="300" y="0"/>
                      <a:pt x="300" y="0"/>
                    </a:cubicBezTo>
                    <a:cubicBezTo>
                      <a:pt x="245" y="0"/>
                      <a:pt x="245" y="0"/>
                      <a:pt x="245" y="0"/>
                    </a:cubicBezTo>
                    <a:cubicBezTo>
                      <a:pt x="234" y="55"/>
                      <a:pt x="234" y="55"/>
                      <a:pt x="234" y="55"/>
                    </a:cubicBezTo>
                    <a:cubicBezTo>
                      <a:pt x="235" y="55"/>
                      <a:pt x="235" y="55"/>
                      <a:pt x="235" y="55"/>
                    </a:cubicBezTo>
                    <a:cubicBezTo>
                      <a:pt x="217" y="58"/>
                      <a:pt x="200" y="64"/>
                      <a:pt x="183" y="71"/>
                    </a:cubicBezTo>
                    <a:cubicBezTo>
                      <a:pt x="182" y="69"/>
                      <a:pt x="182" y="69"/>
                      <a:pt x="182" y="69"/>
                    </a:cubicBezTo>
                    <a:cubicBezTo>
                      <a:pt x="145" y="30"/>
                      <a:pt x="145" y="30"/>
                      <a:pt x="145" y="30"/>
                    </a:cubicBezTo>
                    <a:cubicBezTo>
                      <a:pt x="99" y="61"/>
                      <a:pt x="99" y="61"/>
                      <a:pt x="99" y="61"/>
                    </a:cubicBezTo>
                    <a:cubicBezTo>
                      <a:pt x="121" y="112"/>
                      <a:pt x="121" y="112"/>
                      <a:pt x="121" y="112"/>
                    </a:cubicBezTo>
                    <a:lnTo>
                      <a:pt x="121" y="113"/>
                    </a:lnTo>
                    <a:close/>
                    <a:moveTo>
                      <a:pt x="369" y="116"/>
                    </a:moveTo>
                    <a:cubicBezTo>
                      <a:pt x="455" y="169"/>
                      <a:pt x="483" y="282"/>
                      <a:pt x="430" y="369"/>
                    </a:cubicBezTo>
                    <a:cubicBezTo>
                      <a:pt x="378" y="456"/>
                      <a:pt x="264" y="484"/>
                      <a:pt x="177" y="431"/>
                    </a:cubicBezTo>
                    <a:cubicBezTo>
                      <a:pt x="91" y="378"/>
                      <a:pt x="63" y="265"/>
                      <a:pt x="116" y="178"/>
                    </a:cubicBezTo>
                    <a:cubicBezTo>
                      <a:pt x="168" y="91"/>
                      <a:pt x="282" y="64"/>
                      <a:pt x="369" y="116"/>
                    </a:cubicBezTo>
                    <a:close/>
                  </a:path>
                </a:pathLst>
              </a:custGeom>
              <a:solidFill>
                <a:srgbClr val="7B8E9B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Freeform: Shape 12"/>
              <p:cNvSpPr/>
              <p:nvPr/>
            </p:nvSpPr>
            <p:spPr bwMode="auto">
              <a:xfrm>
                <a:off x="9668584" y="3683311"/>
                <a:ext cx="661829" cy="894060"/>
              </a:xfrm>
              <a:custGeom>
                <a:avLst/>
                <a:gdLst>
                  <a:gd name="T0" fmla="*/ 28 w 218"/>
                  <a:gd name="T1" fmla="*/ 60 h 219"/>
                  <a:gd name="T2" fmla="*/ 60 w 218"/>
                  <a:gd name="T3" fmla="*/ 191 h 219"/>
                  <a:gd name="T4" fmla="*/ 191 w 218"/>
                  <a:gd name="T5" fmla="*/ 159 h 219"/>
                  <a:gd name="T6" fmla="*/ 159 w 218"/>
                  <a:gd name="T7" fmla="*/ 28 h 219"/>
                  <a:gd name="T8" fmla="*/ 28 w 218"/>
                  <a:gd name="T9" fmla="*/ 60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8" h="219">
                    <a:moveTo>
                      <a:pt x="28" y="60"/>
                    </a:moveTo>
                    <a:cubicBezTo>
                      <a:pt x="0" y="105"/>
                      <a:pt x="15" y="164"/>
                      <a:pt x="60" y="191"/>
                    </a:cubicBezTo>
                    <a:cubicBezTo>
                      <a:pt x="105" y="219"/>
                      <a:pt x="164" y="204"/>
                      <a:pt x="191" y="159"/>
                    </a:cubicBezTo>
                    <a:cubicBezTo>
                      <a:pt x="218" y="114"/>
                      <a:pt x="204" y="55"/>
                      <a:pt x="159" y="28"/>
                    </a:cubicBezTo>
                    <a:cubicBezTo>
                      <a:pt x="114" y="0"/>
                      <a:pt x="55" y="15"/>
                      <a:pt x="28" y="6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none" lIns="0" tIns="0" rIns="0" bIns="0" anchor="ctr" anchorCtr="0" compatLnSpc="1">
                <a:normAutofit/>
              </a:bodyPr>
              <a:lstStyle/>
              <a:p>
                <a:pPr algn="ctr"/>
                <a:r>
                  <a:rPr lang="zh-CN" altLang="en-US" sz="1100"/>
                  <a:t>关键词</a:t>
                </a:r>
                <a:endParaRPr lang="zh-CN" altLang="en-US" sz="1100"/>
              </a:p>
            </p:txBody>
          </p:sp>
          <p:sp>
            <p:nvSpPr>
              <p:cNvPr id="32" name="Freeform: Shape 13"/>
              <p:cNvSpPr/>
              <p:nvPr/>
            </p:nvSpPr>
            <p:spPr bwMode="auto">
              <a:xfrm>
                <a:off x="9506661" y="3636218"/>
                <a:ext cx="988247" cy="988247"/>
              </a:xfrm>
              <a:custGeom>
                <a:avLst/>
                <a:gdLst>
                  <a:gd name="T0" fmla="*/ 57 w 325"/>
                  <a:gd name="T1" fmla="*/ 82 h 325"/>
                  <a:gd name="T2" fmla="*/ 26 w 325"/>
                  <a:gd name="T3" fmla="*/ 72 h 325"/>
                  <a:gd name="T4" fmla="*/ 37 w 325"/>
                  <a:gd name="T5" fmla="*/ 122 h 325"/>
                  <a:gd name="T6" fmla="*/ 31 w 325"/>
                  <a:gd name="T7" fmla="*/ 143 h 325"/>
                  <a:gd name="T8" fmla="*/ 0 w 325"/>
                  <a:gd name="T9" fmla="*/ 182 h 325"/>
                  <a:gd name="T10" fmla="*/ 38 w 325"/>
                  <a:gd name="T11" fmla="*/ 208 h 325"/>
                  <a:gd name="T12" fmla="*/ 13 w 325"/>
                  <a:gd name="T13" fmla="*/ 229 h 325"/>
                  <a:gd name="T14" fmla="*/ 61 w 325"/>
                  <a:gd name="T15" fmla="*/ 247 h 325"/>
                  <a:gd name="T16" fmla="*/ 76 w 325"/>
                  <a:gd name="T17" fmla="*/ 263 h 325"/>
                  <a:gd name="T18" fmla="*/ 92 w 325"/>
                  <a:gd name="T19" fmla="*/ 309 h 325"/>
                  <a:gd name="T20" fmla="*/ 141 w 325"/>
                  <a:gd name="T21" fmla="*/ 292 h 325"/>
                  <a:gd name="T22" fmla="*/ 147 w 325"/>
                  <a:gd name="T23" fmla="*/ 325 h 325"/>
                  <a:gd name="T24" fmla="*/ 186 w 325"/>
                  <a:gd name="T25" fmla="*/ 292 h 325"/>
                  <a:gd name="T26" fmla="*/ 217 w 325"/>
                  <a:gd name="T27" fmla="*/ 283 h 325"/>
                  <a:gd name="T28" fmla="*/ 266 w 325"/>
                  <a:gd name="T29" fmla="*/ 288 h 325"/>
                  <a:gd name="T30" fmla="*/ 253 w 325"/>
                  <a:gd name="T31" fmla="*/ 258 h 325"/>
                  <a:gd name="T32" fmla="*/ 268 w 325"/>
                  <a:gd name="T33" fmla="*/ 242 h 325"/>
                  <a:gd name="T34" fmla="*/ 314 w 325"/>
                  <a:gd name="T35" fmla="*/ 223 h 325"/>
                  <a:gd name="T36" fmla="*/ 288 w 325"/>
                  <a:gd name="T37" fmla="*/ 202 h 325"/>
                  <a:gd name="T38" fmla="*/ 294 w 325"/>
                  <a:gd name="T39" fmla="*/ 182 h 325"/>
                  <a:gd name="T40" fmla="*/ 325 w 325"/>
                  <a:gd name="T41" fmla="*/ 143 h 325"/>
                  <a:gd name="T42" fmla="*/ 292 w 325"/>
                  <a:gd name="T43" fmla="*/ 137 h 325"/>
                  <a:gd name="T44" fmla="*/ 287 w 325"/>
                  <a:gd name="T45" fmla="*/ 116 h 325"/>
                  <a:gd name="T46" fmla="*/ 295 w 325"/>
                  <a:gd name="T47" fmla="*/ 67 h 325"/>
                  <a:gd name="T48" fmla="*/ 262 w 325"/>
                  <a:gd name="T49" fmla="*/ 77 h 325"/>
                  <a:gd name="T50" fmla="*/ 246 w 325"/>
                  <a:gd name="T51" fmla="*/ 59 h 325"/>
                  <a:gd name="T52" fmla="*/ 231 w 325"/>
                  <a:gd name="T53" fmla="*/ 18 h 325"/>
                  <a:gd name="T54" fmla="*/ 210 w 325"/>
                  <a:gd name="T55" fmla="*/ 41 h 325"/>
                  <a:gd name="T56" fmla="*/ 184 w 325"/>
                  <a:gd name="T57" fmla="*/ 31 h 325"/>
                  <a:gd name="T58" fmla="*/ 146 w 325"/>
                  <a:gd name="T59" fmla="*/ 0 h 325"/>
                  <a:gd name="T60" fmla="*/ 139 w 325"/>
                  <a:gd name="T61" fmla="*/ 33 h 325"/>
                  <a:gd name="T62" fmla="*/ 108 w 325"/>
                  <a:gd name="T63" fmla="*/ 41 h 325"/>
                  <a:gd name="T64" fmla="*/ 59 w 325"/>
                  <a:gd name="T65" fmla="*/ 36 h 325"/>
                  <a:gd name="T66" fmla="*/ 72 w 325"/>
                  <a:gd name="T67" fmla="*/ 67 h 325"/>
                  <a:gd name="T68" fmla="*/ 256 w 325"/>
                  <a:gd name="T69" fmla="*/ 219 h 325"/>
                  <a:gd name="T70" fmla="*/ 69 w 325"/>
                  <a:gd name="T71" fmla="*/ 106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25" h="325">
                    <a:moveTo>
                      <a:pt x="72" y="67"/>
                    </a:moveTo>
                    <a:cubicBezTo>
                      <a:pt x="67" y="71"/>
                      <a:pt x="62" y="77"/>
                      <a:pt x="57" y="82"/>
                    </a:cubicBezTo>
                    <a:cubicBezTo>
                      <a:pt x="57" y="82"/>
                      <a:pt x="57" y="82"/>
                      <a:pt x="57" y="82"/>
                    </a:cubicBezTo>
                    <a:cubicBezTo>
                      <a:pt x="26" y="72"/>
                      <a:pt x="26" y="72"/>
                      <a:pt x="26" y="72"/>
                    </a:cubicBezTo>
                    <a:cubicBezTo>
                      <a:pt x="11" y="101"/>
                      <a:pt x="11" y="101"/>
                      <a:pt x="11" y="101"/>
                    </a:cubicBezTo>
                    <a:cubicBezTo>
                      <a:pt x="37" y="122"/>
                      <a:pt x="37" y="122"/>
                      <a:pt x="37" y="122"/>
                    </a:cubicBezTo>
                    <a:cubicBezTo>
                      <a:pt x="35" y="129"/>
                      <a:pt x="33" y="136"/>
                      <a:pt x="32" y="143"/>
                    </a:cubicBezTo>
                    <a:cubicBezTo>
                      <a:pt x="31" y="143"/>
                      <a:pt x="31" y="143"/>
                      <a:pt x="31" y="143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33" y="187"/>
                      <a:pt x="33" y="187"/>
                      <a:pt x="33" y="187"/>
                    </a:cubicBezTo>
                    <a:cubicBezTo>
                      <a:pt x="34" y="194"/>
                      <a:pt x="36" y="201"/>
                      <a:pt x="38" y="208"/>
                    </a:cubicBezTo>
                    <a:cubicBezTo>
                      <a:pt x="38" y="208"/>
                      <a:pt x="38" y="208"/>
                      <a:pt x="38" y="208"/>
                    </a:cubicBezTo>
                    <a:cubicBezTo>
                      <a:pt x="13" y="229"/>
                      <a:pt x="13" y="229"/>
                      <a:pt x="13" y="229"/>
                    </a:cubicBezTo>
                    <a:cubicBezTo>
                      <a:pt x="30" y="257"/>
                      <a:pt x="30" y="257"/>
                      <a:pt x="30" y="257"/>
                    </a:cubicBezTo>
                    <a:cubicBezTo>
                      <a:pt x="61" y="247"/>
                      <a:pt x="61" y="247"/>
                      <a:pt x="61" y="247"/>
                    </a:cubicBezTo>
                    <a:cubicBezTo>
                      <a:pt x="66" y="252"/>
                      <a:pt x="68" y="256"/>
                      <a:pt x="76" y="262"/>
                    </a:cubicBezTo>
                    <a:cubicBezTo>
                      <a:pt x="76" y="263"/>
                      <a:pt x="76" y="263"/>
                      <a:pt x="76" y="263"/>
                    </a:cubicBezTo>
                    <a:cubicBezTo>
                      <a:pt x="64" y="292"/>
                      <a:pt x="64" y="292"/>
                      <a:pt x="64" y="292"/>
                    </a:cubicBezTo>
                    <a:cubicBezTo>
                      <a:pt x="92" y="309"/>
                      <a:pt x="92" y="309"/>
                      <a:pt x="92" y="309"/>
                    </a:cubicBezTo>
                    <a:cubicBezTo>
                      <a:pt x="114" y="285"/>
                      <a:pt x="114" y="285"/>
                      <a:pt x="114" y="285"/>
                    </a:cubicBezTo>
                    <a:cubicBezTo>
                      <a:pt x="123" y="288"/>
                      <a:pt x="132" y="291"/>
                      <a:pt x="141" y="292"/>
                    </a:cubicBezTo>
                    <a:cubicBezTo>
                      <a:pt x="141" y="293"/>
                      <a:pt x="141" y="293"/>
                      <a:pt x="141" y="293"/>
                    </a:cubicBezTo>
                    <a:cubicBezTo>
                      <a:pt x="147" y="325"/>
                      <a:pt x="147" y="325"/>
                      <a:pt x="147" y="325"/>
                    </a:cubicBezTo>
                    <a:cubicBezTo>
                      <a:pt x="179" y="324"/>
                      <a:pt x="179" y="324"/>
                      <a:pt x="179" y="324"/>
                    </a:cubicBezTo>
                    <a:cubicBezTo>
                      <a:pt x="186" y="292"/>
                      <a:pt x="186" y="292"/>
                      <a:pt x="186" y="292"/>
                    </a:cubicBezTo>
                    <a:cubicBezTo>
                      <a:pt x="196" y="290"/>
                      <a:pt x="206" y="287"/>
                      <a:pt x="216" y="283"/>
                    </a:cubicBezTo>
                    <a:cubicBezTo>
                      <a:pt x="217" y="283"/>
                      <a:pt x="217" y="283"/>
                      <a:pt x="217" y="283"/>
                    </a:cubicBezTo>
                    <a:cubicBezTo>
                      <a:pt x="239" y="307"/>
                      <a:pt x="239" y="307"/>
                      <a:pt x="239" y="307"/>
                    </a:cubicBezTo>
                    <a:cubicBezTo>
                      <a:pt x="266" y="288"/>
                      <a:pt x="266" y="288"/>
                      <a:pt x="266" y="288"/>
                    </a:cubicBezTo>
                    <a:cubicBezTo>
                      <a:pt x="253" y="258"/>
                      <a:pt x="253" y="258"/>
                      <a:pt x="253" y="258"/>
                    </a:cubicBezTo>
                    <a:cubicBezTo>
                      <a:pt x="253" y="258"/>
                      <a:pt x="253" y="258"/>
                      <a:pt x="253" y="258"/>
                    </a:cubicBezTo>
                    <a:cubicBezTo>
                      <a:pt x="258" y="253"/>
                      <a:pt x="263" y="248"/>
                      <a:pt x="268" y="242"/>
                    </a:cubicBezTo>
                    <a:cubicBezTo>
                      <a:pt x="268" y="242"/>
                      <a:pt x="268" y="242"/>
                      <a:pt x="268" y="242"/>
                    </a:cubicBezTo>
                    <a:cubicBezTo>
                      <a:pt x="299" y="252"/>
                      <a:pt x="299" y="252"/>
                      <a:pt x="299" y="252"/>
                    </a:cubicBezTo>
                    <a:cubicBezTo>
                      <a:pt x="314" y="223"/>
                      <a:pt x="314" y="223"/>
                      <a:pt x="314" y="223"/>
                    </a:cubicBezTo>
                    <a:cubicBezTo>
                      <a:pt x="288" y="202"/>
                      <a:pt x="288" y="202"/>
                      <a:pt x="288" y="202"/>
                    </a:cubicBezTo>
                    <a:cubicBezTo>
                      <a:pt x="288" y="202"/>
                      <a:pt x="288" y="202"/>
                      <a:pt x="288" y="202"/>
                    </a:cubicBezTo>
                    <a:cubicBezTo>
                      <a:pt x="290" y="195"/>
                      <a:pt x="292" y="189"/>
                      <a:pt x="293" y="182"/>
                    </a:cubicBezTo>
                    <a:cubicBezTo>
                      <a:pt x="294" y="182"/>
                      <a:pt x="294" y="182"/>
                      <a:pt x="294" y="182"/>
                    </a:cubicBezTo>
                    <a:cubicBezTo>
                      <a:pt x="325" y="175"/>
                      <a:pt x="325" y="175"/>
                      <a:pt x="325" y="175"/>
                    </a:cubicBezTo>
                    <a:cubicBezTo>
                      <a:pt x="325" y="143"/>
                      <a:pt x="325" y="143"/>
                      <a:pt x="325" y="143"/>
                    </a:cubicBezTo>
                    <a:cubicBezTo>
                      <a:pt x="292" y="137"/>
                      <a:pt x="292" y="137"/>
                      <a:pt x="292" y="137"/>
                    </a:cubicBezTo>
                    <a:cubicBezTo>
                      <a:pt x="292" y="137"/>
                      <a:pt x="292" y="137"/>
                      <a:pt x="292" y="137"/>
                    </a:cubicBezTo>
                    <a:cubicBezTo>
                      <a:pt x="290" y="130"/>
                      <a:pt x="288" y="123"/>
                      <a:pt x="286" y="117"/>
                    </a:cubicBezTo>
                    <a:cubicBezTo>
                      <a:pt x="287" y="116"/>
                      <a:pt x="287" y="116"/>
                      <a:pt x="287" y="116"/>
                    </a:cubicBezTo>
                    <a:cubicBezTo>
                      <a:pt x="312" y="96"/>
                      <a:pt x="312" y="96"/>
                      <a:pt x="312" y="96"/>
                    </a:cubicBezTo>
                    <a:cubicBezTo>
                      <a:pt x="295" y="67"/>
                      <a:pt x="295" y="67"/>
                      <a:pt x="295" y="67"/>
                    </a:cubicBezTo>
                    <a:cubicBezTo>
                      <a:pt x="264" y="78"/>
                      <a:pt x="264" y="78"/>
                      <a:pt x="264" y="78"/>
                    </a:cubicBezTo>
                    <a:cubicBezTo>
                      <a:pt x="262" y="77"/>
                      <a:pt x="262" y="77"/>
                      <a:pt x="262" y="77"/>
                    </a:cubicBezTo>
                    <a:cubicBezTo>
                      <a:pt x="257" y="71"/>
                      <a:pt x="253" y="67"/>
                      <a:pt x="245" y="61"/>
                    </a:cubicBezTo>
                    <a:cubicBezTo>
                      <a:pt x="246" y="59"/>
                      <a:pt x="246" y="59"/>
                      <a:pt x="246" y="59"/>
                    </a:cubicBezTo>
                    <a:cubicBezTo>
                      <a:pt x="259" y="36"/>
                      <a:pt x="259" y="36"/>
                      <a:pt x="259" y="36"/>
                    </a:cubicBezTo>
                    <a:cubicBezTo>
                      <a:pt x="231" y="18"/>
                      <a:pt x="231" y="18"/>
                      <a:pt x="231" y="18"/>
                    </a:cubicBezTo>
                    <a:cubicBezTo>
                      <a:pt x="210" y="41"/>
                      <a:pt x="210" y="41"/>
                      <a:pt x="210" y="41"/>
                    </a:cubicBezTo>
                    <a:cubicBezTo>
                      <a:pt x="210" y="41"/>
                      <a:pt x="210" y="41"/>
                      <a:pt x="210" y="41"/>
                    </a:cubicBezTo>
                    <a:cubicBezTo>
                      <a:pt x="201" y="37"/>
                      <a:pt x="193" y="34"/>
                      <a:pt x="184" y="33"/>
                    </a:cubicBezTo>
                    <a:cubicBezTo>
                      <a:pt x="184" y="31"/>
                      <a:pt x="184" y="31"/>
                      <a:pt x="184" y="31"/>
                    </a:cubicBezTo>
                    <a:cubicBezTo>
                      <a:pt x="178" y="0"/>
                      <a:pt x="178" y="0"/>
                      <a:pt x="178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139" y="32"/>
                      <a:pt x="139" y="32"/>
                      <a:pt x="139" y="32"/>
                    </a:cubicBezTo>
                    <a:cubicBezTo>
                      <a:pt x="139" y="33"/>
                      <a:pt x="139" y="33"/>
                      <a:pt x="139" y="33"/>
                    </a:cubicBezTo>
                    <a:cubicBezTo>
                      <a:pt x="129" y="34"/>
                      <a:pt x="119" y="37"/>
                      <a:pt x="109" y="42"/>
                    </a:cubicBezTo>
                    <a:cubicBezTo>
                      <a:pt x="108" y="41"/>
                      <a:pt x="108" y="41"/>
                      <a:pt x="108" y="41"/>
                    </a:cubicBezTo>
                    <a:cubicBezTo>
                      <a:pt x="86" y="18"/>
                      <a:pt x="86" y="18"/>
                      <a:pt x="86" y="18"/>
                    </a:cubicBezTo>
                    <a:cubicBezTo>
                      <a:pt x="59" y="36"/>
                      <a:pt x="59" y="36"/>
                      <a:pt x="59" y="36"/>
                    </a:cubicBezTo>
                    <a:cubicBezTo>
                      <a:pt x="72" y="66"/>
                      <a:pt x="72" y="66"/>
                      <a:pt x="72" y="66"/>
                    </a:cubicBezTo>
                    <a:lnTo>
                      <a:pt x="72" y="67"/>
                    </a:lnTo>
                    <a:close/>
                    <a:moveTo>
                      <a:pt x="219" y="69"/>
                    </a:moveTo>
                    <a:cubicBezTo>
                      <a:pt x="271" y="100"/>
                      <a:pt x="287" y="167"/>
                      <a:pt x="256" y="219"/>
                    </a:cubicBezTo>
                    <a:cubicBezTo>
                      <a:pt x="224" y="271"/>
                      <a:pt x="157" y="287"/>
                      <a:pt x="106" y="256"/>
                    </a:cubicBezTo>
                    <a:cubicBezTo>
                      <a:pt x="54" y="225"/>
                      <a:pt x="37" y="157"/>
                      <a:pt x="69" y="106"/>
                    </a:cubicBezTo>
                    <a:cubicBezTo>
                      <a:pt x="100" y="54"/>
                      <a:pt x="167" y="38"/>
                      <a:pt x="219" y="69"/>
                    </a:cubicBezTo>
                    <a:close/>
                  </a:path>
                </a:pathLst>
              </a:custGeom>
              <a:solidFill>
                <a:srgbClr val="7B8E9B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Freeform: Shape 14"/>
              <p:cNvSpPr/>
              <p:nvPr/>
            </p:nvSpPr>
            <p:spPr bwMode="auto">
              <a:xfrm>
                <a:off x="7117647" y="3520558"/>
                <a:ext cx="379106" cy="334127"/>
              </a:xfrm>
              <a:custGeom>
                <a:avLst/>
                <a:gdLst>
                  <a:gd name="T0" fmla="*/ 113 w 125"/>
                  <a:gd name="T1" fmla="*/ 62 h 110"/>
                  <a:gd name="T2" fmla="*/ 117 w 125"/>
                  <a:gd name="T3" fmla="*/ 97 h 110"/>
                  <a:gd name="T4" fmla="*/ 82 w 125"/>
                  <a:gd name="T5" fmla="*/ 102 h 110"/>
                  <a:gd name="T6" fmla="*/ 13 w 125"/>
                  <a:gd name="T7" fmla="*/ 49 h 110"/>
                  <a:gd name="T8" fmla="*/ 9 w 125"/>
                  <a:gd name="T9" fmla="*/ 14 h 110"/>
                  <a:gd name="T10" fmla="*/ 44 w 125"/>
                  <a:gd name="T11" fmla="*/ 9 h 110"/>
                  <a:gd name="T12" fmla="*/ 113 w 125"/>
                  <a:gd name="T13" fmla="*/ 62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5" h="110">
                    <a:moveTo>
                      <a:pt x="113" y="62"/>
                    </a:moveTo>
                    <a:cubicBezTo>
                      <a:pt x="124" y="70"/>
                      <a:pt x="125" y="86"/>
                      <a:pt x="117" y="97"/>
                    </a:cubicBezTo>
                    <a:cubicBezTo>
                      <a:pt x="109" y="108"/>
                      <a:pt x="93" y="110"/>
                      <a:pt x="82" y="102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2" y="41"/>
                      <a:pt x="0" y="25"/>
                      <a:pt x="9" y="14"/>
                    </a:cubicBezTo>
                    <a:cubicBezTo>
                      <a:pt x="17" y="3"/>
                      <a:pt x="33" y="0"/>
                      <a:pt x="44" y="9"/>
                    </a:cubicBezTo>
                    <a:lnTo>
                      <a:pt x="113" y="62"/>
                    </a:lnTo>
                    <a:close/>
                  </a:path>
                </a:pathLst>
              </a:custGeom>
              <a:solidFill>
                <a:srgbClr val="4D5985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Freeform: Shape 15"/>
              <p:cNvSpPr/>
              <p:nvPr/>
            </p:nvSpPr>
            <p:spPr bwMode="auto">
              <a:xfrm>
                <a:off x="6864481" y="4256924"/>
                <a:ext cx="426656" cy="218468"/>
              </a:xfrm>
              <a:custGeom>
                <a:avLst/>
                <a:gdLst>
                  <a:gd name="T0" fmla="*/ 117 w 140"/>
                  <a:gd name="T1" fmla="*/ 20 h 72"/>
                  <a:gd name="T2" fmla="*/ 137 w 140"/>
                  <a:gd name="T3" fmla="*/ 49 h 72"/>
                  <a:gd name="T4" fmla="*/ 108 w 140"/>
                  <a:gd name="T5" fmla="*/ 69 h 72"/>
                  <a:gd name="T6" fmla="*/ 22 w 140"/>
                  <a:gd name="T7" fmla="*/ 52 h 72"/>
                  <a:gd name="T8" fmla="*/ 3 w 140"/>
                  <a:gd name="T9" fmla="*/ 23 h 72"/>
                  <a:gd name="T10" fmla="*/ 32 w 140"/>
                  <a:gd name="T11" fmla="*/ 3 h 72"/>
                  <a:gd name="T12" fmla="*/ 117 w 140"/>
                  <a:gd name="T13" fmla="*/ 2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0" h="72">
                    <a:moveTo>
                      <a:pt x="117" y="20"/>
                    </a:moveTo>
                    <a:cubicBezTo>
                      <a:pt x="131" y="22"/>
                      <a:pt x="140" y="36"/>
                      <a:pt x="137" y="49"/>
                    </a:cubicBezTo>
                    <a:cubicBezTo>
                      <a:pt x="134" y="63"/>
                      <a:pt x="121" y="72"/>
                      <a:pt x="108" y="69"/>
                    </a:cubicBezTo>
                    <a:cubicBezTo>
                      <a:pt x="22" y="52"/>
                      <a:pt x="22" y="52"/>
                      <a:pt x="22" y="52"/>
                    </a:cubicBezTo>
                    <a:cubicBezTo>
                      <a:pt x="9" y="50"/>
                      <a:pt x="0" y="37"/>
                      <a:pt x="3" y="23"/>
                    </a:cubicBezTo>
                    <a:cubicBezTo>
                      <a:pt x="6" y="9"/>
                      <a:pt x="19" y="0"/>
                      <a:pt x="32" y="3"/>
                    </a:cubicBezTo>
                    <a:lnTo>
                      <a:pt x="117" y="20"/>
                    </a:lnTo>
                    <a:close/>
                  </a:path>
                </a:pathLst>
              </a:custGeom>
              <a:solidFill>
                <a:srgbClr val="4D5985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Freeform: Shape 16"/>
              <p:cNvSpPr/>
              <p:nvPr/>
            </p:nvSpPr>
            <p:spPr bwMode="auto">
              <a:xfrm>
                <a:off x="7050822" y="4962448"/>
                <a:ext cx="422800" cy="240315"/>
              </a:xfrm>
              <a:custGeom>
                <a:avLst/>
                <a:gdLst>
                  <a:gd name="T0" fmla="*/ 105 w 139"/>
                  <a:gd name="T1" fmla="*/ 4 h 79"/>
                  <a:gd name="T2" fmla="*/ 136 w 139"/>
                  <a:gd name="T3" fmla="*/ 22 h 79"/>
                  <a:gd name="T4" fmla="*/ 118 w 139"/>
                  <a:gd name="T5" fmla="*/ 52 h 79"/>
                  <a:gd name="T6" fmla="*/ 34 w 139"/>
                  <a:gd name="T7" fmla="*/ 75 h 79"/>
                  <a:gd name="T8" fmla="*/ 4 w 139"/>
                  <a:gd name="T9" fmla="*/ 57 h 79"/>
                  <a:gd name="T10" fmla="*/ 21 w 139"/>
                  <a:gd name="T11" fmla="*/ 26 h 79"/>
                  <a:gd name="T12" fmla="*/ 105 w 139"/>
                  <a:gd name="T13" fmla="*/ 4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79">
                    <a:moveTo>
                      <a:pt x="105" y="4"/>
                    </a:moveTo>
                    <a:cubicBezTo>
                      <a:pt x="118" y="0"/>
                      <a:pt x="132" y="8"/>
                      <a:pt x="136" y="22"/>
                    </a:cubicBezTo>
                    <a:cubicBezTo>
                      <a:pt x="139" y="35"/>
                      <a:pt x="131" y="49"/>
                      <a:pt x="118" y="52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21" y="79"/>
                      <a:pt x="7" y="71"/>
                      <a:pt x="4" y="57"/>
                    </a:cubicBezTo>
                    <a:cubicBezTo>
                      <a:pt x="0" y="44"/>
                      <a:pt x="8" y="30"/>
                      <a:pt x="21" y="26"/>
                    </a:cubicBezTo>
                    <a:lnTo>
                      <a:pt x="105" y="4"/>
                    </a:lnTo>
                    <a:close/>
                  </a:path>
                </a:pathLst>
              </a:custGeom>
              <a:solidFill>
                <a:srgbClr val="7B8E9B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Freeform: Shape 17"/>
              <p:cNvSpPr/>
              <p:nvPr/>
            </p:nvSpPr>
            <p:spPr bwMode="auto">
              <a:xfrm>
                <a:off x="9838218" y="4962448"/>
                <a:ext cx="425371" cy="240315"/>
              </a:xfrm>
              <a:custGeom>
                <a:avLst/>
                <a:gdLst>
                  <a:gd name="T0" fmla="*/ 35 w 140"/>
                  <a:gd name="T1" fmla="*/ 4 h 79"/>
                  <a:gd name="T2" fmla="*/ 4 w 140"/>
                  <a:gd name="T3" fmla="*/ 22 h 79"/>
                  <a:gd name="T4" fmla="*/ 21 w 140"/>
                  <a:gd name="T5" fmla="*/ 52 h 79"/>
                  <a:gd name="T6" fmla="*/ 105 w 140"/>
                  <a:gd name="T7" fmla="*/ 75 h 79"/>
                  <a:gd name="T8" fmla="*/ 136 w 140"/>
                  <a:gd name="T9" fmla="*/ 57 h 79"/>
                  <a:gd name="T10" fmla="*/ 119 w 140"/>
                  <a:gd name="T11" fmla="*/ 26 h 79"/>
                  <a:gd name="T12" fmla="*/ 35 w 140"/>
                  <a:gd name="T13" fmla="*/ 4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0" h="79">
                    <a:moveTo>
                      <a:pt x="35" y="4"/>
                    </a:moveTo>
                    <a:cubicBezTo>
                      <a:pt x="21" y="0"/>
                      <a:pt x="8" y="8"/>
                      <a:pt x="4" y="22"/>
                    </a:cubicBezTo>
                    <a:cubicBezTo>
                      <a:pt x="0" y="35"/>
                      <a:pt x="8" y="49"/>
                      <a:pt x="21" y="52"/>
                    </a:cubicBezTo>
                    <a:cubicBezTo>
                      <a:pt x="105" y="75"/>
                      <a:pt x="105" y="75"/>
                      <a:pt x="105" y="75"/>
                    </a:cubicBezTo>
                    <a:cubicBezTo>
                      <a:pt x="119" y="79"/>
                      <a:pt x="132" y="71"/>
                      <a:pt x="136" y="57"/>
                    </a:cubicBezTo>
                    <a:cubicBezTo>
                      <a:pt x="140" y="44"/>
                      <a:pt x="132" y="30"/>
                      <a:pt x="119" y="26"/>
                    </a:cubicBezTo>
                    <a:lnTo>
                      <a:pt x="35" y="4"/>
                    </a:lnTo>
                    <a:close/>
                  </a:path>
                </a:pathLst>
              </a:custGeom>
              <a:solidFill>
                <a:srgbClr val="7B8E9B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Freeform: Shape 18"/>
              <p:cNvSpPr/>
              <p:nvPr/>
            </p:nvSpPr>
            <p:spPr bwMode="auto">
              <a:xfrm>
                <a:off x="7433784" y="3277673"/>
                <a:ext cx="2335039" cy="2748843"/>
              </a:xfrm>
              <a:custGeom>
                <a:avLst/>
                <a:gdLst>
                  <a:gd name="T0" fmla="*/ 702 w 768"/>
                  <a:gd name="T1" fmla="*/ 412 h 904"/>
                  <a:gd name="T2" fmla="*/ 611 w 768"/>
                  <a:gd name="T3" fmla="*/ 601 h 904"/>
                  <a:gd name="T4" fmla="*/ 611 w 768"/>
                  <a:gd name="T5" fmla="*/ 602 h 904"/>
                  <a:gd name="T6" fmla="*/ 609 w 768"/>
                  <a:gd name="T7" fmla="*/ 604 h 904"/>
                  <a:gd name="T8" fmla="*/ 606 w 768"/>
                  <a:gd name="T9" fmla="*/ 606 h 904"/>
                  <a:gd name="T10" fmla="*/ 606 w 768"/>
                  <a:gd name="T11" fmla="*/ 607 h 904"/>
                  <a:gd name="T12" fmla="*/ 536 w 768"/>
                  <a:gd name="T13" fmla="*/ 735 h 904"/>
                  <a:gd name="T14" fmla="*/ 523 w 768"/>
                  <a:gd name="T15" fmla="*/ 827 h 904"/>
                  <a:gd name="T16" fmla="*/ 523 w 768"/>
                  <a:gd name="T17" fmla="*/ 833 h 904"/>
                  <a:gd name="T18" fmla="*/ 521 w 768"/>
                  <a:gd name="T19" fmla="*/ 837 h 904"/>
                  <a:gd name="T20" fmla="*/ 504 w 768"/>
                  <a:gd name="T21" fmla="*/ 844 h 904"/>
                  <a:gd name="T22" fmla="*/ 274 w 768"/>
                  <a:gd name="T23" fmla="*/ 844 h 904"/>
                  <a:gd name="T24" fmla="*/ 257 w 768"/>
                  <a:gd name="T25" fmla="*/ 837 h 904"/>
                  <a:gd name="T26" fmla="*/ 255 w 768"/>
                  <a:gd name="T27" fmla="*/ 832 h 904"/>
                  <a:gd name="T28" fmla="*/ 256 w 768"/>
                  <a:gd name="T29" fmla="*/ 827 h 904"/>
                  <a:gd name="T30" fmla="*/ 243 w 768"/>
                  <a:gd name="T31" fmla="*/ 737 h 904"/>
                  <a:gd name="T32" fmla="*/ 185 w 768"/>
                  <a:gd name="T33" fmla="*/ 622 h 904"/>
                  <a:gd name="T34" fmla="*/ 170 w 768"/>
                  <a:gd name="T35" fmla="*/ 604 h 904"/>
                  <a:gd name="T36" fmla="*/ 136 w 768"/>
                  <a:gd name="T37" fmla="*/ 571 h 904"/>
                  <a:gd name="T38" fmla="*/ 109 w 768"/>
                  <a:gd name="T39" fmla="*/ 530 h 904"/>
                  <a:gd name="T40" fmla="*/ 75 w 768"/>
                  <a:gd name="T41" fmla="*/ 436 h 904"/>
                  <a:gd name="T42" fmla="*/ 70 w 768"/>
                  <a:gd name="T43" fmla="*/ 378 h 904"/>
                  <a:gd name="T44" fmla="*/ 342 w 768"/>
                  <a:gd name="T45" fmla="*/ 65 h 904"/>
                  <a:gd name="T46" fmla="*/ 305 w 768"/>
                  <a:gd name="T47" fmla="*/ 0 h 904"/>
                  <a:gd name="T48" fmla="*/ 0 w 768"/>
                  <a:gd name="T49" fmla="*/ 378 h 904"/>
                  <a:gd name="T50" fmla="*/ 132 w 768"/>
                  <a:gd name="T51" fmla="*/ 669 h 904"/>
                  <a:gd name="T52" fmla="*/ 186 w 768"/>
                  <a:gd name="T53" fmla="*/ 825 h 904"/>
                  <a:gd name="T54" fmla="*/ 204 w 768"/>
                  <a:gd name="T55" fmla="*/ 883 h 904"/>
                  <a:gd name="T56" fmla="*/ 226 w 768"/>
                  <a:gd name="T57" fmla="*/ 902 h 904"/>
                  <a:gd name="T58" fmla="*/ 380 w 768"/>
                  <a:gd name="T59" fmla="*/ 903 h 904"/>
                  <a:gd name="T60" fmla="*/ 547 w 768"/>
                  <a:gd name="T61" fmla="*/ 904 h 904"/>
                  <a:gd name="T62" fmla="*/ 575 w 768"/>
                  <a:gd name="T63" fmla="*/ 883 h 904"/>
                  <a:gd name="T64" fmla="*/ 593 w 768"/>
                  <a:gd name="T65" fmla="*/ 825 h 904"/>
                  <a:gd name="T66" fmla="*/ 658 w 768"/>
                  <a:gd name="T67" fmla="*/ 654 h 904"/>
                  <a:gd name="T68" fmla="*/ 662 w 768"/>
                  <a:gd name="T69" fmla="*/ 650 h 904"/>
                  <a:gd name="T70" fmla="*/ 768 w 768"/>
                  <a:gd name="T71" fmla="*/ 442 h 904"/>
                  <a:gd name="T72" fmla="*/ 702 w 768"/>
                  <a:gd name="T73" fmla="*/ 412 h 9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8" h="904">
                    <a:moveTo>
                      <a:pt x="702" y="412"/>
                    </a:moveTo>
                    <a:cubicBezTo>
                      <a:pt x="694" y="485"/>
                      <a:pt x="661" y="552"/>
                      <a:pt x="611" y="601"/>
                    </a:cubicBezTo>
                    <a:cubicBezTo>
                      <a:pt x="611" y="602"/>
                      <a:pt x="611" y="602"/>
                      <a:pt x="611" y="602"/>
                    </a:cubicBezTo>
                    <a:cubicBezTo>
                      <a:pt x="610" y="603"/>
                      <a:pt x="609" y="603"/>
                      <a:pt x="609" y="604"/>
                    </a:cubicBezTo>
                    <a:cubicBezTo>
                      <a:pt x="609" y="604"/>
                      <a:pt x="608" y="605"/>
                      <a:pt x="606" y="606"/>
                    </a:cubicBezTo>
                    <a:cubicBezTo>
                      <a:pt x="606" y="607"/>
                      <a:pt x="606" y="607"/>
                      <a:pt x="606" y="607"/>
                    </a:cubicBezTo>
                    <a:cubicBezTo>
                      <a:pt x="595" y="619"/>
                      <a:pt x="556" y="665"/>
                      <a:pt x="536" y="735"/>
                    </a:cubicBezTo>
                    <a:cubicBezTo>
                      <a:pt x="528" y="762"/>
                      <a:pt x="523" y="793"/>
                      <a:pt x="523" y="827"/>
                    </a:cubicBezTo>
                    <a:cubicBezTo>
                      <a:pt x="523" y="829"/>
                      <a:pt x="523" y="831"/>
                      <a:pt x="523" y="833"/>
                    </a:cubicBezTo>
                    <a:cubicBezTo>
                      <a:pt x="523" y="833"/>
                      <a:pt x="522" y="835"/>
                      <a:pt x="521" y="837"/>
                    </a:cubicBezTo>
                    <a:cubicBezTo>
                      <a:pt x="519" y="839"/>
                      <a:pt x="514" y="842"/>
                      <a:pt x="504" y="844"/>
                    </a:cubicBezTo>
                    <a:cubicBezTo>
                      <a:pt x="274" y="844"/>
                      <a:pt x="274" y="844"/>
                      <a:pt x="274" y="844"/>
                    </a:cubicBezTo>
                    <a:cubicBezTo>
                      <a:pt x="265" y="842"/>
                      <a:pt x="260" y="840"/>
                      <a:pt x="257" y="837"/>
                    </a:cubicBezTo>
                    <a:cubicBezTo>
                      <a:pt x="256" y="836"/>
                      <a:pt x="255" y="833"/>
                      <a:pt x="255" y="832"/>
                    </a:cubicBezTo>
                    <a:cubicBezTo>
                      <a:pt x="256" y="830"/>
                      <a:pt x="256" y="830"/>
                      <a:pt x="256" y="827"/>
                    </a:cubicBezTo>
                    <a:cubicBezTo>
                      <a:pt x="256" y="794"/>
                      <a:pt x="251" y="764"/>
                      <a:pt x="243" y="737"/>
                    </a:cubicBezTo>
                    <a:cubicBezTo>
                      <a:pt x="227" y="683"/>
                      <a:pt x="201" y="643"/>
                      <a:pt x="185" y="622"/>
                    </a:cubicBezTo>
                    <a:cubicBezTo>
                      <a:pt x="180" y="616"/>
                      <a:pt x="175" y="610"/>
                      <a:pt x="170" y="604"/>
                    </a:cubicBezTo>
                    <a:cubicBezTo>
                      <a:pt x="159" y="593"/>
                      <a:pt x="146" y="583"/>
                      <a:pt x="136" y="571"/>
                    </a:cubicBezTo>
                    <a:cubicBezTo>
                      <a:pt x="125" y="558"/>
                      <a:pt x="116" y="544"/>
                      <a:pt x="109" y="530"/>
                    </a:cubicBezTo>
                    <a:cubicBezTo>
                      <a:pt x="94" y="501"/>
                      <a:pt x="81" y="469"/>
                      <a:pt x="75" y="436"/>
                    </a:cubicBezTo>
                    <a:cubicBezTo>
                      <a:pt x="72" y="417"/>
                      <a:pt x="70" y="397"/>
                      <a:pt x="70" y="378"/>
                    </a:cubicBezTo>
                    <a:cubicBezTo>
                      <a:pt x="70" y="219"/>
                      <a:pt x="189" y="87"/>
                      <a:pt x="342" y="65"/>
                    </a:cubicBezTo>
                    <a:cubicBezTo>
                      <a:pt x="305" y="0"/>
                      <a:pt x="305" y="0"/>
                      <a:pt x="305" y="0"/>
                    </a:cubicBezTo>
                    <a:cubicBezTo>
                      <a:pt x="131" y="38"/>
                      <a:pt x="0" y="193"/>
                      <a:pt x="0" y="378"/>
                    </a:cubicBezTo>
                    <a:cubicBezTo>
                      <a:pt x="0" y="494"/>
                      <a:pt x="51" y="598"/>
                      <a:pt x="132" y="669"/>
                    </a:cubicBezTo>
                    <a:cubicBezTo>
                      <a:pt x="151" y="694"/>
                      <a:pt x="185" y="750"/>
                      <a:pt x="186" y="825"/>
                    </a:cubicBezTo>
                    <a:cubicBezTo>
                      <a:pt x="184" y="841"/>
                      <a:pt x="188" y="864"/>
                      <a:pt x="204" y="883"/>
                    </a:cubicBezTo>
                    <a:cubicBezTo>
                      <a:pt x="210" y="890"/>
                      <a:pt x="218" y="897"/>
                      <a:pt x="226" y="902"/>
                    </a:cubicBezTo>
                    <a:cubicBezTo>
                      <a:pt x="380" y="903"/>
                      <a:pt x="380" y="903"/>
                      <a:pt x="380" y="903"/>
                    </a:cubicBezTo>
                    <a:cubicBezTo>
                      <a:pt x="547" y="904"/>
                      <a:pt x="547" y="904"/>
                      <a:pt x="547" y="904"/>
                    </a:cubicBezTo>
                    <a:cubicBezTo>
                      <a:pt x="558" y="899"/>
                      <a:pt x="567" y="892"/>
                      <a:pt x="575" y="883"/>
                    </a:cubicBezTo>
                    <a:cubicBezTo>
                      <a:pt x="590" y="864"/>
                      <a:pt x="594" y="841"/>
                      <a:pt x="593" y="825"/>
                    </a:cubicBezTo>
                    <a:cubicBezTo>
                      <a:pt x="594" y="723"/>
                      <a:pt x="657" y="655"/>
                      <a:pt x="658" y="654"/>
                    </a:cubicBezTo>
                    <a:cubicBezTo>
                      <a:pt x="660" y="653"/>
                      <a:pt x="661" y="652"/>
                      <a:pt x="662" y="650"/>
                    </a:cubicBezTo>
                    <a:cubicBezTo>
                      <a:pt x="717" y="595"/>
                      <a:pt x="755" y="522"/>
                      <a:pt x="768" y="442"/>
                    </a:cubicBezTo>
                    <a:cubicBezTo>
                      <a:pt x="750" y="433"/>
                      <a:pt x="720" y="420"/>
                      <a:pt x="702" y="412"/>
                    </a:cubicBezTo>
                    <a:close/>
                  </a:path>
                </a:pathLst>
              </a:custGeom>
              <a:solidFill>
                <a:srgbClr val="4D5985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Freeform: Shape 19"/>
              <p:cNvSpPr/>
              <p:nvPr/>
            </p:nvSpPr>
            <p:spPr bwMode="auto">
              <a:xfrm>
                <a:off x="7440210" y="2732788"/>
                <a:ext cx="704238" cy="298145"/>
              </a:xfrm>
              <a:custGeom>
                <a:avLst/>
                <a:gdLst>
                  <a:gd name="T0" fmla="*/ 232 w 232"/>
                  <a:gd name="T1" fmla="*/ 44 h 98"/>
                  <a:gd name="T2" fmla="*/ 225 w 232"/>
                  <a:gd name="T3" fmla="*/ 34 h 98"/>
                  <a:gd name="T4" fmla="*/ 10 w 232"/>
                  <a:gd name="T5" fmla="*/ 0 h 98"/>
                  <a:gd name="T6" fmla="*/ 0 w 232"/>
                  <a:gd name="T7" fmla="*/ 7 h 98"/>
                  <a:gd name="T8" fmla="*/ 232 w 232"/>
                  <a:gd name="T9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2" h="98">
                    <a:moveTo>
                      <a:pt x="232" y="44"/>
                    </a:moveTo>
                    <a:cubicBezTo>
                      <a:pt x="225" y="34"/>
                      <a:pt x="225" y="34"/>
                      <a:pt x="225" y="34"/>
                    </a:cubicBezTo>
                    <a:cubicBezTo>
                      <a:pt x="157" y="84"/>
                      <a:pt x="60" y="69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54" y="81"/>
                      <a:pt x="158" y="98"/>
                      <a:pt x="232" y="4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rgbClr val="7B8E9B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Freeform: Shape 20"/>
              <p:cNvSpPr/>
              <p:nvPr/>
            </p:nvSpPr>
            <p:spPr bwMode="auto">
              <a:xfrm>
                <a:off x="7429929" y="2717367"/>
                <a:ext cx="57830" cy="57830"/>
              </a:xfrm>
              <a:custGeom>
                <a:avLst/>
                <a:gdLst>
                  <a:gd name="T0" fmla="*/ 45 w 45"/>
                  <a:gd name="T1" fmla="*/ 12 h 45"/>
                  <a:gd name="T2" fmla="*/ 3 w 45"/>
                  <a:gd name="T3" fmla="*/ 0 h 45"/>
                  <a:gd name="T4" fmla="*/ 0 w 45"/>
                  <a:gd name="T5" fmla="*/ 45 h 45"/>
                  <a:gd name="T6" fmla="*/ 45 w 45"/>
                  <a:gd name="T7" fmla="*/ 1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" h="45">
                    <a:moveTo>
                      <a:pt x="45" y="12"/>
                    </a:moveTo>
                    <a:lnTo>
                      <a:pt x="3" y="0"/>
                    </a:lnTo>
                    <a:lnTo>
                      <a:pt x="0" y="45"/>
                    </a:lnTo>
                    <a:lnTo>
                      <a:pt x="45" y="1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Freeform: Shape 21"/>
              <p:cNvSpPr/>
              <p:nvPr/>
            </p:nvSpPr>
            <p:spPr bwMode="auto">
              <a:xfrm>
                <a:off x="9971869" y="4350737"/>
                <a:ext cx="602715" cy="449787"/>
              </a:xfrm>
              <a:custGeom>
                <a:avLst/>
                <a:gdLst>
                  <a:gd name="T0" fmla="*/ 0 w 198"/>
                  <a:gd name="T1" fmla="*/ 129 h 148"/>
                  <a:gd name="T2" fmla="*/ 3 w 198"/>
                  <a:gd name="T3" fmla="*/ 117 h 148"/>
                  <a:gd name="T4" fmla="*/ 186 w 198"/>
                  <a:gd name="T5" fmla="*/ 0 h 148"/>
                  <a:gd name="T6" fmla="*/ 198 w 198"/>
                  <a:gd name="T7" fmla="*/ 2 h 148"/>
                  <a:gd name="T8" fmla="*/ 0 w 198"/>
                  <a:gd name="T9" fmla="*/ 129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" h="148">
                    <a:moveTo>
                      <a:pt x="0" y="129"/>
                    </a:moveTo>
                    <a:cubicBezTo>
                      <a:pt x="3" y="117"/>
                      <a:pt x="3" y="117"/>
                      <a:pt x="3" y="117"/>
                    </a:cubicBezTo>
                    <a:cubicBezTo>
                      <a:pt x="86" y="135"/>
                      <a:pt x="168" y="83"/>
                      <a:pt x="186" y="0"/>
                    </a:cubicBezTo>
                    <a:cubicBezTo>
                      <a:pt x="198" y="2"/>
                      <a:pt x="198" y="2"/>
                      <a:pt x="198" y="2"/>
                    </a:cubicBezTo>
                    <a:cubicBezTo>
                      <a:pt x="178" y="92"/>
                      <a:pt x="90" y="148"/>
                      <a:pt x="0" y="12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rgbClr val="7B8E9B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Freeform: Shape 22"/>
              <p:cNvSpPr/>
              <p:nvPr/>
            </p:nvSpPr>
            <p:spPr bwMode="auto">
              <a:xfrm>
                <a:off x="10521895" y="4319895"/>
                <a:ext cx="70681" cy="52689"/>
              </a:xfrm>
              <a:custGeom>
                <a:avLst/>
                <a:gdLst>
                  <a:gd name="T0" fmla="*/ 0 w 55"/>
                  <a:gd name="T1" fmla="*/ 29 h 41"/>
                  <a:gd name="T2" fmla="*/ 34 w 55"/>
                  <a:gd name="T3" fmla="*/ 0 h 41"/>
                  <a:gd name="T4" fmla="*/ 55 w 55"/>
                  <a:gd name="T5" fmla="*/ 41 h 41"/>
                  <a:gd name="T6" fmla="*/ 0 w 55"/>
                  <a:gd name="T7" fmla="*/ 2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5" h="41">
                    <a:moveTo>
                      <a:pt x="0" y="29"/>
                    </a:moveTo>
                    <a:lnTo>
                      <a:pt x="34" y="0"/>
                    </a:lnTo>
                    <a:lnTo>
                      <a:pt x="55" y="41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7B8E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Oval 23"/>
              <p:cNvSpPr/>
              <p:nvPr/>
            </p:nvSpPr>
            <p:spPr bwMode="auto">
              <a:xfrm>
                <a:off x="10147929" y="4566635"/>
                <a:ext cx="244171" cy="24288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Freeform: Shape 24"/>
              <p:cNvSpPr/>
              <p:nvPr/>
            </p:nvSpPr>
            <p:spPr bwMode="auto">
              <a:xfrm>
                <a:off x="7570005" y="2799613"/>
                <a:ext cx="277583" cy="280153"/>
              </a:xfrm>
              <a:custGeom>
                <a:avLst/>
                <a:gdLst>
                  <a:gd name="T0" fmla="*/ 10 w 91"/>
                  <a:gd name="T1" fmla="*/ 65 h 92"/>
                  <a:gd name="T2" fmla="*/ 64 w 91"/>
                  <a:gd name="T3" fmla="*/ 81 h 92"/>
                  <a:gd name="T4" fmla="*/ 81 w 91"/>
                  <a:gd name="T5" fmla="*/ 27 h 92"/>
                  <a:gd name="T6" fmla="*/ 27 w 91"/>
                  <a:gd name="T7" fmla="*/ 10 h 92"/>
                  <a:gd name="T8" fmla="*/ 10 w 91"/>
                  <a:gd name="T9" fmla="*/ 65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" h="92">
                    <a:moveTo>
                      <a:pt x="10" y="65"/>
                    </a:moveTo>
                    <a:cubicBezTo>
                      <a:pt x="20" y="84"/>
                      <a:pt x="45" y="92"/>
                      <a:pt x="64" y="81"/>
                    </a:cubicBezTo>
                    <a:cubicBezTo>
                      <a:pt x="84" y="71"/>
                      <a:pt x="91" y="47"/>
                      <a:pt x="81" y="27"/>
                    </a:cubicBezTo>
                    <a:cubicBezTo>
                      <a:pt x="70" y="8"/>
                      <a:pt x="46" y="0"/>
                      <a:pt x="27" y="10"/>
                    </a:cubicBezTo>
                    <a:cubicBezTo>
                      <a:pt x="7" y="21"/>
                      <a:pt x="0" y="45"/>
                      <a:pt x="10" y="65"/>
                    </a:cubicBezTo>
                    <a:close/>
                  </a:path>
                </a:pathLst>
              </a:custGeom>
              <a:solidFill>
                <a:srgbClr val="7B8E9B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Freeform: Shape 25"/>
              <p:cNvSpPr/>
              <p:nvPr/>
            </p:nvSpPr>
            <p:spPr bwMode="auto">
              <a:xfrm>
                <a:off x="9270202" y="1744540"/>
                <a:ext cx="1100051" cy="1101336"/>
              </a:xfrm>
              <a:custGeom>
                <a:avLst/>
                <a:gdLst>
                  <a:gd name="T0" fmla="*/ 362 w 362"/>
                  <a:gd name="T1" fmla="*/ 362 h 362"/>
                  <a:gd name="T2" fmla="*/ 346 w 362"/>
                  <a:gd name="T3" fmla="*/ 362 h 362"/>
                  <a:gd name="T4" fmla="*/ 0 w 362"/>
                  <a:gd name="T5" fmla="*/ 16 h 362"/>
                  <a:gd name="T6" fmla="*/ 0 w 362"/>
                  <a:gd name="T7" fmla="*/ 0 h 362"/>
                  <a:gd name="T8" fmla="*/ 362 w 362"/>
                  <a:gd name="T9" fmla="*/ 362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2" h="362">
                    <a:moveTo>
                      <a:pt x="362" y="362"/>
                    </a:moveTo>
                    <a:cubicBezTo>
                      <a:pt x="346" y="362"/>
                      <a:pt x="346" y="362"/>
                      <a:pt x="346" y="362"/>
                    </a:cubicBezTo>
                    <a:cubicBezTo>
                      <a:pt x="346" y="171"/>
                      <a:pt x="191" y="16"/>
                      <a:pt x="0" y="1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00" y="0"/>
                      <a:pt x="362" y="162"/>
                      <a:pt x="362" y="36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solidFill>
                  <a:srgbClr val="7B8E9B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Freeform: Shape 26"/>
              <p:cNvSpPr/>
              <p:nvPr/>
            </p:nvSpPr>
            <p:spPr bwMode="auto">
              <a:xfrm>
                <a:off x="9208517" y="1690566"/>
                <a:ext cx="100239" cy="154213"/>
              </a:xfrm>
              <a:custGeom>
                <a:avLst/>
                <a:gdLst>
                  <a:gd name="T0" fmla="*/ 78 w 78"/>
                  <a:gd name="T1" fmla="*/ 0 h 120"/>
                  <a:gd name="T2" fmla="*/ 0 w 78"/>
                  <a:gd name="T3" fmla="*/ 56 h 120"/>
                  <a:gd name="T4" fmla="*/ 74 w 78"/>
                  <a:gd name="T5" fmla="*/ 120 h 120"/>
                  <a:gd name="T6" fmla="*/ 78 w 78"/>
                  <a:gd name="T7" fmla="*/ 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8" h="120">
                    <a:moveTo>
                      <a:pt x="78" y="0"/>
                    </a:moveTo>
                    <a:lnTo>
                      <a:pt x="0" y="56"/>
                    </a:lnTo>
                    <a:lnTo>
                      <a:pt x="74" y="120"/>
                    </a:lnTo>
                    <a:lnTo>
                      <a:pt x="7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Oval 27"/>
              <p:cNvSpPr/>
              <p:nvPr/>
            </p:nvSpPr>
            <p:spPr bwMode="auto">
              <a:xfrm>
                <a:off x="9878057" y="1930881"/>
                <a:ext cx="355974" cy="358545"/>
              </a:xfrm>
              <a:prstGeom prst="ellipse">
                <a:avLst/>
              </a:prstGeom>
              <a:solidFill>
                <a:srgbClr val="4D5985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TextBox 28"/>
              <p:cNvSpPr txBox="1"/>
              <p:nvPr/>
            </p:nvSpPr>
            <p:spPr>
              <a:xfrm>
                <a:off x="10114837" y="4556416"/>
                <a:ext cx="310352" cy="222817"/>
              </a:xfrm>
              <a:prstGeom prst="rect">
                <a:avLst/>
              </a:prstGeom>
              <a:noFill/>
            </p:spPr>
            <p:txBody>
              <a:bodyPr wrap="none">
                <a:normAutofit fontScale="62500" lnSpcReduction="20000"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</a:rPr>
                  <a:t>02</a:t>
                </a:r>
                <a:endParaRPr lang="en-US" sz="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TextBox 29"/>
              <p:cNvSpPr txBox="1"/>
              <p:nvPr/>
            </p:nvSpPr>
            <p:spPr>
              <a:xfrm>
                <a:off x="9882462" y="1950827"/>
                <a:ext cx="336878" cy="254648"/>
              </a:xfrm>
              <a:prstGeom prst="rect">
                <a:avLst/>
              </a:prstGeom>
              <a:noFill/>
            </p:spPr>
            <p:txBody>
              <a:bodyPr wrap="none">
                <a:normAutofit fontScale="70000" lnSpcReduction="20000"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</a:rPr>
                  <a:t>03</a:t>
                </a:r>
                <a:endParaRPr lang="en-US" sz="1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TextBox 30"/>
              <p:cNvSpPr txBox="1"/>
              <p:nvPr/>
            </p:nvSpPr>
            <p:spPr>
              <a:xfrm>
                <a:off x="7553619" y="2802108"/>
                <a:ext cx="310352" cy="222817"/>
              </a:xfrm>
              <a:prstGeom prst="rect">
                <a:avLst/>
              </a:prstGeom>
              <a:noFill/>
            </p:spPr>
            <p:txBody>
              <a:bodyPr wrap="none">
                <a:normAutofit fontScale="62500" lnSpcReduction="20000"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</a:rPr>
                  <a:t>04</a:t>
                </a:r>
                <a:endParaRPr lang="en-US" sz="800" b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" name="Group 35"/>
          <p:cNvGrpSpPr/>
          <p:nvPr/>
        </p:nvGrpSpPr>
        <p:grpSpPr>
          <a:xfrm>
            <a:off x="1800822" y="1309864"/>
            <a:ext cx="2393457" cy="2501128"/>
            <a:chOff x="1136229" y="1569256"/>
            <a:chExt cx="3191274" cy="3334836"/>
          </a:xfrm>
        </p:grpSpPr>
        <p:grpSp>
          <p:nvGrpSpPr>
            <p:cNvPr id="6" name="Group 36"/>
            <p:cNvGrpSpPr/>
            <p:nvPr/>
          </p:nvGrpSpPr>
          <p:grpSpPr>
            <a:xfrm>
              <a:off x="1136229" y="2818618"/>
              <a:ext cx="3191274" cy="836112"/>
              <a:chOff x="1136229" y="2818618"/>
              <a:chExt cx="3191274" cy="836112"/>
            </a:xfrm>
          </p:grpSpPr>
          <p:grpSp>
            <p:nvGrpSpPr>
              <p:cNvPr id="17" name="Group 47"/>
              <p:cNvGrpSpPr/>
              <p:nvPr/>
            </p:nvGrpSpPr>
            <p:grpSpPr>
              <a:xfrm>
                <a:off x="1680644" y="2818618"/>
                <a:ext cx="2646859" cy="836112"/>
                <a:chOff x="2591258" y="3352018"/>
                <a:chExt cx="2646859" cy="836112"/>
              </a:xfrm>
            </p:grpSpPr>
            <p:sp>
              <p:nvSpPr>
                <p:cNvPr id="19" name="Rectangle 49"/>
                <p:cNvSpPr/>
                <p:nvPr/>
              </p:nvSpPr>
              <p:spPr bwMode="auto">
                <a:xfrm>
                  <a:off x="2596021" y="3630731"/>
                  <a:ext cx="2642096" cy="5573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288000" anchor="t" anchorCtr="0">
                  <a:normAutofit fontScale="77500" lnSpcReduction="20000"/>
                </a:bodyPr>
                <a:lstStyle/>
                <a:p>
                  <a:pPr eaLnBrk="1" hangingPunct="1">
                    <a:lnSpc>
                      <a:spcPct val="12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1000"/>
                    <a:t>此部分内容作为文字排版占位显示 </a:t>
                  </a:r>
                  <a:br>
                    <a:rPr lang="zh-CN" altLang="en-US" sz="1000"/>
                  </a:br>
                  <a:r>
                    <a:rPr lang="zh-CN" altLang="en-US" sz="1000"/>
                    <a:t>（建议使用主题字体）</a:t>
                  </a:r>
                  <a:endParaRPr lang="zh-CN" altLang="en-US" sz="1000"/>
                </a:p>
              </p:txBody>
            </p:sp>
            <p:sp>
              <p:nvSpPr>
                <p:cNvPr id="20" name="TextBox 50"/>
                <p:cNvSpPr txBox="1"/>
                <p:nvPr/>
              </p:nvSpPr>
              <p:spPr bwMode="auto">
                <a:xfrm>
                  <a:off x="2591258" y="3352018"/>
                  <a:ext cx="2642096" cy="278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288000">
                  <a:normAutofit fontScale="47500" lnSpcReduction="20000"/>
                </a:bodyPr>
                <a:lstStyle/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b="1">
                      <a:solidFill>
                        <a:srgbClr val="7B8E9B"/>
                      </a:solidFill>
                    </a:rPr>
                    <a:t>标题文本预设</a:t>
                  </a:r>
                  <a:endParaRPr lang="zh-CN" altLang="en-US" b="1">
                    <a:solidFill>
                      <a:srgbClr val="7B8E9B"/>
                    </a:solidFill>
                  </a:endParaRPr>
                </a:p>
              </p:txBody>
            </p:sp>
          </p:grpSp>
          <p:sp>
            <p:nvSpPr>
              <p:cNvPr id="18" name="Freeform: Shape 48"/>
              <p:cNvSpPr/>
              <p:nvPr/>
            </p:nvSpPr>
            <p:spPr bwMode="auto">
              <a:xfrm>
                <a:off x="1136229" y="2882406"/>
                <a:ext cx="508494" cy="508494"/>
              </a:xfrm>
              <a:custGeom>
                <a:avLst/>
                <a:gdLst>
                  <a:gd name="T0" fmla="*/ 116 w 232"/>
                  <a:gd name="T1" fmla="*/ 0 h 232"/>
                  <a:gd name="T2" fmla="*/ 0 w 232"/>
                  <a:gd name="T3" fmla="*/ 116 h 232"/>
                  <a:gd name="T4" fmla="*/ 116 w 232"/>
                  <a:gd name="T5" fmla="*/ 232 h 232"/>
                  <a:gd name="T6" fmla="*/ 232 w 232"/>
                  <a:gd name="T7" fmla="*/ 116 h 232"/>
                  <a:gd name="T8" fmla="*/ 116 w 232"/>
                  <a:gd name="T9" fmla="*/ 0 h 232"/>
                  <a:gd name="T10" fmla="*/ 129 w 232"/>
                  <a:gd name="T11" fmla="*/ 208 h 232"/>
                  <a:gd name="T12" fmla="*/ 129 w 232"/>
                  <a:gd name="T13" fmla="*/ 190 h 232"/>
                  <a:gd name="T14" fmla="*/ 117 w 232"/>
                  <a:gd name="T15" fmla="*/ 178 h 232"/>
                  <a:gd name="T16" fmla="*/ 105 w 232"/>
                  <a:gd name="T17" fmla="*/ 190 h 232"/>
                  <a:gd name="T18" fmla="*/ 105 w 232"/>
                  <a:gd name="T19" fmla="*/ 208 h 232"/>
                  <a:gd name="T20" fmla="*/ 25 w 232"/>
                  <a:gd name="T21" fmla="*/ 129 h 232"/>
                  <a:gd name="T22" fmla="*/ 42 w 232"/>
                  <a:gd name="T23" fmla="*/ 129 h 232"/>
                  <a:gd name="T24" fmla="*/ 53 w 232"/>
                  <a:gd name="T25" fmla="*/ 117 h 232"/>
                  <a:gd name="T26" fmla="*/ 42 w 232"/>
                  <a:gd name="T27" fmla="*/ 105 h 232"/>
                  <a:gd name="T28" fmla="*/ 24 w 232"/>
                  <a:gd name="T29" fmla="*/ 105 h 232"/>
                  <a:gd name="T30" fmla="*/ 104 w 232"/>
                  <a:gd name="T31" fmla="*/ 25 h 232"/>
                  <a:gd name="T32" fmla="*/ 104 w 232"/>
                  <a:gd name="T33" fmla="*/ 41 h 232"/>
                  <a:gd name="T34" fmla="*/ 116 w 232"/>
                  <a:gd name="T35" fmla="*/ 53 h 232"/>
                  <a:gd name="T36" fmla="*/ 128 w 232"/>
                  <a:gd name="T37" fmla="*/ 41 h 232"/>
                  <a:gd name="T38" fmla="*/ 128 w 232"/>
                  <a:gd name="T39" fmla="*/ 25 h 232"/>
                  <a:gd name="T40" fmla="*/ 208 w 232"/>
                  <a:gd name="T41" fmla="*/ 104 h 232"/>
                  <a:gd name="T42" fmla="*/ 190 w 232"/>
                  <a:gd name="T43" fmla="*/ 104 h 232"/>
                  <a:gd name="T44" fmla="*/ 179 w 232"/>
                  <a:gd name="T45" fmla="*/ 116 h 232"/>
                  <a:gd name="T46" fmla="*/ 190 w 232"/>
                  <a:gd name="T47" fmla="*/ 128 h 232"/>
                  <a:gd name="T48" fmla="*/ 208 w 232"/>
                  <a:gd name="T49" fmla="*/ 128 h 232"/>
                  <a:gd name="T50" fmla="*/ 129 w 232"/>
                  <a:gd name="T51" fmla="*/ 208 h 232"/>
                  <a:gd name="T52" fmla="*/ 124 w 232"/>
                  <a:gd name="T53" fmla="*/ 94 h 232"/>
                  <a:gd name="T54" fmla="*/ 70 w 232"/>
                  <a:gd name="T55" fmla="*/ 69 h 232"/>
                  <a:gd name="T56" fmla="*/ 94 w 232"/>
                  <a:gd name="T57" fmla="*/ 124 h 232"/>
                  <a:gd name="T58" fmla="*/ 109 w 232"/>
                  <a:gd name="T59" fmla="*/ 138 h 232"/>
                  <a:gd name="T60" fmla="*/ 163 w 232"/>
                  <a:gd name="T61" fmla="*/ 163 h 232"/>
                  <a:gd name="T62" fmla="*/ 138 w 232"/>
                  <a:gd name="T63" fmla="*/ 108 h 232"/>
                  <a:gd name="T64" fmla="*/ 124 w 232"/>
                  <a:gd name="T65" fmla="*/ 94 h 232"/>
                  <a:gd name="T66" fmla="*/ 123 w 232"/>
                  <a:gd name="T67" fmla="*/ 123 h 232"/>
                  <a:gd name="T68" fmla="*/ 110 w 232"/>
                  <a:gd name="T69" fmla="*/ 123 h 232"/>
                  <a:gd name="T70" fmla="*/ 110 w 232"/>
                  <a:gd name="T71" fmla="*/ 109 h 232"/>
                  <a:gd name="T72" fmla="*/ 123 w 232"/>
                  <a:gd name="T73" fmla="*/ 109 h 232"/>
                  <a:gd name="T74" fmla="*/ 123 w 232"/>
                  <a:gd name="T75" fmla="*/ 123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32" h="232">
                    <a:moveTo>
                      <a:pt x="116" y="0"/>
                    </a:moveTo>
                    <a:cubicBezTo>
                      <a:pt x="52" y="0"/>
                      <a:pt x="0" y="52"/>
                      <a:pt x="0" y="116"/>
                    </a:cubicBezTo>
                    <a:cubicBezTo>
                      <a:pt x="0" y="180"/>
                      <a:pt x="52" y="232"/>
                      <a:pt x="116" y="232"/>
                    </a:cubicBezTo>
                    <a:cubicBezTo>
                      <a:pt x="180" y="232"/>
                      <a:pt x="232" y="180"/>
                      <a:pt x="232" y="116"/>
                    </a:cubicBezTo>
                    <a:cubicBezTo>
                      <a:pt x="232" y="52"/>
                      <a:pt x="180" y="0"/>
                      <a:pt x="116" y="0"/>
                    </a:cubicBezTo>
                    <a:close/>
                    <a:moveTo>
                      <a:pt x="129" y="208"/>
                    </a:moveTo>
                    <a:cubicBezTo>
                      <a:pt x="129" y="190"/>
                      <a:pt x="129" y="190"/>
                      <a:pt x="129" y="190"/>
                    </a:cubicBezTo>
                    <a:cubicBezTo>
                      <a:pt x="129" y="183"/>
                      <a:pt x="123" y="178"/>
                      <a:pt x="117" y="178"/>
                    </a:cubicBezTo>
                    <a:cubicBezTo>
                      <a:pt x="110" y="178"/>
                      <a:pt x="105" y="183"/>
                      <a:pt x="105" y="190"/>
                    </a:cubicBezTo>
                    <a:cubicBezTo>
                      <a:pt x="105" y="208"/>
                      <a:pt x="105" y="208"/>
                      <a:pt x="105" y="208"/>
                    </a:cubicBezTo>
                    <a:cubicBezTo>
                      <a:pt x="63" y="203"/>
                      <a:pt x="30" y="170"/>
                      <a:pt x="25" y="129"/>
                    </a:cubicBezTo>
                    <a:cubicBezTo>
                      <a:pt x="42" y="129"/>
                      <a:pt x="42" y="129"/>
                      <a:pt x="42" y="129"/>
                    </a:cubicBezTo>
                    <a:cubicBezTo>
                      <a:pt x="48" y="129"/>
                      <a:pt x="53" y="123"/>
                      <a:pt x="53" y="117"/>
                    </a:cubicBezTo>
                    <a:cubicBezTo>
                      <a:pt x="53" y="110"/>
                      <a:pt x="48" y="105"/>
                      <a:pt x="42" y="105"/>
                    </a:cubicBezTo>
                    <a:cubicBezTo>
                      <a:pt x="24" y="105"/>
                      <a:pt x="24" y="105"/>
                      <a:pt x="24" y="105"/>
                    </a:cubicBezTo>
                    <a:cubicBezTo>
                      <a:pt x="29" y="63"/>
                      <a:pt x="63" y="30"/>
                      <a:pt x="104" y="25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104" y="47"/>
                      <a:pt x="109" y="53"/>
                      <a:pt x="116" y="53"/>
                    </a:cubicBezTo>
                    <a:cubicBezTo>
                      <a:pt x="122" y="53"/>
                      <a:pt x="128" y="47"/>
                      <a:pt x="128" y="41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69" y="30"/>
                      <a:pt x="202" y="63"/>
                      <a:pt x="208" y="104"/>
                    </a:cubicBezTo>
                    <a:cubicBezTo>
                      <a:pt x="190" y="104"/>
                      <a:pt x="190" y="104"/>
                      <a:pt x="190" y="104"/>
                    </a:cubicBezTo>
                    <a:cubicBezTo>
                      <a:pt x="184" y="104"/>
                      <a:pt x="179" y="109"/>
                      <a:pt x="179" y="116"/>
                    </a:cubicBezTo>
                    <a:cubicBezTo>
                      <a:pt x="179" y="122"/>
                      <a:pt x="184" y="128"/>
                      <a:pt x="190" y="128"/>
                    </a:cubicBezTo>
                    <a:cubicBezTo>
                      <a:pt x="208" y="128"/>
                      <a:pt x="208" y="128"/>
                      <a:pt x="208" y="128"/>
                    </a:cubicBezTo>
                    <a:cubicBezTo>
                      <a:pt x="203" y="169"/>
                      <a:pt x="170" y="202"/>
                      <a:pt x="129" y="208"/>
                    </a:cubicBezTo>
                    <a:close/>
                    <a:moveTo>
                      <a:pt x="124" y="94"/>
                    </a:moveTo>
                    <a:cubicBezTo>
                      <a:pt x="70" y="69"/>
                      <a:pt x="70" y="69"/>
                      <a:pt x="70" y="69"/>
                    </a:cubicBezTo>
                    <a:cubicBezTo>
                      <a:pt x="94" y="124"/>
                      <a:pt x="94" y="124"/>
                      <a:pt x="94" y="124"/>
                    </a:cubicBezTo>
                    <a:cubicBezTo>
                      <a:pt x="97" y="129"/>
                      <a:pt x="103" y="136"/>
                      <a:pt x="109" y="138"/>
                    </a:cubicBezTo>
                    <a:cubicBezTo>
                      <a:pt x="163" y="163"/>
                      <a:pt x="163" y="163"/>
                      <a:pt x="163" y="163"/>
                    </a:cubicBezTo>
                    <a:cubicBezTo>
                      <a:pt x="138" y="108"/>
                      <a:pt x="138" y="108"/>
                      <a:pt x="138" y="108"/>
                    </a:cubicBezTo>
                    <a:cubicBezTo>
                      <a:pt x="136" y="103"/>
                      <a:pt x="130" y="96"/>
                      <a:pt x="124" y="94"/>
                    </a:cubicBezTo>
                    <a:close/>
                    <a:moveTo>
                      <a:pt x="123" y="123"/>
                    </a:moveTo>
                    <a:cubicBezTo>
                      <a:pt x="119" y="126"/>
                      <a:pt x="113" y="126"/>
                      <a:pt x="110" y="123"/>
                    </a:cubicBezTo>
                    <a:cubicBezTo>
                      <a:pt x="106" y="119"/>
                      <a:pt x="106" y="113"/>
                      <a:pt x="110" y="109"/>
                    </a:cubicBezTo>
                    <a:cubicBezTo>
                      <a:pt x="113" y="106"/>
                      <a:pt x="119" y="106"/>
                      <a:pt x="123" y="109"/>
                    </a:cubicBezTo>
                    <a:cubicBezTo>
                      <a:pt x="127" y="113"/>
                      <a:pt x="127" y="119"/>
                      <a:pt x="123" y="123"/>
                    </a:cubicBezTo>
                    <a:close/>
                  </a:path>
                </a:pathLst>
              </a:custGeom>
              <a:solidFill>
                <a:srgbClr val="7B8E9B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7" name="Group 37"/>
            <p:cNvGrpSpPr/>
            <p:nvPr/>
          </p:nvGrpSpPr>
          <p:grpSpPr>
            <a:xfrm>
              <a:off x="1136229" y="1569256"/>
              <a:ext cx="3186511" cy="836112"/>
              <a:chOff x="1136229" y="1569256"/>
              <a:chExt cx="3186511" cy="836112"/>
            </a:xfrm>
          </p:grpSpPr>
          <p:grpSp>
            <p:nvGrpSpPr>
              <p:cNvPr id="13" name="Group 43"/>
              <p:cNvGrpSpPr/>
              <p:nvPr/>
            </p:nvGrpSpPr>
            <p:grpSpPr>
              <a:xfrm>
                <a:off x="1680644" y="1569256"/>
                <a:ext cx="2642096" cy="836112"/>
                <a:chOff x="2591258" y="2102656"/>
                <a:chExt cx="2642096" cy="836112"/>
              </a:xfrm>
            </p:grpSpPr>
            <p:sp>
              <p:nvSpPr>
                <p:cNvPr id="15" name="Rectangle 45"/>
                <p:cNvSpPr/>
                <p:nvPr/>
              </p:nvSpPr>
              <p:spPr bwMode="auto">
                <a:xfrm>
                  <a:off x="2591258" y="2381369"/>
                  <a:ext cx="2642096" cy="5573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288000" anchor="t" anchorCtr="0">
                  <a:normAutofit fontScale="77500" lnSpcReduction="20000"/>
                </a:bodyPr>
                <a:lstStyle/>
                <a:p>
                  <a:pPr eaLnBrk="1" hangingPunct="1">
                    <a:lnSpc>
                      <a:spcPct val="12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1000"/>
                    <a:t>此部分内容作为文字排版占位显示</a:t>
                  </a:r>
                  <a:br>
                    <a:rPr lang="zh-CN" altLang="en-US" sz="1000"/>
                  </a:br>
                  <a:r>
                    <a:rPr lang="zh-CN" altLang="en-US" sz="1000"/>
                    <a:t> （建议使用主题字体）</a:t>
                  </a:r>
                  <a:endParaRPr lang="zh-CN" altLang="en-US" sz="1000"/>
                </a:p>
              </p:txBody>
            </p:sp>
            <p:sp>
              <p:nvSpPr>
                <p:cNvPr id="16" name="TextBox 46"/>
                <p:cNvSpPr txBox="1"/>
                <p:nvPr/>
              </p:nvSpPr>
              <p:spPr bwMode="auto">
                <a:xfrm>
                  <a:off x="2591258" y="2102656"/>
                  <a:ext cx="2642096" cy="278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288000">
                  <a:normAutofit fontScale="47500" lnSpcReduction="20000"/>
                </a:bodyPr>
                <a:lstStyle/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b="1">
                      <a:solidFill>
                        <a:srgbClr val="4D5985"/>
                      </a:solidFill>
                    </a:rPr>
                    <a:t>标题文本预设</a:t>
                  </a:r>
                  <a:endParaRPr lang="zh-CN" altLang="en-US" b="1">
                    <a:solidFill>
                      <a:srgbClr val="4D5985"/>
                    </a:solidFill>
                  </a:endParaRPr>
                </a:p>
              </p:txBody>
            </p:sp>
          </p:grpSp>
          <p:sp>
            <p:nvSpPr>
              <p:cNvPr id="14" name="Freeform: Shape 44"/>
              <p:cNvSpPr>
                <a:spLocks noChangeAspect="1"/>
              </p:cNvSpPr>
              <p:nvPr/>
            </p:nvSpPr>
            <p:spPr bwMode="auto">
              <a:xfrm>
                <a:off x="1136229" y="1636187"/>
                <a:ext cx="455626" cy="486000"/>
              </a:xfrm>
              <a:custGeom>
                <a:avLst/>
                <a:gdLst>
                  <a:gd name="T0" fmla="*/ 41 w 45"/>
                  <a:gd name="T1" fmla="*/ 48 h 48"/>
                  <a:gd name="T2" fmla="*/ 0 w 45"/>
                  <a:gd name="T3" fmla="*/ 44 h 48"/>
                  <a:gd name="T4" fmla="*/ 3 w 45"/>
                  <a:gd name="T5" fmla="*/ 7 h 48"/>
                  <a:gd name="T6" fmla="*/ 7 w 45"/>
                  <a:gd name="T7" fmla="*/ 4 h 48"/>
                  <a:gd name="T8" fmla="*/ 13 w 45"/>
                  <a:gd name="T9" fmla="*/ 0 h 48"/>
                  <a:gd name="T10" fmla="*/ 17 w 45"/>
                  <a:gd name="T11" fmla="*/ 7 h 48"/>
                  <a:gd name="T12" fmla="*/ 27 w 45"/>
                  <a:gd name="T13" fmla="*/ 4 h 48"/>
                  <a:gd name="T14" fmla="*/ 33 w 45"/>
                  <a:gd name="T15" fmla="*/ 0 h 48"/>
                  <a:gd name="T16" fmla="*/ 38 w 45"/>
                  <a:gd name="T17" fmla="*/ 7 h 48"/>
                  <a:gd name="T18" fmla="*/ 45 w 45"/>
                  <a:gd name="T19" fmla="*/ 10 h 48"/>
                  <a:gd name="T20" fmla="*/ 11 w 45"/>
                  <a:gd name="T21" fmla="*/ 25 h 48"/>
                  <a:gd name="T22" fmla="*/ 3 w 45"/>
                  <a:gd name="T23" fmla="*/ 17 h 48"/>
                  <a:gd name="T24" fmla="*/ 11 w 45"/>
                  <a:gd name="T25" fmla="*/ 25 h 48"/>
                  <a:gd name="T26" fmla="*/ 11 w 45"/>
                  <a:gd name="T27" fmla="*/ 26 h 48"/>
                  <a:gd name="T28" fmla="*/ 3 w 45"/>
                  <a:gd name="T29" fmla="*/ 35 h 48"/>
                  <a:gd name="T30" fmla="*/ 11 w 45"/>
                  <a:gd name="T31" fmla="*/ 44 h 48"/>
                  <a:gd name="T32" fmla="*/ 3 w 45"/>
                  <a:gd name="T33" fmla="*/ 37 h 48"/>
                  <a:gd name="T34" fmla="*/ 11 w 45"/>
                  <a:gd name="T35" fmla="*/ 44 h 48"/>
                  <a:gd name="T36" fmla="*/ 13 w 45"/>
                  <a:gd name="T37" fmla="*/ 3 h 48"/>
                  <a:gd name="T38" fmla="*/ 10 w 45"/>
                  <a:gd name="T39" fmla="*/ 4 h 48"/>
                  <a:gd name="T40" fmla="*/ 11 w 45"/>
                  <a:gd name="T41" fmla="*/ 13 h 48"/>
                  <a:gd name="T42" fmla="*/ 14 w 45"/>
                  <a:gd name="T43" fmla="*/ 12 h 48"/>
                  <a:gd name="T44" fmla="*/ 21 w 45"/>
                  <a:gd name="T45" fmla="*/ 25 h 48"/>
                  <a:gd name="T46" fmla="*/ 13 w 45"/>
                  <a:gd name="T47" fmla="*/ 17 h 48"/>
                  <a:gd name="T48" fmla="*/ 21 w 45"/>
                  <a:gd name="T49" fmla="*/ 25 h 48"/>
                  <a:gd name="T50" fmla="*/ 21 w 45"/>
                  <a:gd name="T51" fmla="*/ 26 h 48"/>
                  <a:gd name="T52" fmla="*/ 13 w 45"/>
                  <a:gd name="T53" fmla="*/ 35 h 48"/>
                  <a:gd name="T54" fmla="*/ 21 w 45"/>
                  <a:gd name="T55" fmla="*/ 44 h 48"/>
                  <a:gd name="T56" fmla="*/ 13 w 45"/>
                  <a:gd name="T57" fmla="*/ 37 h 48"/>
                  <a:gd name="T58" fmla="*/ 21 w 45"/>
                  <a:gd name="T59" fmla="*/ 44 h 48"/>
                  <a:gd name="T60" fmla="*/ 32 w 45"/>
                  <a:gd name="T61" fmla="*/ 17 h 48"/>
                  <a:gd name="T62" fmla="*/ 23 w 45"/>
                  <a:gd name="T63" fmla="*/ 25 h 48"/>
                  <a:gd name="T64" fmla="*/ 32 w 45"/>
                  <a:gd name="T65" fmla="*/ 35 h 48"/>
                  <a:gd name="T66" fmla="*/ 23 w 45"/>
                  <a:gd name="T67" fmla="*/ 26 h 48"/>
                  <a:gd name="T68" fmla="*/ 32 w 45"/>
                  <a:gd name="T69" fmla="*/ 35 h 48"/>
                  <a:gd name="T70" fmla="*/ 32 w 45"/>
                  <a:gd name="T71" fmla="*/ 37 h 48"/>
                  <a:gd name="T72" fmla="*/ 23 w 45"/>
                  <a:gd name="T73" fmla="*/ 44 h 48"/>
                  <a:gd name="T74" fmla="*/ 34 w 45"/>
                  <a:gd name="T75" fmla="*/ 4 h 48"/>
                  <a:gd name="T76" fmla="*/ 32 w 45"/>
                  <a:gd name="T77" fmla="*/ 3 h 48"/>
                  <a:gd name="T78" fmla="*/ 31 w 45"/>
                  <a:gd name="T79" fmla="*/ 12 h 48"/>
                  <a:gd name="T80" fmla="*/ 33 w 45"/>
                  <a:gd name="T81" fmla="*/ 13 h 48"/>
                  <a:gd name="T82" fmla="*/ 34 w 45"/>
                  <a:gd name="T83" fmla="*/ 4 h 48"/>
                  <a:gd name="T84" fmla="*/ 41 w 45"/>
                  <a:gd name="T85" fmla="*/ 17 h 48"/>
                  <a:gd name="T86" fmla="*/ 33 w 45"/>
                  <a:gd name="T87" fmla="*/ 25 h 48"/>
                  <a:gd name="T88" fmla="*/ 41 w 45"/>
                  <a:gd name="T89" fmla="*/ 35 h 48"/>
                  <a:gd name="T90" fmla="*/ 33 w 45"/>
                  <a:gd name="T91" fmla="*/ 26 h 48"/>
                  <a:gd name="T92" fmla="*/ 41 w 45"/>
                  <a:gd name="T93" fmla="*/ 35 h 48"/>
                  <a:gd name="T94" fmla="*/ 41 w 45"/>
                  <a:gd name="T95" fmla="*/ 37 h 48"/>
                  <a:gd name="T96" fmla="*/ 33 w 45"/>
                  <a:gd name="T97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5" h="48">
                    <a:moveTo>
                      <a:pt x="45" y="44"/>
                    </a:moveTo>
                    <a:cubicBezTo>
                      <a:pt x="45" y="46"/>
                      <a:pt x="43" y="48"/>
                      <a:pt x="41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1" y="48"/>
                      <a:pt x="0" y="46"/>
                      <a:pt x="0" y="44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8"/>
                      <a:pt x="1" y="7"/>
                      <a:pt x="3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9" y="0"/>
                      <a:pt x="11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5" y="0"/>
                      <a:pt x="17" y="2"/>
                      <a:pt x="17" y="4"/>
                    </a:cubicBezTo>
                    <a:cubicBezTo>
                      <a:pt x="17" y="7"/>
                      <a:pt x="17" y="7"/>
                      <a:pt x="17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2"/>
                      <a:pt x="29" y="0"/>
                      <a:pt x="32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6" y="0"/>
                      <a:pt x="38" y="2"/>
                      <a:pt x="38" y="4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3" y="7"/>
                      <a:pt x="45" y="8"/>
                      <a:pt x="45" y="10"/>
                    </a:cubicBezTo>
                    <a:lnTo>
                      <a:pt x="45" y="44"/>
                    </a:lnTo>
                    <a:close/>
                    <a:moveTo>
                      <a:pt x="11" y="25"/>
                    </a:moveTo>
                    <a:cubicBezTo>
                      <a:pt x="11" y="17"/>
                      <a:pt x="11" y="17"/>
                      <a:pt x="11" y="17"/>
                    </a:cubicBezTo>
                    <a:cubicBezTo>
                      <a:pt x="3" y="17"/>
                      <a:pt x="3" y="17"/>
                      <a:pt x="3" y="17"/>
                    </a:cubicBezTo>
                    <a:cubicBezTo>
                      <a:pt x="3" y="25"/>
                      <a:pt x="3" y="25"/>
                      <a:pt x="3" y="25"/>
                    </a:cubicBezTo>
                    <a:lnTo>
                      <a:pt x="11" y="25"/>
                    </a:lnTo>
                    <a:close/>
                    <a:moveTo>
                      <a:pt x="11" y="35"/>
                    </a:moveTo>
                    <a:cubicBezTo>
                      <a:pt x="11" y="26"/>
                      <a:pt x="11" y="26"/>
                      <a:pt x="11" y="26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35"/>
                      <a:pt x="3" y="35"/>
                      <a:pt x="3" y="35"/>
                    </a:cubicBezTo>
                    <a:lnTo>
                      <a:pt x="11" y="35"/>
                    </a:lnTo>
                    <a:close/>
                    <a:moveTo>
                      <a:pt x="11" y="44"/>
                    </a:moveTo>
                    <a:cubicBezTo>
                      <a:pt x="11" y="37"/>
                      <a:pt x="11" y="37"/>
                      <a:pt x="11" y="37"/>
                    </a:cubicBezTo>
                    <a:cubicBezTo>
                      <a:pt x="3" y="37"/>
                      <a:pt x="3" y="37"/>
                      <a:pt x="3" y="37"/>
                    </a:cubicBezTo>
                    <a:cubicBezTo>
                      <a:pt x="3" y="44"/>
                      <a:pt x="3" y="44"/>
                      <a:pt x="3" y="44"/>
                    </a:cubicBezTo>
                    <a:lnTo>
                      <a:pt x="11" y="44"/>
                    </a:lnTo>
                    <a:close/>
                    <a:moveTo>
                      <a:pt x="14" y="4"/>
                    </a:moveTo>
                    <a:cubicBezTo>
                      <a:pt x="14" y="4"/>
                      <a:pt x="13" y="3"/>
                      <a:pt x="13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0" y="4"/>
                      <a:pt x="10" y="4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0" y="12"/>
                      <a:pt x="11" y="13"/>
                      <a:pt x="11" y="1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3" y="13"/>
                      <a:pt x="14" y="12"/>
                      <a:pt x="14" y="12"/>
                    </a:cubicBezTo>
                    <a:lnTo>
                      <a:pt x="14" y="4"/>
                    </a:lnTo>
                    <a:close/>
                    <a:moveTo>
                      <a:pt x="21" y="25"/>
                    </a:moveTo>
                    <a:cubicBezTo>
                      <a:pt x="21" y="17"/>
                      <a:pt x="21" y="17"/>
                      <a:pt x="21" y="17"/>
                    </a:cubicBezTo>
                    <a:cubicBezTo>
                      <a:pt x="13" y="17"/>
                      <a:pt x="13" y="17"/>
                      <a:pt x="13" y="17"/>
                    </a:cubicBezTo>
                    <a:cubicBezTo>
                      <a:pt x="13" y="25"/>
                      <a:pt x="13" y="25"/>
                      <a:pt x="13" y="25"/>
                    </a:cubicBezTo>
                    <a:lnTo>
                      <a:pt x="21" y="25"/>
                    </a:lnTo>
                    <a:close/>
                    <a:moveTo>
                      <a:pt x="21" y="35"/>
                    </a:moveTo>
                    <a:cubicBezTo>
                      <a:pt x="21" y="26"/>
                      <a:pt x="21" y="26"/>
                      <a:pt x="21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35"/>
                      <a:pt x="13" y="35"/>
                      <a:pt x="13" y="35"/>
                    </a:cubicBezTo>
                    <a:lnTo>
                      <a:pt x="21" y="35"/>
                    </a:lnTo>
                    <a:close/>
                    <a:moveTo>
                      <a:pt x="21" y="44"/>
                    </a:moveTo>
                    <a:cubicBezTo>
                      <a:pt x="21" y="37"/>
                      <a:pt x="21" y="37"/>
                      <a:pt x="21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44"/>
                      <a:pt x="13" y="44"/>
                      <a:pt x="13" y="44"/>
                    </a:cubicBezTo>
                    <a:lnTo>
                      <a:pt x="21" y="44"/>
                    </a:lnTo>
                    <a:close/>
                    <a:moveTo>
                      <a:pt x="32" y="25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3" y="25"/>
                      <a:pt x="23" y="25"/>
                      <a:pt x="23" y="25"/>
                    </a:cubicBezTo>
                    <a:lnTo>
                      <a:pt x="32" y="25"/>
                    </a:lnTo>
                    <a:close/>
                    <a:moveTo>
                      <a:pt x="32" y="35"/>
                    </a:moveTo>
                    <a:cubicBezTo>
                      <a:pt x="32" y="26"/>
                      <a:pt x="32" y="26"/>
                      <a:pt x="32" y="26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32" y="35"/>
                    </a:lnTo>
                    <a:close/>
                    <a:moveTo>
                      <a:pt x="32" y="44"/>
                    </a:moveTo>
                    <a:cubicBezTo>
                      <a:pt x="32" y="37"/>
                      <a:pt x="32" y="37"/>
                      <a:pt x="3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44"/>
                      <a:pt x="23" y="44"/>
                      <a:pt x="23" y="44"/>
                    </a:cubicBezTo>
                    <a:lnTo>
                      <a:pt x="32" y="44"/>
                    </a:lnTo>
                    <a:close/>
                    <a:moveTo>
                      <a:pt x="34" y="4"/>
                    </a:moveTo>
                    <a:cubicBezTo>
                      <a:pt x="34" y="4"/>
                      <a:pt x="34" y="3"/>
                      <a:pt x="33" y="3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1" y="3"/>
                      <a:pt x="31" y="4"/>
                      <a:pt x="31" y="4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3"/>
                      <a:pt x="32" y="13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34" y="13"/>
                      <a:pt x="34" y="12"/>
                      <a:pt x="34" y="12"/>
                    </a:cubicBezTo>
                    <a:lnTo>
                      <a:pt x="34" y="4"/>
                    </a:lnTo>
                    <a:close/>
                    <a:moveTo>
                      <a:pt x="41" y="25"/>
                    </a:moveTo>
                    <a:cubicBezTo>
                      <a:pt x="41" y="17"/>
                      <a:pt x="41" y="17"/>
                      <a:pt x="41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25"/>
                      <a:pt x="33" y="25"/>
                      <a:pt x="33" y="25"/>
                    </a:cubicBezTo>
                    <a:lnTo>
                      <a:pt x="41" y="25"/>
                    </a:lnTo>
                    <a:close/>
                    <a:moveTo>
                      <a:pt x="41" y="35"/>
                    </a:moveTo>
                    <a:cubicBezTo>
                      <a:pt x="41" y="26"/>
                      <a:pt x="41" y="26"/>
                      <a:pt x="41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3" y="35"/>
                      <a:pt x="33" y="35"/>
                      <a:pt x="33" y="35"/>
                    </a:cubicBezTo>
                    <a:lnTo>
                      <a:pt x="41" y="35"/>
                    </a:lnTo>
                    <a:close/>
                    <a:moveTo>
                      <a:pt x="41" y="44"/>
                    </a:moveTo>
                    <a:cubicBezTo>
                      <a:pt x="41" y="37"/>
                      <a:pt x="41" y="37"/>
                      <a:pt x="41" y="37"/>
                    </a:cubicBezTo>
                    <a:cubicBezTo>
                      <a:pt x="33" y="37"/>
                      <a:pt x="33" y="37"/>
                      <a:pt x="33" y="37"/>
                    </a:cubicBezTo>
                    <a:cubicBezTo>
                      <a:pt x="33" y="44"/>
                      <a:pt x="33" y="44"/>
                      <a:pt x="33" y="44"/>
                    </a:cubicBezTo>
                    <a:lnTo>
                      <a:pt x="41" y="44"/>
                    </a:lnTo>
                    <a:close/>
                  </a:path>
                </a:pathLst>
              </a:custGeom>
              <a:solidFill>
                <a:srgbClr val="4D5985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8" name="Group 38"/>
            <p:cNvGrpSpPr/>
            <p:nvPr/>
          </p:nvGrpSpPr>
          <p:grpSpPr>
            <a:xfrm>
              <a:off x="1136229" y="4067980"/>
              <a:ext cx="3186511" cy="836112"/>
              <a:chOff x="1136229" y="3967869"/>
              <a:chExt cx="3186511" cy="836112"/>
            </a:xfrm>
          </p:grpSpPr>
          <p:grpSp>
            <p:nvGrpSpPr>
              <p:cNvPr id="9" name="Group 39"/>
              <p:cNvGrpSpPr/>
              <p:nvPr/>
            </p:nvGrpSpPr>
            <p:grpSpPr>
              <a:xfrm>
                <a:off x="1680644" y="3967869"/>
                <a:ext cx="2642096" cy="836112"/>
                <a:chOff x="2591258" y="4501269"/>
                <a:chExt cx="2642096" cy="836112"/>
              </a:xfrm>
            </p:grpSpPr>
            <p:sp>
              <p:nvSpPr>
                <p:cNvPr id="11" name="Rectangle 41"/>
                <p:cNvSpPr/>
                <p:nvPr/>
              </p:nvSpPr>
              <p:spPr bwMode="auto">
                <a:xfrm>
                  <a:off x="2591258" y="4779982"/>
                  <a:ext cx="2642096" cy="5573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288000" anchor="t" anchorCtr="0">
                  <a:normAutofit fontScale="77500" lnSpcReduction="20000"/>
                </a:bodyPr>
                <a:lstStyle/>
                <a:p>
                  <a:pPr eaLnBrk="1" hangingPunct="1">
                    <a:lnSpc>
                      <a:spcPct val="12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1000"/>
                    <a:t>此部分内容作为文字排版占位显示</a:t>
                  </a:r>
                  <a:br>
                    <a:rPr lang="zh-CN" altLang="en-US" sz="1000"/>
                  </a:br>
                  <a:r>
                    <a:rPr lang="zh-CN" altLang="en-US" sz="1000"/>
                    <a:t> （建议使用主题字体）</a:t>
                  </a:r>
                  <a:endParaRPr lang="zh-CN" altLang="en-US" sz="1000"/>
                </a:p>
              </p:txBody>
            </p:sp>
            <p:sp>
              <p:nvSpPr>
                <p:cNvPr id="12" name="TextBox 42"/>
                <p:cNvSpPr txBox="1"/>
                <p:nvPr/>
              </p:nvSpPr>
              <p:spPr bwMode="auto">
                <a:xfrm>
                  <a:off x="2591258" y="4501269"/>
                  <a:ext cx="2642096" cy="278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288000">
                  <a:normAutofit fontScale="47500" lnSpcReduction="20000"/>
                </a:bodyPr>
                <a:lstStyle/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b="1">
                      <a:solidFill>
                        <a:srgbClr val="4D5985"/>
                      </a:solidFill>
                    </a:rPr>
                    <a:t>标题文本预设</a:t>
                  </a:r>
                  <a:endParaRPr lang="zh-CN" altLang="en-US" b="1">
                    <a:solidFill>
                      <a:srgbClr val="4D5985"/>
                    </a:solidFill>
                  </a:endParaRPr>
                </a:p>
              </p:txBody>
            </p:sp>
          </p:grpSp>
          <p:sp>
            <p:nvSpPr>
              <p:cNvPr id="10" name="Freeform: Shape 40"/>
              <p:cNvSpPr>
                <a:spLocks noChangeAspect="1"/>
              </p:cNvSpPr>
              <p:nvPr/>
            </p:nvSpPr>
            <p:spPr bwMode="auto">
              <a:xfrm>
                <a:off x="1136229" y="4021557"/>
                <a:ext cx="508494" cy="478545"/>
              </a:xfrm>
              <a:custGeom>
                <a:avLst/>
                <a:gdLst>
                  <a:gd name="connsiteX0" fmla="*/ 69646 w 508000"/>
                  <a:gd name="connsiteY0" fmla="*/ 394096 h 478080"/>
                  <a:gd name="connsiteX1" fmla="*/ 438355 w 508000"/>
                  <a:gd name="connsiteY1" fmla="*/ 394096 h 478080"/>
                  <a:gd name="connsiteX2" fmla="*/ 438355 w 508000"/>
                  <a:gd name="connsiteY2" fmla="*/ 422773 h 478080"/>
                  <a:gd name="connsiteX3" fmla="*/ 473178 w 508000"/>
                  <a:gd name="connsiteY3" fmla="*/ 422773 h 478080"/>
                  <a:gd name="connsiteX4" fmla="*/ 473178 w 508000"/>
                  <a:gd name="connsiteY4" fmla="*/ 447354 h 478080"/>
                  <a:gd name="connsiteX5" fmla="*/ 497758 w 508000"/>
                  <a:gd name="connsiteY5" fmla="*/ 447354 h 478080"/>
                  <a:gd name="connsiteX6" fmla="*/ 497758 w 508000"/>
                  <a:gd name="connsiteY6" fmla="*/ 478080 h 478080"/>
                  <a:gd name="connsiteX7" fmla="*/ 14339 w 508000"/>
                  <a:gd name="connsiteY7" fmla="*/ 478080 h 478080"/>
                  <a:gd name="connsiteX8" fmla="*/ 14339 w 508000"/>
                  <a:gd name="connsiteY8" fmla="*/ 447354 h 478080"/>
                  <a:gd name="connsiteX9" fmla="*/ 38920 w 508000"/>
                  <a:gd name="connsiteY9" fmla="*/ 447354 h 478080"/>
                  <a:gd name="connsiteX10" fmla="*/ 38920 w 508000"/>
                  <a:gd name="connsiteY10" fmla="*/ 422773 h 478080"/>
                  <a:gd name="connsiteX11" fmla="*/ 69646 w 508000"/>
                  <a:gd name="connsiteY11" fmla="*/ 422773 h 478080"/>
                  <a:gd name="connsiteX12" fmla="*/ 362031 w 508000"/>
                  <a:gd name="connsiteY12" fmla="*/ 193354 h 478080"/>
                  <a:gd name="connsiteX13" fmla="*/ 436842 w 508000"/>
                  <a:gd name="connsiteY13" fmla="*/ 193354 h 478080"/>
                  <a:gd name="connsiteX14" fmla="*/ 456791 w 508000"/>
                  <a:gd name="connsiteY14" fmla="*/ 213383 h 478080"/>
                  <a:gd name="connsiteX15" fmla="*/ 456791 w 508000"/>
                  <a:gd name="connsiteY15" fmla="*/ 233411 h 478080"/>
                  <a:gd name="connsiteX16" fmla="*/ 436842 w 508000"/>
                  <a:gd name="connsiteY16" fmla="*/ 233411 h 478080"/>
                  <a:gd name="connsiteX17" fmla="*/ 436842 w 508000"/>
                  <a:gd name="connsiteY17" fmla="*/ 373612 h 478080"/>
                  <a:gd name="connsiteX18" fmla="*/ 362031 w 508000"/>
                  <a:gd name="connsiteY18" fmla="*/ 373612 h 478080"/>
                  <a:gd name="connsiteX19" fmla="*/ 362031 w 508000"/>
                  <a:gd name="connsiteY19" fmla="*/ 233411 h 478080"/>
                  <a:gd name="connsiteX20" fmla="*/ 342081 w 508000"/>
                  <a:gd name="connsiteY20" fmla="*/ 233411 h 478080"/>
                  <a:gd name="connsiteX21" fmla="*/ 342081 w 508000"/>
                  <a:gd name="connsiteY21" fmla="*/ 213383 h 478080"/>
                  <a:gd name="connsiteX22" fmla="*/ 362031 w 508000"/>
                  <a:gd name="connsiteY22" fmla="*/ 193354 h 478080"/>
                  <a:gd name="connsiteX23" fmla="*/ 218644 w 508000"/>
                  <a:gd name="connsiteY23" fmla="*/ 193354 h 478080"/>
                  <a:gd name="connsiteX24" fmla="*/ 293455 w 508000"/>
                  <a:gd name="connsiteY24" fmla="*/ 193354 h 478080"/>
                  <a:gd name="connsiteX25" fmla="*/ 313404 w 508000"/>
                  <a:gd name="connsiteY25" fmla="*/ 213383 h 478080"/>
                  <a:gd name="connsiteX26" fmla="*/ 313404 w 508000"/>
                  <a:gd name="connsiteY26" fmla="*/ 233411 h 478080"/>
                  <a:gd name="connsiteX27" fmla="*/ 293455 w 508000"/>
                  <a:gd name="connsiteY27" fmla="*/ 233411 h 478080"/>
                  <a:gd name="connsiteX28" fmla="*/ 293455 w 508000"/>
                  <a:gd name="connsiteY28" fmla="*/ 373612 h 478080"/>
                  <a:gd name="connsiteX29" fmla="*/ 213656 w 508000"/>
                  <a:gd name="connsiteY29" fmla="*/ 373612 h 478080"/>
                  <a:gd name="connsiteX30" fmla="*/ 213656 w 508000"/>
                  <a:gd name="connsiteY30" fmla="*/ 233411 h 478080"/>
                  <a:gd name="connsiteX31" fmla="*/ 198694 w 508000"/>
                  <a:gd name="connsiteY31" fmla="*/ 233411 h 478080"/>
                  <a:gd name="connsiteX32" fmla="*/ 198694 w 508000"/>
                  <a:gd name="connsiteY32" fmla="*/ 213383 h 478080"/>
                  <a:gd name="connsiteX33" fmla="*/ 218644 w 508000"/>
                  <a:gd name="connsiteY33" fmla="*/ 193354 h 478080"/>
                  <a:gd name="connsiteX34" fmla="*/ 73208 w 508000"/>
                  <a:gd name="connsiteY34" fmla="*/ 193354 h 478080"/>
                  <a:gd name="connsiteX35" fmla="*/ 148019 w 508000"/>
                  <a:gd name="connsiteY35" fmla="*/ 193354 h 478080"/>
                  <a:gd name="connsiteX36" fmla="*/ 167968 w 508000"/>
                  <a:gd name="connsiteY36" fmla="*/ 213383 h 478080"/>
                  <a:gd name="connsiteX37" fmla="*/ 167968 w 508000"/>
                  <a:gd name="connsiteY37" fmla="*/ 233411 h 478080"/>
                  <a:gd name="connsiteX38" fmla="*/ 148019 w 508000"/>
                  <a:gd name="connsiteY38" fmla="*/ 233411 h 478080"/>
                  <a:gd name="connsiteX39" fmla="*/ 148019 w 508000"/>
                  <a:gd name="connsiteY39" fmla="*/ 373612 h 478080"/>
                  <a:gd name="connsiteX40" fmla="*/ 73208 w 508000"/>
                  <a:gd name="connsiteY40" fmla="*/ 373612 h 478080"/>
                  <a:gd name="connsiteX41" fmla="*/ 73208 w 508000"/>
                  <a:gd name="connsiteY41" fmla="*/ 233411 h 478080"/>
                  <a:gd name="connsiteX42" fmla="*/ 53258 w 508000"/>
                  <a:gd name="connsiteY42" fmla="*/ 233411 h 478080"/>
                  <a:gd name="connsiteX43" fmla="*/ 53258 w 508000"/>
                  <a:gd name="connsiteY43" fmla="*/ 213383 h 478080"/>
                  <a:gd name="connsiteX44" fmla="*/ 73208 w 508000"/>
                  <a:gd name="connsiteY44" fmla="*/ 193354 h 478080"/>
                  <a:gd name="connsiteX45" fmla="*/ 234079 w 508000"/>
                  <a:gd name="connsiteY45" fmla="*/ 68402 h 478080"/>
                  <a:gd name="connsiteX46" fmla="*/ 169334 w 508000"/>
                  <a:gd name="connsiteY46" fmla="*/ 108199 h 478080"/>
                  <a:gd name="connsiteX47" fmla="*/ 169334 w 508000"/>
                  <a:gd name="connsiteY47" fmla="*/ 113174 h 478080"/>
                  <a:gd name="connsiteX48" fmla="*/ 174314 w 508000"/>
                  <a:gd name="connsiteY48" fmla="*/ 113174 h 478080"/>
                  <a:gd name="connsiteX49" fmla="*/ 333687 w 508000"/>
                  <a:gd name="connsiteY49" fmla="*/ 113174 h 478080"/>
                  <a:gd name="connsiteX50" fmla="*/ 338667 w 508000"/>
                  <a:gd name="connsiteY50" fmla="*/ 113174 h 478080"/>
                  <a:gd name="connsiteX51" fmla="*/ 338667 w 508000"/>
                  <a:gd name="connsiteY51" fmla="*/ 108199 h 478080"/>
                  <a:gd name="connsiteX52" fmla="*/ 273922 w 508000"/>
                  <a:gd name="connsiteY52" fmla="*/ 68402 h 478080"/>
                  <a:gd name="connsiteX53" fmla="*/ 234079 w 508000"/>
                  <a:gd name="connsiteY53" fmla="*/ 68402 h 478080"/>
                  <a:gd name="connsiteX54" fmla="*/ 234079 w 508000"/>
                  <a:gd name="connsiteY54" fmla="*/ 3732 h 478080"/>
                  <a:gd name="connsiteX55" fmla="*/ 273922 w 508000"/>
                  <a:gd name="connsiteY55" fmla="*/ 3732 h 478080"/>
                  <a:gd name="connsiteX56" fmla="*/ 488079 w 508000"/>
                  <a:gd name="connsiteY56" fmla="*/ 123123 h 478080"/>
                  <a:gd name="connsiteX57" fmla="*/ 508000 w 508000"/>
                  <a:gd name="connsiteY57" fmla="*/ 157946 h 478080"/>
                  <a:gd name="connsiteX58" fmla="*/ 508000 w 508000"/>
                  <a:gd name="connsiteY58" fmla="*/ 172870 h 478080"/>
                  <a:gd name="connsiteX59" fmla="*/ 0 w 508000"/>
                  <a:gd name="connsiteY59" fmla="*/ 172870 h 478080"/>
                  <a:gd name="connsiteX60" fmla="*/ 0 w 508000"/>
                  <a:gd name="connsiteY60" fmla="*/ 157946 h 478080"/>
                  <a:gd name="connsiteX61" fmla="*/ 19922 w 508000"/>
                  <a:gd name="connsiteY61" fmla="*/ 123123 h 478080"/>
                  <a:gd name="connsiteX62" fmla="*/ 234079 w 508000"/>
                  <a:gd name="connsiteY62" fmla="*/ 3732 h 478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508000" h="478080">
                    <a:moveTo>
                      <a:pt x="69646" y="394096"/>
                    </a:moveTo>
                    <a:lnTo>
                      <a:pt x="438355" y="394096"/>
                    </a:lnTo>
                    <a:lnTo>
                      <a:pt x="438355" y="422773"/>
                    </a:lnTo>
                    <a:lnTo>
                      <a:pt x="473178" y="422773"/>
                    </a:lnTo>
                    <a:lnTo>
                      <a:pt x="473178" y="447354"/>
                    </a:lnTo>
                    <a:lnTo>
                      <a:pt x="497758" y="447354"/>
                    </a:lnTo>
                    <a:lnTo>
                      <a:pt x="497758" y="478080"/>
                    </a:lnTo>
                    <a:lnTo>
                      <a:pt x="14339" y="478080"/>
                    </a:lnTo>
                    <a:lnTo>
                      <a:pt x="14339" y="447354"/>
                    </a:lnTo>
                    <a:lnTo>
                      <a:pt x="38920" y="447354"/>
                    </a:lnTo>
                    <a:lnTo>
                      <a:pt x="38920" y="422773"/>
                    </a:lnTo>
                    <a:lnTo>
                      <a:pt x="69646" y="422773"/>
                    </a:lnTo>
                    <a:close/>
                    <a:moveTo>
                      <a:pt x="362031" y="193354"/>
                    </a:moveTo>
                    <a:cubicBezTo>
                      <a:pt x="362031" y="193354"/>
                      <a:pt x="362031" y="193354"/>
                      <a:pt x="436842" y="193354"/>
                    </a:cubicBezTo>
                    <a:cubicBezTo>
                      <a:pt x="446816" y="193354"/>
                      <a:pt x="456791" y="203368"/>
                      <a:pt x="456791" y="213383"/>
                    </a:cubicBezTo>
                    <a:cubicBezTo>
                      <a:pt x="456791" y="213383"/>
                      <a:pt x="456791" y="213383"/>
                      <a:pt x="456791" y="233411"/>
                    </a:cubicBezTo>
                    <a:cubicBezTo>
                      <a:pt x="456791" y="233411"/>
                      <a:pt x="456791" y="233411"/>
                      <a:pt x="436842" y="233411"/>
                    </a:cubicBezTo>
                    <a:cubicBezTo>
                      <a:pt x="436842" y="233411"/>
                      <a:pt x="436842" y="233411"/>
                      <a:pt x="436842" y="373612"/>
                    </a:cubicBezTo>
                    <a:lnTo>
                      <a:pt x="362031" y="373612"/>
                    </a:lnTo>
                    <a:cubicBezTo>
                      <a:pt x="362031" y="373612"/>
                      <a:pt x="362031" y="373612"/>
                      <a:pt x="362031" y="233411"/>
                    </a:cubicBezTo>
                    <a:cubicBezTo>
                      <a:pt x="362031" y="233411"/>
                      <a:pt x="362031" y="233411"/>
                      <a:pt x="342081" y="233411"/>
                    </a:cubicBezTo>
                    <a:cubicBezTo>
                      <a:pt x="342081" y="233411"/>
                      <a:pt x="342081" y="233411"/>
                      <a:pt x="342081" y="213383"/>
                    </a:cubicBezTo>
                    <a:cubicBezTo>
                      <a:pt x="342081" y="203368"/>
                      <a:pt x="352056" y="193354"/>
                      <a:pt x="362031" y="193354"/>
                    </a:cubicBezTo>
                    <a:close/>
                    <a:moveTo>
                      <a:pt x="218644" y="193354"/>
                    </a:moveTo>
                    <a:cubicBezTo>
                      <a:pt x="218644" y="193354"/>
                      <a:pt x="218644" y="193354"/>
                      <a:pt x="293455" y="193354"/>
                    </a:cubicBezTo>
                    <a:cubicBezTo>
                      <a:pt x="303429" y="193354"/>
                      <a:pt x="313404" y="203368"/>
                      <a:pt x="313404" y="213383"/>
                    </a:cubicBezTo>
                    <a:cubicBezTo>
                      <a:pt x="313404" y="213383"/>
                      <a:pt x="313404" y="213383"/>
                      <a:pt x="313404" y="233411"/>
                    </a:cubicBezTo>
                    <a:cubicBezTo>
                      <a:pt x="313404" y="233411"/>
                      <a:pt x="313404" y="233411"/>
                      <a:pt x="293455" y="233411"/>
                    </a:cubicBezTo>
                    <a:cubicBezTo>
                      <a:pt x="293455" y="233411"/>
                      <a:pt x="293455" y="233411"/>
                      <a:pt x="293455" y="373612"/>
                    </a:cubicBezTo>
                    <a:lnTo>
                      <a:pt x="213656" y="373612"/>
                    </a:lnTo>
                    <a:cubicBezTo>
                      <a:pt x="213656" y="373612"/>
                      <a:pt x="213656" y="373612"/>
                      <a:pt x="213656" y="233411"/>
                    </a:cubicBezTo>
                    <a:cubicBezTo>
                      <a:pt x="213656" y="233411"/>
                      <a:pt x="213656" y="233411"/>
                      <a:pt x="198694" y="233411"/>
                    </a:cubicBezTo>
                    <a:cubicBezTo>
                      <a:pt x="198694" y="233411"/>
                      <a:pt x="198694" y="233411"/>
                      <a:pt x="198694" y="213383"/>
                    </a:cubicBezTo>
                    <a:cubicBezTo>
                      <a:pt x="198694" y="203368"/>
                      <a:pt x="208669" y="193354"/>
                      <a:pt x="218644" y="193354"/>
                    </a:cubicBezTo>
                    <a:close/>
                    <a:moveTo>
                      <a:pt x="73208" y="193354"/>
                    </a:moveTo>
                    <a:cubicBezTo>
                      <a:pt x="73208" y="193354"/>
                      <a:pt x="73208" y="193354"/>
                      <a:pt x="148019" y="193354"/>
                    </a:cubicBezTo>
                    <a:cubicBezTo>
                      <a:pt x="157993" y="193354"/>
                      <a:pt x="167968" y="203368"/>
                      <a:pt x="167968" y="213383"/>
                    </a:cubicBezTo>
                    <a:cubicBezTo>
                      <a:pt x="167968" y="213383"/>
                      <a:pt x="167968" y="213383"/>
                      <a:pt x="167968" y="233411"/>
                    </a:cubicBezTo>
                    <a:cubicBezTo>
                      <a:pt x="167968" y="233411"/>
                      <a:pt x="167968" y="233411"/>
                      <a:pt x="148019" y="233411"/>
                    </a:cubicBezTo>
                    <a:cubicBezTo>
                      <a:pt x="148019" y="233411"/>
                      <a:pt x="148019" y="233411"/>
                      <a:pt x="148019" y="373612"/>
                    </a:cubicBezTo>
                    <a:lnTo>
                      <a:pt x="73208" y="373612"/>
                    </a:lnTo>
                    <a:cubicBezTo>
                      <a:pt x="73208" y="373612"/>
                      <a:pt x="73208" y="373612"/>
                      <a:pt x="73208" y="233411"/>
                    </a:cubicBezTo>
                    <a:cubicBezTo>
                      <a:pt x="73208" y="233411"/>
                      <a:pt x="73208" y="233411"/>
                      <a:pt x="53258" y="233411"/>
                    </a:cubicBezTo>
                    <a:cubicBezTo>
                      <a:pt x="53258" y="233411"/>
                      <a:pt x="53258" y="233411"/>
                      <a:pt x="53258" y="213383"/>
                    </a:cubicBezTo>
                    <a:cubicBezTo>
                      <a:pt x="53258" y="203368"/>
                      <a:pt x="63233" y="193354"/>
                      <a:pt x="73208" y="193354"/>
                    </a:cubicBezTo>
                    <a:close/>
                    <a:moveTo>
                      <a:pt x="234079" y="68402"/>
                    </a:moveTo>
                    <a:cubicBezTo>
                      <a:pt x="234079" y="68402"/>
                      <a:pt x="234079" y="68402"/>
                      <a:pt x="169334" y="108199"/>
                    </a:cubicBezTo>
                    <a:cubicBezTo>
                      <a:pt x="169334" y="108199"/>
                      <a:pt x="169334" y="108199"/>
                      <a:pt x="169334" y="113174"/>
                    </a:cubicBezTo>
                    <a:cubicBezTo>
                      <a:pt x="169334" y="113174"/>
                      <a:pt x="169334" y="113174"/>
                      <a:pt x="174314" y="113174"/>
                    </a:cubicBezTo>
                    <a:lnTo>
                      <a:pt x="333687" y="113174"/>
                    </a:lnTo>
                    <a:cubicBezTo>
                      <a:pt x="338667" y="113174"/>
                      <a:pt x="338667" y="113174"/>
                      <a:pt x="338667" y="113174"/>
                    </a:cubicBezTo>
                    <a:cubicBezTo>
                      <a:pt x="338667" y="108199"/>
                      <a:pt x="338667" y="108199"/>
                      <a:pt x="338667" y="108199"/>
                    </a:cubicBezTo>
                    <a:cubicBezTo>
                      <a:pt x="338667" y="108199"/>
                      <a:pt x="338667" y="108199"/>
                      <a:pt x="273922" y="68402"/>
                    </a:cubicBezTo>
                    <a:cubicBezTo>
                      <a:pt x="258981" y="63428"/>
                      <a:pt x="249020" y="63428"/>
                      <a:pt x="234079" y="68402"/>
                    </a:cubicBezTo>
                    <a:close/>
                    <a:moveTo>
                      <a:pt x="234079" y="3732"/>
                    </a:moveTo>
                    <a:cubicBezTo>
                      <a:pt x="249020" y="-1243"/>
                      <a:pt x="258981" y="-1243"/>
                      <a:pt x="273922" y="3732"/>
                    </a:cubicBezTo>
                    <a:lnTo>
                      <a:pt x="488079" y="123123"/>
                    </a:lnTo>
                    <a:cubicBezTo>
                      <a:pt x="498039" y="128098"/>
                      <a:pt x="508000" y="143022"/>
                      <a:pt x="508000" y="157946"/>
                    </a:cubicBezTo>
                    <a:cubicBezTo>
                      <a:pt x="508000" y="157946"/>
                      <a:pt x="508000" y="157946"/>
                      <a:pt x="508000" y="172870"/>
                    </a:cubicBezTo>
                    <a:cubicBezTo>
                      <a:pt x="508000" y="172870"/>
                      <a:pt x="508000" y="172870"/>
                      <a:pt x="0" y="172870"/>
                    </a:cubicBezTo>
                    <a:cubicBezTo>
                      <a:pt x="0" y="172870"/>
                      <a:pt x="0" y="172870"/>
                      <a:pt x="0" y="157946"/>
                    </a:cubicBezTo>
                    <a:cubicBezTo>
                      <a:pt x="0" y="143022"/>
                      <a:pt x="9961" y="128098"/>
                      <a:pt x="19922" y="123123"/>
                    </a:cubicBezTo>
                    <a:cubicBezTo>
                      <a:pt x="19922" y="123123"/>
                      <a:pt x="19922" y="123123"/>
                      <a:pt x="234079" y="3732"/>
                    </a:cubicBezTo>
                    <a:close/>
                  </a:path>
                </a:pathLst>
              </a:custGeom>
              <a:solidFill>
                <a:srgbClr val="4D5985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</p:grpSp>
      <p:sp>
        <p:nvSpPr>
          <p:cNvPr id="53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点击输入标题内容</a:t>
            </a:r>
            <a:endParaRPr lang="zh-CN" altLang="en-US" sz="18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04cea730-73b1-438c-a9ad-1ff5f784b089"/>
          <p:cNvGrpSpPr>
            <a:grpSpLocks noChangeAspect="1"/>
          </p:cNvGrpSpPr>
          <p:nvPr/>
        </p:nvGrpSpPr>
        <p:grpSpPr>
          <a:xfrm>
            <a:off x="1110933" y="1167594"/>
            <a:ext cx="6743671" cy="3176561"/>
            <a:chOff x="1481245" y="1556792"/>
            <a:chExt cx="8991561" cy="4235414"/>
          </a:xfrm>
        </p:grpSpPr>
        <p:grpSp>
          <p:nvGrpSpPr>
            <p:cNvPr id="4" name="组合 3"/>
            <p:cNvGrpSpPr/>
            <p:nvPr/>
          </p:nvGrpSpPr>
          <p:grpSpPr>
            <a:xfrm>
              <a:off x="1481245" y="1556792"/>
              <a:ext cx="2604671" cy="2039170"/>
              <a:chOff x="1430114" y="2931616"/>
              <a:chExt cx="2604671" cy="2039170"/>
            </a:xfrm>
          </p:grpSpPr>
          <p:grpSp>
            <p:nvGrpSpPr>
              <p:cNvPr id="37" name="组合 36"/>
              <p:cNvGrpSpPr/>
              <p:nvPr/>
            </p:nvGrpSpPr>
            <p:grpSpPr>
              <a:xfrm>
                <a:off x="1430114" y="2931616"/>
                <a:ext cx="2604671" cy="1050002"/>
                <a:chOff x="1430114" y="2931616"/>
                <a:chExt cx="2604671" cy="1050002"/>
              </a:xfrm>
            </p:grpSpPr>
            <p:sp>
              <p:nvSpPr>
                <p:cNvPr id="41" name="五边形 28"/>
                <p:cNvSpPr/>
                <p:nvPr/>
              </p:nvSpPr>
              <p:spPr>
                <a:xfrm>
                  <a:off x="2276404" y="3044795"/>
                  <a:ext cx="1758381" cy="823643"/>
                </a:xfrm>
                <a:prstGeom prst="homePlate">
                  <a:avLst>
                    <a:gd name="adj" fmla="val 40279"/>
                  </a:avLst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/>
                </a:bodyPr>
                <a:lstStyle/>
                <a:p>
                  <a:pPr lvl="0" defTabSz="913765">
                    <a:defRPr/>
                  </a:pPr>
                  <a:r>
                    <a:rPr lang="zh-CN" altLang="en-US" sz="1400" b="1">
                      <a:solidFill>
                        <a:schemeClr val="tx1"/>
                      </a:solidFill>
                    </a:rPr>
                    <a:t>    标题文本预设</a:t>
                  </a:r>
                  <a:endParaRPr lang="zh-CN" altLang="en-US" sz="14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椭圆 41"/>
                <p:cNvSpPr/>
                <p:nvPr/>
              </p:nvSpPr>
              <p:spPr>
                <a:xfrm>
                  <a:off x="1430114" y="2931616"/>
                  <a:ext cx="1050001" cy="1050002"/>
                </a:xfrm>
                <a:prstGeom prst="ellipse">
                  <a:avLst/>
                </a:prstGeom>
                <a:solidFill>
                  <a:srgbClr val="4D5985"/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3" name="任意多边形 30" title="HBOw5gySgy"/>
                <p:cNvSpPr/>
                <p:nvPr/>
              </p:nvSpPr>
              <p:spPr bwMode="auto">
                <a:xfrm>
                  <a:off x="1732418" y="3168636"/>
                  <a:ext cx="481328" cy="606645"/>
                </a:xfrm>
                <a:custGeom>
                  <a:avLst/>
                  <a:gdLst>
                    <a:gd name="connsiteX0" fmla="*/ 179388 w 268288"/>
                    <a:gd name="connsiteY0" fmla="*/ 166688 h 338138"/>
                    <a:gd name="connsiteX1" fmla="*/ 203200 w 268288"/>
                    <a:gd name="connsiteY1" fmla="*/ 190443 h 338138"/>
                    <a:gd name="connsiteX2" fmla="*/ 203200 w 268288"/>
                    <a:gd name="connsiteY2" fmla="*/ 252471 h 338138"/>
                    <a:gd name="connsiteX3" fmla="*/ 179388 w 268288"/>
                    <a:gd name="connsiteY3" fmla="*/ 276226 h 338138"/>
                    <a:gd name="connsiteX4" fmla="*/ 155575 w 268288"/>
                    <a:gd name="connsiteY4" fmla="*/ 252471 h 338138"/>
                    <a:gd name="connsiteX5" fmla="*/ 155575 w 268288"/>
                    <a:gd name="connsiteY5" fmla="*/ 190443 h 338138"/>
                    <a:gd name="connsiteX6" fmla="*/ 179388 w 268288"/>
                    <a:gd name="connsiteY6" fmla="*/ 166688 h 338138"/>
                    <a:gd name="connsiteX7" fmla="*/ 179388 w 268288"/>
                    <a:gd name="connsiteY7" fmla="*/ 150813 h 338138"/>
                    <a:gd name="connsiteX8" fmla="*/ 139700 w 268288"/>
                    <a:gd name="connsiteY8" fmla="*/ 190427 h 338138"/>
                    <a:gd name="connsiteX9" fmla="*/ 139700 w 268288"/>
                    <a:gd name="connsiteY9" fmla="*/ 252488 h 338138"/>
                    <a:gd name="connsiteX10" fmla="*/ 179388 w 268288"/>
                    <a:gd name="connsiteY10" fmla="*/ 292101 h 338138"/>
                    <a:gd name="connsiteX11" fmla="*/ 219075 w 268288"/>
                    <a:gd name="connsiteY11" fmla="*/ 252488 h 338138"/>
                    <a:gd name="connsiteX12" fmla="*/ 219075 w 268288"/>
                    <a:gd name="connsiteY12" fmla="*/ 190427 h 338138"/>
                    <a:gd name="connsiteX13" fmla="*/ 179388 w 268288"/>
                    <a:gd name="connsiteY13" fmla="*/ 150813 h 338138"/>
                    <a:gd name="connsiteX14" fmla="*/ 57120 w 268288"/>
                    <a:gd name="connsiteY14" fmla="*/ 150813 h 338138"/>
                    <a:gd name="connsiteX15" fmla="*/ 49212 w 268288"/>
                    <a:gd name="connsiteY15" fmla="*/ 158705 h 338138"/>
                    <a:gd name="connsiteX16" fmla="*/ 57120 w 268288"/>
                    <a:gd name="connsiteY16" fmla="*/ 166597 h 338138"/>
                    <a:gd name="connsiteX17" fmla="*/ 80842 w 268288"/>
                    <a:gd name="connsiteY17" fmla="*/ 166597 h 338138"/>
                    <a:gd name="connsiteX18" fmla="*/ 103247 w 268288"/>
                    <a:gd name="connsiteY18" fmla="*/ 188959 h 338138"/>
                    <a:gd name="connsiteX19" fmla="*/ 103247 w 268288"/>
                    <a:gd name="connsiteY19" fmla="*/ 190274 h 338138"/>
                    <a:gd name="connsiteX20" fmla="*/ 80842 w 268288"/>
                    <a:gd name="connsiteY20" fmla="*/ 212635 h 338138"/>
                    <a:gd name="connsiteX21" fmla="*/ 57120 w 268288"/>
                    <a:gd name="connsiteY21" fmla="*/ 212635 h 338138"/>
                    <a:gd name="connsiteX22" fmla="*/ 49212 w 268288"/>
                    <a:gd name="connsiteY22" fmla="*/ 220527 h 338138"/>
                    <a:gd name="connsiteX23" fmla="*/ 57120 w 268288"/>
                    <a:gd name="connsiteY23" fmla="*/ 228419 h 338138"/>
                    <a:gd name="connsiteX24" fmla="*/ 80842 w 268288"/>
                    <a:gd name="connsiteY24" fmla="*/ 228419 h 338138"/>
                    <a:gd name="connsiteX25" fmla="*/ 103247 w 268288"/>
                    <a:gd name="connsiteY25" fmla="*/ 250781 h 338138"/>
                    <a:gd name="connsiteX26" fmla="*/ 80842 w 268288"/>
                    <a:gd name="connsiteY26" fmla="*/ 273142 h 338138"/>
                    <a:gd name="connsiteX27" fmla="*/ 57120 w 268288"/>
                    <a:gd name="connsiteY27" fmla="*/ 273142 h 338138"/>
                    <a:gd name="connsiteX28" fmla="*/ 49212 w 268288"/>
                    <a:gd name="connsiteY28" fmla="*/ 281034 h 338138"/>
                    <a:gd name="connsiteX29" fmla="*/ 57120 w 268288"/>
                    <a:gd name="connsiteY29" fmla="*/ 288926 h 338138"/>
                    <a:gd name="connsiteX30" fmla="*/ 80842 w 268288"/>
                    <a:gd name="connsiteY30" fmla="*/ 288926 h 338138"/>
                    <a:gd name="connsiteX31" fmla="*/ 119062 w 268288"/>
                    <a:gd name="connsiteY31" fmla="*/ 250781 h 338138"/>
                    <a:gd name="connsiteX32" fmla="*/ 103247 w 268288"/>
                    <a:gd name="connsiteY32" fmla="*/ 220527 h 338138"/>
                    <a:gd name="connsiteX33" fmla="*/ 119062 w 268288"/>
                    <a:gd name="connsiteY33" fmla="*/ 190274 h 338138"/>
                    <a:gd name="connsiteX34" fmla="*/ 119062 w 268288"/>
                    <a:gd name="connsiteY34" fmla="*/ 188959 h 338138"/>
                    <a:gd name="connsiteX35" fmla="*/ 80842 w 268288"/>
                    <a:gd name="connsiteY35" fmla="*/ 150813 h 338138"/>
                    <a:gd name="connsiteX36" fmla="*/ 57120 w 268288"/>
                    <a:gd name="connsiteY36" fmla="*/ 150813 h 338138"/>
                    <a:gd name="connsiteX37" fmla="*/ 46099 w 268288"/>
                    <a:gd name="connsiteY37" fmla="*/ 47625 h 338138"/>
                    <a:gd name="connsiteX38" fmla="*/ 15875 w 268288"/>
                    <a:gd name="connsiteY38" fmla="*/ 79629 h 338138"/>
                    <a:gd name="connsiteX39" fmla="*/ 15875 w 268288"/>
                    <a:gd name="connsiteY39" fmla="*/ 114300 h 338138"/>
                    <a:gd name="connsiteX40" fmla="*/ 252413 w 268288"/>
                    <a:gd name="connsiteY40" fmla="*/ 114300 h 338138"/>
                    <a:gd name="connsiteX41" fmla="*/ 252413 w 268288"/>
                    <a:gd name="connsiteY41" fmla="*/ 79629 h 338138"/>
                    <a:gd name="connsiteX42" fmla="*/ 222189 w 268288"/>
                    <a:gd name="connsiteY42" fmla="*/ 47625 h 338138"/>
                    <a:gd name="connsiteX43" fmla="*/ 210362 w 268288"/>
                    <a:gd name="connsiteY43" fmla="*/ 47625 h 338138"/>
                    <a:gd name="connsiteX44" fmla="*/ 210362 w 268288"/>
                    <a:gd name="connsiteY44" fmla="*/ 71628 h 338138"/>
                    <a:gd name="connsiteX45" fmla="*/ 202477 w 268288"/>
                    <a:gd name="connsiteY45" fmla="*/ 79629 h 338138"/>
                    <a:gd name="connsiteX46" fmla="*/ 194593 w 268288"/>
                    <a:gd name="connsiteY46" fmla="*/ 71628 h 338138"/>
                    <a:gd name="connsiteX47" fmla="*/ 194593 w 268288"/>
                    <a:gd name="connsiteY47" fmla="*/ 47625 h 338138"/>
                    <a:gd name="connsiteX48" fmla="*/ 73696 w 268288"/>
                    <a:gd name="connsiteY48" fmla="*/ 47625 h 338138"/>
                    <a:gd name="connsiteX49" fmla="*/ 73696 w 268288"/>
                    <a:gd name="connsiteY49" fmla="*/ 71628 h 338138"/>
                    <a:gd name="connsiteX50" fmla="*/ 65811 w 268288"/>
                    <a:gd name="connsiteY50" fmla="*/ 79629 h 338138"/>
                    <a:gd name="connsiteX51" fmla="*/ 57926 w 268288"/>
                    <a:gd name="connsiteY51" fmla="*/ 71628 h 338138"/>
                    <a:gd name="connsiteX52" fmla="*/ 57926 w 268288"/>
                    <a:gd name="connsiteY52" fmla="*/ 47625 h 338138"/>
                    <a:gd name="connsiteX53" fmla="*/ 46099 w 268288"/>
                    <a:gd name="connsiteY53" fmla="*/ 47625 h 338138"/>
                    <a:gd name="connsiteX54" fmla="*/ 65757 w 268288"/>
                    <a:gd name="connsiteY54" fmla="*/ 0 h 338138"/>
                    <a:gd name="connsiteX55" fmla="*/ 73648 w 268288"/>
                    <a:gd name="connsiteY55" fmla="*/ 7925 h 338138"/>
                    <a:gd name="connsiteX56" fmla="*/ 73648 w 268288"/>
                    <a:gd name="connsiteY56" fmla="*/ 31700 h 338138"/>
                    <a:gd name="connsiteX57" fmla="*/ 194640 w 268288"/>
                    <a:gd name="connsiteY57" fmla="*/ 31700 h 338138"/>
                    <a:gd name="connsiteX58" fmla="*/ 194640 w 268288"/>
                    <a:gd name="connsiteY58" fmla="*/ 7925 h 338138"/>
                    <a:gd name="connsiteX59" fmla="*/ 202531 w 268288"/>
                    <a:gd name="connsiteY59" fmla="*/ 0 h 338138"/>
                    <a:gd name="connsiteX60" fmla="*/ 210422 w 268288"/>
                    <a:gd name="connsiteY60" fmla="*/ 7925 h 338138"/>
                    <a:gd name="connsiteX61" fmla="*/ 210422 w 268288"/>
                    <a:gd name="connsiteY61" fmla="*/ 31700 h 338138"/>
                    <a:gd name="connsiteX62" fmla="*/ 222258 w 268288"/>
                    <a:gd name="connsiteY62" fmla="*/ 31700 h 338138"/>
                    <a:gd name="connsiteX63" fmla="*/ 268288 w 268288"/>
                    <a:gd name="connsiteY63" fmla="*/ 79251 h 338138"/>
                    <a:gd name="connsiteX64" fmla="*/ 268288 w 268288"/>
                    <a:gd name="connsiteY64" fmla="*/ 290587 h 338138"/>
                    <a:gd name="connsiteX65" fmla="*/ 222258 w 268288"/>
                    <a:gd name="connsiteY65" fmla="*/ 338138 h 338138"/>
                    <a:gd name="connsiteX66" fmla="*/ 46030 w 268288"/>
                    <a:gd name="connsiteY66" fmla="*/ 338138 h 338138"/>
                    <a:gd name="connsiteX67" fmla="*/ 0 w 268288"/>
                    <a:gd name="connsiteY67" fmla="*/ 290587 h 338138"/>
                    <a:gd name="connsiteX68" fmla="*/ 0 w 268288"/>
                    <a:gd name="connsiteY68" fmla="*/ 79251 h 338138"/>
                    <a:gd name="connsiteX69" fmla="*/ 46030 w 268288"/>
                    <a:gd name="connsiteY69" fmla="*/ 31700 h 338138"/>
                    <a:gd name="connsiteX70" fmla="*/ 57866 w 268288"/>
                    <a:gd name="connsiteY70" fmla="*/ 31700 h 338138"/>
                    <a:gd name="connsiteX71" fmla="*/ 57866 w 268288"/>
                    <a:gd name="connsiteY71" fmla="*/ 7925 h 338138"/>
                    <a:gd name="connsiteX72" fmla="*/ 65757 w 268288"/>
                    <a:gd name="connsiteY72" fmla="*/ 0 h 3381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</a:cxnLst>
                  <a:rect l="l" t="t" r="r" b="b"/>
                  <a:pathLst>
                    <a:path w="268288" h="338138">
                      <a:moveTo>
                        <a:pt x="179388" y="166688"/>
                      </a:moveTo>
                      <a:cubicBezTo>
                        <a:pt x="192617" y="166688"/>
                        <a:pt x="203200" y="177246"/>
                        <a:pt x="203200" y="190443"/>
                      </a:cubicBezTo>
                      <a:cubicBezTo>
                        <a:pt x="203200" y="252471"/>
                        <a:pt x="203200" y="252471"/>
                        <a:pt x="203200" y="252471"/>
                      </a:cubicBezTo>
                      <a:cubicBezTo>
                        <a:pt x="203200" y="265668"/>
                        <a:pt x="192617" y="276226"/>
                        <a:pt x="179388" y="276226"/>
                      </a:cubicBezTo>
                      <a:cubicBezTo>
                        <a:pt x="166158" y="276226"/>
                        <a:pt x="155575" y="265668"/>
                        <a:pt x="155575" y="252471"/>
                      </a:cubicBezTo>
                      <a:cubicBezTo>
                        <a:pt x="155575" y="190443"/>
                        <a:pt x="155575" y="190443"/>
                        <a:pt x="155575" y="190443"/>
                      </a:cubicBezTo>
                      <a:cubicBezTo>
                        <a:pt x="155575" y="177246"/>
                        <a:pt x="166158" y="166688"/>
                        <a:pt x="179388" y="166688"/>
                      </a:cubicBezTo>
                      <a:close/>
                      <a:moveTo>
                        <a:pt x="179388" y="150813"/>
                      </a:moveTo>
                      <a:cubicBezTo>
                        <a:pt x="158221" y="150813"/>
                        <a:pt x="139700" y="169299"/>
                        <a:pt x="139700" y="190427"/>
                      </a:cubicBezTo>
                      <a:cubicBezTo>
                        <a:pt x="139700" y="252488"/>
                        <a:pt x="139700" y="252488"/>
                        <a:pt x="139700" y="252488"/>
                      </a:cubicBezTo>
                      <a:cubicBezTo>
                        <a:pt x="139700" y="273615"/>
                        <a:pt x="158221" y="292101"/>
                        <a:pt x="179388" y="292101"/>
                      </a:cubicBezTo>
                      <a:cubicBezTo>
                        <a:pt x="201877" y="292101"/>
                        <a:pt x="219075" y="273615"/>
                        <a:pt x="219075" y="252488"/>
                      </a:cubicBezTo>
                      <a:lnTo>
                        <a:pt x="219075" y="190427"/>
                      </a:lnTo>
                      <a:cubicBezTo>
                        <a:pt x="219075" y="169299"/>
                        <a:pt x="201877" y="150813"/>
                        <a:pt x="179388" y="150813"/>
                      </a:cubicBezTo>
                      <a:close/>
                      <a:moveTo>
                        <a:pt x="57120" y="150813"/>
                      </a:moveTo>
                      <a:cubicBezTo>
                        <a:pt x="51848" y="150813"/>
                        <a:pt x="49212" y="154759"/>
                        <a:pt x="49212" y="158705"/>
                      </a:cubicBezTo>
                      <a:cubicBezTo>
                        <a:pt x="49212" y="163967"/>
                        <a:pt x="51848" y="166597"/>
                        <a:pt x="57120" y="166597"/>
                      </a:cubicBezTo>
                      <a:cubicBezTo>
                        <a:pt x="80842" y="166597"/>
                        <a:pt x="80842" y="166597"/>
                        <a:pt x="80842" y="166597"/>
                      </a:cubicBezTo>
                      <a:cubicBezTo>
                        <a:pt x="92704" y="166597"/>
                        <a:pt x="103247" y="177120"/>
                        <a:pt x="103247" y="188959"/>
                      </a:cubicBezTo>
                      <a:cubicBezTo>
                        <a:pt x="103247" y="190274"/>
                        <a:pt x="103247" y="190274"/>
                        <a:pt x="103247" y="190274"/>
                      </a:cubicBezTo>
                      <a:cubicBezTo>
                        <a:pt x="103247" y="202112"/>
                        <a:pt x="92704" y="212635"/>
                        <a:pt x="80842" y="212635"/>
                      </a:cubicBezTo>
                      <a:cubicBezTo>
                        <a:pt x="57120" y="212635"/>
                        <a:pt x="57120" y="212635"/>
                        <a:pt x="57120" y="212635"/>
                      </a:cubicBezTo>
                      <a:cubicBezTo>
                        <a:pt x="51848" y="212635"/>
                        <a:pt x="49212" y="215266"/>
                        <a:pt x="49212" y="220527"/>
                      </a:cubicBezTo>
                      <a:cubicBezTo>
                        <a:pt x="49212" y="224473"/>
                        <a:pt x="51848" y="228419"/>
                        <a:pt x="57120" y="228419"/>
                      </a:cubicBezTo>
                      <a:cubicBezTo>
                        <a:pt x="80842" y="228419"/>
                        <a:pt x="80842" y="228419"/>
                        <a:pt x="80842" y="228419"/>
                      </a:cubicBezTo>
                      <a:cubicBezTo>
                        <a:pt x="92704" y="228419"/>
                        <a:pt x="103247" y="237627"/>
                        <a:pt x="103247" y="250781"/>
                      </a:cubicBezTo>
                      <a:cubicBezTo>
                        <a:pt x="103247" y="263934"/>
                        <a:pt x="92704" y="273142"/>
                        <a:pt x="80842" y="273142"/>
                      </a:cubicBezTo>
                      <a:cubicBezTo>
                        <a:pt x="57120" y="273142"/>
                        <a:pt x="57120" y="273142"/>
                        <a:pt x="57120" y="273142"/>
                      </a:cubicBezTo>
                      <a:cubicBezTo>
                        <a:pt x="51848" y="273142"/>
                        <a:pt x="49212" y="277088"/>
                        <a:pt x="49212" y="281034"/>
                      </a:cubicBezTo>
                      <a:cubicBezTo>
                        <a:pt x="49212" y="284980"/>
                        <a:pt x="51848" y="288926"/>
                        <a:pt x="57120" y="288926"/>
                      </a:cubicBezTo>
                      <a:cubicBezTo>
                        <a:pt x="80842" y="288926"/>
                        <a:pt x="80842" y="288926"/>
                        <a:pt x="80842" y="288926"/>
                      </a:cubicBezTo>
                      <a:cubicBezTo>
                        <a:pt x="101929" y="288926"/>
                        <a:pt x="119062" y="271826"/>
                        <a:pt x="119062" y="250781"/>
                      </a:cubicBezTo>
                      <a:cubicBezTo>
                        <a:pt x="119062" y="237627"/>
                        <a:pt x="112473" y="227104"/>
                        <a:pt x="103247" y="220527"/>
                      </a:cubicBezTo>
                      <a:cubicBezTo>
                        <a:pt x="112473" y="212635"/>
                        <a:pt x="119062" y="202112"/>
                        <a:pt x="119062" y="190274"/>
                      </a:cubicBezTo>
                      <a:lnTo>
                        <a:pt x="119062" y="188959"/>
                      </a:lnTo>
                      <a:cubicBezTo>
                        <a:pt x="119062" y="167913"/>
                        <a:pt x="101929" y="150813"/>
                        <a:pt x="80842" y="150813"/>
                      </a:cubicBezTo>
                      <a:cubicBezTo>
                        <a:pt x="57120" y="150813"/>
                        <a:pt x="57120" y="150813"/>
                        <a:pt x="57120" y="150813"/>
                      </a:cubicBezTo>
                      <a:close/>
                      <a:moveTo>
                        <a:pt x="46099" y="47625"/>
                      </a:moveTo>
                      <a:cubicBezTo>
                        <a:pt x="29016" y="47625"/>
                        <a:pt x="15875" y="62294"/>
                        <a:pt x="15875" y="79629"/>
                      </a:cubicBezTo>
                      <a:cubicBezTo>
                        <a:pt x="15875" y="114300"/>
                        <a:pt x="15875" y="114300"/>
                        <a:pt x="15875" y="114300"/>
                      </a:cubicBezTo>
                      <a:cubicBezTo>
                        <a:pt x="252413" y="114300"/>
                        <a:pt x="252413" y="114300"/>
                        <a:pt x="252413" y="114300"/>
                      </a:cubicBezTo>
                      <a:lnTo>
                        <a:pt x="252413" y="79629"/>
                      </a:lnTo>
                      <a:cubicBezTo>
                        <a:pt x="252413" y="62294"/>
                        <a:pt x="239272" y="47625"/>
                        <a:pt x="222189" y="47625"/>
                      </a:cubicBezTo>
                      <a:cubicBezTo>
                        <a:pt x="210362" y="47625"/>
                        <a:pt x="210362" y="47625"/>
                        <a:pt x="210362" y="47625"/>
                      </a:cubicBezTo>
                      <a:cubicBezTo>
                        <a:pt x="210362" y="71628"/>
                        <a:pt x="210362" y="71628"/>
                        <a:pt x="210362" y="71628"/>
                      </a:cubicBezTo>
                      <a:cubicBezTo>
                        <a:pt x="210362" y="75629"/>
                        <a:pt x="206420" y="79629"/>
                        <a:pt x="202477" y="79629"/>
                      </a:cubicBezTo>
                      <a:cubicBezTo>
                        <a:pt x="197221" y="79629"/>
                        <a:pt x="194593" y="75629"/>
                        <a:pt x="194593" y="71628"/>
                      </a:cubicBezTo>
                      <a:cubicBezTo>
                        <a:pt x="194593" y="47625"/>
                        <a:pt x="194593" y="47625"/>
                        <a:pt x="194593" y="47625"/>
                      </a:cubicBezTo>
                      <a:cubicBezTo>
                        <a:pt x="73696" y="47625"/>
                        <a:pt x="73696" y="47625"/>
                        <a:pt x="73696" y="47625"/>
                      </a:cubicBezTo>
                      <a:cubicBezTo>
                        <a:pt x="73696" y="71628"/>
                        <a:pt x="73696" y="71628"/>
                        <a:pt x="73696" y="71628"/>
                      </a:cubicBezTo>
                      <a:cubicBezTo>
                        <a:pt x="73696" y="75629"/>
                        <a:pt x="71067" y="79629"/>
                        <a:pt x="65811" y="79629"/>
                      </a:cubicBezTo>
                      <a:cubicBezTo>
                        <a:pt x="61869" y="79629"/>
                        <a:pt x="57926" y="75629"/>
                        <a:pt x="57926" y="71628"/>
                      </a:cubicBezTo>
                      <a:cubicBezTo>
                        <a:pt x="57926" y="47625"/>
                        <a:pt x="57926" y="47625"/>
                        <a:pt x="57926" y="47625"/>
                      </a:cubicBezTo>
                      <a:cubicBezTo>
                        <a:pt x="46099" y="47625"/>
                        <a:pt x="46099" y="47625"/>
                        <a:pt x="46099" y="47625"/>
                      </a:cubicBezTo>
                      <a:close/>
                      <a:moveTo>
                        <a:pt x="65757" y="0"/>
                      </a:moveTo>
                      <a:cubicBezTo>
                        <a:pt x="71018" y="0"/>
                        <a:pt x="73648" y="3962"/>
                        <a:pt x="73648" y="7925"/>
                      </a:cubicBezTo>
                      <a:cubicBezTo>
                        <a:pt x="73648" y="31700"/>
                        <a:pt x="73648" y="31700"/>
                        <a:pt x="73648" y="31700"/>
                      </a:cubicBezTo>
                      <a:cubicBezTo>
                        <a:pt x="194640" y="31700"/>
                        <a:pt x="194640" y="31700"/>
                        <a:pt x="194640" y="31700"/>
                      </a:cubicBezTo>
                      <a:cubicBezTo>
                        <a:pt x="194640" y="7925"/>
                        <a:pt x="194640" y="7925"/>
                        <a:pt x="194640" y="7925"/>
                      </a:cubicBezTo>
                      <a:cubicBezTo>
                        <a:pt x="194640" y="3962"/>
                        <a:pt x="197271" y="0"/>
                        <a:pt x="202531" y="0"/>
                      </a:cubicBezTo>
                      <a:cubicBezTo>
                        <a:pt x="206477" y="0"/>
                        <a:pt x="210422" y="3962"/>
                        <a:pt x="210422" y="7925"/>
                      </a:cubicBezTo>
                      <a:cubicBezTo>
                        <a:pt x="210422" y="31700"/>
                        <a:pt x="210422" y="31700"/>
                        <a:pt x="210422" y="31700"/>
                      </a:cubicBezTo>
                      <a:cubicBezTo>
                        <a:pt x="222258" y="31700"/>
                        <a:pt x="222258" y="31700"/>
                        <a:pt x="222258" y="31700"/>
                      </a:cubicBezTo>
                      <a:cubicBezTo>
                        <a:pt x="247246" y="31700"/>
                        <a:pt x="268288" y="52834"/>
                        <a:pt x="268288" y="79251"/>
                      </a:cubicBezTo>
                      <a:cubicBezTo>
                        <a:pt x="268288" y="290587"/>
                        <a:pt x="268288" y="290587"/>
                        <a:pt x="268288" y="290587"/>
                      </a:cubicBezTo>
                      <a:cubicBezTo>
                        <a:pt x="268288" y="317005"/>
                        <a:pt x="247246" y="338138"/>
                        <a:pt x="222258" y="338138"/>
                      </a:cubicBezTo>
                      <a:cubicBezTo>
                        <a:pt x="46030" y="338138"/>
                        <a:pt x="46030" y="338138"/>
                        <a:pt x="46030" y="338138"/>
                      </a:cubicBezTo>
                      <a:cubicBezTo>
                        <a:pt x="21042" y="338138"/>
                        <a:pt x="0" y="317005"/>
                        <a:pt x="0" y="290587"/>
                      </a:cubicBezTo>
                      <a:cubicBezTo>
                        <a:pt x="0" y="79251"/>
                        <a:pt x="0" y="79251"/>
                        <a:pt x="0" y="79251"/>
                      </a:cubicBezTo>
                      <a:cubicBezTo>
                        <a:pt x="0" y="52834"/>
                        <a:pt x="21042" y="31700"/>
                        <a:pt x="46030" y="31700"/>
                      </a:cubicBezTo>
                      <a:cubicBezTo>
                        <a:pt x="57866" y="31700"/>
                        <a:pt x="57866" y="31700"/>
                        <a:pt x="57866" y="31700"/>
                      </a:cubicBezTo>
                      <a:cubicBezTo>
                        <a:pt x="57866" y="7925"/>
                        <a:pt x="57866" y="7925"/>
                        <a:pt x="57866" y="7925"/>
                      </a:cubicBezTo>
                      <a:cubicBezTo>
                        <a:pt x="57866" y="3962"/>
                        <a:pt x="61812" y="0"/>
                        <a:pt x="6575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>
                <a:off x="1770323" y="4113526"/>
                <a:ext cx="2213143" cy="857260"/>
                <a:chOff x="1732858" y="5001250"/>
                <a:chExt cx="2213143" cy="857260"/>
              </a:xfrm>
            </p:grpSpPr>
            <p:sp>
              <p:nvSpPr>
                <p:cNvPr id="39" name="文本框 13"/>
                <p:cNvSpPr txBox="1"/>
                <p:nvPr/>
              </p:nvSpPr>
              <p:spPr bwMode="auto">
                <a:xfrm>
                  <a:off x="1732858" y="5001250"/>
                  <a:ext cx="2213143" cy="2830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 anchor="ctr" anchorCtr="1">
                  <a:normAutofit lnSpcReduction="10000"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marL="0" lvl="1" algn="ctr"/>
                  <a:r>
                    <a:rPr lang="zh-CN" altLang="en-US" sz="1400" b="1">
                      <a:solidFill>
                        <a:srgbClr val="4D5985"/>
                      </a:solidFill>
                    </a:rPr>
                    <a:t>标题文本预设</a:t>
                  </a:r>
                  <a:endParaRPr lang="zh-CN" altLang="en-US" sz="1400" b="1" dirty="0">
                    <a:solidFill>
                      <a:srgbClr val="4D5985"/>
                    </a:solidFill>
                  </a:endParaRPr>
                </a:p>
              </p:txBody>
            </p:sp>
            <p:sp>
              <p:nvSpPr>
                <p:cNvPr id="40" name="文本框 14"/>
                <p:cNvSpPr txBox="1"/>
                <p:nvPr/>
              </p:nvSpPr>
              <p:spPr bwMode="auto">
                <a:xfrm>
                  <a:off x="1732858" y="5284280"/>
                  <a:ext cx="2213143" cy="574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 lIns="0" tIns="0" rIns="0" bIns="0" anchor="ctr" anchorCtr="1">
                  <a:normAutofit fontScale="92500" lnSpcReduction="20000"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zh-CN" altLang="en-US" sz="1000"/>
                    <a:t>此部分内容作为文字排版占位显示 </a:t>
                  </a:r>
                  <a:br>
                    <a:rPr lang="zh-CN" altLang="en-US" sz="1000"/>
                  </a:br>
                  <a:r>
                    <a:rPr lang="zh-CN" altLang="en-US" sz="1000"/>
                    <a:t>（建议使用主题字体）</a:t>
                  </a:r>
                  <a:endParaRPr lang="zh-CN" altLang="en-US" sz="1000" dirty="0"/>
                </a:p>
              </p:txBody>
            </p:sp>
          </p:grpSp>
        </p:grpSp>
        <p:grpSp>
          <p:nvGrpSpPr>
            <p:cNvPr id="5" name="组合 4"/>
            <p:cNvGrpSpPr/>
            <p:nvPr/>
          </p:nvGrpSpPr>
          <p:grpSpPr>
            <a:xfrm>
              <a:off x="4583832" y="1556792"/>
              <a:ext cx="2669869" cy="2039170"/>
              <a:chOff x="4532701" y="2931616"/>
              <a:chExt cx="2669869" cy="2039170"/>
            </a:xfrm>
          </p:grpSpPr>
          <p:grpSp>
            <p:nvGrpSpPr>
              <p:cNvPr id="30" name="组合 29"/>
              <p:cNvGrpSpPr/>
              <p:nvPr/>
            </p:nvGrpSpPr>
            <p:grpSpPr>
              <a:xfrm>
                <a:off x="4532701" y="2931616"/>
                <a:ext cx="2604671" cy="1049867"/>
                <a:chOff x="4532701" y="2931616"/>
                <a:chExt cx="2604671" cy="1049867"/>
              </a:xfrm>
            </p:grpSpPr>
            <p:sp>
              <p:nvSpPr>
                <p:cNvPr id="34" name="五边形 31"/>
                <p:cNvSpPr/>
                <p:nvPr/>
              </p:nvSpPr>
              <p:spPr>
                <a:xfrm>
                  <a:off x="5378991" y="3044795"/>
                  <a:ext cx="1758381" cy="823643"/>
                </a:xfrm>
                <a:prstGeom prst="homePlate">
                  <a:avLst>
                    <a:gd name="adj" fmla="val 40279"/>
                  </a:avLst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/>
                </a:bodyPr>
                <a:lstStyle/>
                <a:p>
                  <a:pPr lvl="0" defTabSz="913765">
                    <a:defRPr/>
                  </a:pPr>
                  <a:r>
                    <a:rPr lang="zh-CN" altLang="en-US" sz="1400" b="1">
                      <a:solidFill>
                        <a:schemeClr val="tx1"/>
                      </a:solidFill>
                    </a:rPr>
                    <a:t>    标题文本预设</a:t>
                  </a:r>
                  <a:endParaRPr lang="zh-CN" altLang="en-US" sz="14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>
                  <a:off x="4532701" y="2931616"/>
                  <a:ext cx="1049867" cy="1049867"/>
                </a:xfrm>
                <a:prstGeom prst="ellipse">
                  <a:avLst/>
                </a:prstGeom>
                <a:solidFill>
                  <a:srgbClr val="7B8E9B"/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6" name="任意多边形 33"/>
                <p:cNvSpPr>
                  <a:spLocks noChangeAspect="1"/>
                </p:cNvSpPr>
                <p:nvPr/>
              </p:nvSpPr>
              <p:spPr bwMode="auto">
                <a:xfrm>
                  <a:off x="4744435" y="3139671"/>
                  <a:ext cx="634556" cy="633890"/>
                </a:xfrm>
                <a:custGeom>
                  <a:avLst/>
                  <a:gdLst>
                    <a:gd name="T0" fmla="*/ 374 w 400"/>
                    <a:gd name="T1" fmla="*/ 100 h 400"/>
                    <a:gd name="T2" fmla="*/ 301 w 400"/>
                    <a:gd name="T3" fmla="*/ 27 h 400"/>
                    <a:gd name="T4" fmla="*/ 200 w 400"/>
                    <a:gd name="T5" fmla="*/ 0 h 400"/>
                    <a:gd name="T6" fmla="*/ 100 w 400"/>
                    <a:gd name="T7" fmla="*/ 27 h 400"/>
                    <a:gd name="T8" fmla="*/ 27 w 400"/>
                    <a:gd name="T9" fmla="*/ 100 h 400"/>
                    <a:gd name="T10" fmla="*/ 0 w 400"/>
                    <a:gd name="T11" fmla="*/ 200 h 400"/>
                    <a:gd name="T12" fmla="*/ 27 w 400"/>
                    <a:gd name="T13" fmla="*/ 301 h 400"/>
                    <a:gd name="T14" fmla="*/ 100 w 400"/>
                    <a:gd name="T15" fmla="*/ 374 h 400"/>
                    <a:gd name="T16" fmla="*/ 200 w 400"/>
                    <a:gd name="T17" fmla="*/ 400 h 400"/>
                    <a:gd name="T18" fmla="*/ 301 w 400"/>
                    <a:gd name="T19" fmla="*/ 374 h 400"/>
                    <a:gd name="T20" fmla="*/ 374 w 400"/>
                    <a:gd name="T21" fmla="*/ 301 h 400"/>
                    <a:gd name="T22" fmla="*/ 400 w 400"/>
                    <a:gd name="T23" fmla="*/ 200 h 400"/>
                    <a:gd name="T24" fmla="*/ 374 w 400"/>
                    <a:gd name="T25" fmla="*/ 100 h 400"/>
                    <a:gd name="T26" fmla="*/ 330 w 400"/>
                    <a:gd name="T27" fmla="*/ 170 h 400"/>
                    <a:gd name="T28" fmla="*/ 188 w 400"/>
                    <a:gd name="T29" fmla="*/ 311 h 400"/>
                    <a:gd name="T30" fmla="*/ 176 w 400"/>
                    <a:gd name="T31" fmla="*/ 316 h 400"/>
                    <a:gd name="T32" fmla="*/ 165 w 400"/>
                    <a:gd name="T33" fmla="*/ 311 h 400"/>
                    <a:gd name="T34" fmla="*/ 70 w 400"/>
                    <a:gd name="T35" fmla="*/ 217 h 400"/>
                    <a:gd name="T36" fmla="*/ 66 w 400"/>
                    <a:gd name="T37" fmla="*/ 205 h 400"/>
                    <a:gd name="T38" fmla="*/ 70 w 400"/>
                    <a:gd name="T39" fmla="*/ 193 h 400"/>
                    <a:gd name="T40" fmla="*/ 94 w 400"/>
                    <a:gd name="T41" fmla="*/ 170 h 400"/>
                    <a:gd name="T42" fmla="*/ 106 w 400"/>
                    <a:gd name="T43" fmla="*/ 165 h 400"/>
                    <a:gd name="T44" fmla="*/ 118 w 400"/>
                    <a:gd name="T45" fmla="*/ 170 h 400"/>
                    <a:gd name="T46" fmla="*/ 176 w 400"/>
                    <a:gd name="T47" fmla="*/ 229 h 400"/>
                    <a:gd name="T48" fmla="*/ 283 w 400"/>
                    <a:gd name="T49" fmla="*/ 123 h 400"/>
                    <a:gd name="T50" fmla="*/ 295 w 400"/>
                    <a:gd name="T51" fmla="*/ 118 h 400"/>
                    <a:gd name="T52" fmla="*/ 306 w 400"/>
                    <a:gd name="T53" fmla="*/ 123 h 400"/>
                    <a:gd name="T54" fmla="*/ 330 w 400"/>
                    <a:gd name="T55" fmla="*/ 146 h 400"/>
                    <a:gd name="T56" fmla="*/ 335 w 400"/>
                    <a:gd name="T57" fmla="*/ 158 h 400"/>
                    <a:gd name="T58" fmla="*/ 330 w 400"/>
                    <a:gd name="T59" fmla="*/ 170 h 400"/>
                    <a:gd name="T60" fmla="*/ 330 w 400"/>
                    <a:gd name="T61" fmla="*/ 170 h 400"/>
                    <a:gd name="T62" fmla="*/ 330 w 400"/>
                    <a:gd name="T63" fmla="*/ 170 h 4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400" h="400">
                      <a:moveTo>
                        <a:pt x="374" y="100"/>
                      </a:moveTo>
                      <a:cubicBezTo>
                        <a:pt x="356" y="69"/>
                        <a:pt x="331" y="45"/>
                        <a:pt x="301" y="27"/>
                      </a:cubicBezTo>
                      <a:cubicBezTo>
                        <a:pt x="270" y="9"/>
                        <a:pt x="237" y="0"/>
                        <a:pt x="200" y="0"/>
                      </a:cubicBezTo>
                      <a:cubicBezTo>
                        <a:pt x="164" y="0"/>
                        <a:pt x="130" y="9"/>
                        <a:pt x="100" y="27"/>
                      </a:cubicBezTo>
                      <a:cubicBezTo>
                        <a:pt x="69" y="45"/>
                        <a:pt x="45" y="69"/>
                        <a:pt x="27" y="100"/>
                      </a:cubicBezTo>
                      <a:cubicBezTo>
                        <a:pt x="9" y="130"/>
                        <a:pt x="0" y="164"/>
                        <a:pt x="0" y="200"/>
                      </a:cubicBezTo>
                      <a:cubicBezTo>
                        <a:pt x="0" y="237"/>
                        <a:pt x="9" y="270"/>
                        <a:pt x="27" y="301"/>
                      </a:cubicBezTo>
                      <a:cubicBezTo>
                        <a:pt x="45" y="331"/>
                        <a:pt x="69" y="356"/>
                        <a:pt x="100" y="374"/>
                      </a:cubicBezTo>
                      <a:cubicBezTo>
                        <a:pt x="130" y="391"/>
                        <a:pt x="164" y="400"/>
                        <a:pt x="200" y="400"/>
                      </a:cubicBezTo>
                      <a:cubicBezTo>
                        <a:pt x="237" y="400"/>
                        <a:pt x="270" y="391"/>
                        <a:pt x="301" y="374"/>
                      </a:cubicBezTo>
                      <a:cubicBezTo>
                        <a:pt x="331" y="356"/>
                        <a:pt x="356" y="331"/>
                        <a:pt x="374" y="301"/>
                      </a:cubicBezTo>
                      <a:cubicBezTo>
                        <a:pt x="392" y="270"/>
                        <a:pt x="400" y="237"/>
                        <a:pt x="400" y="200"/>
                      </a:cubicBezTo>
                      <a:cubicBezTo>
                        <a:pt x="400" y="164"/>
                        <a:pt x="392" y="130"/>
                        <a:pt x="374" y="100"/>
                      </a:cubicBezTo>
                      <a:close/>
                      <a:moveTo>
                        <a:pt x="330" y="170"/>
                      </a:moveTo>
                      <a:cubicBezTo>
                        <a:pt x="188" y="311"/>
                        <a:pt x="188" y="311"/>
                        <a:pt x="188" y="311"/>
                      </a:cubicBezTo>
                      <a:cubicBezTo>
                        <a:pt x="185" y="315"/>
                        <a:pt x="181" y="316"/>
                        <a:pt x="176" y="316"/>
                      </a:cubicBezTo>
                      <a:cubicBezTo>
                        <a:pt x="172" y="316"/>
                        <a:pt x="168" y="315"/>
                        <a:pt x="165" y="311"/>
                      </a:cubicBezTo>
                      <a:cubicBezTo>
                        <a:pt x="70" y="217"/>
                        <a:pt x="70" y="217"/>
                        <a:pt x="70" y="217"/>
                      </a:cubicBezTo>
                      <a:cubicBezTo>
                        <a:pt x="67" y="214"/>
                        <a:pt x="66" y="210"/>
                        <a:pt x="66" y="205"/>
                      </a:cubicBezTo>
                      <a:cubicBezTo>
                        <a:pt x="66" y="200"/>
                        <a:pt x="67" y="196"/>
                        <a:pt x="70" y="193"/>
                      </a:cubicBezTo>
                      <a:cubicBezTo>
                        <a:pt x="94" y="170"/>
                        <a:pt x="94" y="170"/>
                        <a:pt x="94" y="170"/>
                      </a:cubicBezTo>
                      <a:cubicBezTo>
                        <a:pt x="97" y="166"/>
                        <a:pt x="101" y="165"/>
                        <a:pt x="106" y="165"/>
                      </a:cubicBezTo>
                      <a:cubicBezTo>
                        <a:pt x="110" y="165"/>
                        <a:pt x="114" y="166"/>
                        <a:pt x="118" y="170"/>
                      </a:cubicBezTo>
                      <a:cubicBezTo>
                        <a:pt x="176" y="229"/>
                        <a:pt x="176" y="229"/>
                        <a:pt x="176" y="229"/>
                      </a:cubicBezTo>
                      <a:cubicBezTo>
                        <a:pt x="283" y="123"/>
                        <a:pt x="283" y="123"/>
                        <a:pt x="283" y="123"/>
                      </a:cubicBezTo>
                      <a:cubicBezTo>
                        <a:pt x="286" y="119"/>
                        <a:pt x="290" y="118"/>
                        <a:pt x="295" y="118"/>
                      </a:cubicBezTo>
                      <a:cubicBezTo>
                        <a:pt x="299" y="118"/>
                        <a:pt x="303" y="119"/>
                        <a:pt x="306" y="123"/>
                      </a:cubicBezTo>
                      <a:cubicBezTo>
                        <a:pt x="330" y="146"/>
                        <a:pt x="330" y="146"/>
                        <a:pt x="330" y="146"/>
                      </a:cubicBezTo>
                      <a:cubicBezTo>
                        <a:pt x="333" y="149"/>
                        <a:pt x="335" y="153"/>
                        <a:pt x="335" y="158"/>
                      </a:cubicBezTo>
                      <a:cubicBezTo>
                        <a:pt x="335" y="163"/>
                        <a:pt x="333" y="167"/>
                        <a:pt x="330" y="170"/>
                      </a:cubicBezTo>
                      <a:close/>
                      <a:moveTo>
                        <a:pt x="330" y="170"/>
                      </a:moveTo>
                      <a:cubicBezTo>
                        <a:pt x="330" y="170"/>
                        <a:pt x="330" y="170"/>
                        <a:pt x="330" y="17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4989427" y="4113526"/>
                <a:ext cx="2213143" cy="857260"/>
                <a:chOff x="1732858" y="5001250"/>
                <a:chExt cx="2213143" cy="857260"/>
              </a:xfrm>
            </p:grpSpPr>
            <p:sp>
              <p:nvSpPr>
                <p:cNvPr id="32" name="文本框 11"/>
                <p:cNvSpPr txBox="1"/>
                <p:nvPr/>
              </p:nvSpPr>
              <p:spPr bwMode="auto">
                <a:xfrm>
                  <a:off x="1732858" y="5001250"/>
                  <a:ext cx="2213143" cy="2830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 anchor="ctr" anchorCtr="1">
                  <a:normAutofit lnSpcReduction="10000"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marL="0" lvl="1" algn="ctr"/>
                  <a:r>
                    <a:rPr lang="zh-CN" altLang="en-US" sz="1400" b="1">
                      <a:solidFill>
                        <a:srgbClr val="7B8E9B"/>
                      </a:solidFill>
                    </a:rPr>
                    <a:t>标题文本预设</a:t>
                  </a:r>
                  <a:endParaRPr lang="zh-CN" altLang="en-US" sz="1400" b="1">
                    <a:solidFill>
                      <a:srgbClr val="7B8E9B"/>
                    </a:solidFill>
                  </a:endParaRPr>
                </a:p>
              </p:txBody>
            </p:sp>
            <p:sp>
              <p:nvSpPr>
                <p:cNvPr id="33" name="文本框 12"/>
                <p:cNvSpPr txBox="1"/>
                <p:nvPr/>
              </p:nvSpPr>
              <p:spPr bwMode="auto">
                <a:xfrm>
                  <a:off x="1732858" y="5284280"/>
                  <a:ext cx="2213143" cy="574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 lIns="0" tIns="0" rIns="0" bIns="0" anchor="ctr" anchorCtr="1">
                  <a:normAutofit fontScale="92500" lnSpcReduction="20000"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zh-CN" altLang="en-US" sz="1000"/>
                    <a:t>此部分内容作为文字排版占位显示 </a:t>
                  </a:r>
                  <a:br>
                    <a:rPr lang="zh-CN" altLang="en-US" sz="1000"/>
                  </a:br>
                  <a:r>
                    <a:rPr lang="zh-CN" altLang="en-US" sz="1000"/>
                    <a:t>（建议使用主题字体）</a:t>
                  </a:r>
                  <a:endParaRPr lang="zh-CN" altLang="en-US" sz="1000" dirty="0"/>
                </a:p>
              </p:txBody>
            </p:sp>
          </p:grpSp>
        </p:grpSp>
        <p:grpSp>
          <p:nvGrpSpPr>
            <p:cNvPr id="6" name="组合 5"/>
            <p:cNvGrpSpPr/>
            <p:nvPr/>
          </p:nvGrpSpPr>
          <p:grpSpPr>
            <a:xfrm>
              <a:off x="7795147" y="1556792"/>
              <a:ext cx="2677659" cy="2039170"/>
              <a:chOff x="7744016" y="2931616"/>
              <a:chExt cx="2677659" cy="2039170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7744016" y="2931616"/>
                <a:ext cx="2604671" cy="1050002"/>
                <a:chOff x="7744016" y="2931616"/>
                <a:chExt cx="2604671" cy="1050002"/>
              </a:xfrm>
            </p:grpSpPr>
            <p:sp>
              <p:nvSpPr>
                <p:cNvPr id="27" name="五边形 24"/>
                <p:cNvSpPr/>
                <p:nvPr/>
              </p:nvSpPr>
              <p:spPr>
                <a:xfrm>
                  <a:off x="8590306" y="3044795"/>
                  <a:ext cx="1758381" cy="823643"/>
                </a:xfrm>
                <a:prstGeom prst="homePlate">
                  <a:avLst>
                    <a:gd name="adj" fmla="val 40279"/>
                  </a:avLst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/>
                </a:bodyPr>
                <a:lstStyle/>
                <a:p>
                  <a:pPr lvl="0" defTabSz="913765">
                    <a:defRPr/>
                  </a:pPr>
                  <a:r>
                    <a:rPr lang="zh-CN" altLang="en-US" sz="1400" b="1">
                      <a:solidFill>
                        <a:schemeClr val="tx1"/>
                      </a:solidFill>
                    </a:rPr>
                    <a:t>    标题文本预设</a:t>
                  </a:r>
                  <a:endParaRPr lang="zh-CN" altLang="en-US" sz="14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>
                  <a:off x="7744016" y="2931616"/>
                  <a:ext cx="1050001" cy="1050002"/>
                </a:xfrm>
                <a:prstGeom prst="ellipse">
                  <a:avLst/>
                </a:prstGeom>
                <a:solidFill>
                  <a:srgbClr val="4D5985"/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9" name="任意多边形 27"/>
                <p:cNvSpPr/>
                <p:nvPr/>
              </p:nvSpPr>
              <p:spPr bwMode="auto">
                <a:xfrm>
                  <a:off x="7998442" y="3176704"/>
                  <a:ext cx="545571" cy="544559"/>
                </a:xfrm>
                <a:custGeom>
                  <a:avLst/>
                  <a:gdLst>
                    <a:gd name="T0" fmla="*/ 164 w 204"/>
                    <a:gd name="T1" fmla="*/ 0 h 204"/>
                    <a:gd name="T2" fmla="*/ 39 w 204"/>
                    <a:gd name="T3" fmla="*/ 0 h 204"/>
                    <a:gd name="T4" fmla="*/ 0 w 204"/>
                    <a:gd name="T5" fmla="*/ 39 h 204"/>
                    <a:gd name="T6" fmla="*/ 0 w 204"/>
                    <a:gd name="T7" fmla="*/ 81 h 204"/>
                    <a:gd name="T8" fmla="*/ 0 w 204"/>
                    <a:gd name="T9" fmla="*/ 164 h 204"/>
                    <a:gd name="T10" fmla="*/ 39 w 204"/>
                    <a:gd name="T11" fmla="*/ 204 h 204"/>
                    <a:gd name="T12" fmla="*/ 164 w 204"/>
                    <a:gd name="T13" fmla="*/ 204 h 204"/>
                    <a:gd name="T14" fmla="*/ 204 w 204"/>
                    <a:gd name="T15" fmla="*/ 164 h 204"/>
                    <a:gd name="T16" fmla="*/ 204 w 204"/>
                    <a:gd name="T17" fmla="*/ 81 h 204"/>
                    <a:gd name="T18" fmla="*/ 204 w 204"/>
                    <a:gd name="T19" fmla="*/ 39 h 204"/>
                    <a:gd name="T20" fmla="*/ 164 w 204"/>
                    <a:gd name="T21" fmla="*/ 0 h 204"/>
                    <a:gd name="T22" fmla="*/ 176 w 204"/>
                    <a:gd name="T23" fmla="*/ 23 h 204"/>
                    <a:gd name="T24" fmla="*/ 180 w 204"/>
                    <a:gd name="T25" fmla="*/ 23 h 204"/>
                    <a:gd name="T26" fmla="*/ 180 w 204"/>
                    <a:gd name="T27" fmla="*/ 28 h 204"/>
                    <a:gd name="T28" fmla="*/ 180 w 204"/>
                    <a:gd name="T29" fmla="*/ 58 h 204"/>
                    <a:gd name="T30" fmla="*/ 146 w 204"/>
                    <a:gd name="T31" fmla="*/ 58 h 204"/>
                    <a:gd name="T32" fmla="*/ 146 w 204"/>
                    <a:gd name="T33" fmla="*/ 24 h 204"/>
                    <a:gd name="T34" fmla="*/ 176 w 204"/>
                    <a:gd name="T35" fmla="*/ 23 h 204"/>
                    <a:gd name="T36" fmla="*/ 73 w 204"/>
                    <a:gd name="T37" fmla="*/ 81 h 204"/>
                    <a:gd name="T38" fmla="*/ 102 w 204"/>
                    <a:gd name="T39" fmla="*/ 66 h 204"/>
                    <a:gd name="T40" fmla="*/ 131 w 204"/>
                    <a:gd name="T41" fmla="*/ 81 h 204"/>
                    <a:gd name="T42" fmla="*/ 138 w 204"/>
                    <a:gd name="T43" fmla="*/ 102 h 204"/>
                    <a:gd name="T44" fmla="*/ 102 w 204"/>
                    <a:gd name="T45" fmla="*/ 138 h 204"/>
                    <a:gd name="T46" fmla="*/ 66 w 204"/>
                    <a:gd name="T47" fmla="*/ 102 h 204"/>
                    <a:gd name="T48" fmla="*/ 73 w 204"/>
                    <a:gd name="T49" fmla="*/ 81 h 204"/>
                    <a:gd name="T50" fmla="*/ 184 w 204"/>
                    <a:gd name="T51" fmla="*/ 164 h 204"/>
                    <a:gd name="T52" fmla="*/ 164 w 204"/>
                    <a:gd name="T53" fmla="*/ 184 h 204"/>
                    <a:gd name="T54" fmla="*/ 39 w 204"/>
                    <a:gd name="T55" fmla="*/ 184 h 204"/>
                    <a:gd name="T56" fmla="*/ 20 w 204"/>
                    <a:gd name="T57" fmla="*/ 164 h 204"/>
                    <a:gd name="T58" fmla="*/ 20 w 204"/>
                    <a:gd name="T59" fmla="*/ 81 h 204"/>
                    <a:gd name="T60" fmla="*/ 50 w 204"/>
                    <a:gd name="T61" fmla="*/ 81 h 204"/>
                    <a:gd name="T62" fmla="*/ 46 w 204"/>
                    <a:gd name="T63" fmla="*/ 102 h 204"/>
                    <a:gd name="T64" fmla="*/ 102 w 204"/>
                    <a:gd name="T65" fmla="*/ 158 h 204"/>
                    <a:gd name="T66" fmla="*/ 157 w 204"/>
                    <a:gd name="T67" fmla="*/ 102 h 204"/>
                    <a:gd name="T68" fmla="*/ 153 w 204"/>
                    <a:gd name="T69" fmla="*/ 81 h 204"/>
                    <a:gd name="T70" fmla="*/ 184 w 204"/>
                    <a:gd name="T71" fmla="*/ 81 h 204"/>
                    <a:gd name="T72" fmla="*/ 184 w 204"/>
                    <a:gd name="T73" fmla="*/ 164 h 2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04" h="204">
                      <a:moveTo>
                        <a:pt x="164" y="0"/>
                      </a:move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17" y="0"/>
                        <a:pt x="0" y="18"/>
                        <a:pt x="0" y="39"/>
                      </a:cubicBezTo>
                      <a:cubicBezTo>
                        <a:pt x="0" y="81"/>
                        <a:pt x="0" y="81"/>
                        <a:pt x="0" y="81"/>
                      </a:cubicBezTo>
                      <a:cubicBezTo>
                        <a:pt x="0" y="164"/>
                        <a:pt x="0" y="164"/>
                        <a:pt x="0" y="164"/>
                      </a:cubicBezTo>
                      <a:cubicBezTo>
                        <a:pt x="0" y="186"/>
                        <a:pt x="17" y="204"/>
                        <a:pt x="39" y="204"/>
                      </a:cubicBezTo>
                      <a:cubicBezTo>
                        <a:pt x="164" y="204"/>
                        <a:pt x="164" y="204"/>
                        <a:pt x="164" y="204"/>
                      </a:cubicBezTo>
                      <a:cubicBezTo>
                        <a:pt x="186" y="204"/>
                        <a:pt x="204" y="186"/>
                        <a:pt x="204" y="164"/>
                      </a:cubicBezTo>
                      <a:cubicBezTo>
                        <a:pt x="204" y="81"/>
                        <a:pt x="204" y="81"/>
                        <a:pt x="204" y="81"/>
                      </a:cubicBezTo>
                      <a:cubicBezTo>
                        <a:pt x="204" y="39"/>
                        <a:pt x="204" y="39"/>
                        <a:pt x="204" y="39"/>
                      </a:cubicBezTo>
                      <a:cubicBezTo>
                        <a:pt x="204" y="18"/>
                        <a:pt x="186" y="0"/>
                        <a:pt x="164" y="0"/>
                      </a:cubicBezTo>
                      <a:close/>
                      <a:moveTo>
                        <a:pt x="176" y="23"/>
                      </a:moveTo>
                      <a:cubicBezTo>
                        <a:pt x="180" y="23"/>
                        <a:pt x="180" y="23"/>
                        <a:pt x="180" y="23"/>
                      </a:cubicBezTo>
                      <a:cubicBezTo>
                        <a:pt x="180" y="28"/>
                        <a:pt x="180" y="28"/>
                        <a:pt x="180" y="28"/>
                      </a:cubicBezTo>
                      <a:cubicBezTo>
                        <a:pt x="180" y="58"/>
                        <a:pt x="180" y="58"/>
                        <a:pt x="180" y="58"/>
                      </a:cubicBezTo>
                      <a:cubicBezTo>
                        <a:pt x="146" y="58"/>
                        <a:pt x="146" y="58"/>
                        <a:pt x="146" y="58"/>
                      </a:cubicBezTo>
                      <a:cubicBezTo>
                        <a:pt x="146" y="24"/>
                        <a:pt x="146" y="24"/>
                        <a:pt x="146" y="24"/>
                      </a:cubicBezTo>
                      <a:lnTo>
                        <a:pt x="176" y="23"/>
                      </a:lnTo>
                      <a:close/>
                      <a:moveTo>
                        <a:pt x="73" y="81"/>
                      </a:moveTo>
                      <a:cubicBezTo>
                        <a:pt x="79" y="72"/>
                        <a:pt x="90" y="66"/>
                        <a:pt x="102" y="66"/>
                      </a:cubicBezTo>
                      <a:cubicBezTo>
                        <a:pt x="114" y="66"/>
                        <a:pt x="124" y="72"/>
                        <a:pt x="131" y="81"/>
                      </a:cubicBezTo>
                      <a:cubicBezTo>
                        <a:pt x="135" y="87"/>
                        <a:pt x="138" y="94"/>
                        <a:pt x="138" y="102"/>
                      </a:cubicBezTo>
                      <a:cubicBezTo>
                        <a:pt x="138" y="122"/>
                        <a:pt x="121" y="138"/>
                        <a:pt x="102" y="138"/>
                      </a:cubicBezTo>
                      <a:cubicBezTo>
                        <a:pt x="82" y="138"/>
                        <a:pt x="66" y="122"/>
                        <a:pt x="66" y="102"/>
                      </a:cubicBezTo>
                      <a:cubicBezTo>
                        <a:pt x="66" y="94"/>
                        <a:pt x="68" y="87"/>
                        <a:pt x="73" y="81"/>
                      </a:cubicBezTo>
                      <a:close/>
                      <a:moveTo>
                        <a:pt x="184" y="164"/>
                      </a:moveTo>
                      <a:cubicBezTo>
                        <a:pt x="184" y="175"/>
                        <a:pt x="175" y="184"/>
                        <a:pt x="164" y="184"/>
                      </a:cubicBezTo>
                      <a:cubicBezTo>
                        <a:pt x="39" y="184"/>
                        <a:pt x="39" y="184"/>
                        <a:pt x="39" y="184"/>
                      </a:cubicBezTo>
                      <a:cubicBezTo>
                        <a:pt x="28" y="184"/>
                        <a:pt x="20" y="175"/>
                        <a:pt x="20" y="164"/>
                      </a:cubicBezTo>
                      <a:cubicBezTo>
                        <a:pt x="20" y="81"/>
                        <a:pt x="20" y="81"/>
                        <a:pt x="20" y="81"/>
                      </a:cubicBezTo>
                      <a:cubicBezTo>
                        <a:pt x="50" y="81"/>
                        <a:pt x="50" y="81"/>
                        <a:pt x="50" y="81"/>
                      </a:cubicBezTo>
                      <a:cubicBezTo>
                        <a:pt x="47" y="87"/>
                        <a:pt x="46" y="95"/>
                        <a:pt x="46" y="102"/>
                      </a:cubicBezTo>
                      <a:cubicBezTo>
                        <a:pt x="46" y="133"/>
                        <a:pt x="71" y="158"/>
                        <a:pt x="102" y="158"/>
                      </a:cubicBezTo>
                      <a:cubicBezTo>
                        <a:pt x="132" y="158"/>
                        <a:pt x="157" y="133"/>
                        <a:pt x="157" y="102"/>
                      </a:cubicBezTo>
                      <a:cubicBezTo>
                        <a:pt x="157" y="95"/>
                        <a:pt x="156" y="87"/>
                        <a:pt x="153" y="81"/>
                      </a:cubicBezTo>
                      <a:cubicBezTo>
                        <a:pt x="184" y="81"/>
                        <a:pt x="184" y="81"/>
                        <a:pt x="184" y="81"/>
                      </a:cubicBezTo>
                      <a:lnTo>
                        <a:pt x="184" y="16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24" name="组合 23"/>
              <p:cNvGrpSpPr/>
              <p:nvPr/>
            </p:nvGrpSpPr>
            <p:grpSpPr>
              <a:xfrm>
                <a:off x="8208532" y="4113526"/>
                <a:ext cx="2213143" cy="857260"/>
                <a:chOff x="1732858" y="5001250"/>
                <a:chExt cx="2213143" cy="857260"/>
              </a:xfrm>
            </p:grpSpPr>
            <p:sp>
              <p:nvSpPr>
                <p:cNvPr id="25" name="文本框 9"/>
                <p:cNvSpPr txBox="1"/>
                <p:nvPr/>
              </p:nvSpPr>
              <p:spPr bwMode="auto">
                <a:xfrm>
                  <a:off x="1732858" y="5001250"/>
                  <a:ext cx="2213143" cy="2830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 anchor="ctr" anchorCtr="1">
                  <a:normAutofit lnSpcReduction="10000"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marL="0" lvl="1" algn="ctr"/>
                  <a:r>
                    <a:rPr lang="zh-CN" altLang="en-US" sz="1400" b="1">
                      <a:solidFill>
                        <a:srgbClr val="4D5985"/>
                      </a:solidFill>
                    </a:rPr>
                    <a:t>标题文本预设</a:t>
                  </a:r>
                  <a:endParaRPr lang="zh-CN" altLang="en-US" sz="1400" b="1">
                    <a:solidFill>
                      <a:srgbClr val="4D5985"/>
                    </a:solidFill>
                  </a:endParaRPr>
                </a:p>
              </p:txBody>
            </p:sp>
            <p:sp>
              <p:nvSpPr>
                <p:cNvPr id="26" name="文本框 10"/>
                <p:cNvSpPr txBox="1"/>
                <p:nvPr/>
              </p:nvSpPr>
              <p:spPr bwMode="auto">
                <a:xfrm>
                  <a:off x="1732858" y="5284280"/>
                  <a:ext cx="2213143" cy="574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 lIns="0" tIns="0" rIns="0" bIns="0" anchor="ctr" anchorCtr="1">
                  <a:normAutofit fontScale="92500" lnSpcReduction="20000"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zh-CN" altLang="en-US" sz="1000"/>
                    <a:t>此部分内容作为文字排版占位显示 </a:t>
                  </a:r>
                  <a:br>
                    <a:rPr lang="zh-CN" altLang="en-US" sz="1000"/>
                  </a:br>
                  <a:r>
                    <a:rPr lang="zh-CN" altLang="en-US" sz="1000"/>
                    <a:t>（建议使用主题字体）</a:t>
                  </a:r>
                  <a:endParaRPr lang="zh-CN" altLang="en-US" sz="1000"/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3004794" y="3753036"/>
              <a:ext cx="2669869" cy="2039170"/>
              <a:chOff x="4532701" y="2931616"/>
              <a:chExt cx="2669869" cy="2039170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4532701" y="2931616"/>
                <a:ext cx="2604671" cy="1050002"/>
                <a:chOff x="4532701" y="2931616"/>
                <a:chExt cx="2604671" cy="1050002"/>
              </a:xfrm>
            </p:grpSpPr>
            <p:sp>
              <p:nvSpPr>
                <p:cNvPr id="20" name="五边形 53"/>
                <p:cNvSpPr/>
                <p:nvPr/>
              </p:nvSpPr>
              <p:spPr>
                <a:xfrm>
                  <a:off x="5378991" y="3044795"/>
                  <a:ext cx="1758381" cy="823643"/>
                </a:xfrm>
                <a:prstGeom prst="homePlate">
                  <a:avLst>
                    <a:gd name="adj" fmla="val 40279"/>
                  </a:avLst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/>
                </a:bodyPr>
                <a:lstStyle/>
                <a:p>
                  <a:pPr lvl="0" defTabSz="913765">
                    <a:defRPr/>
                  </a:pPr>
                  <a:r>
                    <a:rPr lang="zh-CN" altLang="en-US" sz="1400" b="1">
                      <a:solidFill>
                        <a:schemeClr val="tx1"/>
                      </a:solidFill>
                    </a:rPr>
                    <a:t>    标题文本预设</a:t>
                  </a:r>
                  <a:endParaRPr lang="zh-CN" altLang="en-US" sz="14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椭圆 20"/>
                <p:cNvSpPr/>
                <p:nvPr/>
              </p:nvSpPr>
              <p:spPr>
                <a:xfrm>
                  <a:off x="4532701" y="2931616"/>
                  <a:ext cx="1050001" cy="1050002"/>
                </a:xfrm>
                <a:prstGeom prst="ellipse">
                  <a:avLst/>
                </a:prstGeom>
                <a:solidFill>
                  <a:srgbClr val="7B8E9B"/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2" name="任意多边形 55"/>
                <p:cNvSpPr>
                  <a:spLocks noChangeAspect="1"/>
                </p:cNvSpPr>
                <p:nvPr/>
              </p:nvSpPr>
              <p:spPr bwMode="auto">
                <a:xfrm>
                  <a:off x="4744435" y="3139671"/>
                  <a:ext cx="634556" cy="633890"/>
                </a:xfrm>
                <a:custGeom>
                  <a:avLst/>
                  <a:gdLst>
                    <a:gd name="T0" fmla="*/ 374 w 400"/>
                    <a:gd name="T1" fmla="*/ 100 h 400"/>
                    <a:gd name="T2" fmla="*/ 301 w 400"/>
                    <a:gd name="T3" fmla="*/ 27 h 400"/>
                    <a:gd name="T4" fmla="*/ 200 w 400"/>
                    <a:gd name="T5" fmla="*/ 0 h 400"/>
                    <a:gd name="T6" fmla="*/ 100 w 400"/>
                    <a:gd name="T7" fmla="*/ 27 h 400"/>
                    <a:gd name="T8" fmla="*/ 27 w 400"/>
                    <a:gd name="T9" fmla="*/ 100 h 400"/>
                    <a:gd name="T10" fmla="*/ 0 w 400"/>
                    <a:gd name="T11" fmla="*/ 200 h 400"/>
                    <a:gd name="T12" fmla="*/ 27 w 400"/>
                    <a:gd name="T13" fmla="*/ 301 h 400"/>
                    <a:gd name="T14" fmla="*/ 100 w 400"/>
                    <a:gd name="T15" fmla="*/ 374 h 400"/>
                    <a:gd name="T16" fmla="*/ 200 w 400"/>
                    <a:gd name="T17" fmla="*/ 400 h 400"/>
                    <a:gd name="T18" fmla="*/ 301 w 400"/>
                    <a:gd name="T19" fmla="*/ 374 h 400"/>
                    <a:gd name="T20" fmla="*/ 374 w 400"/>
                    <a:gd name="T21" fmla="*/ 301 h 400"/>
                    <a:gd name="T22" fmla="*/ 400 w 400"/>
                    <a:gd name="T23" fmla="*/ 200 h 400"/>
                    <a:gd name="T24" fmla="*/ 374 w 400"/>
                    <a:gd name="T25" fmla="*/ 100 h 400"/>
                    <a:gd name="T26" fmla="*/ 330 w 400"/>
                    <a:gd name="T27" fmla="*/ 170 h 400"/>
                    <a:gd name="T28" fmla="*/ 188 w 400"/>
                    <a:gd name="T29" fmla="*/ 311 h 400"/>
                    <a:gd name="T30" fmla="*/ 176 w 400"/>
                    <a:gd name="T31" fmla="*/ 316 h 400"/>
                    <a:gd name="T32" fmla="*/ 165 w 400"/>
                    <a:gd name="T33" fmla="*/ 311 h 400"/>
                    <a:gd name="T34" fmla="*/ 70 w 400"/>
                    <a:gd name="T35" fmla="*/ 217 h 400"/>
                    <a:gd name="T36" fmla="*/ 66 w 400"/>
                    <a:gd name="T37" fmla="*/ 205 h 400"/>
                    <a:gd name="T38" fmla="*/ 70 w 400"/>
                    <a:gd name="T39" fmla="*/ 193 h 400"/>
                    <a:gd name="T40" fmla="*/ 94 w 400"/>
                    <a:gd name="T41" fmla="*/ 170 h 400"/>
                    <a:gd name="T42" fmla="*/ 106 w 400"/>
                    <a:gd name="T43" fmla="*/ 165 h 400"/>
                    <a:gd name="T44" fmla="*/ 118 w 400"/>
                    <a:gd name="T45" fmla="*/ 170 h 400"/>
                    <a:gd name="T46" fmla="*/ 176 w 400"/>
                    <a:gd name="T47" fmla="*/ 229 h 400"/>
                    <a:gd name="T48" fmla="*/ 283 w 400"/>
                    <a:gd name="T49" fmla="*/ 123 h 400"/>
                    <a:gd name="T50" fmla="*/ 295 w 400"/>
                    <a:gd name="T51" fmla="*/ 118 h 400"/>
                    <a:gd name="T52" fmla="*/ 306 w 400"/>
                    <a:gd name="T53" fmla="*/ 123 h 400"/>
                    <a:gd name="T54" fmla="*/ 330 w 400"/>
                    <a:gd name="T55" fmla="*/ 146 h 400"/>
                    <a:gd name="T56" fmla="*/ 335 w 400"/>
                    <a:gd name="T57" fmla="*/ 158 h 400"/>
                    <a:gd name="T58" fmla="*/ 330 w 400"/>
                    <a:gd name="T59" fmla="*/ 170 h 400"/>
                    <a:gd name="T60" fmla="*/ 330 w 400"/>
                    <a:gd name="T61" fmla="*/ 170 h 400"/>
                    <a:gd name="T62" fmla="*/ 330 w 400"/>
                    <a:gd name="T63" fmla="*/ 170 h 4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400" h="400">
                      <a:moveTo>
                        <a:pt x="374" y="100"/>
                      </a:moveTo>
                      <a:cubicBezTo>
                        <a:pt x="356" y="69"/>
                        <a:pt x="331" y="45"/>
                        <a:pt x="301" y="27"/>
                      </a:cubicBezTo>
                      <a:cubicBezTo>
                        <a:pt x="270" y="9"/>
                        <a:pt x="237" y="0"/>
                        <a:pt x="200" y="0"/>
                      </a:cubicBezTo>
                      <a:cubicBezTo>
                        <a:pt x="164" y="0"/>
                        <a:pt x="130" y="9"/>
                        <a:pt x="100" y="27"/>
                      </a:cubicBezTo>
                      <a:cubicBezTo>
                        <a:pt x="69" y="45"/>
                        <a:pt x="45" y="69"/>
                        <a:pt x="27" y="100"/>
                      </a:cubicBezTo>
                      <a:cubicBezTo>
                        <a:pt x="9" y="130"/>
                        <a:pt x="0" y="164"/>
                        <a:pt x="0" y="200"/>
                      </a:cubicBezTo>
                      <a:cubicBezTo>
                        <a:pt x="0" y="237"/>
                        <a:pt x="9" y="270"/>
                        <a:pt x="27" y="301"/>
                      </a:cubicBezTo>
                      <a:cubicBezTo>
                        <a:pt x="45" y="331"/>
                        <a:pt x="69" y="356"/>
                        <a:pt x="100" y="374"/>
                      </a:cubicBezTo>
                      <a:cubicBezTo>
                        <a:pt x="130" y="391"/>
                        <a:pt x="164" y="400"/>
                        <a:pt x="200" y="400"/>
                      </a:cubicBezTo>
                      <a:cubicBezTo>
                        <a:pt x="237" y="400"/>
                        <a:pt x="270" y="391"/>
                        <a:pt x="301" y="374"/>
                      </a:cubicBezTo>
                      <a:cubicBezTo>
                        <a:pt x="331" y="356"/>
                        <a:pt x="356" y="331"/>
                        <a:pt x="374" y="301"/>
                      </a:cubicBezTo>
                      <a:cubicBezTo>
                        <a:pt x="392" y="270"/>
                        <a:pt x="400" y="237"/>
                        <a:pt x="400" y="200"/>
                      </a:cubicBezTo>
                      <a:cubicBezTo>
                        <a:pt x="400" y="164"/>
                        <a:pt x="392" y="130"/>
                        <a:pt x="374" y="100"/>
                      </a:cubicBezTo>
                      <a:close/>
                      <a:moveTo>
                        <a:pt x="330" y="170"/>
                      </a:moveTo>
                      <a:cubicBezTo>
                        <a:pt x="188" y="311"/>
                        <a:pt x="188" y="311"/>
                        <a:pt x="188" y="311"/>
                      </a:cubicBezTo>
                      <a:cubicBezTo>
                        <a:pt x="185" y="315"/>
                        <a:pt x="181" y="316"/>
                        <a:pt x="176" y="316"/>
                      </a:cubicBezTo>
                      <a:cubicBezTo>
                        <a:pt x="172" y="316"/>
                        <a:pt x="168" y="315"/>
                        <a:pt x="165" y="311"/>
                      </a:cubicBezTo>
                      <a:cubicBezTo>
                        <a:pt x="70" y="217"/>
                        <a:pt x="70" y="217"/>
                        <a:pt x="70" y="217"/>
                      </a:cubicBezTo>
                      <a:cubicBezTo>
                        <a:pt x="67" y="214"/>
                        <a:pt x="66" y="210"/>
                        <a:pt x="66" y="205"/>
                      </a:cubicBezTo>
                      <a:cubicBezTo>
                        <a:pt x="66" y="200"/>
                        <a:pt x="67" y="196"/>
                        <a:pt x="70" y="193"/>
                      </a:cubicBezTo>
                      <a:cubicBezTo>
                        <a:pt x="94" y="170"/>
                        <a:pt x="94" y="170"/>
                        <a:pt x="94" y="170"/>
                      </a:cubicBezTo>
                      <a:cubicBezTo>
                        <a:pt x="97" y="166"/>
                        <a:pt x="101" y="165"/>
                        <a:pt x="106" y="165"/>
                      </a:cubicBezTo>
                      <a:cubicBezTo>
                        <a:pt x="110" y="165"/>
                        <a:pt x="114" y="166"/>
                        <a:pt x="118" y="170"/>
                      </a:cubicBezTo>
                      <a:cubicBezTo>
                        <a:pt x="176" y="229"/>
                        <a:pt x="176" y="229"/>
                        <a:pt x="176" y="229"/>
                      </a:cubicBezTo>
                      <a:cubicBezTo>
                        <a:pt x="283" y="123"/>
                        <a:pt x="283" y="123"/>
                        <a:pt x="283" y="123"/>
                      </a:cubicBezTo>
                      <a:cubicBezTo>
                        <a:pt x="286" y="119"/>
                        <a:pt x="290" y="118"/>
                        <a:pt x="295" y="118"/>
                      </a:cubicBezTo>
                      <a:cubicBezTo>
                        <a:pt x="299" y="118"/>
                        <a:pt x="303" y="119"/>
                        <a:pt x="306" y="123"/>
                      </a:cubicBezTo>
                      <a:cubicBezTo>
                        <a:pt x="330" y="146"/>
                        <a:pt x="330" y="146"/>
                        <a:pt x="330" y="146"/>
                      </a:cubicBezTo>
                      <a:cubicBezTo>
                        <a:pt x="333" y="149"/>
                        <a:pt x="335" y="153"/>
                        <a:pt x="335" y="158"/>
                      </a:cubicBezTo>
                      <a:cubicBezTo>
                        <a:pt x="335" y="163"/>
                        <a:pt x="333" y="167"/>
                        <a:pt x="330" y="170"/>
                      </a:cubicBezTo>
                      <a:close/>
                      <a:moveTo>
                        <a:pt x="330" y="170"/>
                      </a:moveTo>
                      <a:cubicBezTo>
                        <a:pt x="330" y="170"/>
                        <a:pt x="330" y="170"/>
                        <a:pt x="330" y="17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4989427" y="4113526"/>
                <a:ext cx="2213143" cy="857260"/>
                <a:chOff x="1732858" y="5001250"/>
                <a:chExt cx="2213143" cy="857260"/>
              </a:xfrm>
            </p:grpSpPr>
            <p:sp>
              <p:nvSpPr>
                <p:cNvPr id="18" name="文本框 51"/>
                <p:cNvSpPr txBox="1"/>
                <p:nvPr/>
              </p:nvSpPr>
              <p:spPr bwMode="auto">
                <a:xfrm>
                  <a:off x="1732858" y="5001250"/>
                  <a:ext cx="2213143" cy="2830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 anchor="ctr" anchorCtr="1">
                  <a:normAutofit lnSpcReduction="10000"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marL="0" lvl="1" algn="ctr"/>
                  <a:r>
                    <a:rPr lang="zh-CN" altLang="en-US" sz="1400" b="1">
                      <a:solidFill>
                        <a:srgbClr val="7B8E9B"/>
                      </a:solidFill>
                    </a:rPr>
                    <a:t>标题文本预设</a:t>
                  </a:r>
                  <a:endParaRPr lang="zh-CN" altLang="en-US" sz="1400" b="1" dirty="0">
                    <a:solidFill>
                      <a:srgbClr val="7B8E9B"/>
                    </a:solidFill>
                  </a:endParaRPr>
                </a:p>
              </p:txBody>
            </p:sp>
            <p:sp>
              <p:nvSpPr>
                <p:cNvPr id="19" name="文本框 52"/>
                <p:cNvSpPr txBox="1"/>
                <p:nvPr/>
              </p:nvSpPr>
              <p:spPr bwMode="auto">
                <a:xfrm>
                  <a:off x="1732858" y="5284280"/>
                  <a:ext cx="2213143" cy="574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 lIns="0" tIns="0" rIns="0" bIns="0" anchor="ctr" anchorCtr="1">
                  <a:normAutofit fontScale="92500" lnSpcReduction="20000"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zh-CN" altLang="en-US" sz="1000"/>
                    <a:t>此部分内容作为文字排版占位显示 </a:t>
                  </a:r>
                  <a:br>
                    <a:rPr lang="zh-CN" altLang="en-US" sz="1000"/>
                  </a:br>
                  <a:r>
                    <a:rPr lang="zh-CN" altLang="en-US" sz="1000"/>
                    <a:t>（建议使用主题字体）</a:t>
                  </a:r>
                  <a:endParaRPr lang="zh-CN" altLang="en-US" sz="1000" dirty="0"/>
                </a:p>
              </p:txBody>
            </p:sp>
          </p:grpSp>
        </p:grpSp>
        <p:grpSp>
          <p:nvGrpSpPr>
            <p:cNvPr id="8" name="组合 7"/>
            <p:cNvGrpSpPr/>
            <p:nvPr/>
          </p:nvGrpSpPr>
          <p:grpSpPr>
            <a:xfrm>
              <a:off x="6216109" y="3753036"/>
              <a:ext cx="2677659" cy="2039170"/>
              <a:chOff x="7744016" y="2931616"/>
              <a:chExt cx="2677659" cy="2039170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7744016" y="2931616"/>
                <a:ext cx="2604671" cy="1050002"/>
                <a:chOff x="7744016" y="2931616"/>
                <a:chExt cx="2604671" cy="1050002"/>
              </a:xfrm>
            </p:grpSpPr>
            <p:sp>
              <p:nvSpPr>
                <p:cNvPr id="13" name="五边形 61"/>
                <p:cNvSpPr/>
                <p:nvPr/>
              </p:nvSpPr>
              <p:spPr>
                <a:xfrm>
                  <a:off x="8590306" y="3044795"/>
                  <a:ext cx="1758381" cy="823643"/>
                </a:xfrm>
                <a:prstGeom prst="homePlate">
                  <a:avLst>
                    <a:gd name="adj" fmla="val 40279"/>
                  </a:avLst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/>
                </a:bodyPr>
                <a:lstStyle/>
                <a:p>
                  <a:pPr lvl="0" defTabSz="913765">
                    <a:defRPr/>
                  </a:pPr>
                  <a:r>
                    <a:rPr lang="zh-CN" altLang="en-US" sz="1400" b="1">
                      <a:solidFill>
                        <a:schemeClr val="tx1"/>
                      </a:solidFill>
                    </a:rPr>
                    <a:t>    标题文本预设</a:t>
                  </a:r>
                  <a:endParaRPr lang="zh-CN" altLang="en-US" sz="14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椭圆 13"/>
                <p:cNvSpPr/>
                <p:nvPr/>
              </p:nvSpPr>
              <p:spPr>
                <a:xfrm>
                  <a:off x="7744016" y="2931616"/>
                  <a:ext cx="1050001" cy="1050002"/>
                </a:xfrm>
                <a:prstGeom prst="ellipse">
                  <a:avLst/>
                </a:prstGeom>
                <a:solidFill>
                  <a:srgbClr val="4D5985"/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15" name="任意多边形 63"/>
                <p:cNvSpPr/>
                <p:nvPr/>
              </p:nvSpPr>
              <p:spPr bwMode="auto">
                <a:xfrm>
                  <a:off x="7998442" y="3176704"/>
                  <a:ext cx="545571" cy="544559"/>
                </a:xfrm>
                <a:custGeom>
                  <a:avLst/>
                  <a:gdLst>
                    <a:gd name="T0" fmla="*/ 164 w 204"/>
                    <a:gd name="T1" fmla="*/ 0 h 204"/>
                    <a:gd name="T2" fmla="*/ 39 w 204"/>
                    <a:gd name="T3" fmla="*/ 0 h 204"/>
                    <a:gd name="T4" fmla="*/ 0 w 204"/>
                    <a:gd name="T5" fmla="*/ 39 h 204"/>
                    <a:gd name="T6" fmla="*/ 0 w 204"/>
                    <a:gd name="T7" fmla="*/ 81 h 204"/>
                    <a:gd name="T8" fmla="*/ 0 w 204"/>
                    <a:gd name="T9" fmla="*/ 164 h 204"/>
                    <a:gd name="T10" fmla="*/ 39 w 204"/>
                    <a:gd name="T11" fmla="*/ 204 h 204"/>
                    <a:gd name="T12" fmla="*/ 164 w 204"/>
                    <a:gd name="T13" fmla="*/ 204 h 204"/>
                    <a:gd name="T14" fmla="*/ 204 w 204"/>
                    <a:gd name="T15" fmla="*/ 164 h 204"/>
                    <a:gd name="T16" fmla="*/ 204 w 204"/>
                    <a:gd name="T17" fmla="*/ 81 h 204"/>
                    <a:gd name="T18" fmla="*/ 204 w 204"/>
                    <a:gd name="T19" fmla="*/ 39 h 204"/>
                    <a:gd name="T20" fmla="*/ 164 w 204"/>
                    <a:gd name="T21" fmla="*/ 0 h 204"/>
                    <a:gd name="T22" fmla="*/ 176 w 204"/>
                    <a:gd name="T23" fmla="*/ 23 h 204"/>
                    <a:gd name="T24" fmla="*/ 180 w 204"/>
                    <a:gd name="T25" fmla="*/ 23 h 204"/>
                    <a:gd name="T26" fmla="*/ 180 w 204"/>
                    <a:gd name="T27" fmla="*/ 28 h 204"/>
                    <a:gd name="T28" fmla="*/ 180 w 204"/>
                    <a:gd name="T29" fmla="*/ 58 h 204"/>
                    <a:gd name="T30" fmla="*/ 146 w 204"/>
                    <a:gd name="T31" fmla="*/ 58 h 204"/>
                    <a:gd name="T32" fmla="*/ 146 w 204"/>
                    <a:gd name="T33" fmla="*/ 24 h 204"/>
                    <a:gd name="T34" fmla="*/ 176 w 204"/>
                    <a:gd name="T35" fmla="*/ 23 h 204"/>
                    <a:gd name="T36" fmla="*/ 73 w 204"/>
                    <a:gd name="T37" fmla="*/ 81 h 204"/>
                    <a:gd name="T38" fmla="*/ 102 w 204"/>
                    <a:gd name="T39" fmla="*/ 66 h 204"/>
                    <a:gd name="T40" fmla="*/ 131 w 204"/>
                    <a:gd name="T41" fmla="*/ 81 h 204"/>
                    <a:gd name="T42" fmla="*/ 138 w 204"/>
                    <a:gd name="T43" fmla="*/ 102 h 204"/>
                    <a:gd name="T44" fmla="*/ 102 w 204"/>
                    <a:gd name="T45" fmla="*/ 138 h 204"/>
                    <a:gd name="T46" fmla="*/ 66 w 204"/>
                    <a:gd name="T47" fmla="*/ 102 h 204"/>
                    <a:gd name="T48" fmla="*/ 73 w 204"/>
                    <a:gd name="T49" fmla="*/ 81 h 204"/>
                    <a:gd name="T50" fmla="*/ 184 w 204"/>
                    <a:gd name="T51" fmla="*/ 164 h 204"/>
                    <a:gd name="T52" fmla="*/ 164 w 204"/>
                    <a:gd name="T53" fmla="*/ 184 h 204"/>
                    <a:gd name="T54" fmla="*/ 39 w 204"/>
                    <a:gd name="T55" fmla="*/ 184 h 204"/>
                    <a:gd name="T56" fmla="*/ 20 w 204"/>
                    <a:gd name="T57" fmla="*/ 164 h 204"/>
                    <a:gd name="T58" fmla="*/ 20 w 204"/>
                    <a:gd name="T59" fmla="*/ 81 h 204"/>
                    <a:gd name="T60" fmla="*/ 50 w 204"/>
                    <a:gd name="T61" fmla="*/ 81 h 204"/>
                    <a:gd name="T62" fmla="*/ 46 w 204"/>
                    <a:gd name="T63" fmla="*/ 102 h 204"/>
                    <a:gd name="T64" fmla="*/ 102 w 204"/>
                    <a:gd name="T65" fmla="*/ 158 h 204"/>
                    <a:gd name="T66" fmla="*/ 157 w 204"/>
                    <a:gd name="T67" fmla="*/ 102 h 204"/>
                    <a:gd name="T68" fmla="*/ 153 w 204"/>
                    <a:gd name="T69" fmla="*/ 81 h 204"/>
                    <a:gd name="T70" fmla="*/ 184 w 204"/>
                    <a:gd name="T71" fmla="*/ 81 h 204"/>
                    <a:gd name="T72" fmla="*/ 184 w 204"/>
                    <a:gd name="T73" fmla="*/ 164 h 2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04" h="204">
                      <a:moveTo>
                        <a:pt x="164" y="0"/>
                      </a:move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17" y="0"/>
                        <a:pt x="0" y="18"/>
                        <a:pt x="0" y="39"/>
                      </a:cubicBezTo>
                      <a:cubicBezTo>
                        <a:pt x="0" y="81"/>
                        <a:pt x="0" y="81"/>
                        <a:pt x="0" y="81"/>
                      </a:cubicBezTo>
                      <a:cubicBezTo>
                        <a:pt x="0" y="164"/>
                        <a:pt x="0" y="164"/>
                        <a:pt x="0" y="164"/>
                      </a:cubicBezTo>
                      <a:cubicBezTo>
                        <a:pt x="0" y="186"/>
                        <a:pt x="17" y="204"/>
                        <a:pt x="39" y="204"/>
                      </a:cubicBezTo>
                      <a:cubicBezTo>
                        <a:pt x="164" y="204"/>
                        <a:pt x="164" y="204"/>
                        <a:pt x="164" y="204"/>
                      </a:cubicBezTo>
                      <a:cubicBezTo>
                        <a:pt x="186" y="204"/>
                        <a:pt x="204" y="186"/>
                        <a:pt x="204" y="164"/>
                      </a:cubicBezTo>
                      <a:cubicBezTo>
                        <a:pt x="204" y="81"/>
                        <a:pt x="204" y="81"/>
                        <a:pt x="204" y="81"/>
                      </a:cubicBezTo>
                      <a:cubicBezTo>
                        <a:pt x="204" y="39"/>
                        <a:pt x="204" y="39"/>
                        <a:pt x="204" y="39"/>
                      </a:cubicBezTo>
                      <a:cubicBezTo>
                        <a:pt x="204" y="18"/>
                        <a:pt x="186" y="0"/>
                        <a:pt x="164" y="0"/>
                      </a:cubicBezTo>
                      <a:close/>
                      <a:moveTo>
                        <a:pt x="176" y="23"/>
                      </a:moveTo>
                      <a:cubicBezTo>
                        <a:pt x="180" y="23"/>
                        <a:pt x="180" y="23"/>
                        <a:pt x="180" y="23"/>
                      </a:cubicBezTo>
                      <a:cubicBezTo>
                        <a:pt x="180" y="28"/>
                        <a:pt x="180" y="28"/>
                        <a:pt x="180" y="28"/>
                      </a:cubicBezTo>
                      <a:cubicBezTo>
                        <a:pt x="180" y="58"/>
                        <a:pt x="180" y="58"/>
                        <a:pt x="180" y="58"/>
                      </a:cubicBezTo>
                      <a:cubicBezTo>
                        <a:pt x="146" y="58"/>
                        <a:pt x="146" y="58"/>
                        <a:pt x="146" y="58"/>
                      </a:cubicBezTo>
                      <a:cubicBezTo>
                        <a:pt x="146" y="24"/>
                        <a:pt x="146" y="24"/>
                        <a:pt x="146" y="24"/>
                      </a:cubicBezTo>
                      <a:lnTo>
                        <a:pt x="176" y="23"/>
                      </a:lnTo>
                      <a:close/>
                      <a:moveTo>
                        <a:pt x="73" y="81"/>
                      </a:moveTo>
                      <a:cubicBezTo>
                        <a:pt x="79" y="72"/>
                        <a:pt x="90" y="66"/>
                        <a:pt x="102" y="66"/>
                      </a:cubicBezTo>
                      <a:cubicBezTo>
                        <a:pt x="114" y="66"/>
                        <a:pt x="124" y="72"/>
                        <a:pt x="131" y="81"/>
                      </a:cubicBezTo>
                      <a:cubicBezTo>
                        <a:pt x="135" y="87"/>
                        <a:pt x="138" y="94"/>
                        <a:pt x="138" y="102"/>
                      </a:cubicBezTo>
                      <a:cubicBezTo>
                        <a:pt x="138" y="122"/>
                        <a:pt x="121" y="138"/>
                        <a:pt x="102" y="138"/>
                      </a:cubicBezTo>
                      <a:cubicBezTo>
                        <a:pt x="82" y="138"/>
                        <a:pt x="66" y="122"/>
                        <a:pt x="66" y="102"/>
                      </a:cubicBezTo>
                      <a:cubicBezTo>
                        <a:pt x="66" y="94"/>
                        <a:pt x="68" y="87"/>
                        <a:pt x="73" y="81"/>
                      </a:cubicBezTo>
                      <a:close/>
                      <a:moveTo>
                        <a:pt x="184" y="164"/>
                      </a:moveTo>
                      <a:cubicBezTo>
                        <a:pt x="184" y="175"/>
                        <a:pt x="175" y="184"/>
                        <a:pt x="164" y="184"/>
                      </a:cubicBezTo>
                      <a:cubicBezTo>
                        <a:pt x="39" y="184"/>
                        <a:pt x="39" y="184"/>
                        <a:pt x="39" y="184"/>
                      </a:cubicBezTo>
                      <a:cubicBezTo>
                        <a:pt x="28" y="184"/>
                        <a:pt x="20" y="175"/>
                        <a:pt x="20" y="164"/>
                      </a:cubicBezTo>
                      <a:cubicBezTo>
                        <a:pt x="20" y="81"/>
                        <a:pt x="20" y="81"/>
                        <a:pt x="20" y="81"/>
                      </a:cubicBezTo>
                      <a:cubicBezTo>
                        <a:pt x="50" y="81"/>
                        <a:pt x="50" y="81"/>
                        <a:pt x="50" y="81"/>
                      </a:cubicBezTo>
                      <a:cubicBezTo>
                        <a:pt x="47" y="87"/>
                        <a:pt x="46" y="95"/>
                        <a:pt x="46" y="102"/>
                      </a:cubicBezTo>
                      <a:cubicBezTo>
                        <a:pt x="46" y="133"/>
                        <a:pt x="71" y="158"/>
                        <a:pt x="102" y="158"/>
                      </a:cubicBezTo>
                      <a:cubicBezTo>
                        <a:pt x="132" y="158"/>
                        <a:pt x="157" y="133"/>
                        <a:pt x="157" y="102"/>
                      </a:cubicBezTo>
                      <a:cubicBezTo>
                        <a:pt x="157" y="95"/>
                        <a:pt x="156" y="87"/>
                        <a:pt x="153" y="81"/>
                      </a:cubicBezTo>
                      <a:cubicBezTo>
                        <a:pt x="184" y="81"/>
                        <a:pt x="184" y="81"/>
                        <a:pt x="184" y="81"/>
                      </a:cubicBezTo>
                      <a:lnTo>
                        <a:pt x="184" y="16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8208532" y="4113526"/>
                <a:ext cx="2213143" cy="857260"/>
                <a:chOff x="1732858" y="5001250"/>
                <a:chExt cx="2213143" cy="857260"/>
              </a:xfrm>
            </p:grpSpPr>
            <p:sp>
              <p:nvSpPr>
                <p:cNvPr id="11" name="文本框 59"/>
                <p:cNvSpPr txBox="1"/>
                <p:nvPr/>
              </p:nvSpPr>
              <p:spPr bwMode="auto">
                <a:xfrm>
                  <a:off x="1732858" y="5001250"/>
                  <a:ext cx="2213143" cy="2830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0" tIns="0" rIns="0" bIns="0" anchor="ctr" anchorCtr="1">
                  <a:normAutofit lnSpcReduction="10000"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marL="0" lvl="1" algn="ctr"/>
                  <a:r>
                    <a:rPr lang="zh-CN" altLang="en-US" sz="1400" b="1">
                      <a:solidFill>
                        <a:srgbClr val="4D5985"/>
                      </a:solidFill>
                    </a:rPr>
                    <a:t>标题文本预设</a:t>
                  </a:r>
                  <a:endParaRPr lang="zh-CN" altLang="en-US" sz="1400" b="1" dirty="0">
                    <a:solidFill>
                      <a:srgbClr val="4D5985"/>
                    </a:solidFill>
                  </a:endParaRPr>
                </a:p>
              </p:txBody>
            </p:sp>
            <p:sp>
              <p:nvSpPr>
                <p:cNvPr id="12" name="文本框 60"/>
                <p:cNvSpPr txBox="1"/>
                <p:nvPr/>
              </p:nvSpPr>
              <p:spPr bwMode="auto">
                <a:xfrm>
                  <a:off x="1732858" y="5284280"/>
                  <a:ext cx="2213143" cy="574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 lIns="0" tIns="0" rIns="0" bIns="0" anchor="ctr" anchorCtr="1">
                  <a:normAutofit fontScale="92500" lnSpcReduction="20000"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zh-CN" altLang="en-US" sz="1000"/>
                    <a:t>此部分内容作为文字排版占位显示 </a:t>
                  </a:r>
                  <a:br>
                    <a:rPr lang="zh-CN" altLang="en-US" sz="1000"/>
                  </a:br>
                  <a:r>
                    <a:rPr lang="zh-CN" altLang="en-US" sz="1000"/>
                    <a:t>（建议使用主题字体）</a:t>
                  </a:r>
                  <a:endParaRPr lang="zh-CN" altLang="en-US" sz="1000"/>
                </a:p>
              </p:txBody>
            </p:sp>
          </p:grpSp>
        </p:grpSp>
      </p:grpSp>
      <p:sp>
        <p:nvSpPr>
          <p:cNvPr id="44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点击输入标题内容</a:t>
            </a:r>
            <a:endParaRPr lang="zh-CN" altLang="en-US" sz="18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821 -0.861786 L 0 0 E" pathEditMode="relative" ptsTypes="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  <p:from x="5339" y="9067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5889591" y="1347614"/>
            <a:ext cx="2526259" cy="2269561"/>
            <a:chOff x="5889591" y="1347614"/>
            <a:chExt cx="2526259" cy="2269561"/>
          </a:xfrm>
        </p:grpSpPr>
        <p:sp>
          <p:nvSpPr>
            <p:cNvPr id="8" name="Freeform: Shape 8"/>
            <p:cNvSpPr/>
            <p:nvPr/>
          </p:nvSpPr>
          <p:spPr>
            <a:xfrm>
              <a:off x="6278776" y="1543029"/>
              <a:ext cx="2077500" cy="714111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00" h="21600">
                  <a:moveTo>
                    <a:pt x="3475" y="0"/>
                  </a:move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20044" y="21600"/>
                    <a:pt x="18125" y="21600"/>
                  </a:cubicBez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3">
                <a:tint val="40000"/>
                <a:alpha val="90000"/>
                <a:hueOff val="461364"/>
                <a:satOff val="67252"/>
                <a:lumOff val="5018"/>
                <a:alphaOff val="0"/>
              </a:schemeClr>
            </a:lnRef>
            <a:fillRef idx="1">
              <a:schemeClr val="accent3">
                <a:tint val="40000"/>
                <a:alpha val="90000"/>
                <a:hueOff val="461364"/>
                <a:satOff val="67252"/>
                <a:lumOff val="5018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461364"/>
                <a:satOff val="67252"/>
                <a:lumOff val="5018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none" lIns="1152000" tIns="121839" rIns="360000" bIns="121839" anchor="ctr" anchorCtr="0">
              <a:normAutofit/>
            </a:bodyPr>
            <a:lstStyle/>
            <a:p>
              <a:pPr lvl="0" defTabSz="8001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b="1">
                  <a:solidFill>
                    <a:schemeClr val="tx1"/>
                  </a:solidFill>
                </a:rPr>
                <a:t>标题文本预设</a:t>
              </a:r>
              <a:endParaRPr lang="zh-CN" alt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9" name="Freeform: Shape 9"/>
            <p:cNvSpPr/>
            <p:nvPr/>
          </p:nvSpPr>
          <p:spPr>
            <a:xfrm>
              <a:off x="5889591" y="1347614"/>
              <a:ext cx="1104939" cy="1104939"/>
            </a:xfrm>
            <a:custGeom>
              <a:avLst/>
              <a:gdLst>
                <a:gd name="connsiteX0" fmla="*/ 0 w 1152002"/>
                <a:gd name="connsiteY0" fmla="*/ 576001 h 1152002"/>
                <a:gd name="connsiteX1" fmla="*/ 576001 w 1152002"/>
                <a:gd name="connsiteY1" fmla="*/ 0 h 1152002"/>
                <a:gd name="connsiteX2" fmla="*/ 1152002 w 1152002"/>
                <a:gd name="connsiteY2" fmla="*/ 576001 h 1152002"/>
                <a:gd name="connsiteX3" fmla="*/ 576001 w 1152002"/>
                <a:gd name="connsiteY3" fmla="*/ 1152002 h 1152002"/>
                <a:gd name="connsiteX4" fmla="*/ 0 w 1152002"/>
                <a:gd name="connsiteY4" fmla="*/ 576001 h 1152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2002" h="1152002">
                  <a:moveTo>
                    <a:pt x="0" y="576001"/>
                  </a:moveTo>
                  <a:cubicBezTo>
                    <a:pt x="0" y="257884"/>
                    <a:pt x="257884" y="0"/>
                    <a:pt x="576001" y="0"/>
                  </a:cubicBezTo>
                  <a:cubicBezTo>
                    <a:pt x="894118" y="0"/>
                    <a:pt x="1152002" y="257884"/>
                    <a:pt x="1152002" y="576001"/>
                  </a:cubicBezTo>
                  <a:cubicBezTo>
                    <a:pt x="1152002" y="894118"/>
                    <a:pt x="894118" y="1152002"/>
                    <a:pt x="576001" y="1152002"/>
                  </a:cubicBezTo>
                  <a:cubicBezTo>
                    <a:pt x="257884" y="1152002"/>
                    <a:pt x="0" y="894118"/>
                    <a:pt x="0" y="576001"/>
                  </a:cubicBezTo>
                  <a:close/>
                </a:path>
              </a:pathLst>
            </a:custGeom>
            <a:solidFill>
              <a:srgbClr val="4D5985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674876"/>
                <a:satOff val="34544"/>
                <a:lumOff val="14510"/>
                <a:alphaOff val="0"/>
              </a:schemeClr>
            </a:fillRef>
            <a:effectRef idx="0">
              <a:schemeClr val="accent3">
                <a:hueOff val="674876"/>
                <a:satOff val="34544"/>
                <a:lumOff val="1451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2" name="Freeform: Shape 14"/>
            <p:cNvSpPr>
              <a:spLocks noChangeAspect="1"/>
            </p:cNvSpPr>
            <p:nvPr/>
          </p:nvSpPr>
          <p:spPr bwMode="auto">
            <a:xfrm>
              <a:off x="6224339" y="1658861"/>
              <a:ext cx="435442" cy="437734"/>
            </a:xfrm>
            <a:custGeom>
              <a:avLst/>
              <a:gdLst>
                <a:gd name="T0" fmla="*/ 381 w 402"/>
                <a:gd name="T1" fmla="*/ 10 h 404"/>
                <a:gd name="T2" fmla="*/ 365 w 402"/>
                <a:gd name="T3" fmla="*/ 3 h 404"/>
                <a:gd name="T4" fmla="*/ 358 w 402"/>
                <a:gd name="T5" fmla="*/ 18 h 404"/>
                <a:gd name="T6" fmla="*/ 312 w 402"/>
                <a:gd name="T7" fmla="*/ 133 h 404"/>
                <a:gd name="T8" fmla="*/ 301 w 402"/>
                <a:gd name="T9" fmla="*/ 116 h 404"/>
                <a:gd name="T10" fmla="*/ 282 w 402"/>
                <a:gd name="T11" fmla="*/ 106 h 404"/>
                <a:gd name="T12" fmla="*/ 219 w 402"/>
                <a:gd name="T13" fmla="*/ 107 h 404"/>
                <a:gd name="T14" fmla="*/ 197 w 402"/>
                <a:gd name="T15" fmla="*/ 113 h 404"/>
                <a:gd name="T16" fmla="*/ 11 w 402"/>
                <a:gd name="T17" fmla="*/ 245 h 404"/>
                <a:gd name="T18" fmla="*/ 6 w 402"/>
                <a:gd name="T19" fmla="*/ 273 h 404"/>
                <a:gd name="T20" fmla="*/ 91 w 402"/>
                <a:gd name="T21" fmla="*/ 395 h 404"/>
                <a:gd name="T22" fmla="*/ 116 w 402"/>
                <a:gd name="T23" fmla="*/ 397 h 404"/>
                <a:gd name="T24" fmla="*/ 302 w 402"/>
                <a:gd name="T25" fmla="*/ 265 h 404"/>
                <a:gd name="T26" fmla="*/ 316 w 402"/>
                <a:gd name="T27" fmla="*/ 247 h 404"/>
                <a:gd name="T28" fmla="*/ 336 w 402"/>
                <a:gd name="T29" fmla="*/ 184 h 404"/>
                <a:gd name="T30" fmla="*/ 333 w 402"/>
                <a:gd name="T31" fmla="*/ 163 h 404"/>
                <a:gd name="T32" fmla="*/ 326 w 402"/>
                <a:gd name="T33" fmla="*/ 153 h 404"/>
                <a:gd name="T34" fmla="*/ 381 w 402"/>
                <a:gd name="T35" fmla="*/ 10 h 404"/>
                <a:gd name="T36" fmla="*/ 294 w 402"/>
                <a:gd name="T37" fmla="*/ 197 h 404"/>
                <a:gd name="T38" fmla="*/ 250 w 402"/>
                <a:gd name="T39" fmla="*/ 189 h 404"/>
                <a:gd name="T40" fmla="*/ 258 w 402"/>
                <a:gd name="T41" fmla="*/ 144 h 404"/>
                <a:gd name="T42" fmla="*/ 295 w 402"/>
                <a:gd name="T43" fmla="*/ 145 h 404"/>
                <a:gd name="T44" fmla="*/ 285 w 402"/>
                <a:gd name="T45" fmla="*/ 150 h 404"/>
                <a:gd name="T46" fmla="*/ 279 w 402"/>
                <a:gd name="T47" fmla="*/ 166 h 404"/>
                <a:gd name="T48" fmla="*/ 290 w 402"/>
                <a:gd name="T49" fmla="*/ 173 h 404"/>
                <a:gd name="T50" fmla="*/ 295 w 402"/>
                <a:gd name="T51" fmla="*/ 172 h 404"/>
                <a:gd name="T52" fmla="*/ 307 w 402"/>
                <a:gd name="T53" fmla="*/ 165 h 404"/>
                <a:gd name="T54" fmla="*/ 294 w 402"/>
                <a:gd name="T55" fmla="*/ 197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2" h="404">
                  <a:moveTo>
                    <a:pt x="381" y="10"/>
                  </a:moveTo>
                  <a:cubicBezTo>
                    <a:pt x="378" y="4"/>
                    <a:pt x="372" y="0"/>
                    <a:pt x="365" y="3"/>
                  </a:cubicBezTo>
                  <a:cubicBezTo>
                    <a:pt x="359" y="5"/>
                    <a:pt x="356" y="12"/>
                    <a:pt x="358" y="18"/>
                  </a:cubicBezTo>
                  <a:cubicBezTo>
                    <a:pt x="376" y="71"/>
                    <a:pt x="340" y="111"/>
                    <a:pt x="312" y="133"/>
                  </a:cubicBezTo>
                  <a:cubicBezTo>
                    <a:pt x="301" y="116"/>
                    <a:pt x="301" y="116"/>
                    <a:pt x="301" y="116"/>
                  </a:cubicBezTo>
                  <a:cubicBezTo>
                    <a:pt x="297" y="111"/>
                    <a:pt x="289" y="106"/>
                    <a:pt x="282" y="106"/>
                  </a:cubicBezTo>
                  <a:cubicBezTo>
                    <a:pt x="219" y="107"/>
                    <a:pt x="219" y="107"/>
                    <a:pt x="219" y="107"/>
                  </a:cubicBezTo>
                  <a:cubicBezTo>
                    <a:pt x="212" y="106"/>
                    <a:pt x="203" y="109"/>
                    <a:pt x="197" y="113"/>
                  </a:cubicBezTo>
                  <a:cubicBezTo>
                    <a:pt x="11" y="245"/>
                    <a:pt x="11" y="245"/>
                    <a:pt x="11" y="245"/>
                  </a:cubicBezTo>
                  <a:cubicBezTo>
                    <a:pt x="2" y="251"/>
                    <a:pt x="0" y="264"/>
                    <a:pt x="6" y="273"/>
                  </a:cubicBezTo>
                  <a:cubicBezTo>
                    <a:pt x="91" y="395"/>
                    <a:pt x="91" y="395"/>
                    <a:pt x="91" y="395"/>
                  </a:cubicBezTo>
                  <a:cubicBezTo>
                    <a:pt x="97" y="404"/>
                    <a:pt x="107" y="403"/>
                    <a:pt x="116" y="397"/>
                  </a:cubicBezTo>
                  <a:cubicBezTo>
                    <a:pt x="302" y="265"/>
                    <a:pt x="302" y="265"/>
                    <a:pt x="302" y="265"/>
                  </a:cubicBezTo>
                  <a:cubicBezTo>
                    <a:pt x="308" y="261"/>
                    <a:pt x="314" y="253"/>
                    <a:pt x="316" y="247"/>
                  </a:cubicBezTo>
                  <a:cubicBezTo>
                    <a:pt x="336" y="184"/>
                    <a:pt x="336" y="184"/>
                    <a:pt x="336" y="184"/>
                  </a:cubicBezTo>
                  <a:cubicBezTo>
                    <a:pt x="338" y="178"/>
                    <a:pt x="337" y="168"/>
                    <a:pt x="333" y="163"/>
                  </a:cubicBezTo>
                  <a:cubicBezTo>
                    <a:pt x="326" y="153"/>
                    <a:pt x="326" y="153"/>
                    <a:pt x="326" y="153"/>
                  </a:cubicBezTo>
                  <a:cubicBezTo>
                    <a:pt x="363" y="124"/>
                    <a:pt x="402" y="73"/>
                    <a:pt x="381" y="10"/>
                  </a:cubicBezTo>
                  <a:close/>
                  <a:moveTo>
                    <a:pt x="294" y="197"/>
                  </a:moveTo>
                  <a:cubicBezTo>
                    <a:pt x="280" y="207"/>
                    <a:pt x="260" y="204"/>
                    <a:pt x="250" y="189"/>
                  </a:cubicBezTo>
                  <a:cubicBezTo>
                    <a:pt x="240" y="175"/>
                    <a:pt x="243" y="155"/>
                    <a:pt x="258" y="144"/>
                  </a:cubicBezTo>
                  <a:cubicBezTo>
                    <a:pt x="269" y="136"/>
                    <a:pt x="284" y="137"/>
                    <a:pt x="295" y="145"/>
                  </a:cubicBezTo>
                  <a:cubicBezTo>
                    <a:pt x="289" y="148"/>
                    <a:pt x="285" y="150"/>
                    <a:pt x="285" y="150"/>
                  </a:cubicBezTo>
                  <a:cubicBezTo>
                    <a:pt x="279" y="153"/>
                    <a:pt x="276" y="160"/>
                    <a:pt x="279" y="166"/>
                  </a:cubicBezTo>
                  <a:cubicBezTo>
                    <a:pt x="281" y="171"/>
                    <a:pt x="285" y="173"/>
                    <a:pt x="290" y="173"/>
                  </a:cubicBezTo>
                  <a:cubicBezTo>
                    <a:pt x="292" y="173"/>
                    <a:pt x="293" y="173"/>
                    <a:pt x="295" y="172"/>
                  </a:cubicBezTo>
                  <a:cubicBezTo>
                    <a:pt x="299" y="170"/>
                    <a:pt x="303" y="168"/>
                    <a:pt x="307" y="165"/>
                  </a:cubicBezTo>
                  <a:cubicBezTo>
                    <a:pt x="309" y="177"/>
                    <a:pt x="304" y="190"/>
                    <a:pt x="294" y="19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5" name="Group 25"/>
            <p:cNvGrpSpPr/>
            <p:nvPr/>
          </p:nvGrpSpPr>
          <p:grpSpPr>
            <a:xfrm rot="5400000" flipV="1">
              <a:off x="6317365" y="2940009"/>
              <a:ext cx="801861" cy="552472"/>
              <a:chOff x="5978769" y="2082018"/>
              <a:chExt cx="1069148" cy="2396956"/>
            </a:xfrm>
          </p:grpSpPr>
          <p:cxnSp>
            <p:nvCxnSpPr>
              <p:cNvPr id="25" name="Straight Connector 26"/>
              <p:cNvCxnSpPr/>
              <p:nvPr/>
            </p:nvCxnSpPr>
            <p:spPr>
              <a:xfrm rot="16200000">
                <a:off x="5849439" y="3280496"/>
                <a:ext cx="239695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ysDot"/>
                <a:headEnd type="oval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7"/>
              <p:cNvCxnSpPr/>
              <p:nvPr/>
            </p:nvCxnSpPr>
            <p:spPr>
              <a:xfrm>
                <a:off x="5978769" y="2096086"/>
                <a:ext cx="106914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ysDot"/>
                <a:headEnd type="oval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32"/>
            <p:cNvGrpSpPr/>
            <p:nvPr/>
          </p:nvGrpSpPr>
          <p:grpSpPr>
            <a:xfrm>
              <a:off x="6914929" y="2787717"/>
              <a:ext cx="1500921" cy="649603"/>
              <a:chOff x="9477009" y="3764961"/>
              <a:chExt cx="2001228" cy="866137"/>
            </a:xfrm>
          </p:grpSpPr>
          <p:sp>
            <p:nvSpPr>
              <p:cNvPr id="23" name="TextBox 30"/>
              <p:cNvSpPr txBox="1"/>
              <p:nvPr/>
            </p:nvSpPr>
            <p:spPr bwMode="auto">
              <a:xfrm>
                <a:off x="9477009" y="3764961"/>
                <a:ext cx="2001228" cy="309958"/>
              </a:xfrm>
              <a:prstGeom prst="rect">
                <a:avLst/>
              </a:prstGeom>
              <a:noFill/>
            </p:spPr>
            <p:txBody>
              <a:bodyPr wrap="none" lIns="360000" tIns="0" rIns="0" bIns="0" anchor="ctr" anchorCtr="0">
                <a:normAutofit/>
              </a:bodyPr>
              <a:lstStyle/>
              <a:p>
                <a:pPr algn="l" latinLnBrk="0"/>
                <a:r>
                  <a:rPr lang="zh-CN" altLang="en-US" sz="1400">
                    <a:solidFill>
                      <a:srgbClr val="4D5985"/>
                    </a:solidFill>
                    <a:effectLst/>
                  </a:rPr>
                  <a:t>标题文本预设</a:t>
                </a:r>
                <a:endParaRPr lang="zh-CN" altLang="en-US" sz="1400">
                  <a:solidFill>
                    <a:srgbClr val="4D5985"/>
                  </a:solidFill>
                  <a:effectLst/>
                </a:endParaRPr>
              </a:p>
            </p:txBody>
          </p:sp>
          <p:sp>
            <p:nvSpPr>
              <p:cNvPr id="24" name="TextBox 31"/>
              <p:cNvSpPr txBox="1"/>
              <p:nvPr/>
            </p:nvSpPr>
            <p:spPr bwMode="auto">
              <a:xfrm>
                <a:off x="9477009" y="4074919"/>
                <a:ext cx="2001228" cy="556179"/>
              </a:xfrm>
              <a:prstGeom prst="rect">
                <a:avLst/>
              </a:prstGeom>
              <a:noFill/>
            </p:spPr>
            <p:txBody>
              <a:bodyPr wrap="square" lIns="360000" tIns="0" rIns="0" bIns="0" anchor="ctr" anchorCtr="0">
                <a:normAutofit fontScale="92500" lnSpcReduction="20000"/>
              </a:bodyPr>
              <a:lstStyle/>
              <a:p>
                <a:pPr algn="l" latinLnBrk="0">
                  <a:lnSpc>
                    <a:spcPct val="120000"/>
                  </a:lnSpc>
                </a:pPr>
                <a:r>
                  <a:rPr lang="zh-CN" altLang="en-US" sz="1000" b="0">
                    <a:solidFill>
                      <a:schemeClr val="tx1"/>
                    </a:solidFill>
                    <a:effectLst/>
                  </a:rPr>
                  <a:t>此部分内容作为文字排版占位显示 </a:t>
                </a:r>
                <a:br>
                  <a:rPr lang="zh-CN" altLang="en-US" sz="1000" b="0">
                    <a:solidFill>
                      <a:schemeClr val="tx1"/>
                    </a:solidFill>
                    <a:effectLst/>
                  </a:rPr>
                </a:br>
                <a:r>
                  <a:rPr lang="zh-CN" altLang="en-US" sz="1000" b="0">
                    <a:solidFill>
                      <a:schemeClr val="tx1"/>
                    </a:solidFill>
                    <a:effectLst/>
                  </a:rPr>
                  <a:t>（建议使用主题字体）</a:t>
                </a:r>
                <a:endParaRPr lang="zh-CN" altLang="en-US" sz="1000" b="0">
                  <a:solidFill>
                    <a:schemeClr val="tx1"/>
                  </a:solidFill>
                  <a:effectLst/>
                </a:endParaRPr>
              </a:p>
            </p:txBody>
          </p:sp>
        </p:grpSp>
      </p:grpSp>
      <p:grpSp>
        <p:nvGrpSpPr>
          <p:cNvPr id="32" name="组合 31"/>
          <p:cNvGrpSpPr/>
          <p:nvPr/>
        </p:nvGrpSpPr>
        <p:grpSpPr>
          <a:xfrm>
            <a:off x="3245026" y="1347614"/>
            <a:ext cx="2560778" cy="2269562"/>
            <a:chOff x="3245026" y="1347614"/>
            <a:chExt cx="2560778" cy="2269562"/>
          </a:xfrm>
        </p:grpSpPr>
        <p:sp>
          <p:nvSpPr>
            <p:cNvPr id="6" name="Freeform: Shape 6"/>
            <p:cNvSpPr/>
            <p:nvPr/>
          </p:nvSpPr>
          <p:spPr>
            <a:xfrm>
              <a:off x="3728304" y="1543029"/>
              <a:ext cx="2077500" cy="714111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00" h="21600">
                  <a:moveTo>
                    <a:pt x="3475" y="0"/>
                  </a:move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20044" y="21600"/>
                    <a:pt x="18125" y="21600"/>
                  </a:cubicBez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style>
            <a:lnRef idx="2">
              <a:schemeClr val="accent3">
                <a:tint val="40000"/>
                <a:alpha val="90000"/>
                <a:hueOff val="230682"/>
                <a:satOff val="33626"/>
                <a:lumOff val="2509"/>
                <a:alphaOff val="0"/>
              </a:schemeClr>
            </a:lnRef>
            <a:fillRef idx="1">
              <a:schemeClr val="accent3">
                <a:tint val="40000"/>
                <a:alpha val="90000"/>
                <a:hueOff val="230682"/>
                <a:satOff val="33626"/>
                <a:lumOff val="2509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230682"/>
                <a:satOff val="33626"/>
                <a:lumOff val="2509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none" lIns="1152000" tIns="121839" rIns="360000" bIns="121839" anchor="ctr" anchorCtr="0">
              <a:normAutofit/>
            </a:bodyPr>
            <a:lstStyle/>
            <a:p>
              <a:pPr lvl="0" defTabSz="8001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b="1" dirty="0">
                  <a:solidFill>
                    <a:schemeClr val="tx1"/>
                  </a:solidFill>
                </a:rPr>
                <a:t>标题文本预设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Freeform: Shape 7"/>
            <p:cNvSpPr/>
            <p:nvPr/>
          </p:nvSpPr>
          <p:spPr>
            <a:xfrm>
              <a:off x="3245026" y="1347614"/>
              <a:ext cx="1104939" cy="1104939"/>
            </a:xfrm>
            <a:custGeom>
              <a:avLst/>
              <a:gdLst>
                <a:gd name="connsiteX0" fmla="*/ 0 w 1152002"/>
                <a:gd name="connsiteY0" fmla="*/ 576001 h 1152002"/>
                <a:gd name="connsiteX1" fmla="*/ 576001 w 1152002"/>
                <a:gd name="connsiteY1" fmla="*/ 0 h 1152002"/>
                <a:gd name="connsiteX2" fmla="*/ 1152002 w 1152002"/>
                <a:gd name="connsiteY2" fmla="*/ 576001 h 1152002"/>
                <a:gd name="connsiteX3" fmla="*/ 576001 w 1152002"/>
                <a:gd name="connsiteY3" fmla="*/ 1152002 h 1152002"/>
                <a:gd name="connsiteX4" fmla="*/ 0 w 1152002"/>
                <a:gd name="connsiteY4" fmla="*/ 576001 h 1152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2002" h="1152002">
                  <a:moveTo>
                    <a:pt x="0" y="576001"/>
                  </a:moveTo>
                  <a:cubicBezTo>
                    <a:pt x="0" y="257884"/>
                    <a:pt x="257884" y="0"/>
                    <a:pt x="576001" y="0"/>
                  </a:cubicBezTo>
                  <a:cubicBezTo>
                    <a:pt x="894118" y="0"/>
                    <a:pt x="1152002" y="257884"/>
                    <a:pt x="1152002" y="576001"/>
                  </a:cubicBezTo>
                  <a:cubicBezTo>
                    <a:pt x="1152002" y="894118"/>
                    <a:pt x="894118" y="1152002"/>
                    <a:pt x="576001" y="1152002"/>
                  </a:cubicBezTo>
                  <a:cubicBezTo>
                    <a:pt x="257884" y="1152002"/>
                    <a:pt x="0" y="894118"/>
                    <a:pt x="0" y="576001"/>
                  </a:cubicBezTo>
                  <a:close/>
                </a:path>
              </a:pathLst>
            </a:custGeom>
            <a:solidFill>
              <a:srgbClr val="7B8E9B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337438"/>
                <a:satOff val="17272"/>
                <a:lumOff val="7255"/>
                <a:alphaOff val="0"/>
              </a:schemeClr>
            </a:fillRef>
            <a:effectRef idx="0">
              <a:schemeClr val="accent3">
                <a:hueOff val="337438"/>
                <a:satOff val="17272"/>
                <a:lumOff val="7255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1" name="Freeform: Shape 12"/>
            <p:cNvSpPr>
              <a:spLocks noChangeAspect="1"/>
            </p:cNvSpPr>
            <p:nvPr/>
          </p:nvSpPr>
          <p:spPr bwMode="auto">
            <a:xfrm>
              <a:off x="3600870" y="1669204"/>
              <a:ext cx="393251" cy="408646"/>
            </a:xfrm>
            <a:custGeom>
              <a:avLst/>
              <a:gdLst>
                <a:gd name="T0" fmla="*/ 320 w 357"/>
                <a:gd name="T1" fmla="*/ 129 h 371"/>
                <a:gd name="T2" fmla="*/ 212 w 357"/>
                <a:gd name="T3" fmla="*/ 10 h 371"/>
                <a:gd name="T4" fmla="*/ 23 w 357"/>
                <a:gd name="T5" fmla="*/ 201 h 371"/>
                <a:gd name="T6" fmla="*/ 7 w 357"/>
                <a:gd name="T7" fmla="*/ 257 h 371"/>
                <a:gd name="T8" fmla="*/ 59 w 357"/>
                <a:gd name="T9" fmla="*/ 285 h 371"/>
                <a:gd name="T10" fmla="*/ 74 w 357"/>
                <a:gd name="T11" fmla="*/ 280 h 371"/>
                <a:gd name="T12" fmla="*/ 106 w 357"/>
                <a:gd name="T13" fmla="*/ 299 h 371"/>
                <a:gd name="T14" fmla="*/ 129 w 357"/>
                <a:gd name="T15" fmla="*/ 352 h 371"/>
                <a:gd name="T16" fmla="*/ 151 w 357"/>
                <a:gd name="T17" fmla="*/ 368 h 371"/>
                <a:gd name="T18" fmla="*/ 192 w 357"/>
                <a:gd name="T19" fmla="*/ 353 h 371"/>
                <a:gd name="T20" fmla="*/ 201 w 357"/>
                <a:gd name="T21" fmla="*/ 334 h 371"/>
                <a:gd name="T22" fmla="*/ 181 w 357"/>
                <a:gd name="T23" fmla="*/ 317 h 371"/>
                <a:gd name="T24" fmla="*/ 162 w 357"/>
                <a:gd name="T25" fmla="*/ 274 h 371"/>
                <a:gd name="T26" fmla="*/ 182 w 357"/>
                <a:gd name="T27" fmla="*/ 252 h 371"/>
                <a:gd name="T28" fmla="*/ 331 w 357"/>
                <a:gd name="T29" fmla="*/ 288 h 371"/>
                <a:gd name="T30" fmla="*/ 320 w 357"/>
                <a:gd name="T31" fmla="*/ 129 h 371"/>
                <a:gd name="T32" fmla="*/ 309 w 357"/>
                <a:gd name="T33" fmla="*/ 249 h 371"/>
                <a:gd name="T34" fmla="*/ 240 w 357"/>
                <a:gd name="T35" fmla="*/ 164 h 371"/>
                <a:gd name="T36" fmla="*/ 225 w 357"/>
                <a:gd name="T37" fmla="*/ 52 h 371"/>
                <a:gd name="T38" fmla="*/ 292 w 357"/>
                <a:gd name="T39" fmla="*/ 143 h 371"/>
                <a:gd name="T40" fmla="*/ 309 w 357"/>
                <a:gd name="T41" fmla="*/ 249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57" h="371">
                  <a:moveTo>
                    <a:pt x="320" y="129"/>
                  </a:moveTo>
                  <a:cubicBezTo>
                    <a:pt x="289" y="56"/>
                    <a:pt x="238" y="0"/>
                    <a:pt x="212" y="10"/>
                  </a:cubicBezTo>
                  <a:cubicBezTo>
                    <a:pt x="168" y="28"/>
                    <a:pt x="238" y="113"/>
                    <a:pt x="23" y="201"/>
                  </a:cubicBezTo>
                  <a:cubicBezTo>
                    <a:pt x="4" y="208"/>
                    <a:pt x="0" y="239"/>
                    <a:pt x="7" y="257"/>
                  </a:cubicBezTo>
                  <a:cubicBezTo>
                    <a:pt x="15" y="275"/>
                    <a:pt x="41" y="293"/>
                    <a:pt x="59" y="285"/>
                  </a:cubicBezTo>
                  <a:cubicBezTo>
                    <a:pt x="62" y="284"/>
                    <a:pt x="74" y="280"/>
                    <a:pt x="74" y="280"/>
                  </a:cubicBezTo>
                  <a:cubicBezTo>
                    <a:pt x="87" y="298"/>
                    <a:pt x="101" y="287"/>
                    <a:pt x="106" y="299"/>
                  </a:cubicBezTo>
                  <a:cubicBezTo>
                    <a:pt x="112" y="312"/>
                    <a:pt x="125" y="342"/>
                    <a:pt x="129" y="352"/>
                  </a:cubicBezTo>
                  <a:cubicBezTo>
                    <a:pt x="134" y="362"/>
                    <a:pt x="144" y="371"/>
                    <a:pt x="151" y="368"/>
                  </a:cubicBezTo>
                  <a:cubicBezTo>
                    <a:pt x="158" y="366"/>
                    <a:pt x="182" y="356"/>
                    <a:pt x="192" y="353"/>
                  </a:cubicBezTo>
                  <a:cubicBezTo>
                    <a:pt x="201" y="349"/>
                    <a:pt x="203" y="341"/>
                    <a:pt x="201" y="334"/>
                  </a:cubicBezTo>
                  <a:cubicBezTo>
                    <a:pt x="197" y="327"/>
                    <a:pt x="185" y="325"/>
                    <a:pt x="181" y="317"/>
                  </a:cubicBezTo>
                  <a:cubicBezTo>
                    <a:pt x="178" y="309"/>
                    <a:pt x="166" y="282"/>
                    <a:pt x="162" y="274"/>
                  </a:cubicBezTo>
                  <a:cubicBezTo>
                    <a:pt x="158" y="262"/>
                    <a:pt x="168" y="253"/>
                    <a:pt x="182" y="252"/>
                  </a:cubicBezTo>
                  <a:cubicBezTo>
                    <a:pt x="280" y="241"/>
                    <a:pt x="298" y="302"/>
                    <a:pt x="331" y="288"/>
                  </a:cubicBezTo>
                  <a:cubicBezTo>
                    <a:pt x="357" y="278"/>
                    <a:pt x="352" y="203"/>
                    <a:pt x="320" y="129"/>
                  </a:cubicBezTo>
                  <a:close/>
                  <a:moveTo>
                    <a:pt x="309" y="249"/>
                  </a:moveTo>
                  <a:cubicBezTo>
                    <a:pt x="303" y="251"/>
                    <a:pt x="265" y="221"/>
                    <a:pt x="240" y="164"/>
                  </a:cubicBezTo>
                  <a:cubicBezTo>
                    <a:pt x="216" y="106"/>
                    <a:pt x="219" y="54"/>
                    <a:pt x="225" y="52"/>
                  </a:cubicBezTo>
                  <a:cubicBezTo>
                    <a:pt x="230" y="49"/>
                    <a:pt x="268" y="86"/>
                    <a:pt x="292" y="143"/>
                  </a:cubicBezTo>
                  <a:cubicBezTo>
                    <a:pt x="317" y="201"/>
                    <a:pt x="315" y="247"/>
                    <a:pt x="309" y="24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4" name="Group 22"/>
            <p:cNvGrpSpPr/>
            <p:nvPr/>
          </p:nvGrpSpPr>
          <p:grpSpPr>
            <a:xfrm rot="5400000" flipV="1">
              <a:off x="3662405" y="2940009"/>
              <a:ext cx="801861" cy="552473"/>
              <a:chOff x="5978769" y="2082018"/>
              <a:chExt cx="1069148" cy="2396956"/>
            </a:xfrm>
          </p:grpSpPr>
          <p:cxnSp>
            <p:nvCxnSpPr>
              <p:cNvPr id="27" name="Straight Connector 23"/>
              <p:cNvCxnSpPr/>
              <p:nvPr/>
            </p:nvCxnSpPr>
            <p:spPr>
              <a:xfrm rot="16200000">
                <a:off x="5849439" y="3280496"/>
                <a:ext cx="239695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ysDot"/>
                <a:headEnd type="oval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4"/>
              <p:cNvCxnSpPr/>
              <p:nvPr/>
            </p:nvCxnSpPr>
            <p:spPr>
              <a:xfrm>
                <a:off x="5978769" y="2096086"/>
                <a:ext cx="106914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ysDot"/>
                <a:headEnd type="oval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33"/>
            <p:cNvGrpSpPr/>
            <p:nvPr/>
          </p:nvGrpSpPr>
          <p:grpSpPr>
            <a:xfrm>
              <a:off x="4259970" y="2787717"/>
              <a:ext cx="1500921" cy="649603"/>
              <a:chOff x="9477009" y="3764961"/>
              <a:chExt cx="2001228" cy="866137"/>
            </a:xfrm>
          </p:grpSpPr>
          <p:sp>
            <p:nvSpPr>
              <p:cNvPr id="21" name="TextBox 34"/>
              <p:cNvSpPr txBox="1"/>
              <p:nvPr/>
            </p:nvSpPr>
            <p:spPr bwMode="auto">
              <a:xfrm>
                <a:off x="9477009" y="3764961"/>
                <a:ext cx="2001228" cy="309958"/>
              </a:xfrm>
              <a:prstGeom prst="rect">
                <a:avLst/>
              </a:prstGeom>
              <a:noFill/>
            </p:spPr>
            <p:txBody>
              <a:bodyPr wrap="none" lIns="360000" tIns="0" rIns="0" bIns="0" anchor="ctr" anchorCtr="0">
                <a:normAutofit/>
              </a:bodyPr>
              <a:lstStyle/>
              <a:p>
                <a:pPr algn="l" latinLnBrk="0"/>
                <a:r>
                  <a:rPr lang="zh-CN" altLang="en-US" sz="1400">
                    <a:solidFill>
                      <a:srgbClr val="7B8E9B"/>
                    </a:solidFill>
                    <a:effectLst/>
                  </a:rPr>
                  <a:t>标题文本预设</a:t>
                </a:r>
                <a:endParaRPr lang="zh-CN" altLang="en-US" sz="1400">
                  <a:solidFill>
                    <a:srgbClr val="7B8E9B"/>
                  </a:solidFill>
                  <a:effectLst/>
                </a:endParaRPr>
              </a:p>
            </p:txBody>
          </p:sp>
          <p:sp>
            <p:nvSpPr>
              <p:cNvPr id="22" name="TextBox 35"/>
              <p:cNvSpPr txBox="1"/>
              <p:nvPr/>
            </p:nvSpPr>
            <p:spPr bwMode="auto">
              <a:xfrm>
                <a:off x="9477009" y="4074919"/>
                <a:ext cx="2001228" cy="556179"/>
              </a:xfrm>
              <a:prstGeom prst="rect">
                <a:avLst/>
              </a:prstGeom>
              <a:noFill/>
            </p:spPr>
            <p:txBody>
              <a:bodyPr wrap="square" lIns="360000" tIns="0" rIns="0" bIns="0" anchor="ctr" anchorCtr="0">
                <a:normAutofit fontScale="92500" lnSpcReduction="20000"/>
              </a:bodyPr>
              <a:lstStyle/>
              <a:p>
                <a:pPr algn="l" latinLnBrk="0">
                  <a:lnSpc>
                    <a:spcPct val="120000"/>
                  </a:lnSpc>
                </a:pPr>
                <a:r>
                  <a:rPr lang="zh-CN" altLang="en-US" sz="1000" b="0">
                    <a:solidFill>
                      <a:schemeClr val="tx1"/>
                    </a:solidFill>
                    <a:effectLst/>
                  </a:rPr>
                  <a:t>此部分内容作为文字排版占位显示 </a:t>
                </a:r>
                <a:br>
                  <a:rPr lang="zh-CN" altLang="en-US" sz="1000" b="0">
                    <a:solidFill>
                      <a:schemeClr val="tx1"/>
                    </a:solidFill>
                    <a:effectLst/>
                  </a:rPr>
                </a:br>
                <a:r>
                  <a:rPr lang="zh-CN" altLang="en-US" sz="1000" b="0">
                    <a:solidFill>
                      <a:schemeClr val="tx1"/>
                    </a:solidFill>
                    <a:effectLst/>
                  </a:rPr>
                  <a:t>（建议使用主题字体）</a:t>
                </a:r>
                <a:endParaRPr lang="zh-CN" altLang="en-US" sz="1000" b="0">
                  <a:solidFill>
                    <a:schemeClr val="tx1"/>
                  </a:solidFill>
                  <a:effectLst/>
                </a:endParaRP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589033" y="1347614"/>
            <a:ext cx="2560778" cy="2272702"/>
            <a:chOff x="600463" y="1347614"/>
            <a:chExt cx="2560778" cy="2272702"/>
          </a:xfrm>
        </p:grpSpPr>
        <p:sp>
          <p:nvSpPr>
            <p:cNvPr id="4" name="Freeform: Shape 4"/>
            <p:cNvSpPr/>
            <p:nvPr/>
          </p:nvSpPr>
          <p:spPr>
            <a:xfrm>
              <a:off x="1083741" y="1543029"/>
              <a:ext cx="2077500" cy="714111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00" h="21600">
                  <a:moveTo>
                    <a:pt x="3475" y="0"/>
                  </a:move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20044" y="21600"/>
                    <a:pt x="18125" y="21600"/>
                  </a:cubicBez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style>
            <a:lnRef idx="2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none" lIns="1152000" tIns="121839" rIns="360000" bIns="121839" anchor="ctr" anchorCtr="0">
              <a:normAutofit/>
            </a:bodyPr>
            <a:lstStyle/>
            <a:p>
              <a:pPr lvl="0" defTabSz="8001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b="1" dirty="0">
                  <a:solidFill>
                    <a:schemeClr val="tx1"/>
                  </a:solidFill>
                </a:rPr>
                <a:t>标题文本预设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5"/>
            <p:cNvSpPr/>
            <p:nvPr/>
          </p:nvSpPr>
          <p:spPr>
            <a:xfrm>
              <a:off x="600463" y="1347614"/>
              <a:ext cx="1104939" cy="1104939"/>
            </a:xfrm>
            <a:custGeom>
              <a:avLst/>
              <a:gdLst>
                <a:gd name="connsiteX0" fmla="*/ 0 w 1152002"/>
                <a:gd name="connsiteY0" fmla="*/ 576001 h 1152002"/>
                <a:gd name="connsiteX1" fmla="*/ 576001 w 1152002"/>
                <a:gd name="connsiteY1" fmla="*/ 0 h 1152002"/>
                <a:gd name="connsiteX2" fmla="*/ 1152002 w 1152002"/>
                <a:gd name="connsiteY2" fmla="*/ 576001 h 1152002"/>
                <a:gd name="connsiteX3" fmla="*/ 576001 w 1152002"/>
                <a:gd name="connsiteY3" fmla="*/ 1152002 h 1152002"/>
                <a:gd name="connsiteX4" fmla="*/ 0 w 1152002"/>
                <a:gd name="connsiteY4" fmla="*/ 576001 h 1152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2002" h="1152002">
                  <a:moveTo>
                    <a:pt x="0" y="576001"/>
                  </a:moveTo>
                  <a:cubicBezTo>
                    <a:pt x="0" y="257884"/>
                    <a:pt x="257884" y="0"/>
                    <a:pt x="576001" y="0"/>
                  </a:cubicBezTo>
                  <a:cubicBezTo>
                    <a:pt x="894118" y="0"/>
                    <a:pt x="1152002" y="257884"/>
                    <a:pt x="1152002" y="576001"/>
                  </a:cubicBezTo>
                  <a:cubicBezTo>
                    <a:pt x="1152002" y="894118"/>
                    <a:pt x="894118" y="1152002"/>
                    <a:pt x="576001" y="1152002"/>
                  </a:cubicBezTo>
                  <a:cubicBezTo>
                    <a:pt x="257884" y="1152002"/>
                    <a:pt x="0" y="894118"/>
                    <a:pt x="0" y="576001"/>
                  </a:cubicBezTo>
                  <a:close/>
                </a:path>
              </a:pathLst>
            </a:custGeom>
            <a:solidFill>
              <a:srgbClr val="4D5985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" name="Freeform: Shape 10"/>
            <p:cNvSpPr>
              <a:spLocks noChangeAspect="1"/>
            </p:cNvSpPr>
            <p:nvPr/>
          </p:nvSpPr>
          <p:spPr bwMode="auto">
            <a:xfrm>
              <a:off x="999954" y="1695760"/>
              <a:ext cx="309830" cy="408646"/>
            </a:xfrm>
            <a:custGeom>
              <a:avLst/>
              <a:gdLst>
                <a:gd name="T0" fmla="*/ 256 w 256"/>
                <a:gd name="T1" fmla="*/ 48 h 336"/>
                <a:gd name="T2" fmla="*/ 208 w 256"/>
                <a:gd name="T3" fmla="*/ 0 h 336"/>
                <a:gd name="T4" fmla="*/ 160 w 256"/>
                <a:gd name="T5" fmla="*/ 48 h 336"/>
                <a:gd name="T6" fmla="*/ 188 w 256"/>
                <a:gd name="T7" fmla="*/ 92 h 336"/>
                <a:gd name="T8" fmla="*/ 122 w 256"/>
                <a:gd name="T9" fmla="*/ 150 h 336"/>
                <a:gd name="T10" fmla="*/ 67 w 256"/>
                <a:gd name="T11" fmla="*/ 174 h 336"/>
                <a:gd name="T12" fmla="*/ 67 w 256"/>
                <a:gd name="T13" fmla="*/ 92 h 336"/>
                <a:gd name="T14" fmla="*/ 96 w 256"/>
                <a:gd name="T15" fmla="*/ 48 h 336"/>
                <a:gd name="T16" fmla="*/ 48 w 256"/>
                <a:gd name="T17" fmla="*/ 0 h 336"/>
                <a:gd name="T18" fmla="*/ 0 w 256"/>
                <a:gd name="T19" fmla="*/ 48 h 336"/>
                <a:gd name="T20" fmla="*/ 29 w 256"/>
                <a:gd name="T21" fmla="*/ 92 h 336"/>
                <a:gd name="T22" fmla="*/ 29 w 256"/>
                <a:gd name="T23" fmla="*/ 244 h 336"/>
                <a:gd name="T24" fmla="*/ 0 w 256"/>
                <a:gd name="T25" fmla="*/ 288 h 336"/>
                <a:gd name="T26" fmla="*/ 48 w 256"/>
                <a:gd name="T27" fmla="*/ 336 h 336"/>
                <a:gd name="T28" fmla="*/ 96 w 256"/>
                <a:gd name="T29" fmla="*/ 288 h 336"/>
                <a:gd name="T30" fmla="*/ 68 w 256"/>
                <a:gd name="T31" fmla="*/ 244 h 336"/>
                <a:gd name="T32" fmla="*/ 133 w 256"/>
                <a:gd name="T33" fmla="*/ 186 h 336"/>
                <a:gd name="T34" fmla="*/ 226 w 256"/>
                <a:gd name="T35" fmla="*/ 92 h 336"/>
                <a:gd name="T36" fmla="*/ 256 w 256"/>
                <a:gd name="T37" fmla="*/ 48 h 336"/>
                <a:gd name="T38" fmla="*/ 20 w 256"/>
                <a:gd name="T39" fmla="*/ 48 h 336"/>
                <a:gd name="T40" fmla="*/ 48 w 256"/>
                <a:gd name="T41" fmla="*/ 20 h 336"/>
                <a:gd name="T42" fmla="*/ 75 w 256"/>
                <a:gd name="T43" fmla="*/ 48 h 336"/>
                <a:gd name="T44" fmla="*/ 48 w 256"/>
                <a:gd name="T45" fmla="*/ 76 h 336"/>
                <a:gd name="T46" fmla="*/ 20 w 256"/>
                <a:gd name="T47" fmla="*/ 48 h 336"/>
                <a:gd name="T48" fmla="*/ 48 w 256"/>
                <a:gd name="T49" fmla="*/ 316 h 336"/>
                <a:gd name="T50" fmla="*/ 20 w 256"/>
                <a:gd name="T51" fmla="*/ 288 h 336"/>
                <a:gd name="T52" fmla="*/ 48 w 256"/>
                <a:gd name="T53" fmla="*/ 260 h 336"/>
                <a:gd name="T54" fmla="*/ 75 w 256"/>
                <a:gd name="T55" fmla="*/ 288 h 336"/>
                <a:gd name="T56" fmla="*/ 48 w 256"/>
                <a:gd name="T57" fmla="*/ 316 h 336"/>
                <a:gd name="T58" fmla="*/ 208 w 256"/>
                <a:gd name="T59" fmla="*/ 76 h 336"/>
                <a:gd name="T60" fmla="*/ 180 w 256"/>
                <a:gd name="T61" fmla="*/ 48 h 336"/>
                <a:gd name="T62" fmla="*/ 208 w 256"/>
                <a:gd name="T63" fmla="*/ 20 h 336"/>
                <a:gd name="T64" fmla="*/ 235 w 256"/>
                <a:gd name="T65" fmla="*/ 48 h 336"/>
                <a:gd name="T66" fmla="*/ 208 w 256"/>
                <a:gd name="T67" fmla="*/ 7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6" h="336">
                  <a:moveTo>
                    <a:pt x="256" y="48"/>
                  </a:moveTo>
                  <a:cubicBezTo>
                    <a:pt x="256" y="21"/>
                    <a:pt x="234" y="0"/>
                    <a:pt x="208" y="0"/>
                  </a:cubicBezTo>
                  <a:cubicBezTo>
                    <a:pt x="181" y="0"/>
                    <a:pt x="160" y="21"/>
                    <a:pt x="160" y="48"/>
                  </a:cubicBezTo>
                  <a:cubicBezTo>
                    <a:pt x="160" y="67"/>
                    <a:pt x="171" y="84"/>
                    <a:pt x="188" y="92"/>
                  </a:cubicBezTo>
                  <a:cubicBezTo>
                    <a:pt x="183" y="131"/>
                    <a:pt x="158" y="138"/>
                    <a:pt x="122" y="150"/>
                  </a:cubicBezTo>
                  <a:cubicBezTo>
                    <a:pt x="105" y="155"/>
                    <a:pt x="84" y="162"/>
                    <a:pt x="67" y="174"/>
                  </a:cubicBezTo>
                  <a:cubicBezTo>
                    <a:pt x="67" y="92"/>
                    <a:pt x="67" y="92"/>
                    <a:pt x="67" y="92"/>
                  </a:cubicBezTo>
                  <a:cubicBezTo>
                    <a:pt x="84" y="85"/>
                    <a:pt x="96" y="68"/>
                    <a:pt x="96" y="48"/>
                  </a:cubicBezTo>
                  <a:cubicBezTo>
                    <a:pt x="96" y="21"/>
                    <a:pt x="74" y="0"/>
                    <a:pt x="48" y="0"/>
                  </a:cubicBezTo>
                  <a:cubicBezTo>
                    <a:pt x="21" y="0"/>
                    <a:pt x="0" y="21"/>
                    <a:pt x="0" y="48"/>
                  </a:cubicBezTo>
                  <a:cubicBezTo>
                    <a:pt x="0" y="68"/>
                    <a:pt x="12" y="85"/>
                    <a:pt x="29" y="92"/>
                  </a:cubicBezTo>
                  <a:cubicBezTo>
                    <a:pt x="29" y="244"/>
                    <a:pt x="29" y="244"/>
                    <a:pt x="29" y="244"/>
                  </a:cubicBezTo>
                  <a:cubicBezTo>
                    <a:pt x="12" y="251"/>
                    <a:pt x="0" y="268"/>
                    <a:pt x="0" y="288"/>
                  </a:cubicBezTo>
                  <a:cubicBezTo>
                    <a:pt x="0" y="314"/>
                    <a:pt x="21" y="336"/>
                    <a:pt x="48" y="336"/>
                  </a:cubicBezTo>
                  <a:cubicBezTo>
                    <a:pt x="74" y="336"/>
                    <a:pt x="96" y="314"/>
                    <a:pt x="96" y="288"/>
                  </a:cubicBezTo>
                  <a:cubicBezTo>
                    <a:pt x="96" y="268"/>
                    <a:pt x="84" y="252"/>
                    <a:pt x="68" y="244"/>
                  </a:cubicBezTo>
                  <a:cubicBezTo>
                    <a:pt x="72" y="205"/>
                    <a:pt x="97" y="197"/>
                    <a:pt x="133" y="186"/>
                  </a:cubicBezTo>
                  <a:cubicBezTo>
                    <a:pt x="170" y="175"/>
                    <a:pt x="220" y="159"/>
                    <a:pt x="226" y="92"/>
                  </a:cubicBezTo>
                  <a:cubicBezTo>
                    <a:pt x="244" y="85"/>
                    <a:pt x="256" y="68"/>
                    <a:pt x="256" y="48"/>
                  </a:cubicBezTo>
                  <a:close/>
                  <a:moveTo>
                    <a:pt x="20" y="48"/>
                  </a:moveTo>
                  <a:cubicBezTo>
                    <a:pt x="20" y="33"/>
                    <a:pt x="32" y="20"/>
                    <a:pt x="48" y="20"/>
                  </a:cubicBezTo>
                  <a:cubicBezTo>
                    <a:pt x="63" y="20"/>
                    <a:pt x="75" y="33"/>
                    <a:pt x="75" y="48"/>
                  </a:cubicBezTo>
                  <a:cubicBezTo>
                    <a:pt x="75" y="63"/>
                    <a:pt x="63" y="76"/>
                    <a:pt x="48" y="76"/>
                  </a:cubicBezTo>
                  <a:cubicBezTo>
                    <a:pt x="32" y="76"/>
                    <a:pt x="20" y="63"/>
                    <a:pt x="20" y="48"/>
                  </a:cubicBezTo>
                  <a:close/>
                  <a:moveTo>
                    <a:pt x="48" y="316"/>
                  </a:moveTo>
                  <a:cubicBezTo>
                    <a:pt x="32" y="316"/>
                    <a:pt x="20" y="303"/>
                    <a:pt x="20" y="288"/>
                  </a:cubicBezTo>
                  <a:cubicBezTo>
                    <a:pt x="20" y="273"/>
                    <a:pt x="32" y="260"/>
                    <a:pt x="48" y="260"/>
                  </a:cubicBezTo>
                  <a:cubicBezTo>
                    <a:pt x="63" y="260"/>
                    <a:pt x="75" y="273"/>
                    <a:pt x="75" y="288"/>
                  </a:cubicBezTo>
                  <a:cubicBezTo>
                    <a:pt x="75" y="303"/>
                    <a:pt x="63" y="316"/>
                    <a:pt x="48" y="316"/>
                  </a:cubicBezTo>
                  <a:close/>
                  <a:moveTo>
                    <a:pt x="208" y="76"/>
                  </a:moveTo>
                  <a:cubicBezTo>
                    <a:pt x="192" y="76"/>
                    <a:pt x="180" y="63"/>
                    <a:pt x="180" y="48"/>
                  </a:cubicBezTo>
                  <a:cubicBezTo>
                    <a:pt x="180" y="33"/>
                    <a:pt x="192" y="20"/>
                    <a:pt x="208" y="20"/>
                  </a:cubicBezTo>
                  <a:cubicBezTo>
                    <a:pt x="223" y="20"/>
                    <a:pt x="235" y="33"/>
                    <a:pt x="235" y="48"/>
                  </a:cubicBezTo>
                  <a:cubicBezTo>
                    <a:pt x="235" y="63"/>
                    <a:pt x="223" y="76"/>
                    <a:pt x="208" y="76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3" name="Group 19"/>
            <p:cNvGrpSpPr/>
            <p:nvPr/>
          </p:nvGrpSpPr>
          <p:grpSpPr>
            <a:xfrm rot="5400000" flipV="1">
              <a:off x="1002691" y="2943149"/>
              <a:ext cx="801861" cy="552473"/>
              <a:chOff x="5978769" y="2082018"/>
              <a:chExt cx="1069148" cy="2396956"/>
            </a:xfrm>
          </p:grpSpPr>
          <p:cxnSp>
            <p:nvCxnSpPr>
              <p:cNvPr id="29" name="Straight Connector 20"/>
              <p:cNvCxnSpPr/>
              <p:nvPr/>
            </p:nvCxnSpPr>
            <p:spPr>
              <a:xfrm rot="16200000">
                <a:off x="5849439" y="3280496"/>
                <a:ext cx="239695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ysDot"/>
                <a:headEnd type="oval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1"/>
              <p:cNvCxnSpPr/>
              <p:nvPr/>
            </p:nvCxnSpPr>
            <p:spPr>
              <a:xfrm>
                <a:off x="5978769" y="2096086"/>
                <a:ext cx="106914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ysDot"/>
                <a:headEnd type="oval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36"/>
            <p:cNvGrpSpPr/>
            <p:nvPr/>
          </p:nvGrpSpPr>
          <p:grpSpPr>
            <a:xfrm>
              <a:off x="1600256" y="2787717"/>
              <a:ext cx="1500921" cy="649603"/>
              <a:chOff x="9477009" y="3764961"/>
              <a:chExt cx="2001228" cy="866137"/>
            </a:xfrm>
          </p:grpSpPr>
          <p:sp>
            <p:nvSpPr>
              <p:cNvPr id="19" name="TextBox 37"/>
              <p:cNvSpPr txBox="1"/>
              <p:nvPr/>
            </p:nvSpPr>
            <p:spPr bwMode="auto">
              <a:xfrm>
                <a:off x="9477009" y="3764961"/>
                <a:ext cx="2001228" cy="309958"/>
              </a:xfrm>
              <a:prstGeom prst="rect">
                <a:avLst/>
              </a:prstGeom>
              <a:noFill/>
            </p:spPr>
            <p:txBody>
              <a:bodyPr wrap="none" lIns="360000" tIns="0" rIns="0" bIns="0" anchor="ctr" anchorCtr="0">
                <a:normAutofit/>
              </a:bodyPr>
              <a:lstStyle/>
              <a:p>
                <a:pPr algn="l" latinLnBrk="0"/>
                <a:r>
                  <a:rPr lang="zh-CN" altLang="en-US" sz="1400">
                    <a:solidFill>
                      <a:srgbClr val="4D5985"/>
                    </a:solidFill>
                    <a:effectLst/>
                  </a:rPr>
                  <a:t>标题文本预设</a:t>
                </a:r>
                <a:endParaRPr lang="zh-CN" altLang="en-US" sz="1400">
                  <a:solidFill>
                    <a:srgbClr val="4D5985"/>
                  </a:solidFill>
                  <a:effectLst/>
                </a:endParaRPr>
              </a:p>
            </p:txBody>
          </p:sp>
          <p:sp>
            <p:nvSpPr>
              <p:cNvPr id="20" name="TextBox 38"/>
              <p:cNvSpPr txBox="1"/>
              <p:nvPr/>
            </p:nvSpPr>
            <p:spPr bwMode="auto">
              <a:xfrm>
                <a:off x="9477009" y="4074919"/>
                <a:ext cx="2001228" cy="556179"/>
              </a:xfrm>
              <a:prstGeom prst="rect">
                <a:avLst/>
              </a:prstGeom>
              <a:noFill/>
            </p:spPr>
            <p:txBody>
              <a:bodyPr wrap="square" lIns="360000" tIns="0" rIns="0" bIns="0" anchor="ctr" anchorCtr="0">
                <a:normAutofit fontScale="92500" lnSpcReduction="20000"/>
              </a:bodyPr>
              <a:lstStyle/>
              <a:p>
                <a:pPr algn="l" latinLnBrk="0">
                  <a:lnSpc>
                    <a:spcPct val="120000"/>
                  </a:lnSpc>
                </a:pPr>
                <a:r>
                  <a:rPr lang="zh-CN" altLang="en-US" sz="1000" b="0">
                    <a:solidFill>
                      <a:schemeClr val="tx1"/>
                    </a:solidFill>
                    <a:effectLst/>
                  </a:rPr>
                  <a:t>此部分内容作为文字排版占位显示 </a:t>
                </a:r>
                <a:br>
                  <a:rPr lang="zh-CN" altLang="en-US" sz="1000" b="0">
                    <a:solidFill>
                      <a:schemeClr val="tx1"/>
                    </a:solidFill>
                    <a:effectLst/>
                  </a:rPr>
                </a:br>
                <a:r>
                  <a:rPr lang="zh-CN" altLang="en-US" sz="1000" b="0">
                    <a:solidFill>
                      <a:schemeClr val="tx1"/>
                    </a:solidFill>
                    <a:effectLst/>
                  </a:rPr>
                  <a:t>（建议使用主题字体）</a:t>
                </a:r>
                <a:endParaRPr lang="zh-CN" altLang="en-US" sz="1000" b="0">
                  <a:solidFill>
                    <a:schemeClr val="tx1"/>
                  </a:solidFill>
                  <a:effectLst/>
                </a:endParaRPr>
              </a:p>
            </p:txBody>
          </p:sp>
        </p:grpSp>
      </p:grpSp>
      <p:sp>
        <p:nvSpPr>
          <p:cNvPr id="31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点击输入标题内容</a:t>
            </a:r>
            <a:endParaRPr lang="zh-CN" altLang="en-US" sz="18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jjjjj_0000s_0000_图层-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5535" y="1737995"/>
            <a:ext cx="5498465" cy="3394075"/>
          </a:xfrm>
          <a:prstGeom prst="rect">
            <a:avLst/>
          </a:prstGeom>
        </p:spPr>
      </p:pic>
      <p:sp>
        <p:nvSpPr>
          <p:cNvPr id="7" name="TextBox 48"/>
          <p:cNvSpPr txBox="1"/>
          <p:nvPr/>
        </p:nvSpPr>
        <p:spPr>
          <a:xfrm>
            <a:off x="2569210" y="1900555"/>
            <a:ext cx="4954905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4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  <a:cs typeface="+mn-ea"/>
                <a:sym typeface="+mn-lt"/>
              </a:rPr>
              <a:t>03</a:t>
            </a:r>
            <a:r>
              <a:rPr lang="en-US" altLang="zh-CN" sz="4400" dirty="0">
                <a:solidFill>
                  <a:srgbClr val="54534D"/>
                </a:solidFill>
                <a:latin typeface="字魂59号-创粗黑" panose="00000500000000000000" charset="-122"/>
                <a:ea typeface="字魂59号-创粗黑" panose="00000500000000000000" charset="-122"/>
                <a:cs typeface="+mn-ea"/>
                <a:sym typeface="+mn-lt"/>
              </a:rPr>
              <a:t>  </a:t>
            </a:r>
            <a:r>
              <a:rPr lang="zh-CN" altLang="en-US" sz="44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  <a:cs typeface="+mn-ea"/>
                <a:sym typeface="+mn-lt"/>
              </a:rPr>
              <a:t>标题文本预设</a:t>
            </a:r>
            <a:endParaRPr lang="zh-CN" altLang="en-US" sz="44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  <a:cs typeface="+mn-ea"/>
              <a:sym typeface="+mn-lt"/>
            </a:endParaRPr>
          </a:p>
        </p:txBody>
      </p:sp>
      <p:sp>
        <p:nvSpPr>
          <p:cNvPr id="8" name="TextBox 49"/>
          <p:cNvSpPr txBox="1"/>
          <p:nvPr/>
        </p:nvSpPr>
        <p:spPr>
          <a:xfrm>
            <a:off x="3481075" y="2687821"/>
            <a:ext cx="331236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/>
            <a:r>
              <a:rPr lang="zh-CN" altLang="en-US" sz="1400" dirty="0">
                <a:solidFill>
                  <a:srgbClr val="54534D"/>
                </a:solidFill>
                <a:latin typeface="字魂59号-创粗黑" panose="00000500000000000000" charset="-122"/>
                <a:ea typeface="字魂59号-创粗黑" panose="00000500000000000000" charset="-122"/>
                <a:cs typeface="+mn-ea"/>
                <a:sym typeface="+mn-lt"/>
              </a:rPr>
              <a:t>请替换文字内容，点击添加相关标题文字</a:t>
            </a:r>
            <a:endParaRPr lang="zh-CN" altLang="en-US" sz="1400" dirty="0">
              <a:solidFill>
                <a:srgbClr val="54534D"/>
              </a:solidFill>
              <a:latin typeface="字魂59号-创粗黑" panose="00000500000000000000" charset="-122"/>
              <a:ea typeface="字魂59号-创粗黑" panose="00000500000000000000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>
            <a:grpSpLocks noChangeAspect="1"/>
          </p:cNvGrpSpPr>
          <p:nvPr/>
        </p:nvGrpSpPr>
        <p:grpSpPr>
          <a:xfrm>
            <a:off x="97949" y="572453"/>
            <a:ext cx="2005507" cy="192024"/>
            <a:chOff x="902" y="4980"/>
            <a:chExt cx="8773" cy="840"/>
          </a:xfrm>
        </p:grpSpPr>
        <p:pic>
          <p:nvPicPr>
            <p:cNvPr id="2" name="图片 1" descr="jjjjj_0000s_0000s_0000s_0002_矩形-1-副本-拷贝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5" y="5790"/>
              <a:ext cx="1440" cy="30"/>
            </a:xfrm>
            <a:prstGeom prst="rect">
              <a:avLst/>
            </a:prstGeom>
          </p:spPr>
        </p:pic>
        <p:pic>
          <p:nvPicPr>
            <p:cNvPr id="11" name="图片 10" descr="jjjjj_0000s_0000s_0000_图层-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42" y="4980"/>
              <a:ext cx="5894" cy="840"/>
            </a:xfrm>
            <a:prstGeom prst="rect">
              <a:avLst/>
            </a:prstGeom>
          </p:spPr>
        </p:pic>
        <p:pic>
          <p:nvPicPr>
            <p:cNvPr id="12" name="图片 11" descr="jjjjj_0000s_0000s_0000s_0003_矩形-1-副本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2" y="5790"/>
              <a:ext cx="1440" cy="30"/>
            </a:xfrm>
            <a:prstGeom prst="rect">
              <a:avLst/>
            </a:prstGeom>
          </p:spPr>
        </p:pic>
      </p:grpSp>
      <p:pic>
        <p:nvPicPr>
          <p:cNvPr id="5" name="图片 4" descr="jjjjj_0000s_0000s_0001_图层-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155" y="208915"/>
            <a:ext cx="944789" cy="529590"/>
          </a:xfrm>
          <a:prstGeom prst="rect">
            <a:avLst/>
          </a:prstGeom>
        </p:spPr>
      </p:pic>
      <p:pic>
        <p:nvPicPr>
          <p:cNvPr id="10" name="图片 9" descr="jjjjj_0000s_0000s_0000s_0001_GuiYang-Mylike-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628" y="685483"/>
            <a:ext cx="1020457" cy="16287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75945" y="4098290"/>
            <a:ext cx="805180" cy="5422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4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"/>
          <p:cNvGrpSpPr/>
          <p:nvPr/>
        </p:nvGrpSpPr>
        <p:grpSpPr>
          <a:xfrm>
            <a:off x="3093115" y="1676488"/>
            <a:ext cx="2942845" cy="2348750"/>
            <a:chOff x="4139393" y="2251404"/>
            <a:chExt cx="3923793" cy="3131666"/>
          </a:xfrm>
        </p:grpSpPr>
        <p:sp>
          <p:nvSpPr>
            <p:cNvPr id="41" name="Freeform: Shape 5"/>
            <p:cNvSpPr/>
            <p:nvPr/>
          </p:nvSpPr>
          <p:spPr>
            <a:xfrm>
              <a:off x="5533345" y="3603424"/>
              <a:ext cx="856040" cy="9398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6302"/>
                  </a:lnTo>
                  <a:lnTo>
                    <a:pt x="9494" y="21358"/>
                  </a:lnTo>
                  <a:cubicBezTo>
                    <a:pt x="9594" y="21327"/>
                    <a:pt x="9697" y="21307"/>
                    <a:pt x="9796" y="21274"/>
                  </a:cubicBezTo>
                  <a:cubicBezTo>
                    <a:pt x="9853" y="21387"/>
                    <a:pt x="9929" y="21489"/>
                    <a:pt x="9990" y="21600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rgbClr val="7B8E9B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2" name="Freeform: Shape 6"/>
            <p:cNvSpPr/>
            <p:nvPr/>
          </p:nvSpPr>
          <p:spPr>
            <a:xfrm>
              <a:off x="4741229" y="2638203"/>
              <a:ext cx="791088" cy="12431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7070"/>
                  </a:moveTo>
                  <a:lnTo>
                    <a:pt x="5757" y="0"/>
                  </a:lnTo>
                  <a:lnTo>
                    <a:pt x="21600" y="21600"/>
                  </a:lnTo>
                  <a:lnTo>
                    <a:pt x="0" y="17070"/>
                  </a:lnTo>
                  <a:close/>
                </a:path>
              </a:pathLst>
            </a:custGeom>
            <a:solidFill>
              <a:srgbClr val="4D5985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3" name="Freeform: Shape 7"/>
            <p:cNvSpPr/>
            <p:nvPr/>
          </p:nvSpPr>
          <p:spPr>
            <a:xfrm>
              <a:off x="4733627" y="3618694"/>
              <a:ext cx="793329" cy="6446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290" y="21600"/>
                  </a:moveTo>
                  <a:lnTo>
                    <a:pt x="21600" y="8774"/>
                  </a:lnTo>
                  <a:lnTo>
                    <a:pt x="0" y="0"/>
                  </a:lnTo>
                  <a:lnTo>
                    <a:pt x="10290" y="21600"/>
                  </a:lnTo>
                  <a:close/>
                </a:path>
              </a:pathLst>
            </a:custGeom>
            <a:solidFill>
              <a:srgbClr val="7B8E9B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4" name="Freeform: Shape 8"/>
            <p:cNvSpPr/>
            <p:nvPr/>
          </p:nvSpPr>
          <p:spPr>
            <a:xfrm>
              <a:off x="4947095" y="2640415"/>
              <a:ext cx="975587" cy="12454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6635"/>
                  </a:moveTo>
                  <a:lnTo>
                    <a:pt x="12979" y="21600"/>
                  </a:lnTo>
                  <a:lnTo>
                    <a:pt x="0" y="0"/>
                  </a:lnTo>
                  <a:lnTo>
                    <a:pt x="21600" y="6635"/>
                  </a:lnTo>
                  <a:close/>
                </a:path>
              </a:pathLst>
            </a:custGeom>
            <a:solidFill>
              <a:srgbClr val="7B8E9B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5" name="Freeform: Shape 9"/>
            <p:cNvSpPr/>
            <p:nvPr/>
          </p:nvSpPr>
          <p:spPr>
            <a:xfrm>
              <a:off x="5916661" y="3020528"/>
              <a:ext cx="683919" cy="5857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5070" y="21600"/>
                  </a:lnTo>
                  <a:lnTo>
                    <a:pt x="21600" y="58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8E9B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6" name="Freeform: Shape 10"/>
            <p:cNvSpPr/>
            <p:nvPr/>
          </p:nvSpPr>
          <p:spPr>
            <a:xfrm>
              <a:off x="5915663" y="2351306"/>
              <a:ext cx="675579" cy="8333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10779" y="0"/>
                  </a:lnTo>
                  <a:lnTo>
                    <a:pt x="0" y="17347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4D5985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7" name="Freeform: Shape 11"/>
            <p:cNvSpPr/>
            <p:nvPr/>
          </p:nvSpPr>
          <p:spPr>
            <a:xfrm>
              <a:off x="6387662" y="3177163"/>
              <a:ext cx="1134586" cy="586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893"/>
                  </a:moveTo>
                  <a:lnTo>
                    <a:pt x="21600" y="21600"/>
                  </a:lnTo>
                  <a:lnTo>
                    <a:pt x="3830" y="0"/>
                  </a:lnTo>
                  <a:lnTo>
                    <a:pt x="0" y="15893"/>
                  </a:lnTo>
                  <a:close/>
                </a:path>
              </a:pathLst>
            </a:custGeom>
            <a:solidFill>
              <a:srgbClr val="7B8E9B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8" name="Freeform: Shape 12"/>
            <p:cNvSpPr/>
            <p:nvPr/>
          </p:nvSpPr>
          <p:spPr>
            <a:xfrm>
              <a:off x="6600226" y="3172494"/>
              <a:ext cx="1142639" cy="532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830" y="21600"/>
                  </a:moveTo>
                  <a:lnTo>
                    <a:pt x="21600" y="0"/>
                  </a:lnTo>
                  <a:lnTo>
                    <a:pt x="0" y="160"/>
                  </a:lnTo>
                  <a:lnTo>
                    <a:pt x="15830" y="21600"/>
                  </a:lnTo>
                  <a:close/>
                </a:path>
              </a:pathLst>
            </a:custGeom>
            <a:solidFill>
              <a:srgbClr val="7B8E9B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9" name="Freeform: Shape 13"/>
            <p:cNvSpPr/>
            <p:nvPr/>
          </p:nvSpPr>
          <p:spPr>
            <a:xfrm>
              <a:off x="6383299" y="3603149"/>
              <a:ext cx="1043355" cy="999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2271"/>
                  </a:lnTo>
                  <a:lnTo>
                    <a:pt x="12579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5985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0" name="Freeform: Shape 14"/>
            <p:cNvSpPr/>
            <p:nvPr/>
          </p:nvSpPr>
          <p:spPr>
            <a:xfrm>
              <a:off x="6930119" y="3705291"/>
              <a:ext cx="762776" cy="9774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13726"/>
                  </a:lnTo>
                  <a:lnTo>
                    <a:pt x="13988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7B8E9B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1" name="Freeform: Shape 15"/>
            <p:cNvSpPr/>
            <p:nvPr/>
          </p:nvSpPr>
          <p:spPr>
            <a:xfrm>
              <a:off x="6383299" y="3600678"/>
              <a:ext cx="627803" cy="1215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7546"/>
                  </a:lnTo>
                  <a:lnTo>
                    <a:pt x="61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8E9B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2" name="Freeform: Shape 16"/>
            <p:cNvSpPr/>
            <p:nvPr/>
          </p:nvSpPr>
          <p:spPr>
            <a:xfrm>
              <a:off x="6389034" y="4568206"/>
              <a:ext cx="587839" cy="456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056"/>
                  </a:moveTo>
                  <a:lnTo>
                    <a:pt x="21600" y="0"/>
                  </a:lnTo>
                  <a:lnTo>
                    <a:pt x="18208" y="21600"/>
                  </a:lnTo>
                  <a:lnTo>
                    <a:pt x="0" y="12056"/>
                  </a:lnTo>
                  <a:close/>
                </a:path>
              </a:pathLst>
            </a:custGeom>
            <a:solidFill>
              <a:srgbClr val="4D5985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3" name="Freeform: Shape 17"/>
            <p:cNvSpPr/>
            <p:nvPr/>
          </p:nvSpPr>
          <p:spPr>
            <a:xfrm>
              <a:off x="5530762" y="3018949"/>
              <a:ext cx="862480" cy="861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14661"/>
                  </a:lnTo>
                  <a:lnTo>
                    <a:pt x="9707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4D5985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4" name="Freeform: Shape 18"/>
            <p:cNvSpPr/>
            <p:nvPr/>
          </p:nvSpPr>
          <p:spPr>
            <a:xfrm>
              <a:off x="5926228" y="3593703"/>
              <a:ext cx="478751" cy="122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36" extrusionOk="0">
                  <a:moveTo>
                    <a:pt x="21052" y="0"/>
                  </a:moveTo>
                  <a:lnTo>
                    <a:pt x="0" y="16662"/>
                  </a:lnTo>
                  <a:cubicBezTo>
                    <a:pt x="1830" y="18103"/>
                    <a:pt x="4623" y="19327"/>
                    <a:pt x="8132" y="20179"/>
                  </a:cubicBezTo>
                  <a:cubicBezTo>
                    <a:pt x="12121" y="21149"/>
                    <a:pt x="16792" y="21600"/>
                    <a:pt x="21481" y="21472"/>
                  </a:cubicBezTo>
                  <a:cubicBezTo>
                    <a:pt x="21520" y="21493"/>
                    <a:pt x="21561" y="21514"/>
                    <a:pt x="21600" y="21536"/>
                  </a:cubicBezTo>
                  <a:lnTo>
                    <a:pt x="21052" y="0"/>
                  </a:lnTo>
                  <a:close/>
                </a:path>
              </a:pathLst>
            </a:custGeom>
            <a:solidFill>
              <a:srgbClr val="4D5985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5" name="Freeform: Shape 19"/>
            <p:cNvSpPr/>
            <p:nvPr/>
          </p:nvSpPr>
          <p:spPr>
            <a:xfrm>
              <a:off x="6898513" y="4325196"/>
              <a:ext cx="790019" cy="7033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464" y="7252"/>
                  </a:lnTo>
                  <a:lnTo>
                    <a:pt x="111" y="20642"/>
                  </a:lnTo>
                  <a:cubicBezTo>
                    <a:pt x="5506" y="20781"/>
                    <a:pt x="10749" y="18609"/>
                    <a:pt x="14767" y="14560"/>
                  </a:cubicBezTo>
                  <a:cubicBezTo>
                    <a:pt x="18523" y="10774"/>
                    <a:pt x="20934" y="5606"/>
                    <a:pt x="21600" y="0"/>
                  </a:cubicBezTo>
                  <a:close/>
                  <a:moveTo>
                    <a:pt x="94" y="20748"/>
                  </a:moveTo>
                  <a:lnTo>
                    <a:pt x="0" y="21277"/>
                  </a:lnTo>
                  <a:cubicBezTo>
                    <a:pt x="189" y="21393"/>
                    <a:pt x="384" y="21493"/>
                    <a:pt x="576" y="21600"/>
                  </a:cubicBezTo>
                  <a:cubicBezTo>
                    <a:pt x="412" y="21319"/>
                    <a:pt x="247" y="21037"/>
                    <a:pt x="94" y="20748"/>
                  </a:cubicBezTo>
                  <a:close/>
                </a:path>
              </a:pathLst>
            </a:custGeom>
            <a:solidFill>
              <a:srgbClr val="4D5985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6" name="Freeform: Shape 20"/>
            <p:cNvSpPr/>
            <p:nvPr/>
          </p:nvSpPr>
          <p:spPr>
            <a:xfrm>
              <a:off x="7417565" y="3175910"/>
              <a:ext cx="645621" cy="1145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1" h="21600" extrusionOk="0">
                  <a:moveTo>
                    <a:pt x="10496" y="0"/>
                  </a:moveTo>
                  <a:cubicBezTo>
                    <a:pt x="10329" y="19"/>
                    <a:pt x="10166" y="28"/>
                    <a:pt x="9999" y="50"/>
                  </a:cubicBezTo>
                  <a:lnTo>
                    <a:pt x="0" y="10086"/>
                  </a:lnTo>
                  <a:lnTo>
                    <a:pt x="8897" y="21600"/>
                  </a:lnTo>
                  <a:cubicBezTo>
                    <a:pt x="8916" y="21516"/>
                    <a:pt x="8947" y="21433"/>
                    <a:pt x="8964" y="21348"/>
                  </a:cubicBezTo>
                  <a:cubicBezTo>
                    <a:pt x="16783" y="19275"/>
                    <a:pt x="21600" y="14662"/>
                    <a:pt x="21118" y="9716"/>
                  </a:cubicBezTo>
                  <a:cubicBezTo>
                    <a:pt x="20721" y="5632"/>
                    <a:pt x="16690" y="1975"/>
                    <a:pt x="10496" y="0"/>
                  </a:cubicBezTo>
                  <a:close/>
                </a:path>
              </a:pathLst>
            </a:custGeom>
            <a:solidFill>
              <a:srgbClr val="4D5985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7" name="Freeform: Shape 21"/>
            <p:cNvSpPr/>
            <p:nvPr/>
          </p:nvSpPr>
          <p:spPr>
            <a:xfrm>
              <a:off x="6251673" y="2263358"/>
              <a:ext cx="844497" cy="914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8024" y="5"/>
                  </a:moveTo>
                  <a:cubicBezTo>
                    <a:pt x="5222" y="69"/>
                    <a:pt x="2464" y="773"/>
                    <a:pt x="5" y="2070"/>
                  </a:cubicBezTo>
                  <a:cubicBezTo>
                    <a:pt x="3" y="2068"/>
                    <a:pt x="2" y="2066"/>
                    <a:pt x="0" y="2065"/>
                  </a:cubicBezTo>
                  <a:lnTo>
                    <a:pt x="8562" y="21583"/>
                  </a:lnTo>
                  <a:lnTo>
                    <a:pt x="21600" y="5712"/>
                  </a:lnTo>
                  <a:cubicBezTo>
                    <a:pt x="18884" y="2687"/>
                    <a:pt x="15048" y="703"/>
                    <a:pt x="10831" y="153"/>
                  </a:cubicBezTo>
                  <a:cubicBezTo>
                    <a:pt x="9897" y="31"/>
                    <a:pt x="8957" y="-17"/>
                    <a:pt x="8024" y="5"/>
                  </a:cubicBezTo>
                  <a:close/>
                </a:path>
              </a:pathLst>
            </a:custGeom>
            <a:solidFill>
              <a:srgbClr val="4D5985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8" name="Freeform: Shape 22"/>
            <p:cNvSpPr/>
            <p:nvPr/>
          </p:nvSpPr>
          <p:spPr>
            <a:xfrm>
              <a:off x="6591532" y="2496983"/>
              <a:ext cx="1140983" cy="6755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719" y="0"/>
                  </a:moveTo>
                  <a:lnTo>
                    <a:pt x="0" y="21529"/>
                  </a:lnTo>
                  <a:lnTo>
                    <a:pt x="21577" y="21600"/>
                  </a:lnTo>
                  <a:lnTo>
                    <a:pt x="21600" y="21542"/>
                  </a:lnTo>
                  <a:cubicBezTo>
                    <a:pt x="21331" y="16110"/>
                    <a:pt x="19966" y="11003"/>
                    <a:pt x="17724" y="7077"/>
                  </a:cubicBezTo>
                  <a:cubicBezTo>
                    <a:pt x="15600" y="3357"/>
                    <a:pt x="12808" y="911"/>
                    <a:pt x="9784" y="123"/>
                  </a:cubicBezTo>
                  <a:cubicBezTo>
                    <a:pt x="9763" y="80"/>
                    <a:pt x="9740" y="42"/>
                    <a:pt x="9719" y="0"/>
                  </a:cubicBezTo>
                  <a:close/>
                </a:path>
              </a:pathLst>
            </a:custGeom>
            <a:solidFill>
              <a:srgbClr val="7B8E9B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9" name="Freeform: Shape 23"/>
            <p:cNvSpPr/>
            <p:nvPr/>
          </p:nvSpPr>
          <p:spPr>
            <a:xfrm>
              <a:off x="5528282" y="2251404"/>
              <a:ext cx="725619" cy="7707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7" extrusionOk="0">
                  <a:moveTo>
                    <a:pt x="11768" y="0"/>
                  </a:moveTo>
                  <a:cubicBezTo>
                    <a:pt x="11272" y="-3"/>
                    <a:pt x="10775" y="10"/>
                    <a:pt x="10279" y="45"/>
                  </a:cubicBezTo>
                  <a:cubicBezTo>
                    <a:pt x="6489" y="318"/>
                    <a:pt x="2891" y="1718"/>
                    <a:pt x="0" y="4040"/>
                  </a:cubicBezTo>
                  <a:lnTo>
                    <a:pt x="11532" y="21597"/>
                  </a:lnTo>
                  <a:lnTo>
                    <a:pt x="21600" y="2763"/>
                  </a:lnTo>
                  <a:cubicBezTo>
                    <a:pt x="21580" y="2774"/>
                    <a:pt x="21559" y="2781"/>
                    <a:pt x="21540" y="2792"/>
                  </a:cubicBezTo>
                  <a:cubicBezTo>
                    <a:pt x="18629" y="985"/>
                    <a:pt x="15233" y="21"/>
                    <a:pt x="11768" y="0"/>
                  </a:cubicBezTo>
                  <a:close/>
                </a:path>
              </a:pathLst>
            </a:custGeom>
            <a:solidFill>
              <a:srgbClr val="7B8E9B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0" name="Freeform: Shape 24"/>
            <p:cNvSpPr/>
            <p:nvPr/>
          </p:nvSpPr>
          <p:spPr>
            <a:xfrm>
              <a:off x="4945033" y="2394367"/>
              <a:ext cx="970666" cy="6278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15" extrusionOk="0">
                  <a:moveTo>
                    <a:pt x="12988" y="29"/>
                  </a:moveTo>
                  <a:cubicBezTo>
                    <a:pt x="12985" y="33"/>
                    <a:pt x="12982" y="39"/>
                    <a:pt x="12979" y="43"/>
                  </a:cubicBezTo>
                  <a:cubicBezTo>
                    <a:pt x="10473" y="-185"/>
                    <a:pt x="7966" y="507"/>
                    <a:pt x="5669" y="2060"/>
                  </a:cubicBezTo>
                  <a:cubicBezTo>
                    <a:pt x="3538" y="3501"/>
                    <a:pt x="1639" y="5648"/>
                    <a:pt x="113" y="8346"/>
                  </a:cubicBezTo>
                  <a:cubicBezTo>
                    <a:pt x="75" y="8353"/>
                    <a:pt x="38" y="8366"/>
                    <a:pt x="0" y="8373"/>
                  </a:cubicBezTo>
                  <a:lnTo>
                    <a:pt x="21600" y="21415"/>
                  </a:lnTo>
                  <a:lnTo>
                    <a:pt x="12988" y="29"/>
                  </a:lnTo>
                  <a:close/>
                </a:path>
              </a:pathLst>
            </a:custGeom>
            <a:solidFill>
              <a:srgbClr val="4D5985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1" name="Freeform: Shape 25"/>
            <p:cNvSpPr/>
            <p:nvPr/>
          </p:nvSpPr>
          <p:spPr>
            <a:xfrm>
              <a:off x="4242905" y="2638025"/>
              <a:ext cx="708203" cy="9852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590" y="8"/>
                    <a:pt x="21579" y="14"/>
                    <a:pt x="21569" y="22"/>
                  </a:cubicBezTo>
                  <a:cubicBezTo>
                    <a:pt x="9364" y="1118"/>
                    <a:pt x="237" y="8497"/>
                    <a:pt x="0" y="17258"/>
                  </a:cubicBezTo>
                  <a:lnTo>
                    <a:pt x="15343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D5985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2" name="Freeform: Shape 26"/>
            <p:cNvSpPr/>
            <p:nvPr/>
          </p:nvSpPr>
          <p:spPr>
            <a:xfrm>
              <a:off x="5117981" y="3878847"/>
              <a:ext cx="790627" cy="6898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03" extrusionOk="0">
                  <a:moveTo>
                    <a:pt x="11320" y="0"/>
                  </a:moveTo>
                  <a:lnTo>
                    <a:pt x="0" y="11590"/>
                  </a:lnTo>
                  <a:cubicBezTo>
                    <a:pt x="2218" y="15474"/>
                    <a:pt x="5508" y="18439"/>
                    <a:pt x="9378" y="19993"/>
                  </a:cubicBezTo>
                  <a:cubicBezTo>
                    <a:pt x="13329" y="21580"/>
                    <a:pt x="17633" y="21600"/>
                    <a:pt x="21600" y="20086"/>
                  </a:cubicBezTo>
                  <a:lnTo>
                    <a:pt x="11320" y="0"/>
                  </a:lnTo>
                  <a:close/>
                </a:path>
              </a:pathLst>
            </a:custGeom>
            <a:solidFill>
              <a:srgbClr val="4D5985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3" name="Freeform: Shape 27"/>
            <p:cNvSpPr/>
            <p:nvPr/>
          </p:nvSpPr>
          <p:spPr>
            <a:xfrm>
              <a:off x="4139393" y="3426713"/>
              <a:ext cx="610524" cy="7712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0" h="21600" extrusionOk="0">
                  <a:moveTo>
                    <a:pt x="3585" y="0"/>
                  </a:moveTo>
                  <a:lnTo>
                    <a:pt x="20400" y="5517"/>
                  </a:lnTo>
                  <a:lnTo>
                    <a:pt x="13510" y="21600"/>
                  </a:lnTo>
                  <a:cubicBezTo>
                    <a:pt x="9548" y="21176"/>
                    <a:pt x="5942" y="19468"/>
                    <a:pt x="3465" y="16842"/>
                  </a:cubicBezTo>
                  <a:cubicBezTo>
                    <a:pt x="-1200" y="11896"/>
                    <a:pt x="-1150" y="4900"/>
                    <a:pt x="3585" y="0"/>
                  </a:cubicBezTo>
                  <a:close/>
                </a:path>
              </a:pathLst>
            </a:custGeom>
            <a:solidFill>
              <a:srgbClr val="7B8E9B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4" name="Freeform: Shape 28"/>
            <p:cNvSpPr/>
            <p:nvPr/>
          </p:nvSpPr>
          <p:spPr>
            <a:xfrm>
              <a:off x="6406834" y="4816641"/>
              <a:ext cx="836118" cy="566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2743" y="7679"/>
                  </a:lnTo>
                  <a:cubicBezTo>
                    <a:pt x="13941" y="9961"/>
                    <a:pt x="15320" y="12023"/>
                    <a:pt x="16851" y="13819"/>
                  </a:cubicBezTo>
                  <a:cubicBezTo>
                    <a:pt x="18315" y="15538"/>
                    <a:pt x="19909" y="17002"/>
                    <a:pt x="21600" y="18183"/>
                  </a:cubicBezTo>
                  <a:lnTo>
                    <a:pt x="17430" y="21600"/>
                  </a:lnTo>
                  <a:cubicBezTo>
                    <a:pt x="13999" y="19071"/>
                    <a:pt x="10783" y="15954"/>
                    <a:pt x="7846" y="12314"/>
                  </a:cubicBezTo>
                  <a:cubicBezTo>
                    <a:pt x="4913" y="8677"/>
                    <a:pt x="2279" y="4545"/>
                    <a:pt x="0" y="0"/>
                  </a:cubicBezTo>
                  <a:close/>
                </a:path>
              </a:pathLst>
            </a:custGeom>
            <a:solidFill>
              <a:srgbClr val="7B8E9B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5" name="Freeform: Shape 29"/>
            <p:cNvSpPr/>
            <p:nvPr/>
          </p:nvSpPr>
          <p:spPr>
            <a:xfrm>
              <a:off x="4530814" y="3628917"/>
              <a:ext cx="578993" cy="763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05" extrusionOk="0">
                  <a:moveTo>
                    <a:pt x="0" y="15921"/>
                  </a:moveTo>
                  <a:lnTo>
                    <a:pt x="7669" y="0"/>
                  </a:lnTo>
                  <a:lnTo>
                    <a:pt x="21600" y="17825"/>
                  </a:lnTo>
                  <a:cubicBezTo>
                    <a:pt x="18969" y="20272"/>
                    <a:pt x="14913" y="21600"/>
                    <a:pt x="10736" y="21381"/>
                  </a:cubicBezTo>
                  <a:cubicBezTo>
                    <a:pt x="6113" y="21140"/>
                    <a:pt x="2016" y="19056"/>
                    <a:pt x="0" y="15921"/>
                  </a:cubicBezTo>
                  <a:close/>
                </a:path>
              </a:pathLst>
            </a:custGeom>
            <a:solidFill>
              <a:srgbClr val="7B8E9B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39750" y="1194597"/>
            <a:ext cx="8048068" cy="3399683"/>
            <a:chOff x="539750" y="1194597"/>
            <a:chExt cx="8048068" cy="3399683"/>
          </a:xfrm>
        </p:grpSpPr>
        <p:grpSp>
          <p:nvGrpSpPr>
            <p:cNvPr id="5" name="Group 53"/>
            <p:cNvGrpSpPr/>
            <p:nvPr/>
          </p:nvGrpSpPr>
          <p:grpSpPr>
            <a:xfrm>
              <a:off x="5855251" y="1194597"/>
              <a:ext cx="612862" cy="612862"/>
              <a:chOff x="7807001" y="1592796"/>
              <a:chExt cx="817149" cy="817149"/>
            </a:xfrm>
          </p:grpSpPr>
          <p:sp>
            <p:nvSpPr>
              <p:cNvPr id="39" name="Freeform: Shape 33"/>
              <p:cNvSpPr/>
              <p:nvPr/>
            </p:nvSpPr>
            <p:spPr bwMode="auto">
              <a:xfrm>
                <a:off x="8035496" y="1852750"/>
                <a:ext cx="366670" cy="297242"/>
              </a:xfrm>
              <a:custGeom>
                <a:avLst/>
                <a:gdLst>
                  <a:gd name="T0" fmla="*/ 68 w 186"/>
                  <a:gd name="T1" fmla="*/ 84 h 151"/>
                  <a:gd name="T2" fmla="*/ 118 w 186"/>
                  <a:gd name="T3" fmla="*/ 84 h 151"/>
                  <a:gd name="T4" fmla="*/ 93 w 186"/>
                  <a:gd name="T5" fmla="*/ 101 h 151"/>
                  <a:gd name="T6" fmla="*/ 93 w 186"/>
                  <a:gd name="T7" fmla="*/ 67 h 151"/>
                  <a:gd name="T8" fmla="*/ 93 w 186"/>
                  <a:gd name="T9" fmla="*/ 101 h 151"/>
                  <a:gd name="T10" fmla="*/ 114 w 186"/>
                  <a:gd name="T11" fmla="*/ 25 h 151"/>
                  <a:gd name="T12" fmla="*/ 114 w 186"/>
                  <a:gd name="T13" fmla="*/ 16 h 151"/>
                  <a:gd name="T14" fmla="*/ 68 w 186"/>
                  <a:gd name="T15" fmla="*/ 21 h 151"/>
                  <a:gd name="T16" fmla="*/ 156 w 186"/>
                  <a:gd name="T17" fmla="*/ 33 h 151"/>
                  <a:gd name="T18" fmla="*/ 156 w 186"/>
                  <a:gd name="T19" fmla="*/ 59 h 151"/>
                  <a:gd name="T20" fmla="*/ 156 w 186"/>
                  <a:gd name="T21" fmla="*/ 33 h 151"/>
                  <a:gd name="T22" fmla="*/ 152 w 186"/>
                  <a:gd name="T23" fmla="*/ 46 h 151"/>
                  <a:gd name="T24" fmla="*/ 160 w 186"/>
                  <a:gd name="T25" fmla="*/ 46 h 151"/>
                  <a:gd name="T26" fmla="*/ 169 w 186"/>
                  <a:gd name="T27" fmla="*/ 16 h 151"/>
                  <a:gd name="T28" fmla="*/ 122 w 186"/>
                  <a:gd name="T29" fmla="*/ 0 h 151"/>
                  <a:gd name="T30" fmla="*/ 63 w 186"/>
                  <a:gd name="T31" fmla="*/ 0 h 151"/>
                  <a:gd name="T32" fmla="*/ 17 w 186"/>
                  <a:gd name="T33" fmla="*/ 16 h 151"/>
                  <a:gd name="T34" fmla="*/ 0 w 186"/>
                  <a:gd name="T35" fmla="*/ 135 h 151"/>
                  <a:gd name="T36" fmla="*/ 169 w 186"/>
                  <a:gd name="T37" fmla="*/ 151 h 151"/>
                  <a:gd name="T38" fmla="*/ 186 w 186"/>
                  <a:gd name="T39" fmla="*/ 33 h 151"/>
                  <a:gd name="T40" fmla="*/ 177 w 186"/>
                  <a:gd name="T41" fmla="*/ 101 h 151"/>
                  <a:gd name="T42" fmla="*/ 137 w 186"/>
                  <a:gd name="T43" fmla="*/ 109 h 151"/>
                  <a:gd name="T44" fmla="*/ 177 w 186"/>
                  <a:gd name="T45" fmla="*/ 135 h 151"/>
                  <a:gd name="T46" fmla="*/ 17 w 186"/>
                  <a:gd name="T47" fmla="*/ 143 h 151"/>
                  <a:gd name="T48" fmla="*/ 9 w 186"/>
                  <a:gd name="T49" fmla="*/ 109 h 151"/>
                  <a:gd name="T50" fmla="*/ 45 w 186"/>
                  <a:gd name="T51" fmla="*/ 101 h 151"/>
                  <a:gd name="T52" fmla="*/ 9 w 186"/>
                  <a:gd name="T53" fmla="*/ 33 h 151"/>
                  <a:gd name="T54" fmla="*/ 34 w 186"/>
                  <a:gd name="T55" fmla="*/ 25 h 151"/>
                  <a:gd name="T56" fmla="*/ 93 w 186"/>
                  <a:gd name="T57" fmla="*/ 8 h 151"/>
                  <a:gd name="T58" fmla="*/ 152 w 186"/>
                  <a:gd name="T59" fmla="*/ 25 h 151"/>
                  <a:gd name="T60" fmla="*/ 177 w 186"/>
                  <a:gd name="T61" fmla="*/ 33 h 151"/>
                  <a:gd name="T62" fmla="*/ 156 w 186"/>
                  <a:gd name="T63" fmla="*/ 67 h 151"/>
                  <a:gd name="T64" fmla="*/ 156 w 186"/>
                  <a:gd name="T65" fmla="*/ 75 h 151"/>
                  <a:gd name="T66" fmla="*/ 156 w 186"/>
                  <a:gd name="T67" fmla="*/ 67 h 151"/>
                  <a:gd name="T68" fmla="*/ 51 w 186"/>
                  <a:gd name="T69" fmla="*/ 84 h 151"/>
                  <a:gd name="T70" fmla="*/ 135 w 186"/>
                  <a:gd name="T71" fmla="*/ 84 h 151"/>
                  <a:gd name="T72" fmla="*/ 93 w 186"/>
                  <a:gd name="T73" fmla="*/ 118 h 151"/>
                  <a:gd name="T74" fmla="*/ 93 w 186"/>
                  <a:gd name="T75" fmla="*/ 50 h 151"/>
                  <a:gd name="T76" fmla="*/ 93 w 186"/>
                  <a:gd name="T77" fmla="*/ 118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86" h="151">
                    <a:moveTo>
                      <a:pt x="93" y="59"/>
                    </a:moveTo>
                    <a:cubicBezTo>
                      <a:pt x="79" y="59"/>
                      <a:pt x="68" y="70"/>
                      <a:pt x="68" y="84"/>
                    </a:cubicBezTo>
                    <a:cubicBezTo>
                      <a:pt x="68" y="98"/>
                      <a:pt x="79" y="109"/>
                      <a:pt x="93" y="109"/>
                    </a:cubicBezTo>
                    <a:cubicBezTo>
                      <a:pt x="107" y="109"/>
                      <a:pt x="118" y="98"/>
                      <a:pt x="118" y="84"/>
                    </a:cubicBezTo>
                    <a:cubicBezTo>
                      <a:pt x="118" y="70"/>
                      <a:pt x="107" y="59"/>
                      <a:pt x="93" y="59"/>
                    </a:cubicBezTo>
                    <a:close/>
                    <a:moveTo>
                      <a:pt x="93" y="101"/>
                    </a:moveTo>
                    <a:cubicBezTo>
                      <a:pt x="84" y="101"/>
                      <a:pt x="76" y="93"/>
                      <a:pt x="76" y="84"/>
                    </a:cubicBezTo>
                    <a:cubicBezTo>
                      <a:pt x="76" y="75"/>
                      <a:pt x="84" y="67"/>
                      <a:pt x="93" y="67"/>
                    </a:cubicBezTo>
                    <a:cubicBezTo>
                      <a:pt x="102" y="67"/>
                      <a:pt x="110" y="75"/>
                      <a:pt x="110" y="84"/>
                    </a:cubicBezTo>
                    <a:cubicBezTo>
                      <a:pt x="110" y="93"/>
                      <a:pt x="102" y="101"/>
                      <a:pt x="93" y="101"/>
                    </a:cubicBezTo>
                    <a:close/>
                    <a:moveTo>
                      <a:pt x="72" y="25"/>
                    </a:moveTo>
                    <a:cubicBezTo>
                      <a:pt x="114" y="25"/>
                      <a:pt x="114" y="25"/>
                      <a:pt x="114" y="25"/>
                    </a:cubicBezTo>
                    <a:cubicBezTo>
                      <a:pt x="116" y="25"/>
                      <a:pt x="118" y="23"/>
                      <a:pt x="118" y="21"/>
                    </a:cubicBezTo>
                    <a:cubicBezTo>
                      <a:pt x="118" y="18"/>
                      <a:pt x="116" y="16"/>
                      <a:pt x="114" y="16"/>
                    </a:cubicBezTo>
                    <a:cubicBezTo>
                      <a:pt x="72" y="16"/>
                      <a:pt x="72" y="16"/>
                      <a:pt x="72" y="16"/>
                    </a:cubicBezTo>
                    <a:cubicBezTo>
                      <a:pt x="70" y="16"/>
                      <a:pt x="68" y="18"/>
                      <a:pt x="68" y="21"/>
                    </a:cubicBezTo>
                    <a:cubicBezTo>
                      <a:pt x="68" y="23"/>
                      <a:pt x="70" y="25"/>
                      <a:pt x="72" y="25"/>
                    </a:cubicBezTo>
                    <a:close/>
                    <a:moveTo>
                      <a:pt x="156" y="33"/>
                    </a:moveTo>
                    <a:cubicBezTo>
                      <a:pt x="149" y="33"/>
                      <a:pt x="144" y="39"/>
                      <a:pt x="144" y="46"/>
                    </a:cubicBezTo>
                    <a:cubicBezTo>
                      <a:pt x="144" y="53"/>
                      <a:pt x="149" y="59"/>
                      <a:pt x="156" y="59"/>
                    </a:cubicBezTo>
                    <a:cubicBezTo>
                      <a:pt x="163" y="59"/>
                      <a:pt x="169" y="53"/>
                      <a:pt x="169" y="46"/>
                    </a:cubicBezTo>
                    <a:cubicBezTo>
                      <a:pt x="169" y="39"/>
                      <a:pt x="163" y="33"/>
                      <a:pt x="156" y="33"/>
                    </a:cubicBezTo>
                    <a:close/>
                    <a:moveTo>
                      <a:pt x="156" y="50"/>
                    </a:moveTo>
                    <a:cubicBezTo>
                      <a:pt x="154" y="50"/>
                      <a:pt x="152" y="48"/>
                      <a:pt x="152" y="46"/>
                    </a:cubicBezTo>
                    <a:cubicBezTo>
                      <a:pt x="152" y="44"/>
                      <a:pt x="154" y="42"/>
                      <a:pt x="156" y="42"/>
                    </a:cubicBezTo>
                    <a:cubicBezTo>
                      <a:pt x="159" y="42"/>
                      <a:pt x="160" y="44"/>
                      <a:pt x="160" y="46"/>
                    </a:cubicBezTo>
                    <a:cubicBezTo>
                      <a:pt x="160" y="48"/>
                      <a:pt x="159" y="50"/>
                      <a:pt x="156" y="50"/>
                    </a:cubicBezTo>
                    <a:close/>
                    <a:moveTo>
                      <a:pt x="169" y="16"/>
                    </a:moveTo>
                    <a:cubicBezTo>
                      <a:pt x="152" y="16"/>
                      <a:pt x="152" y="16"/>
                      <a:pt x="152" y="16"/>
                    </a:cubicBezTo>
                    <a:cubicBezTo>
                      <a:pt x="139" y="16"/>
                      <a:pt x="139" y="0"/>
                      <a:pt x="122" y="0"/>
                    </a:cubicBezTo>
                    <a:cubicBezTo>
                      <a:pt x="106" y="0"/>
                      <a:pt x="93" y="0"/>
                      <a:pt x="93" y="0"/>
                    </a:cubicBezTo>
                    <a:cubicBezTo>
                      <a:pt x="93" y="0"/>
                      <a:pt x="80" y="0"/>
                      <a:pt x="63" y="0"/>
                    </a:cubicBezTo>
                    <a:cubicBezTo>
                      <a:pt x="47" y="0"/>
                      <a:pt x="47" y="16"/>
                      <a:pt x="34" y="16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8" y="16"/>
                      <a:pt x="0" y="24"/>
                      <a:pt x="0" y="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0" y="144"/>
                      <a:pt x="8" y="151"/>
                      <a:pt x="17" y="151"/>
                    </a:cubicBezTo>
                    <a:cubicBezTo>
                      <a:pt x="169" y="151"/>
                      <a:pt x="169" y="151"/>
                      <a:pt x="169" y="151"/>
                    </a:cubicBezTo>
                    <a:cubicBezTo>
                      <a:pt x="178" y="151"/>
                      <a:pt x="186" y="144"/>
                      <a:pt x="186" y="135"/>
                    </a:cubicBezTo>
                    <a:cubicBezTo>
                      <a:pt x="186" y="33"/>
                      <a:pt x="186" y="33"/>
                      <a:pt x="186" y="33"/>
                    </a:cubicBezTo>
                    <a:cubicBezTo>
                      <a:pt x="186" y="24"/>
                      <a:pt x="178" y="16"/>
                      <a:pt x="169" y="16"/>
                    </a:cubicBezTo>
                    <a:close/>
                    <a:moveTo>
                      <a:pt x="177" y="101"/>
                    </a:moveTo>
                    <a:cubicBezTo>
                      <a:pt x="141" y="101"/>
                      <a:pt x="141" y="101"/>
                      <a:pt x="141" y="101"/>
                    </a:cubicBezTo>
                    <a:cubicBezTo>
                      <a:pt x="140" y="104"/>
                      <a:pt x="138" y="107"/>
                      <a:pt x="137" y="109"/>
                    </a:cubicBezTo>
                    <a:cubicBezTo>
                      <a:pt x="177" y="109"/>
                      <a:pt x="177" y="109"/>
                      <a:pt x="177" y="109"/>
                    </a:cubicBezTo>
                    <a:cubicBezTo>
                      <a:pt x="177" y="135"/>
                      <a:pt x="177" y="135"/>
                      <a:pt x="177" y="135"/>
                    </a:cubicBezTo>
                    <a:cubicBezTo>
                      <a:pt x="177" y="139"/>
                      <a:pt x="174" y="143"/>
                      <a:pt x="169" y="143"/>
                    </a:cubicBezTo>
                    <a:cubicBezTo>
                      <a:pt x="17" y="143"/>
                      <a:pt x="17" y="143"/>
                      <a:pt x="17" y="143"/>
                    </a:cubicBezTo>
                    <a:cubicBezTo>
                      <a:pt x="12" y="143"/>
                      <a:pt x="9" y="139"/>
                      <a:pt x="9" y="135"/>
                    </a:cubicBezTo>
                    <a:cubicBezTo>
                      <a:pt x="9" y="109"/>
                      <a:pt x="9" y="109"/>
                      <a:pt x="9" y="109"/>
                    </a:cubicBezTo>
                    <a:cubicBezTo>
                      <a:pt x="49" y="109"/>
                      <a:pt x="49" y="109"/>
                      <a:pt x="49" y="109"/>
                    </a:cubicBezTo>
                    <a:cubicBezTo>
                      <a:pt x="48" y="107"/>
                      <a:pt x="46" y="104"/>
                      <a:pt x="45" y="101"/>
                    </a:cubicBezTo>
                    <a:cubicBezTo>
                      <a:pt x="9" y="101"/>
                      <a:pt x="9" y="101"/>
                      <a:pt x="9" y="101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9" y="29"/>
                      <a:pt x="12" y="25"/>
                      <a:pt x="17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51" y="25"/>
                      <a:pt x="51" y="8"/>
                      <a:pt x="63" y="8"/>
                    </a:cubicBezTo>
                    <a:cubicBezTo>
                      <a:pt x="72" y="8"/>
                      <a:pt x="93" y="8"/>
                      <a:pt x="93" y="8"/>
                    </a:cubicBezTo>
                    <a:cubicBezTo>
                      <a:pt x="93" y="8"/>
                      <a:pt x="114" y="8"/>
                      <a:pt x="122" y="8"/>
                    </a:cubicBezTo>
                    <a:cubicBezTo>
                      <a:pt x="135" y="8"/>
                      <a:pt x="135" y="25"/>
                      <a:pt x="152" y="25"/>
                    </a:cubicBezTo>
                    <a:cubicBezTo>
                      <a:pt x="169" y="25"/>
                      <a:pt x="169" y="25"/>
                      <a:pt x="169" y="25"/>
                    </a:cubicBezTo>
                    <a:cubicBezTo>
                      <a:pt x="174" y="25"/>
                      <a:pt x="177" y="29"/>
                      <a:pt x="177" y="33"/>
                    </a:cubicBezTo>
                    <a:lnTo>
                      <a:pt x="177" y="101"/>
                    </a:lnTo>
                    <a:close/>
                    <a:moveTo>
                      <a:pt x="156" y="67"/>
                    </a:moveTo>
                    <a:cubicBezTo>
                      <a:pt x="154" y="67"/>
                      <a:pt x="152" y="69"/>
                      <a:pt x="152" y="71"/>
                    </a:cubicBezTo>
                    <a:cubicBezTo>
                      <a:pt x="152" y="74"/>
                      <a:pt x="154" y="75"/>
                      <a:pt x="156" y="75"/>
                    </a:cubicBezTo>
                    <a:cubicBezTo>
                      <a:pt x="159" y="75"/>
                      <a:pt x="160" y="74"/>
                      <a:pt x="160" y="71"/>
                    </a:cubicBezTo>
                    <a:cubicBezTo>
                      <a:pt x="160" y="69"/>
                      <a:pt x="159" y="67"/>
                      <a:pt x="156" y="67"/>
                    </a:cubicBezTo>
                    <a:close/>
                    <a:moveTo>
                      <a:pt x="93" y="42"/>
                    </a:moveTo>
                    <a:cubicBezTo>
                      <a:pt x="70" y="42"/>
                      <a:pt x="51" y="61"/>
                      <a:pt x="51" y="84"/>
                    </a:cubicBezTo>
                    <a:cubicBezTo>
                      <a:pt x="51" y="107"/>
                      <a:pt x="70" y="126"/>
                      <a:pt x="93" y="126"/>
                    </a:cubicBezTo>
                    <a:cubicBezTo>
                      <a:pt x="116" y="126"/>
                      <a:pt x="135" y="107"/>
                      <a:pt x="135" y="84"/>
                    </a:cubicBezTo>
                    <a:cubicBezTo>
                      <a:pt x="135" y="61"/>
                      <a:pt x="116" y="42"/>
                      <a:pt x="93" y="42"/>
                    </a:cubicBezTo>
                    <a:close/>
                    <a:moveTo>
                      <a:pt x="93" y="118"/>
                    </a:moveTo>
                    <a:cubicBezTo>
                      <a:pt x="74" y="118"/>
                      <a:pt x="59" y="103"/>
                      <a:pt x="59" y="84"/>
                    </a:cubicBezTo>
                    <a:cubicBezTo>
                      <a:pt x="59" y="65"/>
                      <a:pt x="74" y="50"/>
                      <a:pt x="93" y="50"/>
                    </a:cubicBezTo>
                    <a:cubicBezTo>
                      <a:pt x="112" y="50"/>
                      <a:pt x="127" y="65"/>
                      <a:pt x="127" y="84"/>
                    </a:cubicBezTo>
                    <a:cubicBezTo>
                      <a:pt x="127" y="103"/>
                      <a:pt x="112" y="118"/>
                      <a:pt x="93" y="118"/>
                    </a:cubicBezTo>
                    <a:close/>
                  </a:path>
                </a:pathLst>
              </a:custGeom>
              <a:solidFill>
                <a:srgbClr val="4D5985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Oval 34"/>
              <p:cNvSpPr>
                <a:spLocks noChangeAspect="1"/>
              </p:cNvSpPr>
              <p:nvPr/>
            </p:nvSpPr>
            <p:spPr>
              <a:xfrm>
                <a:off x="7807001" y="1592796"/>
                <a:ext cx="817149" cy="817149"/>
              </a:xfrm>
              <a:prstGeom prst="ellipse">
                <a:avLst/>
              </a:prstGeom>
              <a:noFill/>
              <a:ln w="38100">
                <a:solidFill>
                  <a:srgbClr val="4D59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6" name="Group 52"/>
            <p:cNvGrpSpPr/>
            <p:nvPr/>
          </p:nvGrpSpPr>
          <p:grpSpPr>
            <a:xfrm>
              <a:off x="6354198" y="2417609"/>
              <a:ext cx="612862" cy="612862"/>
              <a:chOff x="8501430" y="3223479"/>
              <a:chExt cx="817149" cy="817149"/>
            </a:xfrm>
          </p:grpSpPr>
          <p:sp>
            <p:nvSpPr>
              <p:cNvPr id="37" name="Freeform: Shape 35"/>
              <p:cNvSpPr/>
              <p:nvPr/>
            </p:nvSpPr>
            <p:spPr bwMode="auto">
              <a:xfrm>
                <a:off x="8729925" y="3515978"/>
                <a:ext cx="367755" cy="232152"/>
              </a:xfrm>
              <a:custGeom>
                <a:avLst/>
                <a:gdLst>
                  <a:gd name="T0" fmla="*/ 118 w 186"/>
                  <a:gd name="T1" fmla="*/ 21 h 118"/>
                  <a:gd name="T2" fmla="*/ 127 w 186"/>
                  <a:gd name="T3" fmla="*/ 21 h 118"/>
                  <a:gd name="T4" fmla="*/ 182 w 186"/>
                  <a:gd name="T5" fmla="*/ 17 h 118"/>
                  <a:gd name="T6" fmla="*/ 180 w 186"/>
                  <a:gd name="T7" fmla="*/ 17 h 118"/>
                  <a:gd name="T8" fmla="*/ 144 w 186"/>
                  <a:gd name="T9" fmla="*/ 17 h 118"/>
                  <a:gd name="T10" fmla="*/ 17 w 186"/>
                  <a:gd name="T11" fmla="*/ 0 h 118"/>
                  <a:gd name="T12" fmla="*/ 0 w 186"/>
                  <a:gd name="T13" fmla="*/ 101 h 118"/>
                  <a:gd name="T14" fmla="*/ 127 w 186"/>
                  <a:gd name="T15" fmla="*/ 118 h 118"/>
                  <a:gd name="T16" fmla="*/ 144 w 186"/>
                  <a:gd name="T17" fmla="*/ 83 h 118"/>
                  <a:gd name="T18" fmla="*/ 180 w 186"/>
                  <a:gd name="T19" fmla="*/ 101 h 118"/>
                  <a:gd name="T20" fmla="*/ 186 w 186"/>
                  <a:gd name="T21" fmla="*/ 97 h 118"/>
                  <a:gd name="T22" fmla="*/ 182 w 186"/>
                  <a:gd name="T23" fmla="*/ 17 h 118"/>
                  <a:gd name="T24" fmla="*/ 127 w 186"/>
                  <a:gd name="T25" fmla="*/ 110 h 118"/>
                  <a:gd name="T26" fmla="*/ 9 w 186"/>
                  <a:gd name="T27" fmla="*/ 101 h 118"/>
                  <a:gd name="T28" fmla="*/ 135 w 186"/>
                  <a:gd name="T29" fmla="*/ 42 h 118"/>
                  <a:gd name="T30" fmla="*/ 135 w 186"/>
                  <a:gd name="T31" fmla="*/ 34 h 118"/>
                  <a:gd name="T32" fmla="*/ 9 w 186"/>
                  <a:gd name="T33" fmla="*/ 17 h 118"/>
                  <a:gd name="T34" fmla="*/ 127 w 186"/>
                  <a:gd name="T35" fmla="*/ 8 h 118"/>
                  <a:gd name="T36" fmla="*/ 135 w 186"/>
                  <a:gd name="T37" fmla="*/ 34 h 118"/>
                  <a:gd name="T38" fmla="*/ 144 w 186"/>
                  <a:gd name="T39" fmla="*/ 73 h 118"/>
                  <a:gd name="T40" fmla="*/ 161 w 186"/>
                  <a:gd name="T41" fmla="*/ 36 h 118"/>
                  <a:gd name="T42" fmla="*/ 177 w 186"/>
                  <a:gd name="T43" fmla="*/ 90 h 118"/>
                  <a:gd name="T44" fmla="*/ 169 w 186"/>
                  <a:gd name="T45" fmla="*/ 32 h 118"/>
                  <a:gd name="T46" fmla="*/ 177 w 186"/>
                  <a:gd name="T47" fmla="*/ 90 h 118"/>
                  <a:gd name="T48" fmla="*/ 97 w 186"/>
                  <a:gd name="T49" fmla="*/ 93 h 118"/>
                  <a:gd name="T50" fmla="*/ 97 w 186"/>
                  <a:gd name="T51" fmla="*/ 51 h 118"/>
                  <a:gd name="T52" fmla="*/ 81 w 186"/>
                  <a:gd name="T53" fmla="*/ 84 h 118"/>
                  <a:gd name="T54" fmla="*/ 68 w 186"/>
                  <a:gd name="T55" fmla="*/ 72 h 118"/>
                  <a:gd name="T56" fmla="*/ 26 w 186"/>
                  <a:gd name="T57" fmla="*/ 72 h 118"/>
                  <a:gd name="T58" fmla="*/ 97 w 186"/>
                  <a:gd name="T59" fmla="*/ 59 h 118"/>
                  <a:gd name="T60" fmla="*/ 97 w 186"/>
                  <a:gd name="T61" fmla="*/ 84 h 118"/>
                  <a:gd name="T62" fmla="*/ 97 w 186"/>
                  <a:gd name="T63" fmla="*/ 59 h 118"/>
                  <a:gd name="T64" fmla="*/ 59 w 186"/>
                  <a:gd name="T65" fmla="*/ 72 h 118"/>
                  <a:gd name="T66" fmla="*/ 34 w 186"/>
                  <a:gd name="T67" fmla="*/ 72 h 118"/>
                  <a:gd name="T68" fmla="*/ 106 w 186"/>
                  <a:gd name="T69" fmla="*/ 17 h 118"/>
                  <a:gd name="T70" fmla="*/ 106 w 186"/>
                  <a:gd name="T71" fmla="*/ 25 h 118"/>
                  <a:gd name="T72" fmla="*/ 106 w 186"/>
                  <a:gd name="T73" fmla="*/ 17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86" h="118">
                    <a:moveTo>
                      <a:pt x="123" y="17"/>
                    </a:moveTo>
                    <a:cubicBezTo>
                      <a:pt x="120" y="17"/>
                      <a:pt x="118" y="19"/>
                      <a:pt x="118" y="21"/>
                    </a:cubicBezTo>
                    <a:cubicBezTo>
                      <a:pt x="118" y="23"/>
                      <a:pt x="120" y="25"/>
                      <a:pt x="123" y="25"/>
                    </a:cubicBezTo>
                    <a:cubicBezTo>
                      <a:pt x="125" y="25"/>
                      <a:pt x="127" y="23"/>
                      <a:pt x="127" y="21"/>
                    </a:cubicBezTo>
                    <a:cubicBezTo>
                      <a:pt x="127" y="19"/>
                      <a:pt x="125" y="17"/>
                      <a:pt x="123" y="17"/>
                    </a:cubicBezTo>
                    <a:close/>
                    <a:moveTo>
                      <a:pt x="182" y="17"/>
                    </a:moveTo>
                    <a:cubicBezTo>
                      <a:pt x="181" y="17"/>
                      <a:pt x="180" y="17"/>
                      <a:pt x="180" y="17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44" y="35"/>
                      <a:pt x="144" y="35"/>
                      <a:pt x="144" y="35"/>
                    </a:cubicBezTo>
                    <a:cubicBezTo>
                      <a:pt x="144" y="17"/>
                      <a:pt x="144" y="17"/>
                      <a:pt x="144" y="17"/>
                    </a:cubicBezTo>
                    <a:cubicBezTo>
                      <a:pt x="144" y="8"/>
                      <a:pt x="136" y="0"/>
                      <a:pt x="12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8" y="0"/>
                      <a:pt x="0" y="8"/>
                      <a:pt x="0" y="17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0" y="111"/>
                      <a:pt x="8" y="118"/>
                      <a:pt x="17" y="118"/>
                    </a:cubicBezTo>
                    <a:cubicBezTo>
                      <a:pt x="127" y="118"/>
                      <a:pt x="127" y="118"/>
                      <a:pt x="127" y="118"/>
                    </a:cubicBezTo>
                    <a:cubicBezTo>
                      <a:pt x="136" y="118"/>
                      <a:pt x="144" y="111"/>
                      <a:pt x="144" y="101"/>
                    </a:cubicBezTo>
                    <a:cubicBezTo>
                      <a:pt x="144" y="83"/>
                      <a:pt x="144" y="83"/>
                      <a:pt x="144" y="83"/>
                    </a:cubicBezTo>
                    <a:cubicBezTo>
                      <a:pt x="180" y="101"/>
                      <a:pt x="180" y="101"/>
                      <a:pt x="180" y="101"/>
                    </a:cubicBezTo>
                    <a:cubicBezTo>
                      <a:pt x="180" y="101"/>
                      <a:pt x="180" y="101"/>
                      <a:pt x="180" y="101"/>
                    </a:cubicBezTo>
                    <a:cubicBezTo>
                      <a:pt x="180" y="101"/>
                      <a:pt x="181" y="101"/>
                      <a:pt x="182" y="101"/>
                    </a:cubicBezTo>
                    <a:cubicBezTo>
                      <a:pt x="184" y="101"/>
                      <a:pt x="186" y="99"/>
                      <a:pt x="186" y="97"/>
                    </a:cubicBezTo>
                    <a:cubicBezTo>
                      <a:pt x="186" y="21"/>
                      <a:pt x="186" y="21"/>
                      <a:pt x="186" y="21"/>
                    </a:cubicBezTo>
                    <a:cubicBezTo>
                      <a:pt x="186" y="19"/>
                      <a:pt x="184" y="17"/>
                      <a:pt x="182" y="17"/>
                    </a:cubicBezTo>
                    <a:close/>
                    <a:moveTo>
                      <a:pt x="135" y="101"/>
                    </a:moveTo>
                    <a:cubicBezTo>
                      <a:pt x="135" y="106"/>
                      <a:pt x="132" y="110"/>
                      <a:pt x="127" y="110"/>
                    </a:cubicBezTo>
                    <a:cubicBezTo>
                      <a:pt x="17" y="110"/>
                      <a:pt x="17" y="110"/>
                      <a:pt x="17" y="110"/>
                    </a:cubicBezTo>
                    <a:cubicBezTo>
                      <a:pt x="13" y="110"/>
                      <a:pt x="9" y="106"/>
                      <a:pt x="9" y="101"/>
                    </a:cubicBezTo>
                    <a:cubicBezTo>
                      <a:pt x="9" y="42"/>
                      <a:pt x="9" y="42"/>
                      <a:pt x="9" y="42"/>
                    </a:cubicBezTo>
                    <a:cubicBezTo>
                      <a:pt x="135" y="42"/>
                      <a:pt x="135" y="42"/>
                      <a:pt x="135" y="42"/>
                    </a:cubicBezTo>
                    <a:lnTo>
                      <a:pt x="135" y="101"/>
                    </a:lnTo>
                    <a:close/>
                    <a:moveTo>
                      <a:pt x="135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2"/>
                      <a:pt x="13" y="8"/>
                      <a:pt x="17" y="8"/>
                    </a:cubicBezTo>
                    <a:cubicBezTo>
                      <a:pt x="127" y="8"/>
                      <a:pt x="127" y="8"/>
                      <a:pt x="127" y="8"/>
                    </a:cubicBezTo>
                    <a:cubicBezTo>
                      <a:pt x="132" y="8"/>
                      <a:pt x="135" y="12"/>
                      <a:pt x="135" y="17"/>
                    </a:cubicBezTo>
                    <a:lnTo>
                      <a:pt x="135" y="34"/>
                    </a:lnTo>
                    <a:close/>
                    <a:moveTo>
                      <a:pt x="161" y="82"/>
                    </a:moveTo>
                    <a:cubicBezTo>
                      <a:pt x="144" y="73"/>
                      <a:pt x="144" y="73"/>
                      <a:pt x="144" y="73"/>
                    </a:cubicBezTo>
                    <a:cubicBezTo>
                      <a:pt x="144" y="45"/>
                      <a:pt x="144" y="45"/>
                      <a:pt x="144" y="45"/>
                    </a:cubicBezTo>
                    <a:cubicBezTo>
                      <a:pt x="161" y="36"/>
                      <a:pt x="161" y="36"/>
                      <a:pt x="161" y="36"/>
                    </a:cubicBezTo>
                    <a:lnTo>
                      <a:pt x="161" y="82"/>
                    </a:lnTo>
                    <a:close/>
                    <a:moveTo>
                      <a:pt x="177" y="90"/>
                    </a:moveTo>
                    <a:cubicBezTo>
                      <a:pt x="169" y="86"/>
                      <a:pt x="169" y="86"/>
                      <a:pt x="169" y="86"/>
                    </a:cubicBezTo>
                    <a:cubicBezTo>
                      <a:pt x="169" y="32"/>
                      <a:pt x="169" y="32"/>
                      <a:pt x="169" y="32"/>
                    </a:cubicBezTo>
                    <a:cubicBezTo>
                      <a:pt x="177" y="28"/>
                      <a:pt x="177" y="28"/>
                      <a:pt x="177" y="28"/>
                    </a:cubicBezTo>
                    <a:lnTo>
                      <a:pt x="177" y="90"/>
                    </a:lnTo>
                    <a:close/>
                    <a:moveTo>
                      <a:pt x="47" y="93"/>
                    </a:moveTo>
                    <a:cubicBezTo>
                      <a:pt x="97" y="93"/>
                      <a:pt x="97" y="93"/>
                      <a:pt x="97" y="93"/>
                    </a:cubicBezTo>
                    <a:cubicBezTo>
                      <a:pt x="109" y="93"/>
                      <a:pt x="118" y="83"/>
                      <a:pt x="118" y="72"/>
                    </a:cubicBezTo>
                    <a:cubicBezTo>
                      <a:pt x="118" y="60"/>
                      <a:pt x="109" y="51"/>
                      <a:pt x="97" y="51"/>
                    </a:cubicBezTo>
                    <a:cubicBezTo>
                      <a:pt x="86" y="51"/>
                      <a:pt x="76" y="60"/>
                      <a:pt x="76" y="72"/>
                    </a:cubicBezTo>
                    <a:cubicBezTo>
                      <a:pt x="76" y="77"/>
                      <a:pt x="78" y="81"/>
                      <a:pt x="81" y="84"/>
                    </a:cubicBezTo>
                    <a:cubicBezTo>
                      <a:pt x="63" y="84"/>
                      <a:pt x="63" y="84"/>
                      <a:pt x="63" y="84"/>
                    </a:cubicBezTo>
                    <a:cubicBezTo>
                      <a:pt x="66" y="81"/>
                      <a:pt x="68" y="77"/>
                      <a:pt x="68" y="72"/>
                    </a:cubicBezTo>
                    <a:cubicBezTo>
                      <a:pt x="68" y="60"/>
                      <a:pt x="58" y="51"/>
                      <a:pt x="47" y="51"/>
                    </a:cubicBezTo>
                    <a:cubicBezTo>
                      <a:pt x="35" y="51"/>
                      <a:pt x="26" y="60"/>
                      <a:pt x="26" y="72"/>
                    </a:cubicBezTo>
                    <a:cubicBezTo>
                      <a:pt x="26" y="83"/>
                      <a:pt x="35" y="93"/>
                      <a:pt x="47" y="93"/>
                    </a:cubicBezTo>
                    <a:close/>
                    <a:moveTo>
                      <a:pt x="97" y="59"/>
                    </a:moveTo>
                    <a:cubicBezTo>
                      <a:pt x="104" y="59"/>
                      <a:pt x="110" y="65"/>
                      <a:pt x="110" y="72"/>
                    </a:cubicBezTo>
                    <a:cubicBezTo>
                      <a:pt x="110" y="79"/>
                      <a:pt x="104" y="84"/>
                      <a:pt x="97" y="84"/>
                    </a:cubicBezTo>
                    <a:cubicBezTo>
                      <a:pt x="90" y="84"/>
                      <a:pt x="85" y="79"/>
                      <a:pt x="85" y="72"/>
                    </a:cubicBezTo>
                    <a:cubicBezTo>
                      <a:pt x="85" y="65"/>
                      <a:pt x="90" y="59"/>
                      <a:pt x="97" y="59"/>
                    </a:cubicBezTo>
                    <a:close/>
                    <a:moveTo>
                      <a:pt x="47" y="59"/>
                    </a:moveTo>
                    <a:cubicBezTo>
                      <a:pt x="54" y="59"/>
                      <a:pt x="59" y="65"/>
                      <a:pt x="59" y="72"/>
                    </a:cubicBezTo>
                    <a:cubicBezTo>
                      <a:pt x="59" y="79"/>
                      <a:pt x="54" y="84"/>
                      <a:pt x="47" y="84"/>
                    </a:cubicBezTo>
                    <a:cubicBezTo>
                      <a:pt x="40" y="84"/>
                      <a:pt x="34" y="79"/>
                      <a:pt x="34" y="72"/>
                    </a:cubicBezTo>
                    <a:cubicBezTo>
                      <a:pt x="34" y="65"/>
                      <a:pt x="40" y="59"/>
                      <a:pt x="47" y="59"/>
                    </a:cubicBezTo>
                    <a:close/>
                    <a:moveTo>
                      <a:pt x="106" y="17"/>
                    </a:moveTo>
                    <a:cubicBezTo>
                      <a:pt x="103" y="17"/>
                      <a:pt x="102" y="19"/>
                      <a:pt x="102" y="21"/>
                    </a:cubicBezTo>
                    <a:cubicBezTo>
                      <a:pt x="102" y="23"/>
                      <a:pt x="103" y="25"/>
                      <a:pt x="106" y="25"/>
                    </a:cubicBezTo>
                    <a:cubicBezTo>
                      <a:pt x="108" y="25"/>
                      <a:pt x="110" y="23"/>
                      <a:pt x="110" y="21"/>
                    </a:cubicBezTo>
                    <a:cubicBezTo>
                      <a:pt x="110" y="19"/>
                      <a:pt x="108" y="17"/>
                      <a:pt x="106" y="17"/>
                    </a:cubicBezTo>
                    <a:close/>
                  </a:path>
                </a:pathLst>
              </a:custGeom>
              <a:solidFill>
                <a:srgbClr val="7B8E9B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Oval 36"/>
              <p:cNvSpPr>
                <a:spLocks noChangeAspect="1"/>
              </p:cNvSpPr>
              <p:nvPr/>
            </p:nvSpPr>
            <p:spPr>
              <a:xfrm>
                <a:off x="8501430" y="3223479"/>
                <a:ext cx="817149" cy="817149"/>
              </a:xfrm>
              <a:prstGeom prst="ellipse">
                <a:avLst/>
              </a:prstGeom>
              <a:noFill/>
              <a:ln w="38100">
                <a:solidFill>
                  <a:srgbClr val="778C9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7" name="Group 51"/>
            <p:cNvGrpSpPr/>
            <p:nvPr/>
          </p:nvGrpSpPr>
          <p:grpSpPr>
            <a:xfrm>
              <a:off x="5895147" y="3637911"/>
              <a:ext cx="612862" cy="612862"/>
              <a:chOff x="8063186" y="4850548"/>
              <a:chExt cx="817149" cy="817149"/>
            </a:xfrm>
          </p:grpSpPr>
          <p:sp>
            <p:nvSpPr>
              <p:cNvPr id="35" name="Freeform: Shape 37"/>
              <p:cNvSpPr/>
              <p:nvPr/>
            </p:nvSpPr>
            <p:spPr bwMode="auto">
              <a:xfrm>
                <a:off x="8285171" y="5071451"/>
                <a:ext cx="373180" cy="375349"/>
              </a:xfrm>
              <a:custGeom>
                <a:avLst/>
                <a:gdLst>
                  <a:gd name="T0" fmla="*/ 173 w 189"/>
                  <a:gd name="T1" fmla="*/ 17 h 190"/>
                  <a:gd name="T2" fmla="*/ 113 w 189"/>
                  <a:gd name="T3" fmla="*/ 17 h 190"/>
                  <a:gd name="T4" fmla="*/ 101 w 189"/>
                  <a:gd name="T5" fmla="*/ 45 h 190"/>
                  <a:gd name="T6" fmla="*/ 37 w 189"/>
                  <a:gd name="T7" fmla="*/ 117 h 190"/>
                  <a:gd name="T8" fmla="*/ 29 w 189"/>
                  <a:gd name="T9" fmla="*/ 135 h 190"/>
                  <a:gd name="T10" fmla="*/ 33 w 189"/>
                  <a:gd name="T11" fmla="*/ 148 h 190"/>
                  <a:gd name="T12" fmla="*/ 21 w 189"/>
                  <a:gd name="T13" fmla="*/ 174 h 190"/>
                  <a:gd name="T14" fmla="*/ 21 w 189"/>
                  <a:gd name="T15" fmla="*/ 177 h 190"/>
                  <a:gd name="T16" fmla="*/ 4 w 189"/>
                  <a:gd name="T17" fmla="*/ 182 h 190"/>
                  <a:gd name="T18" fmla="*/ 4 w 189"/>
                  <a:gd name="T19" fmla="*/ 181 h 190"/>
                  <a:gd name="T20" fmla="*/ 0 w 189"/>
                  <a:gd name="T21" fmla="*/ 186 h 190"/>
                  <a:gd name="T22" fmla="*/ 4 w 189"/>
                  <a:gd name="T23" fmla="*/ 190 h 190"/>
                  <a:gd name="T24" fmla="*/ 4 w 189"/>
                  <a:gd name="T25" fmla="*/ 190 h 190"/>
                  <a:gd name="T26" fmla="*/ 28 w 189"/>
                  <a:gd name="T27" fmla="*/ 182 h 190"/>
                  <a:gd name="T28" fmla="*/ 29 w 189"/>
                  <a:gd name="T29" fmla="*/ 172 h 190"/>
                  <a:gd name="T30" fmla="*/ 38 w 189"/>
                  <a:gd name="T31" fmla="*/ 154 h 190"/>
                  <a:gd name="T32" fmla="*/ 54 w 189"/>
                  <a:gd name="T33" fmla="*/ 160 h 190"/>
                  <a:gd name="T34" fmla="*/ 72 w 189"/>
                  <a:gd name="T35" fmla="*/ 153 h 190"/>
                  <a:gd name="T36" fmla="*/ 144 w 189"/>
                  <a:gd name="T37" fmla="*/ 89 h 190"/>
                  <a:gd name="T38" fmla="*/ 173 w 189"/>
                  <a:gd name="T39" fmla="*/ 76 h 190"/>
                  <a:gd name="T40" fmla="*/ 173 w 189"/>
                  <a:gd name="T41" fmla="*/ 17 h 190"/>
                  <a:gd name="T42" fmla="*/ 66 w 189"/>
                  <a:gd name="T43" fmla="*/ 147 h 190"/>
                  <a:gd name="T44" fmla="*/ 54 w 189"/>
                  <a:gd name="T45" fmla="*/ 152 h 190"/>
                  <a:gd name="T46" fmla="*/ 38 w 189"/>
                  <a:gd name="T47" fmla="*/ 135 h 190"/>
                  <a:gd name="T48" fmla="*/ 42 w 189"/>
                  <a:gd name="T49" fmla="*/ 123 h 190"/>
                  <a:gd name="T50" fmla="*/ 102 w 189"/>
                  <a:gd name="T51" fmla="*/ 57 h 190"/>
                  <a:gd name="T52" fmla="*/ 113 w 189"/>
                  <a:gd name="T53" fmla="*/ 76 h 190"/>
                  <a:gd name="T54" fmla="*/ 133 w 189"/>
                  <a:gd name="T55" fmla="*/ 87 h 190"/>
                  <a:gd name="T56" fmla="*/ 66 w 189"/>
                  <a:gd name="T57" fmla="*/ 147 h 190"/>
                  <a:gd name="T58" fmla="*/ 167 w 189"/>
                  <a:gd name="T59" fmla="*/ 70 h 190"/>
                  <a:gd name="T60" fmla="*/ 119 w 189"/>
                  <a:gd name="T61" fmla="*/ 70 h 190"/>
                  <a:gd name="T62" fmla="*/ 119 w 189"/>
                  <a:gd name="T63" fmla="*/ 23 h 190"/>
                  <a:gd name="T64" fmla="*/ 167 w 189"/>
                  <a:gd name="T65" fmla="*/ 23 h 190"/>
                  <a:gd name="T66" fmla="*/ 167 w 189"/>
                  <a:gd name="T67" fmla="*/ 70 h 190"/>
                  <a:gd name="T68" fmla="*/ 78 w 189"/>
                  <a:gd name="T69" fmla="*/ 105 h 190"/>
                  <a:gd name="T70" fmla="*/ 84 w 189"/>
                  <a:gd name="T71" fmla="*/ 111 h 190"/>
                  <a:gd name="T72" fmla="*/ 111 w 189"/>
                  <a:gd name="T73" fmla="*/ 90 h 190"/>
                  <a:gd name="T74" fmla="*/ 99 w 189"/>
                  <a:gd name="T75" fmla="*/ 78 h 190"/>
                  <a:gd name="T76" fmla="*/ 78 w 189"/>
                  <a:gd name="T77" fmla="*/ 105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89" h="190">
                    <a:moveTo>
                      <a:pt x="173" y="17"/>
                    </a:moveTo>
                    <a:cubicBezTo>
                      <a:pt x="156" y="0"/>
                      <a:pt x="130" y="0"/>
                      <a:pt x="113" y="17"/>
                    </a:cubicBezTo>
                    <a:cubicBezTo>
                      <a:pt x="105" y="25"/>
                      <a:pt x="101" y="35"/>
                      <a:pt x="101" y="45"/>
                    </a:cubicBezTo>
                    <a:cubicBezTo>
                      <a:pt x="37" y="117"/>
                      <a:pt x="37" y="117"/>
                      <a:pt x="37" y="117"/>
                    </a:cubicBezTo>
                    <a:cubicBezTo>
                      <a:pt x="32" y="122"/>
                      <a:pt x="29" y="128"/>
                      <a:pt x="29" y="135"/>
                    </a:cubicBezTo>
                    <a:cubicBezTo>
                      <a:pt x="29" y="140"/>
                      <a:pt x="30" y="144"/>
                      <a:pt x="33" y="148"/>
                    </a:cubicBezTo>
                    <a:cubicBezTo>
                      <a:pt x="21" y="155"/>
                      <a:pt x="16" y="161"/>
                      <a:pt x="21" y="174"/>
                    </a:cubicBezTo>
                    <a:cubicBezTo>
                      <a:pt x="21" y="176"/>
                      <a:pt x="21" y="177"/>
                      <a:pt x="21" y="177"/>
                    </a:cubicBezTo>
                    <a:cubicBezTo>
                      <a:pt x="19" y="180"/>
                      <a:pt x="10" y="181"/>
                      <a:pt x="4" y="182"/>
                    </a:cubicBezTo>
                    <a:cubicBezTo>
                      <a:pt x="4" y="182"/>
                      <a:pt x="4" y="181"/>
                      <a:pt x="4" y="181"/>
                    </a:cubicBezTo>
                    <a:cubicBezTo>
                      <a:pt x="1" y="181"/>
                      <a:pt x="0" y="183"/>
                      <a:pt x="0" y="186"/>
                    </a:cubicBezTo>
                    <a:cubicBezTo>
                      <a:pt x="0" y="188"/>
                      <a:pt x="1" y="190"/>
                      <a:pt x="4" y="190"/>
                    </a:cubicBezTo>
                    <a:cubicBezTo>
                      <a:pt x="4" y="190"/>
                      <a:pt x="4" y="190"/>
                      <a:pt x="4" y="190"/>
                    </a:cubicBezTo>
                    <a:cubicBezTo>
                      <a:pt x="7" y="190"/>
                      <a:pt x="22" y="190"/>
                      <a:pt x="28" y="182"/>
                    </a:cubicBezTo>
                    <a:cubicBezTo>
                      <a:pt x="29" y="180"/>
                      <a:pt x="30" y="176"/>
                      <a:pt x="29" y="172"/>
                    </a:cubicBezTo>
                    <a:cubicBezTo>
                      <a:pt x="26" y="164"/>
                      <a:pt x="27" y="161"/>
                      <a:pt x="38" y="154"/>
                    </a:cubicBezTo>
                    <a:cubicBezTo>
                      <a:pt x="43" y="158"/>
                      <a:pt x="48" y="160"/>
                      <a:pt x="54" y="160"/>
                    </a:cubicBezTo>
                    <a:cubicBezTo>
                      <a:pt x="61" y="160"/>
                      <a:pt x="68" y="158"/>
                      <a:pt x="72" y="153"/>
                    </a:cubicBezTo>
                    <a:cubicBezTo>
                      <a:pt x="144" y="89"/>
                      <a:pt x="144" y="89"/>
                      <a:pt x="144" y="89"/>
                    </a:cubicBezTo>
                    <a:cubicBezTo>
                      <a:pt x="155" y="88"/>
                      <a:pt x="165" y="84"/>
                      <a:pt x="173" y="76"/>
                    </a:cubicBezTo>
                    <a:cubicBezTo>
                      <a:pt x="189" y="60"/>
                      <a:pt x="189" y="33"/>
                      <a:pt x="173" y="17"/>
                    </a:cubicBezTo>
                    <a:close/>
                    <a:moveTo>
                      <a:pt x="66" y="147"/>
                    </a:moveTo>
                    <a:cubicBezTo>
                      <a:pt x="63" y="150"/>
                      <a:pt x="59" y="152"/>
                      <a:pt x="54" y="152"/>
                    </a:cubicBezTo>
                    <a:cubicBezTo>
                      <a:pt x="45" y="152"/>
                      <a:pt x="38" y="144"/>
                      <a:pt x="38" y="135"/>
                    </a:cubicBezTo>
                    <a:cubicBezTo>
                      <a:pt x="38" y="130"/>
                      <a:pt x="39" y="126"/>
                      <a:pt x="42" y="123"/>
                    </a:cubicBezTo>
                    <a:cubicBezTo>
                      <a:pt x="102" y="57"/>
                      <a:pt x="102" y="57"/>
                      <a:pt x="102" y="57"/>
                    </a:cubicBezTo>
                    <a:cubicBezTo>
                      <a:pt x="104" y="64"/>
                      <a:pt x="108" y="71"/>
                      <a:pt x="113" y="76"/>
                    </a:cubicBezTo>
                    <a:cubicBezTo>
                      <a:pt x="119" y="82"/>
                      <a:pt x="126" y="86"/>
                      <a:pt x="133" y="87"/>
                    </a:cubicBezTo>
                    <a:lnTo>
                      <a:pt x="66" y="147"/>
                    </a:lnTo>
                    <a:close/>
                    <a:moveTo>
                      <a:pt x="167" y="70"/>
                    </a:moveTo>
                    <a:cubicBezTo>
                      <a:pt x="154" y="84"/>
                      <a:pt x="132" y="84"/>
                      <a:pt x="119" y="70"/>
                    </a:cubicBezTo>
                    <a:cubicBezTo>
                      <a:pt x="106" y="57"/>
                      <a:pt x="106" y="36"/>
                      <a:pt x="119" y="23"/>
                    </a:cubicBezTo>
                    <a:cubicBezTo>
                      <a:pt x="132" y="10"/>
                      <a:pt x="154" y="10"/>
                      <a:pt x="167" y="23"/>
                    </a:cubicBezTo>
                    <a:cubicBezTo>
                      <a:pt x="180" y="36"/>
                      <a:pt x="180" y="57"/>
                      <a:pt x="167" y="70"/>
                    </a:cubicBezTo>
                    <a:close/>
                    <a:moveTo>
                      <a:pt x="78" y="105"/>
                    </a:moveTo>
                    <a:cubicBezTo>
                      <a:pt x="84" y="111"/>
                      <a:pt x="84" y="111"/>
                      <a:pt x="84" y="111"/>
                    </a:cubicBezTo>
                    <a:cubicBezTo>
                      <a:pt x="111" y="90"/>
                      <a:pt x="111" y="90"/>
                      <a:pt x="111" y="90"/>
                    </a:cubicBezTo>
                    <a:cubicBezTo>
                      <a:pt x="99" y="78"/>
                      <a:pt x="99" y="78"/>
                      <a:pt x="99" y="78"/>
                    </a:cubicBezTo>
                    <a:lnTo>
                      <a:pt x="78" y="105"/>
                    </a:lnTo>
                    <a:close/>
                  </a:path>
                </a:pathLst>
              </a:custGeom>
              <a:solidFill>
                <a:srgbClr val="4D5985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Oval 38"/>
              <p:cNvSpPr>
                <a:spLocks noChangeAspect="1"/>
              </p:cNvSpPr>
              <p:nvPr/>
            </p:nvSpPr>
            <p:spPr>
              <a:xfrm>
                <a:off x="8063186" y="4850548"/>
                <a:ext cx="817149" cy="817149"/>
              </a:xfrm>
              <a:prstGeom prst="ellipse">
                <a:avLst/>
              </a:prstGeom>
              <a:noFill/>
              <a:ln w="38100">
                <a:solidFill>
                  <a:srgbClr val="4D59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8" name="Group 50"/>
            <p:cNvGrpSpPr/>
            <p:nvPr/>
          </p:nvGrpSpPr>
          <p:grpSpPr>
            <a:xfrm>
              <a:off x="3188201" y="3637911"/>
              <a:ext cx="612862" cy="612862"/>
              <a:chOff x="4250935" y="4850548"/>
              <a:chExt cx="817149" cy="817149"/>
            </a:xfrm>
          </p:grpSpPr>
          <p:sp>
            <p:nvSpPr>
              <p:cNvPr id="33" name="Oval 44"/>
              <p:cNvSpPr>
                <a:spLocks noChangeAspect="1"/>
              </p:cNvSpPr>
              <p:nvPr/>
            </p:nvSpPr>
            <p:spPr>
              <a:xfrm>
                <a:off x="4250935" y="4850548"/>
                <a:ext cx="817149" cy="817149"/>
              </a:xfrm>
              <a:prstGeom prst="ellipse">
                <a:avLst/>
              </a:prstGeom>
              <a:noFill/>
              <a:ln w="38100">
                <a:solidFill>
                  <a:srgbClr val="778C9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Freeform: Shape 45"/>
              <p:cNvSpPr/>
              <p:nvPr/>
            </p:nvSpPr>
            <p:spPr bwMode="auto">
              <a:xfrm>
                <a:off x="4544228" y="5079182"/>
                <a:ext cx="230563" cy="360322"/>
              </a:xfrm>
              <a:custGeom>
                <a:avLst/>
                <a:gdLst>
                  <a:gd name="T0" fmla="*/ 55 w 118"/>
                  <a:gd name="T1" fmla="*/ 118 h 185"/>
                  <a:gd name="T2" fmla="*/ 51 w 118"/>
                  <a:gd name="T3" fmla="*/ 122 h 185"/>
                  <a:gd name="T4" fmla="*/ 55 w 118"/>
                  <a:gd name="T5" fmla="*/ 126 h 185"/>
                  <a:gd name="T6" fmla="*/ 59 w 118"/>
                  <a:gd name="T7" fmla="*/ 122 h 185"/>
                  <a:gd name="T8" fmla="*/ 55 w 118"/>
                  <a:gd name="T9" fmla="*/ 118 h 185"/>
                  <a:gd name="T10" fmla="*/ 46 w 118"/>
                  <a:gd name="T11" fmla="*/ 152 h 185"/>
                  <a:gd name="T12" fmla="*/ 42 w 118"/>
                  <a:gd name="T13" fmla="*/ 156 h 185"/>
                  <a:gd name="T14" fmla="*/ 46 w 118"/>
                  <a:gd name="T15" fmla="*/ 160 h 185"/>
                  <a:gd name="T16" fmla="*/ 51 w 118"/>
                  <a:gd name="T17" fmla="*/ 156 h 185"/>
                  <a:gd name="T18" fmla="*/ 46 w 118"/>
                  <a:gd name="T19" fmla="*/ 152 h 185"/>
                  <a:gd name="T20" fmla="*/ 51 w 118"/>
                  <a:gd name="T21" fmla="*/ 93 h 185"/>
                  <a:gd name="T22" fmla="*/ 42 w 118"/>
                  <a:gd name="T23" fmla="*/ 84 h 185"/>
                  <a:gd name="T24" fmla="*/ 34 w 118"/>
                  <a:gd name="T25" fmla="*/ 93 h 185"/>
                  <a:gd name="T26" fmla="*/ 42 w 118"/>
                  <a:gd name="T27" fmla="*/ 101 h 185"/>
                  <a:gd name="T28" fmla="*/ 51 w 118"/>
                  <a:gd name="T29" fmla="*/ 93 h 185"/>
                  <a:gd name="T30" fmla="*/ 110 w 118"/>
                  <a:gd name="T31" fmla="*/ 0 h 185"/>
                  <a:gd name="T32" fmla="*/ 8 w 118"/>
                  <a:gd name="T33" fmla="*/ 0 h 185"/>
                  <a:gd name="T34" fmla="*/ 0 w 118"/>
                  <a:gd name="T35" fmla="*/ 8 h 185"/>
                  <a:gd name="T36" fmla="*/ 0 w 118"/>
                  <a:gd name="T37" fmla="*/ 17 h 185"/>
                  <a:gd name="T38" fmla="*/ 8 w 118"/>
                  <a:gd name="T39" fmla="*/ 25 h 185"/>
                  <a:gd name="T40" fmla="*/ 17 w 118"/>
                  <a:gd name="T41" fmla="*/ 25 h 185"/>
                  <a:gd name="T42" fmla="*/ 17 w 118"/>
                  <a:gd name="T43" fmla="*/ 143 h 185"/>
                  <a:gd name="T44" fmla="*/ 59 w 118"/>
                  <a:gd name="T45" fmla="*/ 185 h 185"/>
                  <a:gd name="T46" fmla="*/ 101 w 118"/>
                  <a:gd name="T47" fmla="*/ 143 h 185"/>
                  <a:gd name="T48" fmla="*/ 101 w 118"/>
                  <a:gd name="T49" fmla="*/ 25 h 185"/>
                  <a:gd name="T50" fmla="*/ 110 w 118"/>
                  <a:gd name="T51" fmla="*/ 25 h 185"/>
                  <a:gd name="T52" fmla="*/ 118 w 118"/>
                  <a:gd name="T53" fmla="*/ 17 h 185"/>
                  <a:gd name="T54" fmla="*/ 118 w 118"/>
                  <a:gd name="T55" fmla="*/ 8 h 185"/>
                  <a:gd name="T56" fmla="*/ 110 w 118"/>
                  <a:gd name="T57" fmla="*/ 0 h 185"/>
                  <a:gd name="T58" fmla="*/ 93 w 118"/>
                  <a:gd name="T59" fmla="*/ 143 h 185"/>
                  <a:gd name="T60" fmla="*/ 59 w 118"/>
                  <a:gd name="T61" fmla="*/ 177 h 185"/>
                  <a:gd name="T62" fmla="*/ 25 w 118"/>
                  <a:gd name="T63" fmla="*/ 143 h 185"/>
                  <a:gd name="T64" fmla="*/ 25 w 118"/>
                  <a:gd name="T65" fmla="*/ 55 h 185"/>
                  <a:gd name="T66" fmla="*/ 45 w 118"/>
                  <a:gd name="T67" fmla="*/ 59 h 185"/>
                  <a:gd name="T68" fmla="*/ 57 w 118"/>
                  <a:gd name="T69" fmla="*/ 57 h 185"/>
                  <a:gd name="T70" fmla="*/ 82 w 118"/>
                  <a:gd name="T71" fmla="*/ 47 h 185"/>
                  <a:gd name="T72" fmla="*/ 93 w 118"/>
                  <a:gd name="T73" fmla="*/ 43 h 185"/>
                  <a:gd name="T74" fmla="*/ 93 w 118"/>
                  <a:gd name="T75" fmla="*/ 143 h 185"/>
                  <a:gd name="T76" fmla="*/ 93 w 118"/>
                  <a:gd name="T77" fmla="*/ 34 h 185"/>
                  <a:gd name="T78" fmla="*/ 79 w 118"/>
                  <a:gd name="T79" fmla="*/ 40 h 185"/>
                  <a:gd name="T80" fmla="*/ 55 w 118"/>
                  <a:gd name="T81" fmla="*/ 50 h 185"/>
                  <a:gd name="T82" fmla="*/ 25 w 118"/>
                  <a:gd name="T83" fmla="*/ 46 h 185"/>
                  <a:gd name="T84" fmla="*/ 25 w 118"/>
                  <a:gd name="T85" fmla="*/ 25 h 185"/>
                  <a:gd name="T86" fmla="*/ 93 w 118"/>
                  <a:gd name="T87" fmla="*/ 25 h 185"/>
                  <a:gd name="T88" fmla="*/ 93 w 118"/>
                  <a:gd name="T89" fmla="*/ 34 h 185"/>
                  <a:gd name="T90" fmla="*/ 110 w 118"/>
                  <a:gd name="T91" fmla="*/ 17 h 185"/>
                  <a:gd name="T92" fmla="*/ 8 w 118"/>
                  <a:gd name="T93" fmla="*/ 17 h 185"/>
                  <a:gd name="T94" fmla="*/ 8 w 118"/>
                  <a:gd name="T95" fmla="*/ 8 h 185"/>
                  <a:gd name="T96" fmla="*/ 110 w 118"/>
                  <a:gd name="T97" fmla="*/ 8 h 185"/>
                  <a:gd name="T98" fmla="*/ 110 w 118"/>
                  <a:gd name="T99" fmla="*/ 17 h 185"/>
                  <a:gd name="T100" fmla="*/ 72 w 118"/>
                  <a:gd name="T101" fmla="*/ 135 h 185"/>
                  <a:gd name="T102" fmla="*/ 68 w 118"/>
                  <a:gd name="T103" fmla="*/ 139 h 185"/>
                  <a:gd name="T104" fmla="*/ 72 w 118"/>
                  <a:gd name="T105" fmla="*/ 143 h 185"/>
                  <a:gd name="T106" fmla="*/ 76 w 118"/>
                  <a:gd name="T107" fmla="*/ 139 h 185"/>
                  <a:gd name="T108" fmla="*/ 72 w 118"/>
                  <a:gd name="T109" fmla="*/ 135 h 185"/>
                  <a:gd name="T110" fmla="*/ 76 w 118"/>
                  <a:gd name="T111" fmla="*/ 67 h 185"/>
                  <a:gd name="T112" fmla="*/ 68 w 118"/>
                  <a:gd name="T113" fmla="*/ 76 h 185"/>
                  <a:gd name="T114" fmla="*/ 76 w 118"/>
                  <a:gd name="T115" fmla="*/ 84 h 185"/>
                  <a:gd name="T116" fmla="*/ 84 w 118"/>
                  <a:gd name="T117" fmla="*/ 76 h 185"/>
                  <a:gd name="T118" fmla="*/ 76 w 118"/>
                  <a:gd name="T119" fmla="*/ 67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8" h="185">
                    <a:moveTo>
                      <a:pt x="55" y="118"/>
                    </a:moveTo>
                    <a:cubicBezTo>
                      <a:pt x="53" y="118"/>
                      <a:pt x="51" y="120"/>
                      <a:pt x="51" y="122"/>
                    </a:cubicBezTo>
                    <a:cubicBezTo>
                      <a:pt x="51" y="124"/>
                      <a:pt x="53" y="126"/>
                      <a:pt x="55" y="126"/>
                    </a:cubicBezTo>
                    <a:cubicBezTo>
                      <a:pt x="57" y="126"/>
                      <a:pt x="59" y="124"/>
                      <a:pt x="59" y="122"/>
                    </a:cubicBezTo>
                    <a:cubicBezTo>
                      <a:pt x="59" y="120"/>
                      <a:pt x="57" y="118"/>
                      <a:pt x="55" y="118"/>
                    </a:cubicBezTo>
                    <a:close/>
                    <a:moveTo>
                      <a:pt x="46" y="152"/>
                    </a:moveTo>
                    <a:cubicBezTo>
                      <a:pt x="44" y="152"/>
                      <a:pt x="42" y="154"/>
                      <a:pt x="42" y="156"/>
                    </a:cubicBezTo>
                    <a:cubicBezTo>
                      <a:pt x="42" y="158"/>
                      <a:pt x="44" y="160"/>
                      <a:pt x="46" y="160"/>
                    </a:cubicBezTo>
                    <a:cubicBezTo>
                      <a:pt x="49" y="160"/>
                      <a:pt x="51" y="158"/>
                      <a:pt x="51" y="156"/>
                    </a:cubicBezTo>
                    <a:cubicBezTo>
                      <a:pt x="51" y="154"/>
                      <a:pt x="49" y="152"/>
                      <a:pt x="46" y="152"/>
                    </a:cubicBezTo>
                    <a:close/>
                    <a:moveTo>
                      <a:pt x="51" y="93"/>
                    </a:moveTo>
                    <a:cubicBezTo>
                      <a:pt x="51" y="88"/>
                      <a:pt x="47" y="84"/>
                      <a:pt x="42" y="84"/>
                    </a:cubicBezTo>
                    <a:cubicBezTo>
                      <a:pt x="38" y="84"/>
                      <a:pt x="34" y="88"/>
                      <a:pt x="34" y="93"/>
                    </a:cubicBezTo>
                    <a:cubicBezTo>
                      <a:pt x="34" y="97"/>
                      <a:pt x="38" y="101"/>
                      <a:pt x="42" y="101"/>
                    </a:cubicBezTo>
                    <a:cubicBezTo>
                      <a:pt x="47" y="101"/>
                      <a:pt x="51" y="97"/>
                      <a:pt x="51" y="93"/>
                    </a:cubicBezTo>
                    <a:close/>
                    <a:moveTo>
                      <a:pt x="110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1"/>
                      <a:pt x="4" y="25"/>
                      <a:pt x="8" y="25"/>
                    </a:cubicBezTo>
                    <a:cubicBezTo>
                      <a:pt x="17" y="25"/>
                      <a:pt x="17" y="25"/>
                      <a:pt x="17" y="25"/>
                    </a:cubicBezTo>
                    <a:cubicBezTo>
                      <a:pt x="17" y="143"/>
                      <a:pt x="17" y="143"/>
                      <a:pt x="17" y="143"/>
                    </a:cubicBezTo>
                    <a:cubicBezTo>
                      <a:pt x="17" y="166"/>
                      <a:pt x="36" y="185"/>
                      <a:pt x="59" y="185"/>
                    </a:cubicBezTo>
                    <a:cubicBezTo>
                      <a:pt x="82" y="185"/>
                      <a:pt x="101" y="166"/>
                      <a:pt x="101" y="143"/>
                    </a:cubicBezTo>
                    <a:cubicBezTo>
                      <a:pt x="101" y="25"/>
                      <a:pt x="101" y="25"/>
                      <a:pt x="101" y="25"/>
                    </a:cubicBezTo>
                    <a:cubicBezTo>
                      <a:pt x="110" y="25"/>
                      <a:pt x="110" y="25"/>
                      <a:pt x="110" y="25"/>
                    </a:cubicBezTo>
                    <a:cubicBezTo>
                      <a:pt x="114" y="25"/>
                      <a:pt x="118" y="21"/>
                      <a:pt x="118" y="17"/>
                    </a:cubicBezTo>
                    <a:cubicBezTo>
                      <a:pt x="118" y="8"/>
                      <a:pt x="118" y="8"/>
                      <a:pt x="118" y="8"/>
                    </a:cubicBezTo>
                    <a:cubicBezTo>
                      <a:pt x="118" y="4"/>
                      <a:pt x="114" y="0"/>
                      <a:pt x="110" y="0"/>
                    </a:cubicBezTo>
                    <a:close/>
                    <a:moveTo>
                      <a:pt x="93" y="143"/>
                    </a:moveTo>
                    <a:cubicBezTo>
                      <a:pt x="93" y="162"/>
                      <a:pt x="78" y="177"/>
                      <a:pt x="59" y="177"/>
                    </a:cubicBezTo>
                    <a:cubicBezTo>
                      <a:pt x="40" y="177"/>
                      <a:pt x="25" y="162"/>
                      <a:pt x="25" y="143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31" y="57"/>
                      <a:pt x="38" y="59"/>
                      <a:pt x="45" y="59"/>
                    </a:cubicBezTo>
                    <a:cubicBezTo>
                      <a:pt x="49" y="59"/>
                      <a:pt x="53" y="58"/>
                      <a:pt x="57" y="57"/>
                    </a:cubicBezTo>
                    <a:cubicBezTo>
                      <a:pt x="68" y="54"/>
                      <a:pt x="76" y="50"/>
                      <a:pt x="82" y="47"/>
                    </a:cubicBezTo>
                    <a:cubicBezTo>
                      <a:pt x="86" y="45"/>
                      <a:pt x="90" y="44"/>
                      <a:pt x="93" y="43"/>
                    </a:cubicBezTo>
                    <a:lnTo>
                      <a:pt x="93" y="143"/>
                    </a:lnTo>
                    <a:close/>
                    <a:moveTo>
                      <a:pt x="93" y="34"/>
                    </a:moveTo>
                    <a:cubicBezTo>
                      <a:pt x="88" y="36"/>
                      <a:pt x="84" y="38"/>
                      <a:pt x="79" y="40"/>
                    </a:cubicBezTo>
                    <a:cubicBezTo>
                      <a:pt x="72" y="43"/>
                      <a:pt x="65" y="46"/>
                      <a:pt x="55" y="50"/>
                    </a:cubicBezTo>
                    <a:cubicBezTo>
                      <a:pt x="44" y="53"/>
                      <a:pt x="34" y="50"/>
                      <a:pt x="25" y="46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93" y="25"/>
                      <a:pt x="93" y="25"/>
                      <a:pt x="93" y="25"/>
                    </a:cubicBezTo>
                    <a:lnTo>
                      <a:pt x="93" y="34"/>
                    </a:lnTo>
                    <a:close/>
                    <a:moveTo>
                      <a:pt x="110" y="17"/>
                    </a:moveTo>
                    <a:cubicBezTo>
                      <a:pt x="8" y="17"/>
                      <a:pt x="8" y="17"/>
                      <a:pt x="8" y="17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10" y="8"/>
                      <a:pt x="110" y="8"/>
                      <a:pt x="110" y="8"/>
                    </a:cubicBezTo>
                    <a:lnTo>
                      <a:pt x="110" y="17"/>
                    </a:lnTo>
                    <a:close/>
                    <a:moveTo>
                      <a:pt x="72" y="135"/>
                    </a:moveTo>
                    <a:cubicBezTo>
                      <a:pt x="69" y="135"/>
                      <a:pt x="68" y="137"/>
                      <a:pt x="68" y="139"/>
                    </a:cubicBezTo>
                    <a:cubicBezTo>
                      <a:pt x="68" y="141"/>
                      <a:pt x="69" y="143"/>
                      <a:pt x="72" y="143"/>
                    </a:cubicBezTo>
                    <a:cubicBezTo>
                      <a:pt x="74" y="143"/>
                      <a:pt x="76" y="141"/>
                      <a:pt x="76" y="139"/>
                    </a:cubicBezTo>
                    <a:cubicBezTo>
                      <a:pt x="76" y="137"/>
                      <a:pt x="74" y="135"/>
                      <a:pt x="72" y="135"/>
                    </a:cubicBezTo>
                    <a:close/>
                    <a:moveTo>
                      <a:pt x="76" y="67"/>
                    </a:moveTo>
                    <a:cubicBezTo>
                      <a:pt x="71" y="67"/>
                      <a:pt x="68" y="71"/>
                      <a:pt x="68" y="76"/>
                    </a:cubicBezTo>
                    <a:cubicBezTo>
                      <a:pt x="68" y="80"/>
                      <a:pt x="71" y="84"/>
                      <a:pt x="76" y="84"/>
                    </a:cubicBezTo>
                    <a:cubicBezTo>
                      <a:pt x="81" y="84"/>
                      <a:pt x="84" y="80"/>
                      <a:pt x="84" y="76"/>
                    </a:cubicBezTo>
                    <a:cubicBezTo>
                      <a:pt x="84" y="71"/>
                      <a:pt x="81" y="67"/>
                      <a:pt x="76" y="67"/>
                    </a:cubicBezTo>
                    <a:close/>
                  </a:path>
                </a:pathLst>
              </a:custGeom>
              <a:solidFill>
                <a:srgbClr val="7B8E9B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9" name="Group 49"/>
            <p:cNvGrpSpPr/>
            <p:nvPr/>
          </p:nvGrpSpPr>
          <p:grpSpPr>
            <a:xfrm>
              <a:off x="2160508" y="2417609"/>
              <a:ext cx="612862" cy="612862"/>
              <a:chOff x="2880678" y="3223479"/>
              <a:chExt cx="817149" cy="817149"/>
            </a:xfrm>
          </p:grpSpPr>
          <p:sp>
            <p:nvSpPr>
              <p:cNvPr id="31" name="Oval 43"/>
              <p:cNvSpPr>
                <a:spLocks noChangeAspect="1"/>
              </p:cNvSpPr>
              <p:nvPr/>
            </p:nvSpPr>
            <p:spPr>
              <a:xfrm>
                <a:off x="2880678" y="3223479"/>
                <a:ext cx="817149" cy="817149"/>
              </a:xfrm>
              <a:prstGeom prst="ellipse">
                <a:avLst/>
              </a:prstGeom>
              <a:noFill/>
              <a:ln w="38100">
                <a:solidFill>
                  <a:srgbClr val="4D59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Freeform: Shape 46"/>
              <p:cNvSpPr/>
              <p:nvPr/>
            </p:nvSpPr>
            <p:spPr bwMode="auto">
              <a:xfrm>
                <a:off x="3106919" y="3486347"/>
                <a:ext cx="361394" cy="297050"/>
              </a:xfrm>
              <a:custGeom>
                <a:avLst/>
                <a:gdLst>
                  <a:gd name="T0" fmla="*/ 17 w 185"/>
                  <a:gd name="T1" fmla="*/ 109 h 152"/>
                  <a:gd name="T2" fmla="*/ 25 w 185"/>
                  <a:gd name="T3" fmla="*/ 109 h 152"/>
                  <a:gd name="T4" fmla="*/ 46 w 185"/>
                  <a:gd name="T5" fmla="*/ 88 h 152"/>
                  <a:gd name="T6" fmla="*/ 181 w 185"/>
                  <a:gd name="T7" fmla="*/ 91 h 152"/>
                  <a:gd name="T8" fmla="*/ 150 w 185"/>
                  <a:gd name="T9" fmla="*/ 17 h 152"/>
                  <a:gd name="T10" fmla="*/ 101 w 185"/>
                  <a:gd name="T11" fmla="*/ 25 h 152"/>
                  <a:gd name="T12" fmla="*/ 59 w 185"/>
                  <a:gd name="T13" fmla="*/ 0 h 152"/>
                  <a:gd name="T14" fmla="*/ 35 w 185"/>
                  <a:gd name="T15" fmla="*/ 17 h 152"/>
                  <a:gd name="T16" fmla="*/ 0 w 185"/>
                  <a:gd name="T17" fmla="*/ 109 h 152"/>
                  <a:gd name="T18" fmla="*/ 83 w 185"/>
                  <a:gd name="T19" fmla="*/ 118 h 152"/>
                  <a:gd name="T20" fmla="*/ 143 w 185"/>
                  <a:gd name="T21" fmla="*/ 152 h 152"/>
                  <a:gd name="T22" fmla="*/ 181 w 185"/>
                  <a:gd name="T23" fmla="*/ 91 h 152"/>
                  <a:gd name="T24" fmla="*/ 8 w 185"/>
                  <a:gd name="T25" fmla="*/ 109 h 152"/>
                  <a:gd name="T26" fmla="*/ 76 w 185"/>
                  <a:gd name="T27" fmla="*/ 109 h 152"/>
                  <a:gd name="T28" fmla="*/ 76 w 185"/>
                  <a:gd name="T29" fmla="*/ 84 h 152"/>
                  <a:gd name="T30" fmla="*/ 21 w 185"/>
                  <a:gd name="T31" fmla="*/ 73 h 152"/>
                  <a:gd name="T32" fmla="*/ 44 w 185"/>
                  <a:gd name="T33" fmla="*/ 18 h 152"/>
                  <a:gd name="T34" fmla="*/ 76 w 185"/>
                  <a:gd name="T35" fmla="*/ 24 h 152"/>
                  <a:gd name="T36" fmla="*/ 76 w 185"/>
                  <a:gd name="T37" fmla="*/ 84 h 152"/>
                  <a:gd name="T38" fmla="*/ 84 w 185"/>
                  <a:gd name="T39" fmla="*/ 109 h 152"/>
                  <a:gd name="T40" fmla="*/ 101 w 185"/>
                  <a:gd name="T41" fmla="*/ 101 h 152"/>
                  <a:gd name="T42" fmla="*/ 101 w 185"/>
                  <a:gd name="T43" fmla="*/ 93 h 152"/>
                  <a:gd name="T44" fmla="*/ 84 w 185"/>
                  <a:gd name="T45" fmla="*/ 33 h 152"/>
                  <a:gd name="T46" fmla="*/ 101 w 185"/>
                  <a:gd name="T47" fmla="*/ 93 h 152"/>
                  <a:gd name="T48" fmla="*/ 110 w 185"/>
                  <a:gd name="T49" fmla="*/ 24 h 152"/>
                  <a:gd name="T50" fmla="*/ 142 w 185"/>
                  <a:gd name="T51" fmla="*/ 18 h 152"/>
                  <a:gd name="T52" fmla="*/ 164 w 185"/>
                  <a:gd name="T53" fmla="*/ 73 h 152"/>
                  <a:gd name="T54" fmla="*/ 109 w 185"/>
                  <a:gd name="T55" fmla="*/ 84 h 152"/>
                  <a:gd name="T56" fmla="*/ 143 w 185"/>
                  <a:gd name="T57" fmla="*/ 143 h 152"/>
                  <a:gd name="T58" fmla="*/ 143 w 185"/>
                  <a:gd name="T59" fmla="*/ 76 h 152"/>
                  <a:gd name="T60" fmla="*/ 143 w 185"/>
                  <a:gd name="T61" fmla="*/ 143 h 152"/>
                  <a:gd name="T62" fmla="*/ 118 w 185"/>
                  <a:gd name="T63" fmla="*/ 109 h 152"/>
                  <a:gd name="T64" fmla="*/ 126 w 185"/>
                  <a:gd name="T65" fmla="*/ 109 h 152"/>
                  <a:gd name="T66" fmla="*/ 147 w 185"/>
                  <a:gd name="T67" fmla="*/ 88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85" h="152">
                    <a:moveTo>
                      <a:pt x="42" y="84"/>
                    </a:moveTo>
                    <a:cubicBezTo>
                      <a:pt x="28" y="84"/>
                      <a:pt x="17" y="95"/>
                      <a:pt x="17" y="109"/>
                    </a:cubicBezTo>
                    <a:cubicBezTo>
                      <a:pt x="17" y="112"/>
                      <a:pt x="19" y="114"/>
                      <a:pt x="21" y="114"/>
                    </a:cubicBezTo>
                    <a:cubicBezTo>
                      <a:pt x="23" y="114"/>
                      <a:pt x="25" y="112"/>
                      <a:pt x="25" y="109"/>
                    </a:cubicBezTo>
                    <a:cubicBezTo>
                      <a:pt x="25" y="100"/>
                      <a:pt x="33" y="93"/>
                      <a:pt x="42" y="93"/>
                    </a:cubicBezTo>
                    <a:cubicBezTo>
                      <a:pt x="44" y="93"/>
                      <a:pt x="46" y="91"/>
                      <a:pt x="46" y="88"/>
                    </a:cubicBezTo>
                    <a:cubicBezTo>
                      <a:pt x="46" y="86"/>
                      <a:pt x="44" y="84"/>
                      <a:pt x="42" y="84"/>
                    </a:cubicBezTo>
                    <a:close/>
                    <a:moveTo>
                      <a:pt x="181" y="91"/>
                    </a:moveTo>
                    <a:cubicBezTo>
                      <a:pt x="150" y="17"/>
                      <a:pt x="150" y="17"/>
                      <a:pt x="150" y="17"/>
                    </a:cubicBezTo>
                    <a:cubicBezTo>
                      <a:pt x="150" y="17"/>
                      <a:pt x="150" y="17"/>
                      <a:pt x="150" y="17"/>
                    </a:cubicBezTo>
                    <a:cubicBezTo>
                      <a:pt x="147" y="7"/>
                      <a:pt x="137" y="0"/>
                      <a:pt x="126" y="0"/>
                    </a:cubicBezTo>
                    <a:cubicBezTo>
                      <a:pt x="112" y="0"/>
                      <a:pt x="101" y="11"/>
                      <a:pt x="101" y="25"/>
                    </a:cubicBezTo>
                    <a:cubicBezTo>
                      <a:pt x="84" y="25"/>
                      <a:pt x="84" y="25"/>
                      <a:pt x="84" y="25"/>
                    </a:cubicBezTo>
                    <a:cubicBezTo>
                      <a:pt x="84" y="11"/>
                      <a:pt x="73" y="0"/>
                      <a:pt x="59" y="0"/>
                    </a:cubicBezTo>
                    <a:cubicBezTo>
                      <a:pt x="48" y="0"/>
                      <a:pt x="39" y="7"/>
                      <a:pt x="35" y="17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4" y="91"/>
                      <a:pt x="4" y="91"/>
                      <a:pt x="4" y="91"/>
                    </a:cubicBezTo>
                    <a:cubicBezTo>
                      <a:pt x="1" y="97"/>
                      <a:pt x="0" y="103"/>
                      <a:pt x="0" y="109"/>
                    </a:cubicBezTo>
                    <a:cubicBezTo>
                      <a:pt x="0" y="133"/>
                      <a:pt x="19" y="152"/>
                      <a:pt x="42" y="152"/>
                    </a:cubicBezTo>
                    <a:cubicBezTo>
                      <a:pt x="62" y="152"/>
                      <a:pt x="79" y="137"/>
                      <a:pt x="83" y="118"/>
                    </a:cubicBezTo>
                    <a:cubicBezTo>
                      <a:pt x="102" y="118"/>
                      <a:pt x="102" y="118"/>
                      <a:pt x="102" y="118"/>
                    </a:cubicBezTo>
                    <a:cubicBezTo>
                      <a:pt x="106" y="137"/>
                      <a:pt x="123" y="152"/>
                      <a:pt x="143" y="152"/>
                    </a:cubicBezTo>
                    <a:cubicBezTo>
                      <a:pt x="167" y="152"/>
                      <a:pt x="185" y="133"/>
                      <a:pt x="185" y="109"/>
                    </a:cubicBezTo>
                    <a:cubicBezTo>
                      <a:pt x="185" y="103"/>
                      <a:pt x="184" y="97"/>
                      <a:pt x="181" y="91"/>
                    </a:cubicBezTo>
                    <a:close/>
                    <a:moveTo>
                      <a:pt x="42" y="143"/>
                    </a:moveTo>
                    <a:cubicBezTo>
                      <a:pt x="23" y="143"/>
                      <a:pt x="8" y="128"/>
                      <a:pt x="8" y="109"/>
                    </a:cubicBezTo>
                    <a:cubicBezTo>
                      <a:pt x="8" y="91"/>
                      <a:pt x="23" y="76"/>
                      <a:pt x="42" y="76"/>
                    </a:cubicBezTo>
                    <a:cubicBezTo>
                      <a:pt x="61" y="76"/>
                      <a:pt x="76" y="91"/>
                      <a:pt x="76" y="109"/>
                    </a:cubicBezTo>
                    <a:cubicBezTo>
                      <a:pt x="76" y="128"/>
                      <a:pt x="61" y="143"/>
                      <a:pt x="42" y="143"/>
                    </a:cubicBezTo>
                    <a:close/>
                    <a:moveTo>
                      <a:pt x="76" y="84"/>
                    </a:moveTo>
                    <a:cubicBezTo>
                      <a:pt x="68" y="74"/>
                      <a:pt x="56" y="67"/>
                      <a:pt x="42" y="67"/>
                    </a:cubicBezTo>
                    <a:cubicBezTo>
                      <a:pt x="34" y="67"/>
                      <a:pt x="27" y="69"/>
                      <a:pt x="21" y="73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6" y="12"/>
                      <a:pt x="52" y="8"/>
                      <a:pt x="59" y="8"/>
                    </a:cubicBezTo>
                    <a:cubicBezTo>
                      <a:pt x="68" y="8"/>
                      <a:pt x="75" y="15"/>
                      <a:pt x="76" y="24"/>
                    </a:cubicBezTo>
                    <a:cubicBezTo>
                      <a:pt x="76" y="24"/>
                      <a:pt x="76" y="24"/>
                      <a:pt x="76" y="24"/>
                    </a:cubicBezTo>
                    <a:lnTo>
                      <a:pt x="76" y="84"/>
                    </a:lnTo>
                    <a:close/>
                    <a:moveTo>
                      <a:pt x="101" y="109"/>
                    </a:moveTo>
                    <a:cubicBezTo>
                      <a:pt x="84" y="109"/>
                      <a:pt x="84" y="109"/>
                      <a:pt x="84" y="109"/>
                    </a:cubicBezTo>
                    <a:cubicBezTo>
                      <a:pt x="84" y="101"/>
                      <a:pt x="84" y="101"/>
                      <a:pt x="84" y="101"/>
                    </a:cubicBezTo>
                    <a:cubicBezTo>
                      <a:pt x="101" y="101"/>
                      <a:pt x="101" y="101"/>
                      <a:pt x="101" y="101"/>
                    </a:cubicBezTo>
                    <a:lnTo>
                      <a:pt x="101" y="109"/>
                    </a:lnTo>
                    <a:close/>
                    <a:moveTo>
                      <a:pt x="101" y="93"/>
                    </a:moveTo>
                    <a:cubicBezTo>
                      <a:pt x="84" y="93"/>
                      <a:pt x="84" y="93"/>
                      <a:pt x="84" y="93"/>
                    </a:cubicBezTo>
                    <a:cubicBezTo>
                      <a:pt x="84" y="33"/>
                      <a:pt x="84" y="33"/>
                      <a:pt x="84" y="33"/>
                    </a:cubicBezTo>
                    <a:cubicBezTo>
                      <a:pt x="101" y="33"/>
                      <a:pt x="101" y="33"/>
                      <a:pt x="101" y="33"/>
                    </a:cubicBezTo>
                    <a:lnTo>
                      <a:pt x="101" y="93"/>
                    </a:lnTo>
                    <a:close/>
                    <a:moveTo>
                      <a:pt x="109" y="24"/>
                    </a:moveTo>
                    <a:cubicBezTo>
                      <a:pt x="110" y="24"/>
                      <a:pt x="110" y="24"/>
                      <a:pt x="110" y="24"/>
                    </a:cubicBezTo>
                    <a:cubicBezTo>
                      <a:pt x="110" y="15"/>
                      <a:pt x="118" y="8"/>
                      <a:pt x="126" y="8"/>
                    </a:cubicBezTo>
                    <a:cubicBezTo>
                      <a:pt x="133" y="8"/>
                      <a:pt x="139" y="12"/>
                      <a:pt x="142" y="18"/>
                    </a:cubicBezTo>
                    <a:cubicBezTo>
                      <a:pt x="142" y="18"/>
                      <a:pt x="142" y="18"/>
                      <a:pt x="142" y="18"/>
                    </a:cubicBezTo>
                    <a:cubicBezTo>
                      <a:pt x="164" y="73"/>
                      <a:pt x="164" y="73"/>
                      <a:pt x="164" y="73"/>
                    </a:cubicBezTo>
                    <a:cubicBezTo>
                      <a:pt x="158" y="69"/>
                      <a:pt x="151" y="67"/>
                      <a:pt x="143" y="67"/>
                    </a:cubicBezTo>
                    <a:cubicBezTo>
                      <a:pt x="129" y="67"/>
                      <a:pt x="117" y="74"/>
                      <a:pt x="109" y="84"/>
                    </a:cubicBezTo>
                    <a:lnTo>
                      <a:pt x="109" y="24"/>
                    </a:lnTo>
                    <a:close/>
                    <a:moveTo>
                      <a:pt x="143" y="143"/>
                    </a:moveTo>
                    <a:cubicBezTo>
                      <a:pt x="125" y="143"/>
                      <a:pt x="109" y="128"/>
                      <a:pt x="109" y="109"/>
                    </a:cubicBezTo>
                    <a:cubicBezTo>
                      <a:pt x="109" y="91"/>
                      <a:pt x="125" y="76"/>
                      <a:pt x="143" y="76"/>
                    </a:cubicBezTo>
                    <a:cubicBezTo>
                      <a:pt x="162" y="76"/>
                      <a:pt x="177" y="91"/>
                      <a:pt x="177" y="109"/>
                    </a:cubicBezTo>
                    <a:cubicBezTo>
                      <a:pt x="177" y="128"/>
                      <a:pt x="162" y="143"/>
                      <a:pt x="143" y="143"/>
                    </a:cubicBezTo>
                    <a:close/>
                    <a:moveTo>
                      <a:pt x="143" y="84"/>
                    </a:moveTo>
                    <a:cubicBezTo>
                      <a:pt x="129" y="84"/>
                      <a:pt x="118" y="95"/>
                      <a:pt x="118" y="109"/>
                    </a:cubicBezTo>
                    <a:cubicBezTo>
                      <a:pt x="118" y="112"/>
                      <a:pt x="120" y="114"/>
                      <a:pt x="122" y="114"/>
                    </a:cubicBezTo>
                    <a:cubicBezTo>
                      <a:pt x="124" y="114"/>
                      <a:pt x="126" y="112"/>
                      <a:pt x="126" y="109"/>
                    </a:cubicBezTo>
                    <a:cubicBezTo>
                      <a:pt x="126" y="100"/>
                      <a:pt x="134" y="93"/>
                      <a:pt x="143" y="93"/>
                    </a:cubicBezTo>
                    <a:cubicBezTo>
                      <a:pt x="146" y="93"/>
                      <a:pt x="147" y="91"/>
                      <a:pt x="147" y="88"/>
                    </a:cubicBezTo>
                    <a:cubicBezTo>
                      <a:pt x="147" y="86"/>
                      <a:pt x="146" y="84"/>
                      <a:pt x="143" y="84"/>
                    </a:cubicBezTo>
                    <a:close/>
                  </a:path>
                </a:pathLst>
              </a:custGeom>
              <a:solidFill>
                <a:srgbClr val="4D5985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0" name="Group 48"/>
            <p:cNvGrpSpPr/>
            <p:nvPr/>
          </p:nvGrpSpPr>
          <p:grpSpPr>
            <a:xfrm>
              <a:off x="2667380" y="1194597"/>
              <a:ext cx="612862" cy="612862"/>
              <a:chOff x="3556507" y="1592796"/>
              <a:chExt cx="817149" cy="817149"/>
            </a:xfrm>
          </p:grpSpPr>
          <p:sp>
            <p:nvSpPr>
              <p:cNvPr id="29" name="Oval 42"/>
              <p:cNvSpPr>
                <a:spLocks noChangeAspect="1"/>
              </p:cNvSpPr>
              <p:nvPr/>
            </p:nvSpPr>
            <p:spPr>
              <a:xfrm>
                <a:off x="3556507" y="1592796"/>
                <a:ext cx="817149" cy="817149"/>
              </a:xfrm>
              <a:prstGeom prst="ellipse">
                <a:avLst/>
              </a:prstGeom>
              <a:noFill/>
              <a:ln w="38100">
                <a:solidFill>
                  <a:srgbClr val="778C9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Freeform: Shape 47"/>
              <p:cNvSpPr/>
              <p:nvPr/>
            </p:nvSpPr>
            <p:spPr bwMode="auto">
              <a:xfrm>
                <a:off x="3783311" y="1837283"/>
                <a:ext cx="363539" cy="361394"/>
              </a:xfrm>
              <a:custGeom>
                <a:avLst/>
                <a:gdLst>
                  <a:gd name="T0" fmla="*/ 85 w 186"/>
                  <a:gd name="T1" fmla="*/ 93 h 185"/>
                  <a:gd name="T2" fmla="*/ 101 w 186"/>
                  <a:gd name="T3" fmla="*/ 93 h 185"/>
                  <a:gd name="T4" fmla="*/ 186 w 186"/>
                  <a:gd name="T5" fmla="*/ 93 h 185"/>
                  <a:gd name="T6" fmla="*/ 159 w 186"/>
                  <a:gd name="T7" fmla="*/ 27 h 185"/>
                  <a:gd name="T8" fmla="*/ 93 w 186"/>
                  <a:gd name="T9" fmla="*/ 0 h 185"/>
                  <a:gd name="T10" fmla="*/ 27 w 186"/>
                  <a:gd name="T11" fmla="*/ 27 h 185"/>
                  <a:gd name="T12" fmla="*/ 0 w 186"/>
                  <a:gd name="T13" fmla="*/ 93 h 185"/>
                  <a:gd name="T14" fmla="*/ 27 w 186"/>
                  <a:gd name="T15" fmla="*/ 158 h 185"/>
                  <a:gd name="T16" fmla="*/ 93 w 186"/>
                  <a:gd name="T17" fmla="*/ 185 h 185"/>
                  <a:gd name="T18" fmla="*/ 159 w 186"/>
                  <a:gd name="T19" fmla="*/ 158 h 185"/>
                  <a:gd name="T20" fmla="*/ 186 w 186"/>
                  <a:gd name="T21" fmla="*/ 93 h 185"/>
                  <a:gd name="T22" fmla="*/ 36 w 186"/>
                  <a:gd name="T23" fmla="*/ 74 h 185"/>
                  <a:gd name="T24" fmla="*/ 36 w 186"/>
                  <a:gd name="T25" fmla="*/ 111 h 185"/>
                  <a:gd name="T26" fmla="*/ 60 w 186"/>
                  <a:gd name="T27" fmla="*/ 79 h 185"/>
                  <a:gd name="T28" fmla="*/ 44 w 186"/>
                  <a:gd name="T29" fmla="*/ 72 h 185"/>
                  <a:gd name="T30" fmla="*/ 60 w 186"/>
                  <a:gd name="T31" fmla="*/ 79 h 185"/>
                  <a:gd name="T32" fmla="*/ 44 w 186"/>
                  <a:gd name="T33" fmla="*/ 113 h 185"/>
                  <a:gd name="T34" fmla="*/ 60 w 186"/>
                  <a:gd name="T35" fmla="*/ 107 h 185"/>
                  <a:gd name="T36" fmla="*/ 33 w 186"/>
                  <a:gd name="T37" fmla="*/ 152 h 185"/>
                  <a:gd name="T38" fmla="*/ 61 w 186"/>
                  <a:gd name="T39" fmla="*/ 124 h 185"/>
                  <a:gd name="T40" fmla="*/ 33 w 186"/>
                  <a:gd name="T41" fmla="*/ 152 h 185"/>
                  <a:gd name="T42" fmla="*/ 39 w 186"/>
                  <a:gd name="T43" fmla="*/ 65 h 185"/>
                  <a:gd name="T44" fmla="*/ 66 w 186"/>
                  <a:gd name="T45" fmla="*/ 39 h 185"/>
                  <a:gd name="T46" fmla="*/ 116 w 186"/>
                  <a:gd name="T47" fmla="*/ 60 h 185"/>
                  <a:gd name="T48" fmla="*/ 100 w 186"/>
                  <a:gd name="T49" fmla="*/ 53 h 185"/>
                  <a:gd name="T50" fmla="*/ 116 w 186"/>
                  <a:gd name="T51" fmla="*/ 60 h 185"/>
                  <a:gd name="T52" fmla="*/ 112 w 186"/>
                  <a:gd name="T53" fmla="*/ 35 h 185"/>
                  <a:gd name="T54" fmla="*/ 74 w 186"/>
                  <a:gd name="T55" fmla="*/ 35 h 185"/>
                  <a:gd name="T56" fmla="*/ 73 w 186"/>
                  <a:gd name="T57" fmla="*/ 43 h 185"/>
                  <a:gd name="T58" fmla="*/ 79 w 186"/>
                  <a:gd name="T59" fmla="*/ 59 h 185"/>
                  <a:gd name="T60" fmla="*/ 73 w 186"/>
                  <a:gd name="T61" fmla="*/ 43 h 185"/>
                  <a:gd name="T62" fmla="*/ 79 w 186"/>
                  <a:gd name="T63" fmla="*/ 126 h 185"/>
                  <a:gd name="T64" fmla="*/ 73 w 186"/>
                  <a:gd name="T65" fmla="*/ 142 h 185"/>
                  <a:gd name="T66" fmla="*/ 93 w 186"/>
                  <a:gd name="T67" fmla="*/ 177 h 185"/>
                  <a:gd name="T68" fmla="*/ 93 w 186"/>
                  <a:gd name="T69" fmla="*/ 137 h 185"/>
                  <a:gd name="T70" fmla="*/ 93 w 186"/>
                  <a:gd name="T71" fmla="*/ 177 h 185"/>
                  <a:gd name="T72" fmla="*/ 100 w 186"/>
                  <a:gd name="T73" fmla="*/ 132 h 185"/>
                  <a:gd name="T74" fmla="*/ 116 w 186"/>
                  <a:gd name="T75" fmla="*/ 125 h 185"/>
                  <a:gd name="T76" fmla="*/ 118 w 186"/>
                  <a:gd name="T77" fmla="*/ 103 h 185"/>
                  <a:gd name="T78" fmla="*/ 103 w 186"/>
                  <a:gd name="T79" fmla="*/ 118 h 185"/>
                  <a:gd name="T80" fmla="*/ 83 w 186"/>
                  <a:gd name="T81" fmla="*/ 118 h 185"/>
                  <a:gd name="T82" fmla="*/ 68 w 186"/>
                  <a:gd name="T83" fmla="*/ 103 h 185"/>
                  <a:gd name="T84" fmla="*/ 68 w 186"/>
                  <a:gd name="T85" fmla="*/ 82 h 185"/>
                  <a:gd name="T86" fmla="*/ 83 w 186"/>
                  <a:gd name="T87" fmla="*/ 68 h 185"/>
                  <a:gd name="T88" fmla="*/ 103 w 186"/>
                  <a:gd name="T89" fmla="*/ 68 h 185"/>
                  <a:gd name="T90" fmla="*/ 118 w 186"/>
                  <a:gd name="T91" fmla="*/ 82 h 185"/>
                  <a:gd name="T92" fmla="*/ 118 w 186"/>
                  <a:gd name="T93" fmla="*/ 103 h 185"/>
                  <a:gd name="T94" fmla="*/ 147 w 186"/>
                  <a:gd name="T95" fmla="*/ 65 h 185"/>
                  <a:gd name="T96" fmla="*/ 120 w 186"/>
                  <a:gd name="T97" fmla="*/ 39 h 185"/>
                  <a:gd name="T98" fmla="*/ 133 w 186"/>
                  <a:gd name="T99" fmla="*/ 86 h 185"/>
                  <a:gd name="T100" fmla="*/ 126 w 186"/>
                  <a:gd name="T101" fmla="*/ 69 h 185"/>
                  <a:gd name="T102" fmla="*/ 133 w 186"/>
                  <a:gd name="T103" fmla="*/ 86 h 185"/>
                  <a:gd name="T104" fmla="*/ 142 w 186"/>
                  <a:gd name="T105" fmla="*/ 113 h 185"/>
                  <a:gd name="T106" fmla="*/ 126 w 186"/>
                  <a:gd name="T107" fmla="*/ 107 h 185"/>
                  <a:gd name="T108" fmla="*/ 153 w 186"/>
                  <a:gd name="T109" fmla="*/ 152 h 185"/>
                  <a:gd name="T110" fmla="*/ 125 w 186"/>
                  <a:gd name="T111" fmla="*/ 124 h 185"/>
                  <a:gd name="T112" fmla="*/ 153 w 186"/>
                  <a:gd name="T113" fmla="*/ 152 h 185"/>
                  <a:gd name="T114" fmla="*/ 138 w 186"/>
                  <a:gd name="T115" fmla="*/ 93 h 185"/>
                  <a:gd name="T116" fmla="*/ 177 w 186"/>
                  <a:gd name="T117" fmla="*/ 93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86" h="185">
                    <a:moveTo>
                      <a:pt x="93" y="84"/>
                    </a:moveTo>
                    <a:cubicBezTo>
                      <a:pt x="88" y="84"/>
                      <a:pt x="85" y="88"/>
                      <a:pt x="85" y="93"/>
                    </a:cubicBezTo>
                    <a:cubicBezTo>
                      <a:pt x="85" y="97"/>
                      <a:pt x="88" y="101"/>
                      <a:pt x="93" y="101"/>
                    </a:cubicBezTo>
                    <a:cubicBezTo>
                      <a:pt x="98" y="101"/>
                      <a:pt x="101" y="97"/>
                      <a:pt x="101" y="93"/>
                    </a:cubicBezTo>
                    <a:cubicBezTo>
                      <a:pt x="101" y="88"/>
                      <a:pt x="98" y="84"/>
                      <a:pt x="93" y="84"/>
                    </a:cubicBezTo>
                    <a:close/>
                    <a:moveTo>
                      <a:pt x="186" y="93"/>
                    </a:moveTo>
                    <a:cubicBezTo>
                      <a:pt x="186" y="83"/>
                      <a:pt x="174" y="74"/>
                      <a:pt x="154" y="67"/>
                    </a:cubicBezTo>
                    <a:cubicBezTo>
                      <a:pt x="163" y="49"/>
                      <a:pt x="166" y="34"/>
                      <a:pt x="159" y="27"/>
                    </a:cubicBezTo>
                    <a:cubicBezTo>
                      <a:pt x="151" y="20"/>
                      <a:pt x="136" y="22"/>
                      <a:pt x="118" y="32"/>
                    </a:cubicBezTo>
                    <a:cubicBezTo>
                      <a:pt x="112" y="12"/>
                      <a:pt x="103" y="0"/>
                      <a:pt x="93" y="0"/>
                    </a:cubicBezTo>
                    <a:cubicBezTo>
                      <a:pt x="83" y="0"/>
                      <a:pt x="74" y="12"/>
                      <a:pt x="68" y="32"/>
                    </a:cubicBezTo>
                    <a:cubicBezTo>
                      <a:pt x="50" y="22"/>
                      <a:pt x="35" y="20"/>
                      <a:pt x="27" y="27"/>
                    </a:cubicBezTo>
                    <a:cubicBezTo>
                      <a:pt x="20" y="34"/>
                      <a:pt x="23" y="49"/>
                      <a:pt x="32" y="67"/>
                    </a:cubicBezTo>
                    <a:cubicBezTo>
                      <a:pt x="12" y="74"/>
                      <a:pt x="0" y="83"/>
                      <a:pt x="0" y="93"/>
                    </a:cubicBezTo>
                    <a:cubicBezTo>
                      <a:pt x="0" y="103"/>
                      <a:pt x="12" y="112"/>
                      <a:pt x="32" y="118"/>
                    </a:cubicBezTo>
                    <a:cubicBezTo>
                      <a:pt x="23" y="136"/>
                      <a:pt x="20" y="151"/>
                      <a:pt x="27" y="158"/>
                    </a:cubicBezTo>
                    <a:cubicBezTo>
                      <a:pt x="35" y="165"/>
                      <a:pt x="50" y="163"/>
                      <a:pt x="68" y="154"/>
                    </a:cubicBezTo>
                    <a:cubicBezTo>
                      <a:pt x="74" y="173"/>
                      <a:pt x="83" y="185"/>
                      <a:pt x="93" y="185"/>
                    </a:cubicBezTo>
                    <a:cubicBezTo>
                      <a:pt x="103" y="185"/>
                      <a:pt x="112" y="173"/>
                      <a:pt x="118" y="154"/>
                    </a:cubicBezTo>
                    <a:cubicBezTo>
                      <a:pt x="136" y="163"/>
                      <a:pt x="151" y="165"/>
                      <a:pt x="159" y="158"/>
                    </a:cubicBezTo>
                    <a:cubicBezTo>
                      <a:pt x="166" y="151"/>
                      <a:pt x="163" y="136"/>
                      <a:pt x="154" y="118"/>
                    </a:cubicBezTo>
                    <a:cubicBezTo>
                      <a:pt x="174" y="112"/>
                      <a:pt x="186" y="103"/>
                      <a:pt x="186" y="93"/>
                    </a:cubicBezTo>
                    <a:close/>
                    <a:moveTo>
                      <a:pt x="9" y="93"/>
                    </a:moveTo>
                    <a:cubicBezTo>
                      <a:pt x="9" y="85"/>
                      <a:pt x="19" y="79"/>
                      <a:pt x="36" y="74"/>
                    </a:cubicBezTo>
                    <a:cubicBezTo>
                      <a:pt x="39" y="80"/>
                      <a:pt x="43" y="86"/>
                      <a:pt x="48" y="93"/>
                    </a:cubicBezTo>
                    <a:cubicBezTo>
                      <a:pt x="43" y="99"/>
                      <a:pt x="39" y="105"/>
                      <a:pt x="36" y="111"/>
                    </a:cubicBezTo>
                    <a:cubicBezTo>
                      <a:pt x="19" y="107"/>
                      <a:pt x="9" y="100"/>
                      <a:pt x="9" y="93"/>
                    </a:cubicBezTo>
                    <a:close/>
                    <a:moveTo>
                      <a:pt x="60" y="79"/>
                    </a:moveTo>
                    <a:cubicBezTo>
                      <a:pt x="58" y="81"/>
                      <a:pt x="55" y="84"/>
                      <a:pt x="53" y="86"/>
                    </a:cubicBezTo>
                    <a:cubicBezTo>
                      <a:pt x="50" y="81"/>
                      <a:pt x="46" y="77"/>
                      <a:pt x="44" y="72"/>
                    </a:cubicBezTo>
                    <a:cubicBezTo>
                      <a:pt x="49" y="71"/>
                      <a:pt x="54" y="70"/>
                      <a:pt x="60" y="69"/>
                    </a:cubicBezTo>
                    <a:cubicBezTo>
                      <a:pt x="60" y="72"/>
                      <a:pt x="60" y="76"/>
                      <a:pt x="60" y="79"/>
                    </a:cubicBezTo>
                    <a:close/>
                    <a:moveTo>
                      <a:pt x="60" y="116"/>
                    </a:moveTo>
                    <a:cubicBezTo>
                      <a:pt x="54" y="115"/>
                      <a:pt x="49" y="114"/>
                      <a:pt x="44" y="113"/>
                    </a:cubicBezTo>
                    <a:cubicBezTo>
                      <a:pt x="46" y="109"/>
                      <a:pt x="50" y="104"/>
                      <a:pt x="53" y="99"/>
                    </a:cubicBezTo>
                    <a:cubicBezTo>
                      <a:pt x="55" y="102"/>
                      <a:pt x="58" y="104"/>
                      <a:pt x="60" y="107"/>
                    </a:cubicBezTo>
                    <a:cubicBezTo>
                      <a:pt x="60" y="110"/>
                      <a:pt x="60" y="113"/>
                      <a:pt x="60" y="116"/>
                    </a:cubicBezTo>
                    <a:close/>
                    <a:moveTo>
                      <a:pt x="33" y="152"/>
                    </a:moveTo>
                    <a:cubicBezTo>
                      <a:pt x="28" y="147"/>
                      <a:pt x="31" y="135"/>
                      <a:pt x="39" y="120"/>
                    </a:cubicBezTo>
                    <a:cubicBezTo>
                      <a:pt x="46" y="122"/>
                      <a:pt x="53" y="123"/>
                      <a:pt x="61" y="124"/>
                    </a:cubicBezTo>
                    <a:cubicBezTo>
                      <a:pt x="62" y="132"/>
                      <a:pt x="64" y="140"/>
                      <a:pt x="66" y="146"/>
                    </a:cubicBezTo>
                    <a:cubicBezTo>
                      <a:pt x="51" y="155"/>
                      <a:pt x="39" y="158"/>
                      <a:pt x="33" y="152"/>
                    </a:cubicBezTo>
                    <a:close/>
                    <a:moveTo>
                      <a:pt x="61" y="61"/>
                    </a:moveTo>
                    <a:cubicBezTo>
                      <a:pt x="53" y="62"/>
                      <a:pt x="46" y="63"/>
                      <a:pt x="39" y="65"/>
                    </a:cubicBezTo>
                    <a:cubicBezTo>
                      <a:pt x="31" y="50"/>
                      <a:pt x="28" y="38"/>
                      <a:pt x="33" y="33"/>
                    </a:cubicBezTo>
                    <a:cubicBezTo>
                      <a:pt x="39" y="28"/>
                      <a:pt x="51" y="31"/>
                      <a:pt x="66" y="39"/>
                    </a:cubicBezTo>
                    <a:cubicBezTo>
                      <a:pt x="64" y="46"/>
                      <a:pt x="62" y="53"/>
                      <a:pt x="61" y="61"/>
                    </a:cubicBezTo>
                    <a:close/>
                    <a:moveTo>
                      <a:pt x="116" y="60"/>
                    </a:moveTo>
                    <a:cubicBezTo>
                      <a:pt x="113" y="60"/>
                      <a:pt x="110" y="60"/>
                      <a:pt x="107" y="59"/>
                    </a:cubicBezTo>
                    <a:cubicBezTo>
                      <a:pt x="104" y="57"/>
                      <a:pt x="102" y="55"/>
                      <a:pt x="100" y="53"/>
                    </a:cubicBezTo>
                    <a:cubicBezTo>
                      <a:pt x="104" y="49"/>
                      <a:pt x="109" y="46"/>
                      <a:pt x="114" y="43"/>
                    </a:cubicBezTo>
                    <a:cubicBezTo>
                      <a:pt x="115" y="48"/>
                      <a:pt x="116" y="54"/>
                      <a:pt x="116" y="60"/>
                    </a:cubicBezTo>
                    <a:close/>
                    <a:moveTo>
                      <a:pt x="93" y="8"/>
                    </a:moveTo>
                    <a:cubicBezTo>
                      <a:pt x="100" y="8"/>
                      <a:pt x="107" y="19"/>
                      <a:pt x="112" y="35"/>
                    </a:cubicBezTo>
                    <a:cubicBezTo>
                      <a:pt x="106" y="39"/>
                      <a:pt x="99" y="43"/>
                      <a:pt x="93" y="48"/>
                    </a:cubicBezTo>
                    <a:cubicBezTo>
                      <a:pt x="87" y="43"/>
                      <a:pt x="80" y="39"/>
                      <a:pt x="74" y="35"/>
                    </a:cubicBezTo>
                    <a:cubicBezTo>
                      <a:pt x="79" y="19"/>
                      <a:pt x="86" y="8"/>
                      <a:pt x="93" y="8"/>
                    </a:cubicBezTo>
                    <a:close/>
                    <a:moveTo>
                      <a:pt x="73" y="43"/>
                    </a:moveTo>
                    <a:cubicBezTo>
                      <a:pt x="77" y="46"/>
                      <a:pt x="82" y="49"/>
                      <a:pt x="86" y="53"/>
                    </a:cubicBezTo>
                    <a:cubicBezTo>
                      <a:pt x="84" y="55"/>
                      <a:pt x="82" y="57"/>
                      <a:pt x="79" y="59"/>
                    </a:cubicBezTo>
                    <a:cubicBezTo>
                      <a:pt x="76" y="60"/>
                      <a:pt x="73" y="60"/>
                      <a:pt x="70" y="60"/>
                    </a:cubicBezTo>
                    <a:cubicBezTo>
                      <a:pt x="70" y="54"/>
                      <a:pt x="71" y="48"/>
                      <a:pt x="73" y="43"/>
                    </a:cubicBezTo>
                    <a:close/>
                    <a:moveTo>
                      <a:pt x="70" y="125"/>
                    </a:moveTo>
                    <a:cubicBezTo>
                      <a:pt x="73" y="126"/>
                      <a:pt x="76" y="126"/>
                      <a:pt x="79" y="126"/>
                    </a:cubicBezTo>
                    <a:cubicBezTo>
                      <a:pt x="82" y="128"/>
                      <a:pt x="84" y="130"/>
                      <a:pt x="86" y="132"/>
                    </a:cubicBezTo>
                    <a:cubicBezTo>
                      <a:pt x="82" y="136"/>
                      <a:pt x="77" y="139"/>
                      <a:pt x="73" y="142"/>
                    </a:cubicBezTo>
                    <a:cubicBezTo>
                      <a:pt x="71" y="137"/>
                      <a:pt x="70" y="131"/>
                      <a:pt x="70" y="125"/>
                    </a:cubicBezTo>
                    <a:close/>
                    <a:moveTo>
                      <a:pt x="93" y="177"/>
                    </a:moveTo>
                    <a:cubicBezTo>
                      <a:pt x="86" y="177"/>
                      <a:pt x="79" y="167"/>
                      <a:pt x="74" y="150"/>
                    </a:cubicBezTo>
                    <a:cubicBezTo>
                      <a:pt x="80" y="147"/>
                      <a:pt x="87" y="142"/>
                      <a:pt x="93" y="137"/>
                    </a:cubicBezTo>
                    <a:cubicBezTo>
                      <a:pt x="99" y="142"/>
                      <a:pt x="106" y="147"/>
                      <a:pt x="112" y="150"/>
                    </a:cubicBezTo>
                    <a:cubicBezTo>
                      <a:pt x="107" y="167"/>
                      <a:pt x="100" y="177"/>
                      <a:pt x="93" y="177"/>
                    </a:cubicBezTo>
                    <a:close/>
                    <a:moveTo>
                      <a:pt x="114" y="142"/>
                    </a:moveTo>
                    <a:cubicBezTo>
                      <a:pt x="109" y="139"/>
                      <a:pt x="104" y="136"/>
                      <a:pt x="100" y="132"/>
                    </a:cubicBezTo>
                    <a:cubicBezTo>
                      <a:pt x="102" y="130"/>
                      <a:pt x="104" y="128"/>
                      <a:pt x="107" y="126"/>
                    </a:cubicBezTo>
                    <a:cubicBezTo>
                      <a:pt x="110" y="126"/>
                      <a:pt x="113" y="126"/>
                      <a:pt x="116" y="125"/>
                    </a:cubicBezTo>
                    <a:cubicBezTo>
                      <a:pt x="116" y="131"/>
                      <a:pt x="115" y="137"/>
                      <a:pt x="114" y="142"/>
                    </a:cubicBezTo>
                    <a:close/>
                    <a:moveTo>
                      <a:pt x="118" y="103"/>
                    </a:moveTo>
                    <a:cubicBezTo>
                      <a:pt x="116" y="106"/>
                      <a:pt x="113" y="108"/>
                      <a:pt x="111" y="111"/>
                    </a:cubicBezTo>
                    <a:cubicBezTo>
                      <a:pt x="108" y="113"/>
                      <a:pt x="106" y="115"/>
                      <a:pt x="103" y="118"/>
                    </a:cubicBezTo>
                    <a:cubicBezTo>
                      <a:pt x="100" y="118"/>
                      <a:pt x="97" y="118"/>
                      <a:pt x="93" y="118"/>
                    </a:cubicBezTo>
                    <a:cubicBezTo>
                      <a:pt x="89" y="118"/>
                      <a:pt x="86" y="118"/>
                      <a:pt x="83" y="118"/>
                    </a:cubicBezTo>
                    <a:cubicBezTo>
                      <a:pt x="80" y="115"/>
                      <a:pt x="78" y="113"/>
                      <a:pt x="75" y="111"/>
                    </a:cubicBezTo>
                    <a:cubicBezTo>
                      <a:pt x="73" y="108"/>
                      <a:pt x="70" y="106"/>
                      <a:pt x="68" y="103"/>
                    </a:cubicBezTo>
                    <a:cubicBezTo>
                      <a:pt x="68" y="100"/>
                      <a:pt x="68" y="96"/>
                      <a:pt x="68" y="93"/>
                    </a:cubicBezTo>
                    <a:cubicBezTo>
                      <a:pt x="68" y="89"/>
                      <a:pt x="68" y="86"/>
                      <a:pt x="68" y="82"/>
                    </a:cubicBezTo>
                    <a:cubicBezTo>
                      <a:pt x="70" y="80"/>
                      <a:pt x="73" y="77"/>
                      <a:pt x="75" y="75"/>
                    </a:cubicBezTo>
                    <a:cubicBezTo>
                      <a:pt x="78" y="72"/>
                      <a:pt x="80" y="70"/>
                      <a:pt x="83" y="68"/>
                    </a:cubicBezTo>
                    <a:cubicBezTo>
                      <a:pt x="86" y="67"/>
                      <a:pt x="89" y="67"/>
                      <a:pt x="93" y="67"/>
                    </a:cubicBezTo>
                    <a:cubicBezTo>
                      <a:pt x="97" y="67"/>
                      <a:pt x="100" y="67"/>
                      <a:pt x="103" y="68"/>
                    </a:cubicBezTo>
                    <a:cubicBezTo>
                      <a:pt x="106" y="70"/>
                      <a:pt x="108" y="72"/>
                      <a:pt x="111" y="75"/>
                    </a:cubicBezTo>
                    <a:cubicBezTo>
                      <a:pt x="113" y="77"/>
                      <a:pt x="116" y="80"/>
                      <a:pt x="118" y="82"/>
                    </a:cubicBezTo>
                    <a:cubicBezTo>
                      <a:pt x="118" y="86"/>
                      <a:pt x="118" y="89"/>
                      <a:pt x="118" y="93"/>
                    </a:cubicBezTo>
                    <a:cubicBezTo>
                      <a:pt x="118" y="96"/>
                      <a:pt x="118" y="100"/>
                      <a:pt x="118" y="103"/>
                    </a:cubicBezTo>
                    <a:close/>
                    <a:moveTo>
                      <a:pt x="153" y="33"/>
                    </a:moveTo>
                    <a:cubicBezTo>
                      <a:pt x="158" y="38"/>
                      <a:pt x="155" y="50"/>
                      <a:pt x="147" y="65"/>
                    </a:cubicBezTo>
                    <a:cubicBezTo>
                      <a:pt x="140" y="63"/>
                      <a:pt x="133" y="62"/>
                      <a:pt x="125" y="61"/>
                    </a:cubicBezTo>
                    <a:cubicBezTo>
                      <a:pt x="124" y="53"/>
                      <a:pt x="122" y="46"/>
                      <a:pt x="120" y="39"/>
                    </a:cubicBezTo>
                    <a:cubicBezTo>
                      <a:pt x="135" y="31"/>
                      <a:pt x="147" y="28"/>
                      <a:pt x="153" y="33"/>
                    </a:cubicBezTo>
                    <a:close/>
                    <a:moveTo>
                      <a:pt x="133" y="86"/>
                    </a:moveTo>
                    <a:cubicBezTo>
                      <a:pt x="131" y="84"/>
                      <a:pt x="128" y="81"/>
                      <a:pt x="126" y="79"/>
                    </a:cubicBezTo>
                    <a:cubicBezTo>
                      <a:pt x="126" y="76"/>
                      <a:pt x="126" y="72"/>
                      <a:pt x="126" y="69"/>
                    </a:cubicBezTo>
                    <a:cubicBezTo>
                      <a:pt x="132" y="70"/>
                      <a:pt x="137" y="71"/>
                      <a:pt x="142" y="72"/>
                    </a:cubicBezTo>
                    <a:cubicBezTo>
                      <a:pt x="140" y="77"/>
                      <a:pt x="136" y="81"/>
                      <a:pt x="133" y="86"/>
                    </a:cubicBezTo>
                    <a:close/>
                    <a:moveTo>
                      <a:pt x="133" y="99"/>
                    </a:moveTo>
                    <a:cubicBezTo>
                      <a:pt x="136" y="104"/>
                      <a:pt x="140" y="109"/>
                      <a:pt x="142" y="113"/>
                    </a:cubicBezTo>
                    <a:cubicBezTo>
                      <a:pt x="137" y="114"/>
                      <a:pt x="132" y="115"/>
                      <a:pt x="126" y="116"/>
                    </a:cubicBezTo>
                    <a:cubicBezTo>
                      <a:pt x="126" y="113"/>
                      <a:pt x="126" y="110"/>
                      <a:pt x="126" y="107"/>
                    </a:cubicBezTo>
                    <a:cubicBezTo>
                      <a:pt x="129" y="104"/>
                      <a:pt x="131" y="102"/>
                      <a:pt x="133" y="99"/>
                    </a:cubicBezTo>
                    <a:close/>
                    <a:moveTo>
                      <a:pt x="153" y="152"/>
                    </a:moveTo>
                    <a:cubicBezTo>
                      <a:pt x="147" y="158"/>
                      <a:pt x="135" y="155"/>
                      <a:pt x="120" y="146"/>
                    </a:cubicBezTo>
                    <a:cubicBezTo>
                      <a:pt x="122" y="140"/>
                      <a:pt x="124" y="132"/>
                      <a:pt x="125" y="124"/>
                    </a:cubicBezTo>
                    <a:cubicBezTo>
                      <a:pt x="133" y="123"/>
                      <a:pt x="140" y="122"/>
                      <a:pt x="147" y="120"/>
                    </a:cubicBezTo>
                    <a:cubicBezTo>
                      <a:pt x="155" y="135"/>
                      <a:pt x="158" y="147"/>
                      <a:pt x="153" y="152"/>
                    </a:cubicBezTo>
                    <a:close/>
                    <a:moveTo>
                      <a:pt x="150" y="111"/>
                    </a:moveTo>
                    <a:cubicBezTo>
                      <a:pt x="147" y="105"/>
                      <a:pt x="143" y="99"/>
                      <a:pt x="138" y="93"/>
                    </a:cubicBezTo>
                    <a:cubicBezTo>
                      <a:pt x="143" y="86"/>
                      <a:pt x="147" y="80"/>
                      <a:pt x="150" y="74"/>
                    </a:cubicBezTo>
                    <a:cubicBezTo>
                      <a:pt x="167" y="79"/>
                      <a:pt x="177" y="85"/>
                      <a:pt x="177" y="93"/>
                    </a:cubicBezTo>
                    <a:cubicBezTo>
                      <a:pt x="177" y="100"/>
                      <a:pt x="167" y="107"/>
                      <a:pt x="150" y="111"/>
                    </a:cubicBezTo>
                    <a:close/>
                  </a:path>
                </a:pathLst>
              </a:custGeom>
              <a:solidFill>
                <a:srgbClr val="7B8E9B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1" name="Group 77"/>
            <p:cNvGrpSpPr/>
            <p:nvPr/>
          </p:nvGrpSpPr>
          <p:grpSpPr>
            <a:xfrm>
              <a:off x="644098" y="1258654"/>
              <a:ext cx="2023282" cy="484748"/>
              <a:chOff x="858798" y="1678205"/>
              <a:chExt cx="2697709" cy="646331"/>
            </a:xfrm>
          </p:grpSpPr>
          <p:sp>
            <p:nvSpPr>
              <p:cNvPr id="27" name="TextBox 41"/>
              <p:cNvSpPr txBox="1"/>
              <p:nvPr/>
            </p:nvSpPr>
            <p:spPr>
              <a:xfrm>
                <a:off x="858798" y="1678205"/>
                <a:ext cx="2697709" cy="161583"/>
              </a:xfrm>
              <a:prstGeom prst="rect">
                <a:avLst/>
              </a:prstGeom>
              <a:noFill/>
            </p:spPr>
            <p:txBody>
              <a:bodyPr wrap="none" lIns="0" tIns="0" rIns="144000" bIns="0" anchor="b" anchorCtr="0">
                <a:normAutofit fontScale="77500" lnSpcReduction="20000"/>
              </a:bodyPr>
              <a:lstStyle/>
              <a:p>
                <a:pPr algn="r"/>
                <a:r>
                  <a:rPr lang="zh-CN" altLang="en-US" sz="1200" b="1">
                    <a:solidFill>
                      <a:srgbClr val="7B8E9B"/>
                    </a:solidFill>
                  </a:rPr>
                  <a:t>标题文本预设</a:t>
                </a:r>
                <a:endParaRPr lang="zh-CN" altLang="en-US" sz="1200" b="1">
                  <a:solidFill>
                    <a:srgbClr val="7B8E9B"/>
                  </a:solidFill>
                </a:endParaRPr>
              </a:p>
            </p:txBody>
          </p:sp>
          <p:sp>
            <p:nvSpPr>
              <p:cNvPr id="28" name="Rectangle 4"/>
              <p:cNvSpPr/>
              <p:nvPr/>
            </p:nvSpPr>
            <p:spPr>
              <a:xfrm>
                <a:off x="858798" y="1839788"/>
                <a:ext cx="2697709" cy="484748"/>
              </a:xfrm>
              <a:prstGeom prst="rect">
                <a:avLst/>
              </a:prstGeom>
            </p:spPr>
            <p:txBody>
              <a:bodyPr wrap="square" lIns="0" tIns="0" rIns="144000" bIns="0" anchor="t" anchorCtr="0">
                <a:normAutofit fontScale="92500"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000"/>
                  <a:t>此部分内容作为文字排版占位显示</a:t>
                </a:r>
                <a:br>
                  <a:rPr lang="zh-CN" altLang="en-US" sz="1000"/>
                </a:br>
                <a:r>
                  <a:rPr lang="zh-CN" altLang="en-US" sz="1000"/>
                  <a:t>（建议使用主题字体）</a:t>
                </a:r>
                <a:endParaRPr lang="zh-CN" altLang="en-US" sz="1000"/>
              </a:p>
            </p:txBody>
          </p:sp>
        </p:grpSp>
        <p:grpSp>
          <p:nvGrpSpPr>
            <p:cNvPr id="12" name="Group 55"/>
            <p:cNvGrpSpPr/>
            <p:nvPr/>
          </p:nvGrpSpPr>
          <p:grpSpPr>
            <a:xfrm>
              <a:off x="539750" y="2481666"/>
              <a:ext cx="1620758" cy="484748"/>
              <a:chOff x="711509" y="1736151"/>
              <a:chExt cx="2697709" cy="646331"/>
            </a:xfrm>
          </p:grpSpPr>
          <p:sp>
            <p:nvSpPr>
              <p:cNvPr id="25" name="TextBox 56"/>
              <p:cNvSpPr txBox="1"/>
              <p:nvPr/>
            </p:nvSpPr>
            <p:spPr>
              <a:xfrm>
                <a:off x="711509" y="1736151"/>
                <a:ext cx="2697709" cy="161583"/>
              </a:xfrm>
              <a:prstGeom prst="rect">
                <a:avLst/>
              </a:prstGeom>
              <a:noFill/>
            </p:spPr>
            <p:txBody>
              <a:bodyPr wrap="none" lIns="0" tIns="0" rIns="144000" bIns="0" anchor="b" anchorCtr="0">
                <a:normAutofit fontScale="77500" lnSpcReduction="20000"/>
              </a:bodyPr>
              <a:lstStyle/>
              <a:p>
                <a:pPr algn="r"/>
                <a:r>
                  <a:rPr lang="zh-CN" altLang="en-US" sz="1200" b="1">
                    <a:solidFill>
                      <a:srgbClr val="4D5985"/>
                    </a:solidFill>
                  </a:rPr>
                  <a:t>标题文本预设</a:t>
                </a:r>
                <a:endParaRPr lang="zh-CN" altLang="en-US" sz="1200" b="1">
                  <a:solidFill>
                    <a:srgbClr val="4D5985"/>
                  </a:solidFill>
                </a:endParaRPr>
              </a:p>
            </p:txBody>
          </p:sp>
          <p:sp>
            <p:nvSpPr>
              <p:cNvPr id="26" name="Rectangle 57"/>
              <p:cNvSpPr/>
              <p:nvPr/>
            </p:nvSpPr>
            <p:spPr>
              <a:xfrm>
                <a:off x="711509" y="1897734"/>
                <a:ext cx="2697709" cy="484748"/>
              </a:xfrm>
              <a:prstGeom prst="rect">
                <a:avLst/>
              </a:prstGeom>
            </p:spPr>
            <p:txBody>
              <a:bodyPr wrap="square" lIns="0" tIns="0" rIns="144000" bIns="0" anchor="t" anchorCtr="0">
                <a:normAutofit fontScale="70000" lnSpcReduction="20000"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000"/>
                  <a:t>此部分内容作为文字排版占位显示</a:t>
                </a:r>
                <a:br>
                  <a:rPr lang="zh-CN" altLang="en-US" sz="1000"/>
                </a:br>
                <a:r>
                  <a:rPr lang="zh-CN" altLang="en-US" sz="1000"/>
                  <a:t>（建议使用主题字体）</a:t>
                </a:r>
                <a:endParaRPr lang="zh-CN" altLang="en-US" sz="1000"/>
              </a:p>
            </p:txBody>
          </p:sp>
        </p:grpSp>
        <p:grpSp>
          <p:nvGrpSpPr>
            <p:cNvPr id="13" name="Group 58"/>
            <p:cNvGrpSpPr/>
            <p:nvPr/>
          </p:nvGrpSpPr>
          <p:grpSpPr>
            <a:xfrm>
              <a:off x="539751" y="3701968"/>
              <a:ext cx="2648451" cy="892312"/>
              <a:chOff x="711509" y="1736151"/>
              <a:chExt cx="2697709" cy="1189749"/>
            </a:xfrm>
          </p:grpSpPr>
          <p:sp>
            <p:nvSpPr>
              <p:cNvPr id="23" name="TextBox 59"/>
              <p:cNvSpPr txBox="1"/>
              <p:nvPr/>
            </p:nvSpPr>
            <p:spPr>
              <a:xfrm>
                <a:off x="711509" y="1736151"/>
                <a:ext cx="2697709" cy="161583"/>
              </a:xfrm>
              <a:prstGeom prst="rect">
                <a:avLst/>
              </a:prstGeom>
              <a:noFill/>
            </p:spPr>
            <p:txBody>
              <a:bodyPr wrap="none" lIns="0" tIns="0" rIns="144000" bIns="0" anchor="b" anchorCtr="0">
                <a:normAutofit fontScale="77500" lnSpcReduction="20000"/>
              </a:bodyPr>
              <a:lstStyle/>
              <a:p>
                <a:pPr algn="r"/>
                <a:r>
                  <a:rPr lang="zh-CN" altLang="en-US" sz="1200" b="1">
                    <a:solidFill>
                      <a:srgbClr val="7B8E9B"/>
                    </a:solidFill>
                  </a:rPr>
                  <a:t>标题文本预设</a:t>
                </a:r>
                <a:endParaRPr lang="zh-CN" altLang="en-US" sz="1200" b="1">
                  <a:solidFill>
                    <a:srgbClr val="7B8E9B"/>
                  </a:solidFill>
                </a:endParaRPr>
              </a:p>
            </p:txBody>
          </p:sp>
          <p:sp>
            <p:nvSpPr>
              <p:cNvPr id="24" name="Rectangle 60"/>
              <p:cNvSpPr/>
              <p:nvPr/>
            </p:nvSpPr>
            <p:spPr>
              <a:xfrm>
                <a:off x="711509" y="1897733"/>
                <a:ext cx="2697709" cy="1028167"/>
              </a:xfrm>
              <a:prstGeom prst="rect">
                <a:avLst/>
              </a:prstGeom>
            </p:spPr>
            <p:txBody>
              <a:bodyPr wrap="square" lIns="0" tIns="0" rIns="144000" bIns="0" anchor="t" anchorCtr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000"/>
                  <a:t>此部分内容作为文字排版占位显示</a:t>
                </a:r>
                <a:br>
                  <a:rPr lang="zh-CN" altLang="en-US" sz="1000"/>
                </a:br>
                <a:r>
                  <a:rPr lang="zh-CN" altLang="en-US" sz="1000"/>
                  <a:t>（建议使用主题字体）</a:t>
                </a:r>
                <a:endParaRPr lang="zh-CN" altLang="en-US" sz="1000"/>
              </a:p>
            </p:txBody>
          </p:sp>
        </p:grpSp>
        <p:grpSp>
          <p:nvGrpSpPr>
            <p:cNvPr id="14" name="Group 76"/>
            <p:cNvGrpSpPr/>
            <p:nvPr/>
          </p:nvGrpSpPr>
          <p:grpSpPr>
            <a:xfrm>
              <a:off x="6468112" y="1203805"/>
              <a:ext cx="2021781" cy="484748"/>
              <a:chOff x="8624150" y="1605073"/>
              <a:chExt cx="2695708" cy="646331"/>
            </a:xfrm>
          </p:grpSpPr>
          <p:sp>
            <p:nvSpPr>
              <p:cNvPr id="21" name="TextBox 62"/>
              <p:cNvSpPr txBox="1"/>
              <p:nvPr/>
            </p:nvSpPr>
            <p:spPr>
              <a:xfrm>
                <a:off x="8624150" y="1605073"/>
                <a:ext cx="2695708" cy="161583"/>
              </a:xfrm>
              <a:prstGeom prst="rect">
                <a:avLst/>
              </a:prstGeom>
              <a:noFill/>
            </p:spPr>
            <p:txBody>
              <a:bodyPr wrap="none" lIns="144000" tIns="0" rIns="144000" bIns="0" anchor="b" anchorCtr="0">
                <a:normAutofit fontScale="77500" lnSpcReduction="20000"/>
              </a:bodyPr>
              <a:lstStyle/>
              <a:p>
                <a:r>
                  <a:rPr lang="zh-CN" altLang="en-US" sz="1200" b="1">
                    <a:solidFill>
                      <a:srgbClr val="4D5985"/>
                    </a:solidFill>
                  </a:rPr>
                  <a:t>标题文本预设</a:t>
                </a:r>
                <a:endParaRPr lang="zh-CN" altLang="en-US" sz="1200" b="1">
                  <a:solidFill>
                    <a:srgbClr val="4D5985"/>
                  </a:solidFill>
                </a:endParaRPr>
              </a:p>
            </p:txBody>
          </p:sp>
          <p:sp>
            <p:nvSpPr>
              <p:cNvPr id="22" name="Rectangle 63"/>
              <p:cNvSpPr/>
              <p:nvPr/>
            </p:nvSpPr>
            <p:spPr>
              <a:xfrm>
                <a:off x="8624150" y="1766656"/>
                <a:ext cx="2695708" cy="484748"/>
              </a:xfrm>
              <a:prstGeom prst="rect">
                <a:avLst/>
              </a:prstGeom>
            </p:spPr>
            <p:txBody>
              <a:bodyPr wrap="square" lIns="144000" tIns="0" rIns="0" bIns="0" anchor="t" anchorCtr="0">
                <a:normAutofit fontScale="925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/>
                  <a:t>此部分内容作为文字排版占位显示</a:t>
                </a:r>
                <a:br>
                  <a:rPr lang="zh-CN" altLang="en-US" sz="1000"/>
                </a:br>
                <a:r>
                  <a:rPr lang="zh-CN" altLang="en-US" sz="1000"/>
                  <a:t>（建议使用主题字体）</a:t>
                </a:r>
                <a:endParaRPr lang="zh-CN" altLang="en-US" sz="1000"/>
              </a:p>
            </p:txBody>
          </p:sp>
        </p:grpSp>
        <p:grpSp>
          <p:nvGrpSpPr>
            <p:cNvPr id="15" name="Group 70"/>
            <p:cNvGrpSpPr/>
            <p:nvPr/>
          </p:nvGrpSpPr>
          <p:grpSpPr>
            <a:xfrm>
              <a:off x="6967060" y="2481666"/>
              <a:ext cx="1620758" cy="484748"/>
              <a:chOff x="711509" y="1736151"/>
              <a:chExt cx="2697709" cy="646331"/>
            </a:xfrm>
          </p:grpSpPr>
          <p:sp>
            <p:nvSpPr>
              <p:cNvPr id="19" name="TextBox 71"/>
              <p:cNvSpPr txBox="1"/>
              <p:nvPr/>
            </p:nvSpPr>
            <p:spPr>
              <a:xfrm>
                <a:off x="711509" y="1736151"/>
                <a:ext cx="2697709" cy="161583"/>
              </a:xfrm>
              <a:prstGeom prst="rect">
                <a:avLst/>
              </a:prstGeom>
              <a:noFill/>
            </p:spPr>
            <p:txBody>
              <a:bodyPr wrap="none" lIns="144000" tIns="0" rIns="144000" bIns="0" anchor="b" anchorCtr="0">
                <a:normAutofit fontScale="77500" lnSpcReduction="20000"/>
              </a:bodyPr>
              <a:lstStyle/>
              <a:p>
                <a:r>
                  <a:rPr lang="zh-CN" altLang="en-US" sz="1200" b="1">
                    <a:solidFill>
                      <a:srgbClr val="7B8E9B"/>
                    </a:solidFill>
                  </a:rPr>
                  <a:t>标题文本预设</a:t>
                </a:r>
                <a:endParaRPr lang="zh-CN" altLang="en-US" sz="1200" b="1">
                  <a:solidFill>
                    <a:srgbClr val="7B8E9B"/>
                  </a:solidFill>
                </a:endParaRPr>
              </a:p>
            </p:txBody>
          </p:sp>
          <p:sp>
            <p:nvSpPr>
              <p:cNvPr id="20" name="Rectangle 72"/>
              <p:cNvSpPr/>
              <p:nvPr/>
            </p:nvSpPr>
            <p:spPr>
              <a:xfrm>
                <a:off x="711509" y="1897734"/>
                <a:ext cx="2697709" cy="484748"/>
              </a:xfrm>
              <a:prstGeom prst="rect">
                <a:avLst/>
              </a:prstGeom>
            </p:spPr>
            <p:txBody>
              <a:bodyPr wrap="square" lIns="144000" tIns="0" rIns="0" bIns="0" anchor="t" anchorCtr="0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/>
                  <a:t>此部分内容作为文字排版占位显示</a:t>
                </a:r>
                <a:br>
                  <a:rPr lang="zh-CN" altLang="en-US" sz="1000"/>
                </a:br>
                <a:r>
                  <a:rPr lang="zh-CN" altLang="en-US" sz="1000"/>
                  <a:t>（建议使用主题字体）</a:t>
                </a:r>
                <a:endParaRPr lang="zh-CN" altLang="en-US" sz="1000"/>
              </a:p>
            </p:txBody>
          </p:sp>
        </p:grpSp>
        <p:grpSp>
          <p:nvGrpSpPr>
            <p:cNvPr id="16" name="Group 73"/>
            <p:cNvGrpSpPr/>
            <p:nvPr/>
          </p:nvGrpSpPr>
          <p:grpSpPr>
            <a:xfrm>
              <a:off x="6508009" y="3701968"/>
              <a:ext cx="2065835" cy="885511"/>
              <a:chOff x="711509" y="1736151"/>
              <a:chExt cx="2697709" cy="1180681"/>
            </a:xfrm>
          </p:grpSpPr>
          <p:sp>
            <p:nvSpPr>
              <p:cNvPr id="17" name="TextBox 74"/>
              <p:cNvSpPr txBox="1"/>
              <p:nvPr/>
            </p:nvSpPr>
            <p:spPr>
              <a:xfrm>
                <a:off x="711509" y="1736151"/>
                <a:ext cx="2697709" cy="161583"/>
              </a:xfrm>
              <a:prstGeom prst="rect">
                <a:avLst/>
              </a:prstGeom>
              <a:noFill/>
            </p:spPr>
            <p:txBody>
              <a:bodyPr wrap="none" lIns="144000" tIns="0" rIns="0" bIns="0" anchor="b" anchorCtr="0">
                <a:normAutofit fontScale="77500" lnSpcReduction="20000"/>
              </a:bodyPr>
              <a:lstStyle/>
              <a:p>
                <a:r>
                  <a:rPr lang="zh-CN" altLang="en-US" sz="1200" b="1">
                    <a:solidFill>
                      <a:srgbClr val="4D5985"/>
                    </a:solidFill>
                  </a:rPr>
                  <a:t>标题文本预设</a:t>
                </a:r>
                <a:endParaRPr lang="zh-CN" altLang="en-US" sz="1200" b="1">
                  <a:solidFill>
                    <a:srgbClr val="4D5985"/>
                  </a:solidFill>
                </a:endParaRPr>
              </a:p>
            </p:txBody>
          </p:sp>
          <p:sp>
            <p:nvSpPr>
              <p:cNvPr id="18" name="Rectangle 75"/>
              <p:cNvSpPr/>
              <p:nvPr/>
            </p:nvSpPr>
            <p:spPr>
              <a:xfrm>
                <a:off x="711509" y="1897734"/>
                <a:ext cx="2697709" cy="1019098"/>
              </a:xfrm>
              <a:prstGeom prst="rect">
                <a:avLst/>
              </a:prstGeom>
            </p:spPr>
            <p:txBody>
              <a:bodyPr wrap="square" lIns="144000" tIns="0" rIns="0" bIns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/>
                  <a:t>此部分内容作为文字排版占位显示</a:t>
                </a:r>
                <a:br>
                  <a:rPr lang="zh-CN" altLang="en-US" sz="1000"/>
                </a:br>
                <a:r>
                  <a:rPr lang="zh-CN" altLang="en-US" sz="1000"/>
                  <a:t>（建议使用主题字体）</a:t>
                </a:r>
                <a:endParaRPr lang="zh-CN" altLang="en-US" sz="1000"/>
              </a:p>
            </p:txBody>
          </p:sp>
        </p:grpSp>
      </p:grpSp>
      <p:sp>
        <p:nvSpPr>
          <p:cNvPr id="66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点击输入标题内容</a:t>
            </a:r>
            <a:endParaRPr lang="zh-CN" altLang="en-US" sz="18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faa69db9-09f1-43a4-9562-370571ab6727"/>
          <p:cNvGrpSpPr>
            <a:grpSpLocks noChangeAspect="1"/>
          </p:cNvGrpSpPr>
          <p:nvPr/>
        </p:nvGrpSpPr>
        <p:grpSpPr>
          <a:xfrm>
            <a:off x="1438757" y="1101159"/>
            <a:ext cx="6659886" cy="2959478"/>
            <a:chOff x="1826903" y="1376772"/>
            <a:chExt cx="10446881" cy="4642318"/>
          </a:xfrm>
        </p:grpSpPr>
        <p:sp>
          <p:nvSpPr>
            <p:cNvPr id="4" name="Trapezoid 1"/>
            <p:cNvSpPr/>
            <p:nvPr/>
          </p:nvSpPr>
          <p:spPr>
            <a:xfrm>
              <a:off x="3006227" y="4707484"/>
              <a:ext cx="1530055" cy="629728"/>
            </a:xfrm>
            <a:prstGeom prst="trapezoid">
              <a:avLst>
                <a:gd name="adj" fmla="val 39642"/>
              </a:avLst>
            </a:prstGeom>
            <a:solidFill>
              <a:schemeClr val="tx2"/>
            </a:solidFill>
            <a:ln w="50800" cap="rnd">
              <a:solidFill>
                <a:schemeClr val="tx2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5" name="Oval 3"/>
            <p:cNvSpPr/>
            <p:nvPr/>
          </p:nvSpPr>
          <p:spPr>
            <a:xfrm>
              <a:off x="1919536" y="1376772"/>
              <a:ext cx="3703438" cy="3703438"/>
            </a:xfrm>
            <a:prstGeom prst="ellipse">
              <a:avLst/>
            </a:prstGeom>
            <a:solidFill>
              <a:srgbClr val="7B8E9B"/>
            </a:solidFill>
            <a:ln w="5080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6" name="Oval 4"/>
            <p:cNvSpPr/>
            <p:nvPr/>
          </p:nvSpPr>
          <p:spPr>
            <a:xfrm>
              <a:off x="2382466" y="1839702"/>
              <a:ext cx="2777579" cy="2777579"/>
            </a:xfrm>
            <a:prstGeom prst="ellipse">
              <a:avLst/>
            </a:prstGeom>
            <a:solidFill>
              <a:srgbClr val="4D5985"/>
            </a:solidFill>
            <a:ln w="5080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7" name="Oval 5"/>
            <p:cNvSpPr/>
            <p:nvPr/>
          </p:nvSpPr>
          <p:spPr>
            <a:xfrm>
              <a:off x="2845396" y="2302632"/>
              <a:ext cx="1851719" cy="1851719"/>
            </a:xfrm>
            <a:prstGeom prst="ellipse">
              <a:avLst/>
            </a:prstGeom>
            <a:solidFill>
              <a:srgbClr val="7B8E9B"/>
            </a:solidFill>
            <a:ln w="5080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8" name="Oval 6"/>
            <p:cNvSpPr/>
            <p:nvPr/>
          </p:nvSpPr>
          <p:spPr>
            <a:xfrm>
              <a:off x="3308325" y="2765561"/>
              <a:ext cx="925860" cy="925860"/>
            </a:xfrm>
            <a:prstGeom prst="ellipse">
              <a:avLst/>
            </a:prstGeom>
            <a:solidFill>
              <a:schemeClr val="bg1"/>
            </a:solidFill>
            <a:ln w="5080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9" name="TextBox 7"/>
            <p:cNvSpPr txBox="1"/>
            <p:nvPr/>
          </p:nvSpPr>
          <p:spPr bwMode="auto">
            <a:xfrm>
              <a:off x="3602725" y="3748568"/>
              <a:ext cx="343043" cy="332399"/>
            </a:xfrm>
            <a:prstGeom prst="rect">
              <a:avLst/>
            </a:prstGeom>
            <a:noFill/>
            <a:sp3d prstMaterial="matte">
              <a:bevelT w="1270" h="1270"/>
            </a:sp3d>
          </p:spPr>
          <p:txBody>
            <a:bodyPr wrap="none" lIns="0" tIns="0" rIns="0" bIns="0" anchor="ctr">
              <a:normAutofit fontScale="70000" lnSpcReduction="20000"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buClr>
                  <a:prstClr val="white"/>
                </a:buClr>
                <a:defRPr/>
              </a:pPr>
              <a:r>
                <a:rPr lang="en-US" altLang="ko-KR" sz="2400" b="1">
                  <a:solidFill>
                    <a:schemeClr val="bg1"/>
                  </a:solidFill>
                </a:rPr>
                <a:t>01</a:t>
              </a:r>
              <a:endParaRPr lang="en-US" altLang="ko-KR" sz="2400" b="1">
                <a:solidFill>
                  <a:schemeClr val="bg1"/>
                </a:solidFill>
              </a:endParaRPr>
            </a:p>
          </p:txBody>
        </p:sp>
        <p:grpSp>
          <p:nvGrpSpPr>
            <p:cNvPr id="10" name="Group 8"/>
            <p:cNvGrpSpPr/>
            <p:nvPr/>
          </p:nvGrpSpPr>
          <p:grpSpPr>
            <a:xfrm>
              <a:off x="3741484" y="2970694"/>
              <a:ext cx="2911570" cy="515592"/>
              <a:chOff x="3607509" y="3510754"/>
              <a:chExt cx="2911570" cy="515592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49" name="Freeform: Shape 9"/>
              <p:cNvSpPr/>
              <p:nvPr/>
            </p:nvSpPr>
            <p:spPr>
              <a:xfrm>
                <a:off x="3607509" y="3700767"/>
                <a:ext cx="2731312" cy="135579"/>
              </a:xfrm>
              <a:custGeom>
                <a:avLst/>
                <a:gdLst/>
                <a:ahLst/>
                <a:cxnLst/>
                <a:rect l="l" t="t" r="r" b="b"/>
                <a:pathLst>
                  <a:path w="3916090" h="166202">
                    <a:moveTo>
                      <a:pt x="83101" y="0"/>
                    </a:moveTo>
                    <a:lnTo>
                      <a:pt x="3916090" y="0"/>
                    </a:lnTo>
                    <a:lnTo>
                      <a:pt x="3916090" y="166201"/>
                    </a:lnTo>
                    <a:lnTo>
                      <a:pt x="83106" y="166201"/>
                    </a:lnTo>
                    <a:cubicBezTo>
                      <a:pt x="83104" y="166202"/>
                      <a:pt x="83103" y="166202"/>
                      <a:pt x="83101" y="166202"/>
                    </a:cubicBezTo>
                    <a:cubicBezTo>
                      <a:pt x="37206" y="166202"/>
                      <a:pt x="0" y="128996"/>
                      <a:pt x="0" y="83101"/>
                    </a:cubicBezTo>
                    <a:cubicBezTo>
                      <a:pt x="0" y="37206"/>
                      <a:pt x="37206" y="0"/>
                      <a:pt x="83101" y="0"/>
                    </a:cubicBezTo>
                    <a:close/>
                  </a:path>
                </a:pathLst>
              </a:custGeom>
              <a:grpFill/>
              <a:ln w="12700" cap="rnd">
                <a:solidFill>
                  <a:schemeClr val="tx2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Oval 10"/>
              <p:cNvSpPr/>
              <p:nvPr/>
            </p:nvSpPr>
            <p:spPr>
              <a:xfrm>
                <a:off x="6275343" y="3700767"/>
                <a:ext cx="115918" cy="135579"/>
              </a:xfrm>
              <a:prstGeom prst="ellipse">
                <a:avLst/>
              </a:prstGeom>
              <a:grpFill/>
              <a:ln w="12700" cap="rnd">
                <a:solidFill>
                  <a:schemeClr val="tx2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51" name="Group 11"/>
              <p:cNvGrpSpPr/>
              <p:nvPr/>
            </p:nvGrpSpPr>
            <p:grpSpPr>
              <a:xfrm>
                <a:off x="5831398" y="3510754"/>
                <a:ext cx="687681" cy="190010"/>
                <a:chOff x="6904653" y="3476743"/>
                <a:chExt cx="814860" cy="232928"/>
              </a:xfrm>
              <a:grpFill/>
            </p:grpSpPr>
            <p:sp>
              <p:nvSpPr>
                <p:cNvPr id="57" name="Parallelogram 17"/>
                <p:cNvSpPr/>
                <p:nvPr/>
              </p:nvSpPr>
              <p:spPr>
                <a:xfrm>
                  <a:off x="6904653" y="3476743"/>
                  <a:ext cx="360040" cy="232928"/>
                </a:xfrm>
                <a:prstGeom prst="parallelogram">
                  <a:avLst>
                    <a:gd name="adj" fmla="val 90428"/>
                  </a:avLst>
                </a:prstGeom>
                <a:grpFill/>
                <a:ln w="12700" cap="rnd">
                  <a:solidFill>
                    <a:schemeClr val="tx2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8" name="Parallelogram 18"/>
                <p:cNvSpPr/>
                <p:nvPr/>
              </p:nvSpPr>
              <p:spPr>
                <a:xfrm>
                  <a:off x="7056260" y="3476743"/>
                  <a:ext cx="360040" cy="232928"/>
                </a:xfrm>
                <a:prstGeom prst="parallelogram">
                  <a:avLst>
                    <a:gd name="adj" fmla="val 90428"/>
                  </a:avLst>
                </a:prstGeom>
                <a:grpFill/>
                <a:ln w="12700" cap="rnd">
                  <a:solidFill>
                    <a:schemeClr val="tx2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9" name="Parallelogram 19"/>
                <p:cNvSpPr/>
                <p:nvPr/>
              </p:nvSpPr>
              <p:spPr>
                <a:xfrm>
                  <a:off x="7207867" y="3476743"/>
                  <a:ext cx="360040" cy="232928"/>
                </a:xfrm>
                <a:prstGeom prst="parallelogram">
                  <a:avLst>
                    <a:gd name="adj" fmla="val 90428"/>
                  </a:avLst>
                </a:prstGeom>
                <a:grpFill/>
                <a:ln w="12700" cap="rnd">
                  <a:solidFill>
                    <a:schemeClr val="tx2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0" name="Parallelogram 20"/>
                <p:cNvSpPr/>
                <p:nvPr/>
              </p:nvSpPr>
              <p:spPr>
                <a:xfrm>
                  <a:off x="7359473" y="3476743"/>
                  <a:ext cx="360040" cy="232928"/>
                </a:xfrm>
                <a:prstGeom prst="parallelogram">
                  <a:avLst>
                    <a:gd name="adj" fmla="val 90428"/>
                  </a:avLst>
                </a:prstGeom>
                <a:grpFill/>
                <a:ln w="12700" cap="rnd">
                  <a:solidFill>
                    <a:schemeClr val="tx2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52" name="Group 12"/>
              <p:cNvGrpSpPr/>
              <p:nvPr/>
            </p:nvGrpSpPr>
            <p:grpSpPr>
              <a:xfrm flipV="1">
                <a:off x="5831398" y="3836336"/>
                <a:ext cx="687681" cy="190010"/>
                <a:chOff x="6904653" y="3476743"/>
                <a:chExt cx="814860" cy="232928"/>
              </a:xfrm>
              <a:grpFill/>
            </p:grpSpPr>
            <p:sp>
              <p:nvSpPr>
                <p:cNvPr id="53" name="Parallelogram 13"/>
                <p:cNvSpPr/>
                <p:nvPr/>
              </p:nvSpPr>
              <p:spPr>
                <a:xfrm>
                  <a:off x="6904653" y="3476743"/>
                  <a:ext cx="360040" cy="232928"/>
                </a:xfrm>
                <a:prstGeom prst="parallelogram">
                  <a:avLst>
                    <a:gd name="adj" fmla="val 90428"/>
                  </a:avLst>
                </a:prstGeom>
                <a:grpFill/>
                <a:ln w="12700" cap="rnd">
                  <a:solidFill>
                    <a:schemeClr val="tx2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4" name="Parallelogram 14"/>
                <p:cNvSpPr/>
                <p:nvPr/>
              </p:nvSpPr>
              <p:spPr>
                <a:xfrm>
                  <a:off x="7056260" y="3476743"/>
                  <a:ext cx="360040" cy="232928"/>
                </a:xfrm>
                <a:prstGeom prst="parallelogram">
                  <a:avLst>
                    <a:gd name="adj" fmla="val 90428"/>
                  </a:avLst>
                </a:prstGeom>
                <a:grpFill/>
                <a:ln w="12700" cap="rnd">
                  <a:solidFill>
                    <a:schemeClr val="tx2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5" name="Parallelogram 15"/>
                <p:cNvSpPr/>
                <p:nvPr/>
              </p:nvSpPr>
              <p:spPr>
                <a:xfrm>
                  <a:off x="7207867" y="3476743"/>
                  <a:ext cx="360040" cy="232928"/>
                </a:xfrm>
                <a:prstGeom prst="parallelogram">
                  <a:avLst>
                    <a:gd name="adj" fmla="val 90428"/>
                  </a:avLst>
                </a:prstGeom>
                <a:grpFill/>
                <a:ln w="12700" cap="rnd">
                  <a:solidFill>
                    <a:schemeClr val="tx2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6" name="Parallelogram 16"/>
                <p:cNvSpPr/>
                <p:nvPr/>
              </p:nvSpPr>
              <p:spPr>
                <a:xfrm>
                  <a:off x="7359473" y="3476743"/>
                  <a:ext cx="360040" cy="232928"/>
                </a:xfrm>
                <a:prstGeom prst="parallelogram">
                  <a:avLst>
                    <a:gd name="adj" fmla="val 90428"/>
                  </a:avLst>
                </a:prstGeom>
                <a:grpFill/>
                <a:ln w="12700" cap="rnd">
                  <a:solidFill>
                    <a:schemeClr val="tx2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</p:grpSp>
        <p:sp>
          <p:nvSpPr>
            <p:cNvPr id="11" name="TextBox 21"/>
            <p:cNvSpPr txBox="1"/>
            <p:nvPr/>
          </p:nvSpPr>
          <p:spPr bwMode="auto">
            <a:xfrm>
              <a:off x="3602725" y="4217198"/>
              <a:ext cx="343043" cy="332399"/>
            </a:xfrm>
            <a:prstGeom prst="rect">
              <a:avLst/>
            </a:prstGeom>
            <a:noFill/>
            <a:sp3d prstMaterial="matte">
              <a:bevelT w="1270" h="1270"/>
            </a:sp3d>
          </p:spPr>
          <p:txBody>
            <a:bodyPr wrap="none" lIns="0" tIns="0" rIns="0" bIns="0" anchor="ctr">
              <a:normAutofit fontScale="70000" lnSpcReduction="20000"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buClr>
                  <a:prstClr val="white"/>
                </a:buClr>
                <a:defRPr/>
              </a:pPr>
              <a:r>
                <a:rPr lang="en-US" altLang="ko-KR" sz="2400" b="1">
                  <a:solidFill>
                    <a:schemeClr val="bg1"/>
                  </a:solidFill>
                </a:rPr>
                <a:t>02</a:t>
              </a:r>
              <a:endParaRPr lang="en-US" altLang="ko-KR" sz="2400" b="1">
                <a:solidFill>
                  <a:schemeClr val="bg1"/>
                </a:solidFill>
              </a:endParaRPr>
            </a:p>
          </p:txBody>
        </p:sp>
        <p:sp>
          <p:nvSpPr>
            <p:cNvPr id="12" name="TextBox 22"/>
            <p:cNvSpPr txBox="1"/>
            <p:nvPr/>
          </p:nvSpPr>
          <p:spPr bwMode="auto">
            <a:xfrm>
              <a:off x="3602725" y="4685828"/>
              <a:ext cx="343043" cy="332399"/>
            </a:xfrm>
            <a:prstGeom prst="rect">
              <a:avLst/>
            </a:prstGeom>
            <a:noFill/>
            <a:sp3d prstMaterial="matte">
              <a:bevelT w="1270" h="1270"/>
            </a:sp3d>
          </p:spPr>
          <p:txBody>
            <a:bodyPr wrap="none" lIns="0" tIns="0" rIns="0" bIns="0" anchor="ctr">
              <a:normAutofit fontScale="70000" lnSpcReduction="20000"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buClr>
                  <a:prstClr val="white"/>
                </a:buClr>
                <a:defRPr/>
              </a:pPr>
              <a:r>
                <a:rPr lang="en-US" altLang="ko-KR" sz="2400" b="1">
                  <a:solidFill>
                    <a:schemeClr val="bg1"/>
                  </a:solidFill>
                </a:rPr>
                <a:t>03</a:t>
              </a:r>
              <a:endParaRPr lang="en-US" altLang="ko-KR" sz="2400" b="1">
                <a:solidFill>
                  <a:schemeClr val="bg1"/>
                </a:solidFill>
              </a:endParaRPr>
            </a:p>
          </p:txBody>
        </p:sp>
        <p:grpSp>
          <p:nvGrpSpPr>
            <p:cNvPr id="13" name="Group 23"/>
            <p:cNvGrpSpPr/>
            <p:nvPr/>
          </p:nvGrpSpPr>
          <p:grpSpPr>
            <a:xfrm>
              <a:off x="5216957" y="2187371"/>
              <a:ext cx="2459294" cy="578190"/>
              <a:chOff x="5082982" y="2727431"/>
              <a:chExt cx="2459294" cy="578190"/>
            </a:xfrm>
            <a:solidFill>
              <a:schemeClr val="bg1">
                <a:lumMod val="75000"/>
              </a:schemeClr>
            </a:solidFill>
          </p:grpSpPr>
          <p:sp>
            <p:nvSpPr>
              <p:cNvPr id="37" name="Freeform: Shape 24"/>
              <p:cNvSpPr/>
              <p:nvPr/>
            </p:nvSpPr>
            <p:spPr>
              <a:xfrm>
                <a:off x="5082982" y="2727431"/>
                <a:ext cx="2273518" cy="578190"/>
              </a:xfrm>
              <a:custGeom>
                <a:avLst/>
                <a:gdLst/>
                <a:ahLst/>
                <a:cxnLst/>
                <a:rect l="l" t="t" r="r" b="b"/>
                <a:pathLst>
                  <a:path w="2693980" h="578190">
                    <a:moveTo>
                      <a:pt x="635968" y="0"/>
                    </a:moveTo>
                    <a:lnTo>
                      <a:pt x="552495" y="221306"/>
                    </a:lnTo>
                    <a:lnTo>
                      <a:pt x="2693980" y="221306"/>
                    </a:lnTo>
                    <a:lnTo>
                      <a:pt x="2693980" y="356884"/>
                    </a:lnTo>
                    <a:lnTo>
                      <a:pt x="552497" y="356884"/>
                    </a:lnTo>
                    <a:lnTo>
                      <a:pt x="635970" y="578190"/>
                    </a:lnTo>
                    <a:lnTo>
                      <a:pt x="2" y="289095"/>
                    </a:lnTo>
                    <a:lnTo>
                      <a:pt x="0" y="289095"/>
                    </a:lnTo>
                    <a:close/>
                  </a:path>
                </a:pathLst>
              </a:custGeom>
              <a:grpFill/>
              <a:ln w="19050" cap="rnd">
                <a:solidFill>
                  <a:schemeClr val="tx2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Oval 25"/>
              <p:cNvSpPr/>
              <p:nvPr/>
            </p:nvSpPr>
            <p:spPr>
              <a:xfrm>
                <a:off x="7298540" y="2948738"/>
                <a:ext cx="115918" cy="135579"/>
              </a:xfrm>
              <a:prstGeom prst="ellipse">
                <a:avLst/>
              </a:prstGeom>
              <a:grpFill/>
              <a:ln w="19050" cap="rnd">
                <a:solidFill>
                  <a:schemeClr val="tx2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39" name="Group 26"/>
              <p:cNvGrpSpPr/>
              <p:nvPr/>
            </p:nvGrpSpPr>
            <p:grpSpPr>
              <a:xfrm>
                <a:off x="6854595" y="2758725"/>
                <a:ext cx="687681" cy="190010"/>
                <a:chOff x="6904653" y="3476743"/>
                <a:chExt cx="814860" cy="232928"/>
              </a:xfrm>
              <a:grpFill/>
            </p:grpSpPr>
            <p:sp>
              <p:nvSpPr>
                <p:cNvPr id="45" name="Parallelogram 32"/>
                <p:cNvSpPr/>
                <p:nvPr/>
              </p:nvSpPr>
              <p:spPr>
                <a:xfrm>
                  <a:off x="6904653" y="3476743"/>
                  <a:ext cx="360040" cy="232928"/>
                </a:xfrm>
                <a:prstGeom prst="parallelogram">
                  <a:avLst>
                    <a:gd name="adj" fmla="val 90428"/>
                  </a:avLst>
                </a:prstGeom>
                <a:grpFill/>
                <a:ln w="19050" cap="rnd">
                  <a:solidFill>
                    <a:schemeClr val="tx2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6" name="Parallelogram 33"/>
                <p:cNvSpPr/>
                <p:nvPr/>
              </p:nvSpPr>
              <p:spPr>
                <a:xfrm>
                  <a:off x="7056260" y="3476743"/>
                  <a:ext cx="360040" cy="232928"/>
                </a:xfrm>
                <a:prstGeom prst="parallelogram">
                  <a:avLst>
                    <a:gd name="adj" fmla="val 90428"/>
                  </a:avLst>
                </a:prstGeom>
                <a:grpFill/>
                <a:ln w="19050" cap="rnd">
                  <a:solidFill>
                    <a:schemeClr val="tx2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7" name="Parallelogram 34"/>
                <p:cNvSpPr/>
                <p:nvPr/>
              </p:nvSpPr>
              <p:spPr>
                <a:xfrm>
                  <a:off x="7207867" y="3476743"/>
                  <a:ext cx="360040" cy="232928"/>
                </a:xfrm>
                <a:prstGeom prst="parallelogram">
                  <a:avLst>
                    <a:gd name="adj" fmla="val 90428"/>
                  </a:avLst>
                </a:prstGeom>
                <a:grpFill/>
                <a:ln w="19050" cap="rnd">
                  <a:solidFill>
                    <a:schemeClr val="tx2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8" name="Parallelogram 35"/>
                <p:cNvSpPr/>
                <p:nvPr/>
              </p:nvSpPr>
              <p:spPr>
                <a:xfrm>
                  <a:off x="7359473" y="3476743"/>
                  <a:ext cx="360040" cy="232928"/>
                </a:xfrm>
                <a:prstGeom prst="parallelogram">
                  <a:avLst>
                    <a:gd name="adj" fmla="val 90428"/>
                  </a:avLst>
                </a:prstGeom>
                <a:grpFill/>
                <a:ln w="19050" cap="rnd">
                  <a:solidFill>
                    <a:schemeClr val="tx2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40" name="Group 27"/>
              <p:cNvGrpSpPr/>
              <p:nvPr/>
            </p:nvGrpSpPr>
            <p:grpSpPr>
              <a:xfrm flipV="1">
                <a:off x="6854595" y="3084309"/>
                <a:ext cx="687681" cy="190010"/>
                <a:chOff x="6904653" y="3476743"/>
                <a:chExt cx="814860" cy="232928"/>
              </a:xfrm>
              <a:grpFill/>
            </p:grpSpPr>
            <p:sp>
              <p:nvSpPr>
                <p:cNvPr id="41" name="Parallelogram 28"/>
                <p:cNvSpPr/>
                <p:nvPr/>
              </p:nvSpPr>
              <p:spPr>
                <a:xfrm>
                  <a:off x="6904653" y="3476743"/>
                  <a:ext cx="360040" cy="232928"/>
                </a:xfrm>
                <a:prstGeom prst="parallelogram">
                  <a:avLst>
                    <a:gd name="adj" fmla="val 90428"/>
                  </a:avLst>
                </a:prstGeom>
                <a:grpFill/>
                <a:ln w="19050" cap="rnd">
                  <a:solidFill>
                    <a:schemeClr val="tx2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2" name="Parallelogram 29"/>
                <p:cNvSpPr/>
                <p:nvPr/>
              </p:nvSpPr>
              <p:spPr>
                <a:xfrm>
                  <a:off x="7056260" y="3476743"/>
                  <a:ext cx="360040" cy="232928"/>
                </a:xfrm>
                <a:prstGeom prst="parallelogram">
                  <a:avLst>
                    <a:gd name="adj" fmla="val 90428"/>
                  </a:avLst>
                </a:prstGeom>
                <a:grpFill/>
                <a:ln w="19050" cap="rnd">
                  <a:solidFill>
                    <a:schemeClr val="tx2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3" name="Parallelogram 30"/>
                <p:cNvSpPr/>
                <p:nvPr/>
              </p:nvSpPr>
              <p:spPr>
                <a:xfrm>
                  <a:off x="7207867" y="3476743"/>
                  <a:ext cx="360040" cy="232928"/>
                </a:xfrm>
                <a:prstGeom prst="parallelogram">
                  <a:avLst>
                    <a:gd name="adj" fmla="val 90428"/>
                  </a:avLst>
                </a:prstGeom>
                <a:grpFill/>
                <a:ln w="19050" cap="rnd">
                  <a:solidFill>
                    <a:schemeClr val="tx2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4" name="Parallelogram 31"/>
                <p:cNvSpPr/>
                <p:nvPr/>
              </p:nvSpPr>
              <p:spPr>
                <a:xfrm>
                  <a:off x="7359473" y="3476743"/>
                  <a:ext cx="360040" cy="232928"/>
                </a:xfrm>
                <a:prstGeom prst="parallelogram">
                  <a:avLst>
                    <a:gd name="adj" fmla="val 90428"/>
                  </a:avLst>
                </a:prstGeom>
                <a:grpFill/>
                <a:ln w="19050" cap="rnd">
                  <a:solidFill>
                    <a:schemeClr val="tx2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</p:grpSp>
        <p:cxnSp>
          <p:nvCxnSpPr>
            <p:cNvPr id="14" name="Straight Arrow Connector 36"/>
            <p:cNvCxnSpPr/>
            <p:nvPr/>
          </p:nvCxnSpPr>
          <p:spPr>
            <a:xfrm>
              <a:off x="4025079" y="4362439"/>
              <a:ext cx="451526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2"/>
            <p:cNvGrpSpPr/>
            <p:nvPr/>
          </p:nvGrpSpPr>
          <p:grpSpPr>
            <a:xfrm>
              <a:off x="1826903" y="5345679"/>
              <a:ext cx="3737168" cy="225062"/>
              <a:chOff x="1826903" y="5345679"/>
              <a:chExt cx="3737168" cy="225062"/>
            </a:xfrm>
          </p:grpSpPr>
          <p:cxnSp>
            <p:nvCxnSpPr>
              <p:cNvPr id="31" name="Straight Connector 37"/>
              <p:cNvCxnSpPr/>
              <p:nvPr/>
            </p:nvCxnSpPr>
            <p:spPr>
              <a:xfrm>
                <a:off x="2149474" y="5345679"/>
                <a:ext cx="2718466" cy="0"/>
              </a:xfrm>
              <a:prstGeom prst="line">
                <a:avLst/>
              </a:prstGeom>
              <a:ln w="38100" cap="rnd">
                <a:solidFill>
                  <a:schemeClr val="tx2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8"/>
              <p:cNvCxnSpPr/>
              <p:nvPr/>
            </p:nvCxnSpPr>
            <p:spPr>
              <a:xfrm>
                <a:off x="2296877" y="5426808"/>
                <a:ext cx="250903" cy="0"/>
              </a:xfrm>
              <a:prstGeom prst="line">
                <a:avLst/>
              </a:prstGeom>
              <a:ln w="38100" cap="rnd">
                <a:solidFill>
                  <a:schemeClr val="tx2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9"/>
              <p:cNvCxnSpPr/>
              <p:nvPr/>
            </p:nvCxnSpPr>
            <p:spPr>
              <a:xfrm>
                <a:off x="4768087" y="5426808"/>
                <a:ext cx="591616" cy="0"/>
              </a:xfrm>
              <a:prstGeom prst="line">
                <a:avLst/>
              </a:prstGeom>
              <a:ln w="38100" cap="rnd">
                <a:solidFill>
                  <a:schemeClr val="tx2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40"/>
              <p:cNvCxnSpPr/>
              <p:nvPr/>
            </p:nvCxnSpPr>
            <p:spPr>
              <a:xfrm>
                <a:off x="4639474" y="5570741"/>
                <a:ext cx="444490" cy="0"/>
              </a:xfrm>
              <a:prstGeom prst="line">
                <a:avLst/>
              </a:prstGeom>
              <a:ln w="38100" cap="rnd">
                <a:solidFill>
                  <a:schemeClr val="tx2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41"/>
              <p:cNvCxnSpPr/>
              <p:nvPr/>
            </p:nvCxnSpPr>
            <p:spPr>
              <a:xfrm>
                <a:off x="1826903" y="5553236"/>
                <a:ext cx="952805" cy="0"/>
              </a:xfrm>
              <a:prstGeom prst="line">
                <a:avLst/>
              </a:prstGeom>
              <a:ln w="38100" cap="rnd">
                <a:solidFill>
                  <a:schemeClr val="tx2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42"/>
              <p:cNvCxnSpPr/>
              <p:nvPr/>
            </p:nvCxnSpPr>
            <p:spPr>
              <a:xfrm>
                <a:off x="5335976" y="5570741"/>
                <a:ext cx="228095" cy="0"/>
              </a:xfrm>
              <a:prstGeom prst="line">
                <a:avLst/>
              </a:prstGeom>
              <a:ln w="38100" cap="rnd">
                <a:solidFill>
                  <a:schemeClr val="tx2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46"/>
            <p:cNvGrpSpPr/>
            <p:nvPr/>
          </p:nvGrpSpPr>
          <p:grpSpPr>
            <a:xfrm>
              <a:off x="4025079" y="3182360"/>
              <a:ext cx="4498469" cy="703829"/>
              <a:chOff x="3613656" y="4149080"/>
              <a:chExt cx="4498469" cy="277169"/>
            </a:xfrm>
          </p:grpSpPr>
          <p:cxnSp>
            <p:nvCxnSpPr>
              <p:cNvPr id="29" name="Straight Arrow Connector 47"/>
              <p:cNvCxnSpPr/>
              <p:nvPr/>
            </p:nvCxnSpPr>
            <p:spPr>
              <a:xfrm flipV="1">
                <a:off x="6729071" y="4149080"/>
                <a:ext cx="1383054" cy="27716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48"/>
              <p:cNvCxnSpPr/>
              <p:nvPr/>
            </p:nvCxnSpPr>
            <p:spPr>
              <a:xfrm>
                <a:off x="3613656" y="4426249"/>
                <a:ext cx="311541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49"/>
            <p:cNvGrpSpPr/>
            <p:nvPr/>
          </p:nvGrpSpPr>
          <p:grpSpPr>
            <a:xfrm flipV="1">
              <a:off x="4025079" y="4838688"/>
              <a:ext cx="4498469" cy="530621"/>
              <a:chOff x="3613656" y="4149080"/>
              <a:chExt cx="4498469" cy="277169"/>
            </a:xfrm>
          </p:grpSpPr>
          <p:cxnSp>
            <p:nvCxnSpPr>
              <p:cNvPr id="27" name="Straight Arrow Connector 50"/>
              <p:cNvCxnSpPr/>
              <p:nvPr/>
            </p:nvCxnSpPr>
            <p:spPr>
              <a:xfrm flipV="1">
                <a:off x="6729071" y="4149080"/>
                <a:ext cx="1383054" cy="27716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51"/>
              <p:cNvCxnSpPr/>
              <p:nvPr/>
            </p:nvCxnSpPr>
            <p:spPr>
              <a:xfrm>
                <a:off x="3613656" y="4426249"/>
                <a:ext cx="311541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59"/>
            <p:cNvGrpSpPr/>
            <p:nvPr/>
          </p:nvGrpSpPr>
          <p:grpSpPr>
            <a:xfrm>
              <a:off x="8523548" y="2850583"/>
              <a:ext cx="3372722" cy="902447"/>
              <a:chOff x="8436262" y="1696263"/>
              <a:chExt cx="3372722" cy="902447"/>
            </a:xfrm>
          </p:grpSpPr>
          <p:sp>
            <p:nvSpPr>
              <p:cNvPr id="25" name="TextBox 60"/>
              <p:cNvSpPr txBox="1"/>
              <p:nvPr/>
            </p:nvSpPr>
            <p:spPr bwMode="auto">
              <a:xfrm>
                <a:off x="8436262" y="1696263"/>
                <a:ext cx="2189954" cy="328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540000" tIns="0" rIns="0" bIns="0" anchor="t" anchorCtr="0">
                <a:normAutofit fontScale="77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/>
                <a:r>
                  <a:rPr lang="zh-CN" altLang="en-US" sz="2135" b="1">
                    <a:solidFill>
                      <a:srgbClr val="4D5985"/>
                    </a:solidFill>
                  </a:rPr>
                  <a:t>标题文本预设</a:t>
                </a:r>
                <a:endParaRPr lang="zh-CN" altLang="en-US" sz="2135" b="1">
                  <a:solidFill>
                    <a:srgbClr val="4D5985"/>
                  </a:solidFill>
                </a:endParaRPr>
              </a:p>
            </p:txBody>
          </p:sp>
          <p:sp>
            <p:nvSpPr>
              <p:cNvPr id="26" name="TextBox 61"/>
              <p:cNvSpPr txBox="1"/>
              <p:nvPr/>
            </p:nvSpPr>
            <p:spPr bwMode="auto">
              <a:xfrm>
                <a:off x="8436262" y="2137526"/>
                <a:ext cx="3372722" cy="46118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540000" tIns="0" rIns="0" bIns="0" anchor="t" anchorCtr="0">
                <a:normAutofit fontScale="77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000">
                    <a:solidFill>
                      <a:schemeClr val="tx1"/>
                    </a:solidFill>
                  </a:rPr>
                  <a:t>此部分内容作为文字排版占位显示 </a:t>
                </a:r>
                <a:br>
                  <a:rPr lang="zh-CN" altLang="en-US" sz="1000">
                    <a:solidFill>
                      <a:schemeClr val="tx1"/>
                    </a:solidFill>
                  </a:rPr>
                </a:br>
                <a:r>
                  <a:rPr lang="zh-CN" altLang="en-US" sz="1000">
                    <a:solidFill>
                      <a:schemeClr val="tx1"/>
                    </a:solidFill>
                  </a:rPr>
                  <a:t>（建议使用主题字体）</a:t>
                </a:r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62"/>
            <p:cNvGrpSpPr/>
            <p:nvPr/>
          </p:nvGrpSpPr>
          <p:grpSpPr>
            <a:xfrm>
              <a:off x="8523548" y="5116643"/>
              <a:ext cx="3750236" cy="902447"/>
              <a:chOff x="8436262" y="1696263"/>
              <a:chExt cx="3750236" cy="902447"/>
            </a:xfrm>
          </p:grpSpPr>
          <p:sp>
            <p:nvSpPr>
              <p:cNvPr id="23" name="TextBox 63"/>
              <p:cNvSpPr txBox="1"/>
              <p:nvPr/>
            </p:nvSpPr>
            <p:spPr bwMode="auto">
              <a:xfrm>
                <a:off x="8436262" y="1696263"/>
                <a:ext cx="2189954" cy="328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540000" tIns="0" rIns="0" bIns="0" anchor="t" anchorCtr="0">
                <a:normAutofit fontScale="77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/>
                <a:r>
                  <a:rPr lang="zh-CN" altLang="en-US" sz="2135" b="1">
                    <a:solidFill>
                      <a:srgbClr val="4D5985"/>
                    </a:solidFill>
                  </a:rPr>
                  <a:t>标题文本预设</a:t>
                </a:r>
                <a:endParaRPr lang="zh-CN" altLang="en-US" sz="2135" b="1">
                  <a:solidFill>
                    <a:srgbClr val="4D5985"/>
                  </a:solidFill>
                </a:endParaRPr>
              </a:p>
            </p:txBody>
          </p:sp>
          <p:sp>
            <p:nvSpPr>
              <p:cNvPr id="24" name="TextBox 64"/>
              <p:cNvSpPr txBox="1"/>
              <p:nvPr/>
            </p:nvSpPr>
            <p:spPr bwMode="auto">
              <a:xfrm>
                <a:off x="8436262" y="2137526"/>
                <a:ext cx="3750236" cy="46118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540000" tIns="0" rIns="0" bIns="0" anchor="t" anchorCtr="0">
                <a:normAutofit fontScale="87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000">
                    <a:solidFill>
                      <a:schemeClr val="tx1"/>
                    </a:solidFill>
                  </a:rPr>
                  <a:t>此部分内容作为文字排版占位显示 </a:t>
                </a:r>
                <a:br>
                  <a:rPr lang="zh-CN" altLang="en-US" sz="1000">
                    <a:solidFill>
                      <a:schemeClr val="tx1"/>
                    </a:solidFill>
                  </a:rPr>
                </a:br>
                <a:r>
                  <a:rPr lang="zh-CN" altLang="en-US" sz="1000">
                    <a:solidFill>
                      <a:schemeClr val="tx1"/>
                    </a:solidFill>
                  </a:rPr>
                  <a:t>（建议使用主题字体）</a:t>
                </a:r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" name="Group 65"/>
            <p:cNvGrpSpPr/>
            <p:nvPr/>
          </p:nvGrpSpPr>
          <p:grpSpPr>
            <a:xfrm>
              <a:off x="8523548" y="3983613"/>
              <a:ext cx="3750236" cy="855631"/>
              <a:chOff x="8436262" y="1696263"/>
              <a:chExt cx="3750236" cy="855631"/>
            </a:xfrm>
          </p:grpSpPr>
          <p:sp>
            <p:nvSpPr>
              <p:cNvPr id="21" name="TextBox 66"/>
              <p:cNvSpPr txBox="1"/>
              <p:nvPr/>
            </p:nvSpPr>
            <p:spPr bwMode="auto">
              <a:xfrm>
                <a:off x="8436262" y="1696263"/>
                <a:ext cx="2189954" cy="328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540000" tIns="0" rIns="0" bIns="0" anchor="t" anchorCtr="0">
                <a:normAutofit fontScale="77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/>
                <a:r>
                  <a:rPr lang="zh-CN" altLang="en-US" sz="2135" b="1">
                    <a:solidFill>
                      <a:srgbClr val="4D5985"/>
                    </a:solidFill>
                  </a:rPr>
                  <a:t>标题文本预设</a:t>
                </a:r>
                <a:endParaRPr lang="zh-CN" altLang="en-US" sz="2135" b="1">
                  <a:solidFill>
                    <a:srgbClr val="4D5985"/>
                  </a:solidFill>
                </a:endParaRPr>
              </a:p>
            </p:txBody>
          </p:sp>
          <p:sp>
            <p:nvSpPr>
              <p:cNvPr id="22" name="TextBox 67"/>
              <p:cNvSpPr txBox="1"/>
              <p:nvPr/>
            </p:nvSpPr>
            <p:spPr bwMode="auto">
              <a:xfrm>
                <a:off x="8436262" y="2090710"/>
                <a:ext cx="3750236" cy="46118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540000" tIns="0" rIns="0" bIns="0" anchor="t" anchorCtr="0">
                <a:normAutofit fontScale="87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000">
                    <a:solidFill>
                      <a:schemeClr val="tx1"/>
                    </a:solidFill>
                  </a:rPr>
                  <a:t>此部分内容作为文字排版占位显示 </a:t>
                </a:r>
                <a:br>
                  <a:rPr lang="zh-CN" altLang="en-US" sz="1000">
                    <a:solidFill>
                      <a:schemeClr val="tx1"/>
                    </a:solidFill>
                  </a:rPr>
                </a:br>
                <a:r>
                  <a:rPr lang="zh-CN" altLang="en-US" sz="1000">
                    <a:solidFill>
                      <a:schemeClr val="tx1"/>
                    </a:solidFill>
                  </a:rPr>
                  <a:t>（建议使用主题字体）</a:t>
                </a:r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1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点击输入标题内容</a:t>
            </a:r>
            <a:endParaRPr lang="zh-CN" altLang="en-US" sz="18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0509 0.190032 L 0 0 E" pathEditMode="relative" ptsTypes="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  <p:from x="5542" y="9824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"/>
          <p:cNvGrpSpPr>
            <a:grpSpLocks noChangeAspect="1"/>
          </p:cNvGrpSpPr>
          <p:nvPr/>
        </p:nvGrpSpPr>
        <p:grpSpPr bwMode="auto">
          <a:xfrm>
            <a:off x="3080713" y="881896"/>
            <a:ext cx="2982581" cy="4016640"/>
            <a:chOff x="2471" y="82"/>
            <a:chExt cx="2968" cy="3997"/>
          </a:xfrm>
        </p:grpSpPr>
        <p:sp>
          <p:nvSpPr>
            <p:cNvPr id="32" name="Freeform: Shape 2"/>
            <p:cNvSpPr/>
            <p:nvPr/>
          </p:nvSpPr>
          <p:spPr bwMode="auto">
            <a:xfrm>
              <a:off x="3245" y="2247"/>
              <a:ext cx="206" cy="156"/>
            </a:xfrm>
            <a:custGeom>
              <a:avLst/>
              <a:gdLst>
                <a:gd name="T0" fmla="*/ 105 w 146"/>
                <a:gd name="T1" fmla="*/ 111 h 111"/>
                <a:gd name="T2" fmla="*/ 25 w 146"/>
                <a:gd name="T3" fmla="*/ 25 h 111"/>
                <a:gd name="T4" fmla="*/ 34 w 146"/>
                <a:gd name="T5" fmla="*/ 0 h 111"/>
                <a:gd name="T6" fmla="*/ 143 w 146"/>
                <a:gd name="T7" fmla="*/ 65 h 111"/>
                <a:gd name="T8" fmla="*/ 136 w 146"/>
                <a:gd name="T9" fmla="*/ 91 h 111"/>
                <a:gd name="T10" fmla="*/ 144 w 146"/>
                <a:gd name="T11" fmla="*/ 106 h 111"/>
                <a:gd name="T12" fmla="*/ 105 w 146"/>
                <a:gd name="T13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" h="111">
                  <a:moveTo>
                    <a:pt x="105" y="111"/>
                  </a:moveTo>
                  <a:cubicBezTo>
                    <a:pt x="105" y="111"/>
                    <a:pt x="92" y="55"/>
                    <a:pt x="25" y="25"/>
                  </a:cubicBezTo>
                  <a:cubicBezTo>
                    <a:pt x="25" y="25"/>
                    <a:pt x="0" y="9"/>
                    <a:pt x="34" y="0"/>
                  </a:cubicBezTo>
                  <a:cubicBezTo>
                    <a:pt x="34" y="0"/>
                    <a:pt x="140" y="49"/>
                    <a:pt x="143" y="65"/>
                  </a:cubicBezTo>
                  <a:cubicBezTo>
                    <a:pt x="146" y="81"/>
                    <a:pt x="136" y="91"/>
                    <a:pt x="136" y="91"/>
                  </a:cubicBezTo>
                  <a:cubicBezTo>
                    <a:pt x="144" y="106"/>
                    <a:pt x="144" y="106"/>
                    <a:pt x="144" y="106"/>
                  </a:cubicBezTo>
                  <a:lnTo>
                    <a:pt x="105" y="111"/>
                  </a:lnTo>
                  <a:close/>
                </a:path>
              </a:pathLst>
            </a:custGeom>
            <a:solidFill>
              <a:srgbClr val="FED4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3" name="Freeform: Shape 3"/>
            <p:cNvSpPr/>
            <p:nvPr/>
          </p:nvSpPr>
          <p:spPr bwMode="auto">
            <a:xfrm>
              <a:off x="4361" y="2247"/>
              <a:ext cx="205" cy="156"/>
            </a:xfrm>
            <a:custGeom>
              <a:avLst/>
              <a:gdLst>
                <a:gd name="T0" fmla="*/ 41 w 146"/>
                <a:gd name="T1" fmla="*/ 111 h 111"/>
                <a:gd name="T2" fmla="*/ 121 w 146"/>
                <a:gd name="T3" fmla="*/ 25 h 111"/>
                <a:gd name="T4" fmla="*/ 112 w 146"/>
                <a:gd name="T5" fmla="*/ 0 h 111"/>
                <a:gd name="T6" fmla="*/ 3 w 146"/>
                <a:gd name="T7" fmla="*/ 65 h 111"/>
                <a:gd name="T8" fmla="*/ 10 w 146"/>
                <a:gd name="T9" fmla="*/ 91 h 111"/>
                <a:gd name="T10" fmla="*/ 2 w 146"/>
                <a:gd name="T11" fmla="*/ 106 h 111"/>
                <a:gd name="T12" fmla="*/ 41 w 146"/>
                <a:gd name="T13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" h="111">
                  <a:moveTo>
                    <a:pt x="41" y="111"/>
                  </a:moveTo>
                  <a:cubicBezTo>
                    <a:pt x="41" y="111"/>
                    <a:pt x="53" y="55"/>
                    <a:pt x="121" y="25"/>
                  </a:cubicBezTo>
                  <a:cubicBezTo>
                    <a:pt x="121" y="25"/>
                    <a:pt x="146" y="9"/>
                    <a:pt x="112" y="0"/>
                  </a:cubicBezTo>
                  <a:cubicBezTo>
                    <a:pt x="112" y="0"/>
                    <a:pt x="6" y="49"/>
                    <a:pt x="3" y="65"/>
                  </a:cubicBezTo>
                  <a:cubicBezTo>
                    <a:pt x="0" y="81"/>
                    <a:pt x="10" y="91"/>
                    <a:pt x="10" y="91"/>
                  </a:cubicBezTo>
                  <a:cubicBezTo>
                    <a:pt x="2" y="106"/>
                    <a:pt x="2" y="106"/>
                    <a:pt x="2" y="106"/>
                  </a:cubicBezTo>
                  <a:lnTo>
                    <a:pt x="41" y="111"/>
                  </a:lnTo>
                  <a:close/>
                </a:path>
              </a:pathLst>
            </a:custGeom>
            <a:solidFill>
              <a:srgbClr val="FED4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4" name="Oval 4"/>
            <p:cNvSpPr/>
            <p:nvPr/>
          </p:nvSpPr>
          <p:spPr bwMode="auto">
            <a:xfrm>
              <a:off x="3042" y="698"/>
              <a:ext cx="1728" cy="1726"/>
            </a:xfrm>
            <a:prstGeom prst="ellipse">
              <a:avLst/>
            </a:pr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5" name="Oval 5"/>
            <p:cNvSpPr/>
            <p:nvPr/>
          </p:nvSpPr>
          <p:spPr bwMode="auto">
            <a:xfrm>
              <a:off x="3212" y="867"/>
              <a:ext cx="1388" cy="1389"/>
            </a:xfrm>
            <a:prstGeom prst="ellipse">
              <a:avLst/>
            </a:pr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6" name="Oval 6"/>
            <p:cNvSpPr/>
            <p:nvPr/>
          </p:nvSpPr>
          <p:spPr bwMode="auto">
            <a:xfrm>
              <a:off x="3380" y="1037"/>
              <a:ext cx="1051" cy="1049"/>
            </a:xfrm>
            <a:prstGeom prst="ellipse">
              <a:avLst/>
            </a:pr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7" name="Oval 7"/>
            <p:cNvSpPr/>
            <p:nvPr/>
          </p:nvSpPr>
          <p:spPr bwMode="auto">
            <a:xfrm>
              <a:off x="3551" y="1206"/>
              <a:ext cx="710" cy="711"/>
            </a:xfrm>
            <a:prstGeom prst="ellipse">
              <a:avLst/>
            </a:pr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8" name="Oval 8"/>
            <p:cNvSpPr/>
            <p:nvPr/>
          </p:nvSpPr>
          <p:spPr bwMode="auto">
            <a:xfrm>
              <a:off x="3719" y="1376"/>
              <a:ext cx="373" cy="372"/>
            </a:xfrm>
            <a:prstGeom prst="ellipse">
              <a:avLst/>
            </a:pr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9" name="Freeform: Shape 9"/>
            <p:cNvSpPr/>
            <p:nvPr/>
          </p:nvSpPr>
          <p:spPr bwMode="auto">
            <a:xfrm>
              <a:off x="3569" y="2195"/>
              <a:ext cx="683" cy="750"/>
            </a:xfrm>
            <a:custGeom>
              <a:avLst/>
              <a:gdLst>
                <a:gd name="T0" fmla="*/ 169 w 486"/>
                <a:gd name="T1" fmla="*/ 517 h 533"/>
                <a:gd name="T2" fmla="*/ 48 w 486"/>
                <a:gd name="T3" fmla="*/ 234 h 533"/>
                <a:gd name="T4" fmla="*/ 81 w 486"/>
                <a:gd name="T5" fmla="*/ 34 h 533"/>
                <a:gd name="T6" fmla="*/ 96 w 486"/>
                <a:gd name="T7" fmla="*/ 85 h 533"/>
                <a:gd name="T8" fmla="*/ 169 w 486"/>
                <a:gd name="T9" fmla="*/ 18 h 533"/>
                <a:gd name="T10" fmla="*/ 180 w 486"/>
                <a:gd name="T11" fmla="*/ 86 h 533"/>
                <a:gd name="T12" fmla="*/ 346 w 486"/>
                <a:gd name="T13" fmla="*/ 0 h 533"/>
                <a:gd name="T14" fmla="*/ 329 w 486"/>
                <a:gd name="T15" fmla="*/ 97 h 533"/>
                <a:gd name="T16" fmla="*/ 429 w 486"/>
                <a:gd name="T17" fmla="*/ 48 h 533"/>
                <a:gd name="T18" fmla="*/ 407 w 486"/>
                <a:gd name="T19" fmla="*/ 124 h 533"/>
                <a:gd name="T20" fmla="*/ 469 w 486"/>
                <a:gd name="T21" fmla="*/ 86 h 533"/>
                <a:gd name="T22" fmla="*/ 428 w 486"/>
                <a:gd name="T23" fmla="*/ 251 h 533"/>
                <a:gd name="T24" fmla="*/ 302 w 486"/>
                <a:gd name="T25" fmla="*/ 521 h 533"/>
                <a:gd name="T26" fmla="*/ 278 w 486"/>
                <a:gd name="T27" fmla="*/ 508 h 533"/>
                <a:gd name="T28" fmla="*/ 267 w 486"/>
                <a:gd name="T29" fmla="*/ 523 h 533"/>
                <a:gd name="T30" fmla="*/ 244 w 486"/>
                <a:gd name="T31" fmla="*/ 508 h 533"/>
                <a:gd name="T32" fmla="*/ 221 w 486"/>
                <a:gd name="T33" fmla="*/ 523 h 533"/>
                <a:gd name="T34" fmla="*/ 198 w 486"/>
                <a:gd name="T35" fmla="*/ 503 h 533"/>
                <a:gd name="T36" fmla="*/ 190 w 486"/>
                <a:gd name="T37" fmla="*/ 533 h 533"/>
                <a:gd name="T38" fmla="*/ 177 w 486"/>
                <a:gd name="T39" fmla="*/ 506 h 533"/>
                <a:gd name="T40" fmla="*/ 169 w 486"/>
                <a:gd name="T41" fmla="*/ 517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86" h="533">
                  <a:moveTo>
                    <a:pt x="169" y="517"/>
                  </a:moveTo>
                  <a:cubicBezTo>
                    <a:pt x="172" y="501"/>
                    <a:pt x="96" y="309"/>
                    <a:pt x="48" y="234"/>
                  </a:cubicBezTo>
                  <a:cubicBezTo>
                    <a:pt x="0" y="158"/>
                    <a:pt x="32" y="84"/>
                    <a:pt x="81" y="34"/>
                  </a:cubicBezTo>
                  <a:cubicBezTo>
                    <a:pt x="81" y="34"/>
                    <a:pt x="85" y="72"/>
                    <a:pt x="96" y="85"/>
                  </a:cubicBezTo>
                  <a:cubicBezTo>
                    <a:pt x="96" y="85"/>
                    <a:pt x="155" y="65"/>
                    <a:pt x="169" y="18"/>
                  </a:cubicBezTo>
                  <a:cubicBezTo>
                    <a:pt x="169" y="18"/>
                    <a:pt x="188" y="66"/>
                    <a:pt x="180" y="86"/>
                  </a:cubicBezTo>
                  <a:cubicBezTo>
                    <a:pt x="180" y="86"/>
                    <a:pt x="300" y="60"/>
                    <a:pt x="346" y="0"/>
                  </a:cubicBezTo>
                  <a:cubicBezTo>
                    <a:pt x="346" y="0"/>
                    <a:pt x="354" y="79"/>
                    <a:pt x="329" y="97"/>
                  </a:cubicBezTo>
                  <a:cubicBezTo>
                    <a:pt x="329" y="97"/>
                    <a:pt x="403" y="98"/>
                    <a:pt x="429" y="48"/>
                  </a:cubicBezTo>
                  <a:cubicBezTo>
                    <a:pt x="429" y="48"/>
                    <a:pt x="424" y="113"/>
                    <a:pt x="407" y="124"/>
                  </a:cubicBezTo>
                  <a:cubicBezTo>
                    <a:pt x="407" y="124"/>
                    <a:pt x="450" y="121"/>
                    <a:pt x="469" y="86"/>
                  </a:cubicBezTo>
                  <a:cubicBezTo>
                    <a:pt x="469" y="86"/>
                    <a:pt x="486" y="202"/>
                    <a:pt x="428" y="251"/>
                  </a:cubicBezTo>
                  <a:cubicBezTo>
                    <a:pt x="373" y="298"/>
                    <a:pt x="295" y="465"/>
                    <a:pt x="302" y="521"/>
                  </a:cubicBezTo>
                  <a:cubicBezTo>
                    <a:pt x="278" y="508"/>
                    <a:pt x="278" y="508"/>
                    <a:pt x="278" y="508"/>
                  </a:cubicBezTo>
                  <a:cubicBezTo>
                    <a:pt x="267" y="523"/>
                    <a:pt x="267" y="523"/>
                    <a:pt x="267" y="523"/>
                  </a:cubicBezTo>
                  <a:cubicBezTo>
                    <a:pt x="244" y="508"/>
                    <a:pt x="244" y="508"/>
                    <a:pt x="244" y="508"/>
                  </a:cubicBezTo>
                  <a:cubicBezTo>
                    <a:pt x="221" y="523"/>
                    <a:pt x="221" y="523"/>
                    <a:pt x="221" y="523"/>
                  </a:cubicBezTo>
                  <a:cubicBezTo>
                    <a:pt x="198" y="503"/>
                    <a:pt x="198" y="503"/>
                    <a:pt x="198" y="503"/>
                  </a:cubicBezTo>
                  <a:cubicBezTo>
                    <a:pt x="190" y="533"/>
                    <a:pt x="190" y="533"/>
                    <a:pt x="190" y="533"/>
                  </a:cubicBezTo>
                  <a:cubicBezTo>
                    <a:pt x="177" y="506"/>
                    <a:pt x="177" y="506"/>
                    <a:pt x="177" y="506"/>
                  </a:cubicBezTo>
                  <a:lnTo>
                    <a:pt x="169" y="51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0" name="Freeform: Shape 10"/>
            <p:cNvSpPr/>
            <p:nvPr/>
          </p:nvSpPr>
          <p:spPr bwMode="auto">
            <a:xfrm>
              <a:off x="3652" y="3399"/>
              <a:ext cx="508" cy="641"/>
            </a:xfrm>
            <a:custGeom>
              <a:avLst/>
              <a:gdLst>
                <a:gd name="T0" fmla="*/ 180 w 361"/>
                <a:gd name="T1" fmla="*/ 42 h 456"/>
                <a:gd name="T2" fmla="*/ 0 w 361"/>
                <a:gd name="T3" fmla="*/ 0 h 456"/>
                <a:gd name="T4" fmla="*/ 0 w 361"/>
                <a:gd name="T5" fmla="*/ 456 h 456"/>
                <a:gd name="T6" fmla="*/ 52 w 361"/>
                <a:gd name="T7" fmla="*/ 456 h 456"/>
                <a:gd name="T8" fmla="*/ 68 w 361"/>
                <a:gd name="T9" fmla="*/ 191 h 456"/>
                <a:gd name="T10" fmla="*/ 180 w 361"/>
                <a:gd name="T11" fmla="*/ 205 h 456"/>
                <a:gd name="T12" fmla="*/ 293 w 361"/>
                <a:gd name="T13" fmla="*/ 191 h 456"/>
                <a:gd name="T14" fmla="*/ 309 w 361"/>
                <a:gd name="T15" fmla="*/ 456 h 456"/>
                <a:gd name="T16" fmla="*/ 361 w 361"/>
                <a:gd name="T17" fmla="*/ 456 h 456"/>
                <a:gd name="T18" fmla="*/ 361 w 361"/>
                <a:gd name="T19" fmla="*/ 0 h 456"/>
                <a:gd name="T20" fmla="*/ 180 w 361"/>
                <a:gd name="T21" fmla="*/ 42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1" h="456">
                  <a:moveTo>
                    <a:pt x="180" y="4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56"/>
                    <a:pt x="0" y="456"/>
                    <a:pt x="0" y="456"/>
                  </a:cubicBezTo>
                  <a:cubicBezTo>
                    <a:pt x="52" y="456"/>
                    <a:pt x="52" y="456"/>
                    <a:pt x="52" y="456"/>
                  </a:cubicBezTo>
                  <a:cubicBezTo>
                    <a:pt x="68" y="191"/>
                    <a:pt x="68" y="191"/>
                    <a:pt x="68" y="191"/>
                  </a:cubicBezTo>
                  <a:cubicBezTo>
                    <a:pt x="68" y="191"/>
                    <a:pt x="110" y="205"/>
                    <a:pt x="180" y="205"/>
                  </a:cubicBezTo>
                  <a:cubicBezTo>
                    <a:pt x="251" y="205"/>
                    <a:pt x="293" y="191"/>
                    <a:pt x="293" y="191"/>
                  </a:cubicBezTo>
                  <a:cubicBezTo>
                    <a:pt x="309" y="456"/>
                    <a:pt x="309" y="456"/>
                    <a:pt x="309" y="456"/>
                  </a:cubicBezTo>
                  <a:cubicBezTo>
                    <a:pt x="361" y="456"/>
                    <a:pt x="361" y="456"/>
                    <a:pt x="361" y="456"/>
                  </a:cubicBezTo>
                  <a:cubicBezTo>
                    <a:pt x="361" y="0"/>
                    <a:pt x="361" y="0"/>
                    <a:pt x="361" y="0"/>
                  </a:cubicBezTo>
                  <a:lnTo>
                    <a:pt x="180" y="42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1" name="Freeform: Shape 11"/>
            <p:cNvSpPr/>
            <p:nvPr/>
          </p:nvSpPr>
          <p:spPr bwMode="auto">
            <a:xfrm>
              <a:off x="3382" y="2370"/>
              <a:ext cx="1048" cy="1116"/>
            </a:xfrm>
            <a:custGeom>
              <a:avLst/>
              <a:gdLst>
                <a:gd name="T0" fmla="*/ 745 w 745"/>
                <a:gd name="T1" fmla="*/ 28 h 794"/>
                <a:gd name="T2" fmla="*/ 692 w 745"/>
                <a:gd name="T3" fmla="*/ 0 h 794"/>
                <a:gd name="T4" fmla="*/ 527 w 745"/>
                <a:gd name="T5" fmla="*/ 384 h 794"/>
                <a:gd name="T6" fmla="*/ 372 w 745"/>
                <a:gd name="T7" fmla="*/ 454 h 794"/>
                <a:gd name="T8" fmla="*/ 218 w 745"/>
                <a:gd name="T9" fmla="*/ 384 h 794"/>
                <a:gd name="T10" fmla="*/ 53 w 745"/>
                <a:gd name="T11" fmla="*/ 0 h 794"/>
                <a:gd name="T12" fmla="*/ 0 w 745"/>
                <a:gd name="T13" fmla="*/ 28 h 794"/>
                <a:gd name="T14" fmla="*/ 163 w 745"/>
                <a:gd name="T15" fmla="*/ 408 h 794"/>
                <a:gd name="T16" fmla="*/ 163 w 745"/>
                <a:gd name="T17" fmla="*/ 758 h 794"/>
                <a:gd name="T18" fmla="*/ 372 w 745"/>
                <a:gd name="T19" fmla="*/ 794 h 794"/>
                <a:gd name="T20" fmla="*/ 582 w 745"/>
                <a:gd name="T21" fmla="*/ 758 h 794"/>
                <a:gd name="T22" fmla="*/ 582 w 745"/>
                <a:gd name="T23" fmla="*/ 408 h 794"/>
                <a:gd name="T24" fmla="*/ 745 w 745"/>
                <a:gd name="T25" fmla="*/ 28 h 7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5" h="794">
                  <a:moveTo>
                    <a:pt x="745" y="28"/>
                  </a:moveTo>
                  <a:cubicBezTo>
                    <a:pt x="692" y="0"/>
                    <a:pt x="692" y="0"/>
                    <a:pt x="692" y="0"/>
                  </a:cubicBezTo>
                  <a:cubicBezTo>
                    <a:pt x="687" y="9"/>
                    <a:pt x="591" y="194"/>
                    <a:pt x="527" y="384"/>
                  </a:cubicBezTo>
                  <a:cubicBezTo>
                    <a:pt x="527" y="384"/>
                    <a:pt x="499" y="422"/>
                    <a:pt x="372" y="454"/>
                  </a:cubicBezTo>
                  <a:cubicBezTo>
                    <a:pt x="246" y="422"/>
                    <a:pt x="218" y="384"/>
                    <a:pt x="218" y="384"/>
                  </a:cubicBezTo>
                  <a:cubicBezTo>
                    <a:pt x="154" y="194"/>
                    <a:pt x="58" y="9"/>
                    <a:pt x="53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0"/>
                    <a:pt x="100" y="220"/>
                    <a:pt x="163" y="408"/>
                  </a:cubicBezTo>
                  <a:cubicBezTo>
                    <a:pt x="196" y="517"/>
                    <a:pt x="163" y="758"/>
                    <a:pt x="163" y="758"/>
                  </a:cubicBezTo>
                  <a:cubicBezTo>
                    <a:pt x="270" y="794"/>
                    <a:pt x="372" y="794"/>
                    <a:pt x="372" y="794"/>
                  </a:cubicBezTo>
                  <a:cubicBezTo>
                    <a:pt x="372" y="794"/>
                    <a:pt x="475" y="794"/>
                    <a:pt x="582" y="758"/>
                  </a:cubicBezTo>
                  <a:cubicBezTo>
                    <a:pt x="582" y="758"/>
                    <a:pt x="549" y="517"/>
                    <a:pt x="582" y="408"/>
                  </a:cubicBezTo>
                  <a:cubicBezTo>
                    <a:pt x="645" y="220"/>
                    <a:pt x="744" y="30"/>
                    <a:pt x="745" y="2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2" name="Freeform: Shape 12"/>
            <p:cNvSpPr/>
            <p:nvPr/>
          </p:nvSpPr>
          <p:spPr bwMode="auto">
            <a:xfrm>
              <a:off x="3847" y="3050"/>
              <a:ext cx="117" cy="408"/>
            </a:xfrm>
            <a:custGeom>
              <a:avLst/>
              <a:gdLst>
                <a:gd name="T0" fmla="*/ 85 w 117"/>
                <a:gd name="T1" fmla="*/ 17 h 408"/>
                <a:gd name="T2" fmla="*/ 58 w 117"/>
                <a:gd name="T3" fmla="*/ 0 h 408"/>
                <a:gd name="T4" fmla="*/ 33 w 117"/>
                <a:gd name="T5" fmla="*/ 17 h 408"/>
                <a:gd name="T6" fmla="*/ 0 w 117"/>
                <a:gd name="T7" fmla="*/ 351 h 408"/>
                <a:gd name="T8" fmla="*/ 58 w 117"/>
                <a:gd name="T9" fmla="*/ 408 h 408"/>
                <a:gd name="T10" fmla="*/ 117 w 117"/>
                <a:gd name="T11" fmla="*/ 351 h 408"/>
                <a:gd name="T12" fmla="*/ 85 w 117"/>
                <a:gd name="T13" fmla="*/ 17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08">
                  <a:moveTo>
                    <a:pt x="85" y="17"/>
                  </a:moveTo>
                  <a:lnTo>
                    <a:pt x="58" y="0"/>
                  </a:lnTo>
                  <a:lnTo>
                    <a:pt x="33" y="17"/>
                  </a:lnTo>
                  <a:lnTo>
                    <a:pt x="0" y="351"/>
                  </a:lnTo>
                  <a:lnTo>
                    <a:pt x="58" y="408"/>
                  </a:lnTo>
                  <a:lnTo>
                    <a:pt x="117" y="351"/>
                  </a:lnTo>
                  <a:lnTo>
                    <a:pt x="85" y="1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3" name="Freeform: Shape 13"/>
            <p:cNvSpPr/>
            <p:nvPr/>
          </p:nvSpPr>
          <p:spPr bwMode="auto">
            <a:xfrm>
              <a:off x="3859" y="3008"/>
              <a:ext cx="94" cy="69"/>
            </a:xfrm>
            <a:custGeom>
              <a:avLst/>
              <a:gdLst>
                <a:gd name="T0" fmla="*/ 46 w 94"/>
                <a:gd name="T1" fmla="*/ 0 h 69"/>
                <a:gd name="T2" fmla="*/ 0 w 94"/>
                <a:gd name="T3" fmla="*/ 14 h 69"/>
                <a:gd name="T4" fmla="*/ 21 w 94"/>
                <a:gd name="T5" fmla="*/ 59 h 69"/>
                <a:gd name="T6" fmla="*/ 46 w 94"/>
                <a:gd name="T7" fmla="*/ 69 h 69"/>
                <a:gd name="T8" fmla="*/ 73 w 94"/>
                <a:gd name="T9" fmla="*/ 59 h 69"/>
                <a:gd name="T10" fmla="*/ 94 w 94"/>
                <a:gd name="T11" fmla="*/ 14 h 69"/>
                <a:gd name="T12" fmla="*/ 46 w 94"/>
                <a:gd name="T13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69">
                  <a:moveTo>
                    <a:pt x="46" y="0"/>
                  </a:moveTo>
                  <a:lnTo>
                    <a:pt x="0" y="14"/>
                  </a:lnTo>
                  <a:lnTo>
                    <a:pt x="21" y="59"/>
                  </a:lnTo>
                  <a:lnTo>
                    <a:pt x="46" y="69"/>
                  </a:lnTo>
                  <a:lnTo>
                    <a:pt x="73" y="59"/>
                  </a:lnTo>
                  <a:lnTo>
                    <a:pt x="94" y="14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4" name="Rectangle 14"/>
            <p:cNvSpPr/>
            <p:nvPr/>
          </p:nvSpPr>
          <p:spPr bwMode="auto">
            <a:xfrm>
              <a:off x="3859" y="2855"/>
              <a:ext cx="94" cy="153"/>
            </a:xfrm>
            <a:prstGeom prst="rect">
              <a:avLst/>
            </a:prstGeom>
            <a:solidFill>
              <a:srgbClr val="FEC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5" name="Oval 15"/>
            <p:cNvSpPr/>
            <p:nvPr/>
          </p:nvSpPr>
          <p:spPr bwMode="auto">
            <a:xfrm>
              <a:off x="3598" y="2562"/>
              <a:ext cx="106" cy="107"/>
            </a:xfrm>
            <a:prstGeom prst="ellipse">
              <a:avLst/>
            </a:prstGeom>
            <a:solidFill>
              <a:srgbClr val="FEC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6" name="Oval 16"/>
            <p:cNvSpPr/>
            <p:nvPr/>
          </p:nvSpPr>
          <p:spPr bwMode="auto">
            <a:xfrm>
              <a:off x="4108" y="2562"/>
              <a:ext cx="105" cy="107"/>
            </a:xfrm>
            <a:prstGeom prst="ellipse">
              <a:avLst/>
            </a:prstGeom>
            <a:solidFill>
              <a:srgbClr val="FEC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7" name="Freeform: Shape 17"/>
            <p:cNvSpPr/>
            <p:nvPr/>
          </p:nvSpPr>
          <p:spPr bwMode="auto">
            <a:xfrm>
              <a:off x="3674" y="2389"/>
              <a:ext cx="463" cy="515"/>
            </a:xfrm>
            <a:custGeom>
              <a:avLst/>
              <a:gdLst>
                <a:gd name="T0" fmla="*/ 329 w 329"/>
                <a:gd name="T1" fmla="*/ 44 h 366"/>
                <a:gd name="T2" fmla="*/ 289 w 329"/>
                <a:gd name="T3" fmla="*/ 0 h 366"/>
                <a:gd name="T4" fmla="*/ 284 w 329"/>
                <a:gd name="T5" fmla="*/ 0 h 366"/>
                <a:gd name="T6" fmla="*/ 45 w 329"/>
                <a:gd name="T7" fmla="*/ 0 h 366"/>
                <a:gd name="T8" fmla="*/ 45 w 329"/>
                <a:gd name="T9" fmla="*/ 0 h 366"/>
                <a:gd name="T10" fmla="*/ 13 w 329"/>
                <a:gd name="T11" fmla="*/ 13 h 366"/>
                <a:gd name="T12" fmla="*/ 0 w 329"/>
                <a:gd name="T13" fmla="*/ 44 h 366"/>
                <a:gd name="T14" fmla="*/ 0 w 329"/>
                <a:gd name="T15" fmla="*/ 225 h 366"/>
                <a:gd name="T16" fmla="*/ 0 w 329"/>
                <a:gd name="T17" fmla="*/ 225 h 366"/>
                <a:gd name="T18" fmla="*/ 38 w 329"/>
                <a:gd name="T19" fmla="*/ 344 h 366"/>
                <a:gd name="T20" fmla="*/ 45 w 329"/>
                <a:gd name="T21" fmla="*/ 349 h 366"/>
                <a:gd name="T22" fmla="*/ 45 w 329"/>
                <a:gd name="T23" fmla="*/ 349 h 366"/>
                <a:gd name="T24" fmla="*/ 164 w 329"/>
                <a:gd name="T25" fmla="*/ 365 h 366"/>
                <a:gd name="T26" fmla="*/ 284 w 329"/>
                <a:gd name="T27" fmla="*/ 349 h 366"/>
                <a:gd name="T28" fmla="*/ 291 w 329"/>
                <a:gd name="T29" fmla="*/ 344 h 366"/>
                <a:gd name="T30" fmla="*/ 329 w 329"/>
                <a:gd name="T31" fmla="*/ 225 h 366"/>
                <a:gd name="T32" fmla="*/ 329 w 329"/>
                <a:gd name="T33" fmla="*/ 225 h 366"/>
                <a:gd name="T34" fmla="*/ 329 w 329"/>
                <a:gd name="T35" fmla="*/ 44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9" h="366">
                  <a:moveTo>
                    <a:pt x="329" y="44"/>
                  </a:moveTo>
                  <a:cubicBezTo>
                    <a:pt x="329" y="21"/>
                    <a:pt x="311" y="2"/>
                    <a:pt x="289" y="0"/>
                  </a:cubicBezTo>
                  <a:cubicBezTo>
                    <a:pt x="287" y="0"/>
                    <a:pt x="286" y="0"/>
                    <a:pt x="284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2" y="0"/>
                    <a:pt x="21" y="5"/>
                    <a:pt x="13" y="13"/>
                  </a:cubicBezTo>
                  <a:cubicBezTo>
                    <a:pt x="5" y="21"/>
                    <a:pt x="0" y="32"/>
                    <a:pt x="0" y="44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0" y="248"/>
                    <a:pt x="4" y="314"/>
                    <a:pt x="38" y="344"/>
                  </a:cubicBezTo>
                  <a:cubicBezTo>
                    <a:pt x="40" y="346"/>
                    <a:pt x="42" y="348"/>
                    <a:pt x="45" y="349"/>
                  </a:cubicBezTo>
                  <a:cubicBezTo>
                    <a:pt x="45" y="349"/>
                    <a:pt x="45" y="349"/>
                    <a:pt x="45" y="349"/>
                  </a:cubicBezTo>
                  <a:cubicBezTo>
                    <a:pt x="64" y="362"/>
                    <a:pt x="114" y="366"/>
                    <a:pt x="164" y="365"/>
                  </a:cubicBezTo>
                  <a:cubicBezTo>
                    <a:pt x="214" y="366"/>
                    <a:pt x="265" y="362"/>
                    <a:pt x="284" y="349"/>
                  </a:cubicBezTo>
                  <a:cubicBezTo>
                    <a:pt x="287" y="348"/>
                    <a:pt x="289" y="346"/>
                    <a:pt x="291" y="344"/>
                  </a:cubicBezTo>
                  <a:cubicBezTo>
                    <a:pt x="325" y="314"/>
                    <a:pt x="329" y="249"/>
                    <a:pt x="329" y="225"/>
                  </a:cubicBezTo>
                  <a:cubicBezTo>
                    <a:pt x="329" y="225"/>
                    <a:pt x="329" y="225"/>
                    <a:pt x="329" y="225"/>
                  </a:cubicBezTo>
                  <a:lnTo>
                    <a:pt x="329" y="44"/>
                  </a:lnTo>
                  <a:close/>
                </a:path>
              </a:pathLst>
            </a:custGeom>
            <a:solidFill>
              <a:srgbClr val="FED4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8" name="Freeform: Shape 18"/>
            <p:cNvSpPr/>
            <p:nvPr/>
          </p:nvSpPr>
          <p:spPr bwMode="auto">
            <a:xfrm>
              <a:off x="3836" y="2766"/>
              <a:ext cx="139" cy="67"/>
            </a:xfrm>
            <a:custGeom>
              <a:avLst/>
              <a:gdLst>
                <a:gd name="T0" fmla="*/ 0 w 99"/>
                <a:gd name="T1" fmla="*/ 0 h 48"/>
                <a:gd name="T2" fmla="*/ 49 w 99"/>
                <a:gd name="T3" fmla="*/ 48 h 48"/>
                <a:gd name="T4" fmla="*/ 99 w 99"/>
                <a:gd name="T5" fmla="*/ 0 h 48"/>
                <a:gd name="T6" fmla="*/ 0 w 99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48">
                  <a:moveTo>
                    <a:pt x="0" y="0"/>
                  </a:moveTo>
                  <a:cubicBezTo>
                    <a:pt x="1" y="27"/>
                    <a:pt x="23" y="48"/>
                    <a:pt x="49" y="48"/>
                  </a:cubicBezTo>
                  <a:cubicBezTo>
                    <a:pt x="76" y="48"/>
                    <a:pt x="98" y="27"/>
                    <a:pt x="9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038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9" name="Freeform: Shape 19"/>
            <p:cNvSpPr/>
            <p:nvPr/>
          </p:nvSpPr>
          <p:spPr bwMode="auto">
            <a:xfrm>
              <a:off x="3905" y="2988"/>
              <a:ext cx="70" cy="79"/>
            </a:xfrm>
            <a:custGeom>
              <a:avLst/>
              <a:gdLst>
                <a:gd name="T0" fmla="*/ 0 w 50"/>
                <a:gd name="T1" fmla="*/ 14 h 56"/>
                <a:gd name="T2" fmla="*/ 37 w 50"/>
                <a:gd name="T3" fmla="*/ 56 h 56"/>
                <a:gd name="T4" fmla="*/ 50 w 50"/>
                <a:gd name="T5" fmla="*/ 11 h 56"/>
                <a:gd name="T6" fmla="*/ 34 w 50"/>
                <a:gd name="T7" fmla="*/ 1 h 56"/>
                <a:gd name="T8" fmla="*/ 0 w 50"/>
                <a:gd name="T9" fmla="*/ 1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56">
                  <a:moveTo>
                    <a:pt x="0" y="14"/>
                  </a:moveTo>
                  <a:cubicBezTo>
                    <a:pt x="0" y="14"/>
                    <a:pt x="32" y="32"/>
                    <a:pt x="37" y="56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43" y="0"/>
                    <a:pt x="34" y="1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0" name="Freeform: Shape 20"/>
            <p:cNvSpPr/>
            <p:nvPr/>
          </p:nvSpPr>
          <p:spPr bwMode="auto">
            <a:xfrm>
              <a:off x="3836" y="2988"/>
              <a:ext cx="69" cy="79"/>
            </a:xfrm>
            <a:custGeom>
              <a:avLst/>
              <a:gdLst>
                <a:gd name="T0" fmla="*/ 49 w 49"/>
                <a:gd name="T1" fmla="*/ 14 h 56"/>
                <a:gd name="T2" fmla="*/ 13 w 49"/>
                <a:gd name="T3" fmla="*/ 56 h 56"/>
                <a:gd name="T4" fmla="*/ 0 w 49"/>
                <a:gd name="T5" fmla="*/ 11 h 56"/>
                <a:gd name="T6" fmla="*/ 16 w 49"/>
                <a:gd name="T7" fmla="*/ 1 h 56"/>
                <a:gd name="T8" fmla="*/ 49 w 49"/>
                <a:gd name="T9" fmla="*/ 1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56">
                  <a:moveTo>
                    <a:pt x="49" y="14"/>
                  </a:moveTo>
                  <a:cubicBezTo>
                    <a:pt x="49" y="14"/>
                    <a:pt x="18" y="32"/>
                    <a:pt x="13" y="5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7" y="0"/>
                    <a:pt x="16" y="1"/>
                  </a:cubicBezTo>
                  <a:lnTo>
                    <a:pt x="49" y="14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1" name="Freeform: Shape 21"/>
            <p:cNvSpPr/>
            <p:nvPr/>
          </p:nvSpPr>
          <p:spPr bwMode="auto">
            <a:xfrm>
              <a:off x="3549" y="4017"/>
              <a:ext cx="182" cy="62"/>
            </a:xfrm>
            <a:custGeom>
              <a:avLst/>
              <a:gdLst>
                <a:gd name="T0" fmla="*/ 128 w 129"/>
                <a:gd name="T1" fmla="*/ 44 h 44"/>
                <a:gd name="T2" fmla="*/ 129 w 129"/>
                <a:gd name="T3" fmla="*/ 30 h 44"/>
                <a:gd name="T4" fmla="*/ 99 w 129"/>
                <a:gd name="T5" fmla="*/ 0 h 44"/>
                <a:gd name="T6" fmla="*/ 30 w 129"/>
                <a:gd name="T7" fmla="*/ 0 h 44"/>
                <a:gd name="T8" fmla="*/ 0 w 129"/>
                <a:gd name="T9" fmla="*/ 30 h 44"/>
                <a:gd name="T10" fmla="*/ 1 w 129"/>
                <a:gd name="T11" fmla="*/ 44 h 44"/>
                <a:gd name="T12" fmla="*/ 128 w 129"/>
                <a:gd name="T13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9" h="44">
                  <a:moveTo>
                    <a:pt x="128" y="44"/>
                  </a:moveTo>
                  <a:cubicBezTo>
                    <a:pt x="128" y="42"/>
                    <a:pt x="129" y="32"/>
                    <a:pt x="129" y="30"/>
                  </a:cubicBezTo>
                  <a:cubicBezTo>
                    <a:pt x="129" y="13"/>
                    <a:pt x="115" y="0"/>
                    <a:pt x="99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14" y="0"/>
                    <a:pt x="0" y="13"/>
                    <a:pt x="0" y="30"/>
                  </a:cubicBezTo>
                  <a:cubicBezTo>
                    <a:pt x="0" y="32"/>
                    <a:pt x="1" y="42"/>
                    <a:pt x="1" y="44"/>
                  </a:cubicBezTo>
                  <a:lnTo>
                    <a:pt x="128" y="44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2" name="Freeform: Shape 22"/>
            <p:cNvSpPr/>
            <p:nvPr/>
          </p:nvSpPr>
          <p:spPr bwMode="auto">
            <a:xfrm>
              <a:off x="4081" y="4017"/>
              <a:ext cx="181" cy="62"/>
            </a:xfrm>
            <a:custGeom>
              <a:avLst/>
              <a:gdLst>
                <a:gd name="T0" fmla="*/ 1 w 129"/>
                <a:gd name="T1" fmla="*/ 44 h 44"/>
                <a:gd name="T2" fmla="*/ 0 w 129"/>
                <a:gd name="T3" fmla="*/ 30 h 44"/>
                <a:gd name="T4" fmla="*/ 30 w 129"/>
                <a:gd name="T5" fmla="*/ 0 h 44"/>
                <a:gd name="T6" fmla="*/ 99 w 129"/>
                <a:gd name="T7" fmla="*/ 0 h 44"/>
                <a:gd name="T8" fmla="*/ 129 w 129"/>
                <a:gd name="T9" fmla="*/ 30 h 44"/>
                <a:gd name="T10" fmla="*/ 128 w 129"/>
                <a:gd name="T11" fmla="*/ 44 h 44"/>
                <a:gd name="T12" fmla="*/ 1 w 129"/>
                <a:gd name="T13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9" h="44">
                  <a:moveTo>
                    <a:pt x="1" y="44"/>
                  </a:moveTo>
                  <a:cubicBezTo>
                    <a:pt x="1" y="42"/>
                    <a:pt x="0" y="32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15" y="0"/>
                    <a:pt x="129" y="13"/>
                    <a:pt x="129" y="30"/>
                  </a:cubicBezTo>
                  <a:cubicBezTo>
                    <a:pt x="129" y="32"/>
                    <a:pt x="128" y="42"/>
                    <a:pt x="128" y="44"/>
                  </a:cubicBezTo>
                  <a:lnTo>
                    <a:pt x="1" y="44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3" name="Freeform: Shape 23"/>
            <p:cNvSpPr/>
            <p:nvPr/>
          </p:nvSpPr>
          <p:spPr bwMode="auto">
            <a:xfrm>
              <a:off x="3622" y="2354"/>
              <a:ext cx="540" cy="214"/>
            </a:xfrm>
            <a:custGeom>
              <a:avLst/>
              <a:gdLst>
                <a:gd name="T0" fmla="*/ 37 w 384"/>
                <a:gd name="T1" fmla="*/ 152 h 152"/>
                <a:gd name="T2" fmla="*/ 79 w 384"/>
                <a:gd name="T3" fmla="*/ 90 h 152"/>
                <a:gd name="T4" fmla="*/ 333 w 384"/>
                <a:gd name="T5" fmla="*/ 80 h 152"/>
                <a:gd name="T6" fmla="*/ 366 w 384"/>
                <a:gd name="T7" fmla="*/ 152 h 152"/>
                <a:gd name="T8" fmla="*/ 366 w 384"/>
                <a:gd name="T9" fmla="*/ 28 h 152"/>
                <a:gd name="T10" fmla="*/ 33 w 384"/>
                <a:gd name="T11" fmla="*/ 25 h 152"/>
                <a:gd name="T12" fmla="*/ 37 w 384"/>
                <a:gd name="T13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4" h="152">
                  <a:moveTo>
                    <a:pt x="37" y="152"/>
                  </a:moveTo>
                  <a:cubicBezTo>
                    <a:pt x="37" y="152"/>
                    <a:pt x="70" y="124"/>
                    <a:pt x="79" y="90"/>
                  </a:cubicBezTo>
                  <a:cubicBezTo>
                    <a:pt x="79" y="90"/>
                    <a:pt x="195" y="137"/>
                    <a:pt x="333" y="80"/>
                  </a:cubicBezTo>
                  <a:cubicBezTo>
                    <a:pt x="333" y="80"/>
                    <a:pt x="345" y="142"/>
                    <a:pt x="366" y="152"/>
                  </a:cubicBezTo>
                  <a:cubicBezTo>
                    <a:pt x="366" y="152"/>
                    <a:pt x="384" y="38"/>
                    <a:pt x="366" y="28"/>
                  </a:cubicBezTo>
                  <a:cubicBezTo>
                    <a:pt x="347" y="18"/>
                    <a:pt x="66" y="0"/>
                    <a:pt x="33" y="25"/>
                  </a:cubicBezTo>
                  <a:cubicBezTo>
                    <a:pt x="0" y="50"/>
                    <a:pt x="37" y="152"/>
                    <a:pt x="37" y="152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4" name="Oval 24"/>
            <p:cNvSpPr/>
            <p:nvPr/>
          </p:nvSpPr>
          <p:spPr bwMode="auto">
            <a:xfrm>
              <a:off x="3790" y="2576"/>
              <a:ext cx="28" cy="33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5" name="Oval 25"/>
            <p:cNvSpPr/>
            <p:nvPr/>
          </p:nvSpPr>
          <p:spPr bwMode="auto">
            <a:xfrm>
              <a:off x="3994" y="2576"/>
              <a:ext cx="26" cy="33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6" name="Oval 26"/>
            <p:cNvSpPr/>
            <p:nvPr/>
          </p:nvSpPr>
          <p:spPr bwMode="auto">
            <a:xfrm>
              <a:off x="3802" y="2582"/>
              <a:ext cx="10" cy="10"/>
            </a:xfrm>
            <a:prstGeom prst="ellipse">
              <a:avLst/>
            </a:pr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7" name="Oval 27"/>
            <p:cNvSpPr/>
            <p:nvPr/>
          </p:nvSpPr>
          <p:spPr bwMode="auto">
            <a:xfrm>
              <a:off x="4008" y="2582"/>
              <a:ext cx="10" cy="10"/>
            </a:xfrm>
            <a:prstGeom prst="ellipse">
              <a:avLst/>
            </a:pr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8" name="Oval 28"/>
            <p:cNvSpPr/>
            <p:nvPr/>
          </p:nvSpPr>
          <p:spPr bwMode="auto">
            <a:xfrm>
              <a:off x="3798" y="2600"/>
              <a:ext cx="4" cy="3"/>
            </a:xfrm>
            <a:prstGeom prst="ellipse">
              <a:avLst/>
            </a:pr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9" name="Oval 29"/>
            <p:cNvSpPr/>
            <p:nvPr/>
          </p:nvSpPr>
          <p:spPr bwMode="auto">
            <a:xfrm>
              <a:off x="4001" y="2600"/>
              <a:ext cx="2" cy="3"/>
            </a:xfrm>
            <a:prstGeom prst="ellipse">
              <a:avLst/>
            </a:pr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0" name="Freeform: Shape 30"/>
            <p:cNvSpPr/>
            <p:nvPr/>
          </p:nvSpPr>
          <p:spPr bwMode="auto">
            <a:xfrm>
              <a:off x="3760" y="2516"/>
              <a:ext cx="76" cy="18"/>
            </a:xfrm>
            <a:custGeom>
              <a:avLst/>
              <a:gdLst>
                <a:gd name="T0" fmla="*/ 0 w 54"/>
                <a:gd name="T1" fmla="*/ 12 h 13"/>
                <a:gd name="T2" fmla="*/ 8 w 54"/>
                <a:gd name="T3" fmla="*/ 7 h 13"/>
                <a:gd name="T4" fmla="*/ 17 w 54"/>
                <a:gd name="T5" fmla="*/ 4 h 13"/>
                <a:gd name="T6" fmla="*/ 27 w 54"/>
                <a:gd name="T7" fmla="*/ 1 h 13"/>
                <a:gd name="T8" fmla="*/ 33 w 54"/>
                <a:gd name="T9" fmla="*/ 0 h 13"/>
                <a:gd name="T10" fmla="*/ 38 w 54"/>
                <a:gd name="T11" fmla="*/ 0 h 13"/>
                <a:gd name="T12" fmla="*/ 44 w 54"/>
                <a:gd name="T13" fmla="*/ 2 h 13"/>
                <a:gd name="T14" fmla="*/ 48 w 54"/>
                <a:gd name="T15" fmla="*/ 4 h 13"/>
                <a:gd name="T16" fmla="*/ 51 w 54"/>
                <a:gd name="T17" fmla="*/ 7 h 13"/>
                <a:gd name="T18" fmla="*/ 53 w 54"/>
                <a:gd name="T19" fmla="*/ 10 h 13"/>
                <a:gd name="T20" fmla="*/ 54 w 54"/>
                <a:gd name="T21" fmla="*/ 12 h 13"/>
                <a:gd name="T22" fmla="*/ 54 w 54"/>
                <a:gd name="T23" fmla="*/ 13 h 13"/>
                <a:gd name="T24" fmla="*/ 51 w 54"/>
                <a:gd name="T25" fmla="*/ 13 h 13"/>
                <a:gd name="T26" fmla="*/ 48 w 54"/>
                <a:gd name="T27" fmla="*/ 13 h 13"/>
                <a:gd name="T28" fmla="*/ 44 w 54"/>
                <a:gd name="T29" fmla="*/ 13 h 13"/>
                <a:gd name="T30" fmla="*/ 41 w 54"/>
                <a:gd name="T31" fmla="*/ 13 h 13"/>
                <a:gd name="T32" fmla="*/ 36 w 54"/>
                <a:gd name="T33" fmla="*/ 13 h 13"/>
                <a:gd name="T34" fmla="*/ 32 w 54"/>
                <a:gd name="T35" fmla="*/ 12 h 13"/>
                <a:gd name="T36" fmla="*/ 27 w 54"/>
                <a:gd name="T37" fmla="*/ 11 h 13"/>
                <a:gd name="T38" fmla="*/ 18 w 54"/>
                <a:gd name="T39" fmla="*/ 11 h 13"/>
                <a:gd name="T40" fmla="*/ 9 w 54"/>
                <a:gd name="T41" fmla="*/ 11 h 13"/>
                <a:gd name="T42" fmla="*/ 1 w 54"/>
                <a:gd name="T43" fmla="*/ 13 h 13"/>
                <a:gd name="T44" fmla="*/ 0 w 54"/>
                <a:gd name="T45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4" h="13">
                  <a:moveTo>
                    <a:pt x="0" y="12"/>
                  </a:moveTo>
                  <a:cubicBezTo>
                    <a:pt x="0" y="12"/>
                    <a:pt x="3" y="10"/>
                    <a:pt x="8" y="7"/>
                  </a:cubicBezTo>
                  <a:cubicBezTo>
                    <a:pt x="10" y="6"/>
                    <a:pt x="13" y="5"/>
                    <a:pt x="17" y="4"/>
                  </a:cubicBezTo>
                  <a:cubicBezTo>
                    <a:pt x="20" y="3"/>
                    <a:pt x="23" y="2"/>
                    <a:pt x="27" y="1"/>
                  </a:cubicBezTo>
                  <a:cubicBezTo>
                    <a:pt x="29" y="1"/>
                    <a:pt x="31" y="1"/>
                    <a:pt x="33" y="0"/>
                  </a:cubicBezTo>
                  <a:cubicBezTo>
                    <a:pt x="35" y="0"/>
                    <a:pt x="37" y="0"/>
                    <a:pt x="38" y="0"/>
                  </a:cubicBezTo>
                  <a:cubicBezTo>
                    <a:pt x="40" y="1"/>
                    <a:pt x="42" y="1"/>
                    <a:pt x="44" y="2"/>
                  </a:cubicBezTo>
                  <a:cubicBezTo>
                    <a:pt x="45" y="3"/>
                    <a:pt x="47" y="3"/>
                    <a:pt x="48" y="4"/>
                  </a:cubicBezTo>
                  <a:cubicBezTo>
                    <a:pt x="49" y="5"/>
                    <a:pt x="50" y="6"/>
                    <a:pt x="51" y="7"/>
                  </a:cubicBezTo>
                  <a:cubicBezTo>
                    <a:pt x="52" y="8"/>
                    <a:pt x="52" y="9"/>
                    <a:pt x="53" y="10"/>
                  </a:cubicBezTo>
                  <a:cubicBezTo>
                    <a:pt x="54" y="11"/>
                    <a:pt x="54" y="12"/>
                    <a:pt x="54" y="12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4" y="13"/>
                    <a:pt x="52" y="13"/>
                    <a:pt x="51" y="13"/>
                  </a:cubicBezTo>
                  <a:cubicBezTo>
                    <a:pt x="50" y="13"/>
                    <a:pt x="49" y="13"/>
                    <a:pt x="48" y="13"/>
                  </a:cubicBezTo>
                  <a:cubicBezTo>
                    <a:pt x="47" y="13"/>
                    <a:pt x="46" y="13"/>
                    <a:pt x="44" y="13"/>
                  </a:cubicBezTo>
                  <a:cubicBezTo>
                    <a:pt x="43" y="13"/>
                    <a:pt x="42" y="13"/>
                    <a:pt x="41" y="13"/>
                  </a:cubicBezTo>
                  <a:cubicBezTo>
                    <a:pt x="39" y="13"/>
                    <a:pt x="38" y="13"/>
                    <a:pt x="36" y="13"/>
                  </a:cubicBezTo>
                  <a:cubicBezTo>
                    <a:pt x="35" y="12"/>
                    <a:pt x="34" y="12"/>
                    <a:pt x="32" y="12"/>
                  </a:cubicBezTo>
                  <a:cubicBezTo>
                    <a:pt x="31" y="11"/>
                    <a:pt x="29" y="11"/>
                    <a:pt x="27" y="11"/>
                  </a:cubicBezTo>
                  <a:cubicBezTo>
                    <a:pt x="24" y="11"/>
                    <a:pt x="21" y="11"/>
                    <a:pt x="18" y="11"/>
                  </a:cubicBezTo>
                  <a:cubicBezTo>
                    <a:pt x="15" y="11"/>
                    <a:pt x="12" y="11"/>
                    <a:pt x="9" y="11"/>
                  </a:cubicBezTo>
                  <a:cubicBezTo>
                    <a:pt x="4" y="12"/>
                    <a:pt x="1" y="13"/>
                    <a:pt x="1" y="13"/>
                  </a:cubicBezTo>
                  <a:lnTo>
                    <a:pt x="0" y="12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1" name="Freeform: Shape 31"/>
            <p:cNvSpPr/>
            <p:nvPr/>
          </p:nvSpPr>
          <p:spPr bwMode="auto">
            <a:xfrm>
              <a:off x="3975" y="2516"/>
              <a:ext cx="76" cy="18"/>
            </a:xfrm>
            <a:custGeom>
              <a:avLst/>
              <a:gdLst>
                <a:gd name="T0" fmla="*/ 53 w 54"/>
                <a:gd name="T1" fmla="*/ 13 h 13"/>
                <a:gd name="T2" fmla="*/ 45 w 54"/>
                <a:gd name="T3" fmla="*/ 11 h 13"/>
                <a:gd name="T4" fmla="*/ 36 w 54"/>
                <a:gd name="T5" fmla="*/ 11 h 13"/>
                <a:gd name="T6" fmla="*/ 26 w 54"/>
                <a:gd name="T7" fmla="*/ 11 h 13"/>
                <a:gd name="T8" fmla="*/ 22 w 54"/>
                <a:gd name="T9" fmla="*/ 12 h 13"/>
                <a:gd name="T10" fmla="*/ 17 w 54"/>
                <a:gd name="T11" fmla="*/ 13 h 13"/>
                <a:gd name="T12" fmla="*/ 13 w 54"/>
                <a:gd name="T13" fmla="*/ 13 h 13"/>
                <a:gd name="T14" fmla="*/ 10 w 54"/>
                <a:gd name="T15" fmla="*/ 13 h 13"/>
                <a:gd name="T16" fmla="*/ 6 w 54"/>
                <a:gd name="T17" fmla="*/ 13 h 13"/>
                <a:gd name="T18" fmla="*/ 3 w 54"/>
                <a:gd name="T19" fmla="*/ 13 h 13"/>
                <a:gd name="T20" fmla="*/ 0 w 54"/>
                <a:gd name="T21" fmla="*/ 13 h 13"/>
                <a:gd name="T22" fmla="*/ 0 w 54"/>
                <a:gd name="T23" fmla="*/ 12 h 13"/>
                <a:gd name="T24" fmla="*/ 1 w 54"/>
                <a:gd name="T25" fmla="*/ 10 h 13"/>
                <a:gd name="T26" fmla="*/ 3 w 54"/>
                <a:gd name="T27" fmla="*/ 7 h 13"/>
                <a:gd name="T28" fmla="*/ 6 w 54"/>
                <a:gd name="T29" fmla="*/ 4 h 13"/>
                <a:gd name="T30" fmla="*/ 10 w 54"/>
                <a:gd name="T31" fmla="*/ 2 h 13"/>
                <a:gd name="T32" fmla="*/ 16 w 54"/>
                <a:gd name="T33" fmla="*/ 0 h 13"/>
                <a:gd name="T34" fmla="*/ 21 w 54"/>
                <a:gd name="T35" fmla="*/ 0 h 13"/>
                <a:gd name="T36" fmla="*/ 27 w 54"/>
                <a:gd name="T37" fmla="*/ 1 h 13"/>
                <a:gd name="T38" fmla="*/ 37 w 54"/>
                <a:gd name="T39" fmla="*/ 4 h 13"/>
                <a:gd name="T40" fmla="*/ 46 w 54"/>
                <a:gd name="T41" fmla="*/ 7 h 13"/>
                <a:gd name="T42" fmla="*/ 54 w 54"/>
                <a:gd name="T43" fmla="*/ 12 h 13"/>
                <a:gd name="T44" fmla="*/ 53 w 54"/>
                <a:gd name="T4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4" h="13">
                  <a:moveTo>
                    <a:pt x="53" y="13"/>
                  </a:moveTo>
                  <a:cubicBezTo>
                    <a:pt x="53" y="13"/>
                    <a:pt x="50" y="12"/>
                    <a:pt x="45" y="11"/>
                  </a:cubicBezTo>
                  <a:cubicBezTo>
                    <a:pt x="42" y="11"/>
                    <a:pt x="39" y="11"/>
                    <a:pt x="36" y="11"/>
                  </a:cubicBezTo>
                  <a:cubicBezTo>
                    <a:pt x="33" y="11"/>
                    <a:pt x="30" y="11"/>
                    <a:pt x="26" y="11"/>
                  </a:cubicBezTo>
                  <a:cubicBezTo>
                    <a:pt x="25" y="11"/>
                    <a:pt x="23" y="11"/>
                    <a:pt x="22" y="12"/>
                  </a:cubicBezTo>
                  <a:cubicBezTo>
                    <a:pt x="20" y="12"/>
                    <a:pt x="19" y="12"/>
                    <a:pt x="17" y="13"/>
                  </a:cubicBezTo>
                  <a:cubicBezTo>
                    <a:pt x="16" y="13"/>
                    <a:pt x="15" y="13"/>
                    <a:pt x="13" y="13"/>
                  </a:cubicBezTo>
                  <a:cubicBezTo>
                    <a:pt x="12" y="13"/>
                    <a:pt x="11" y="13"/>
                    <a:pt x="10" y="13"/>
                  </a:cubicBezTo>
                  <a:cubicBezTo>
                    <a:pt x="8" y="13"/>
                    <a:pt x="7" y="13"/>
                    <a:pt x="6" y="13"/>
                  </a:cubicBezTo>
                  <a:cubicBezTo>
                    <a:pt x="5" y="13"/>
                    <a:pt x="4" y="13"/>
                    <a:pt x="3" y="13"/>
                  </a:cubicBezTo>
                  <a:cubicBezTo>
                    <a:pt x="2" y="13"/>
                    <a:pt x="0" y="13"/>
                    <a:pt x="0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1"/>
                    <a:pt x="1" y="10"/>
                  </a:cubicBezTo>
                  <a:cubicBezTo>
                    <a:pt x="2" y="9"/>
                    <a:pt x="2" y="8"/>
                    <a:pt x="3" y="7"/>
                  </a:cubicBezTo>
                  <a:cubicBezTo>
                    <a:pt x="4" y="6"/>
                    <a:pt x="5" y="5"/>
                    <a:pt x="6" y="4"/>
                  </a:cubicBezTo>
                  <a:cubicBezTo>
                    <a:pt x="7" y="3"/>
                    <a:pt x="9" y="3"/>
                    <a:pt x="10" y="2"/>
                  </a:cubicBezTo>
                  <a:cubicBezTo>
                    <a:pt x="12" y="1"/>
                    <a:pt x="14" y="1"/>
                    <a:pt x="16" y="0"/>
                  </a:cubicBezTo>
                  <a:cubicBezTo>
                    <a:pt x="17" y="0"/>
                    <a:pt x="19" y="0"/>
                    <a:pt x="21" y="0"/>
                  </a:cubicBezTo>
                  <a:cubicBezTo>
                    <a:pt x="23" y="1"/>
                    <a:pt x="25" y="1"/>
                    <a:pt x="27" y="1"/>
                  </a:cubicBezTo>
                  <a:cubicBezTo>
                    <a:pt x="31" y="2"/>
                    <a:pt x="34" y="3"/>
                    <a:pt x="37" y="4"/>
                  </a:cubicBezTo>
                  <a:cubicBezTo>
                    <a:pt x="41" y="5"/>
                    <a:pt x="44" y="6"/>
                    <a:pt x="46" y="7"/>
                  </a:cubicBezTo>
                  <a:cubicBezTo>
                    <a:pt x="51" y="10"/>
                    <a:pt x="54" y="12"/>
                    <a:pt x="54" y="12"/>
                  </a:cubicBezTo>
                  <a:lnTo>
                    <a:pt x="53" y="13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2" name="Freeform: Shape 32"/>
            <p:cNvSpPr/>
            <p:nvPr/>
          </p:nvSpPr>
          <p:spPr bwMode="auto">
            <a:xfrm>
              <a:off x="4715" y="638"/>
              <a:ext cx="570" cy="361"/>
            </a:xfrm>
            <a:custGeom>
              <a:avLst/>
              <a:gdLst>
                <a:gd name="T0" fmla="*/ 336 w 405"/>
                <a:gd name="T1" fmla="*/ 165 h 257"/>
                <a:gd name="T2" fmla="*/ 405 w 405"/>
                <a:gd name="T3" fmla="*/ 4 h 257"/>
                <a:gd name="T4" fmla="*/ 127 w 405"/>
                <a:gd name="T5" fmla="*/ 257 h 257"/>
                <a:gd name="T6" fmla="*/ 336 w 405"/>
                <a:gd name="T7" fmla="*/ 165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5" h="257">
                  <a:moveTo>
                    <a:pt x="336" y="165"/>
                  </a:moveTo>
                  <a:cubicBezTo>
                    <a:pt x="336" y="165"/>
                    <a:pt x="333" y="54"/>
                    <a:pt x="405" y="4"/>
                  </a:cubicBezTo>
                  <a:cubicBezTo>
                    <a:pt x="404" y="0"/>
                    <a:pt x="0" y="118"/>
                    <a:pt x="127" y="257"/>
                  </a:cubicBezTo>
                  <a:cubicBezTo>
                    <a:pt x="196" y="225"/>
                    <a:pt x="266" y="194"/>
                    <a:pt x="336" y="165"/>
                  </a:cubicBezTo>
                  <a:close/>
                </a:path>
              </a:pathLst>
            </a:custGeom>
            <a:solidFill>
              <a:srgbClr val="4D59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3" name="Freeform: Shape 33"/>
            <p:cNvSpPr/>
            <p:nvPr/>
          </p:nvSpPr>
          <p:spPr bwMode="auto">
            <a:xfrm>
              <a:off x="4925" y="940"/>
              <a:ext cx="514" cy="379"/>
            </a:xfrm>
            <a:custGeom>
              <a:avLst/>
              <a:gdLst>
                <a:gd name="T0" fmla="*/ 208 w 366"/>
                <a:gd name="T1" fmla="*/ 0 h 270"/>
                <a:gd name="T2" fmla="*/ 366 w 366"/>
                <a:gd name="T3" fmla="*/ 69 h 270"/>
                <a:gd name="T4" fmla="*/ 0 w 366"/>
                <a:gd name="T5" fmla="*/ 91 h 270"/>
                <a:gd name="T6" fmla="*/ 208 w 366"/>
                <a:gd name="T7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6" h="270">
                  <a:moveTo>
                    <a:pt x="208" y="0"/>
                  </a:moveTo>
                  <a:cubicBezTo>
                    <a:pt x="208" y="0"/>
                    <a:pt x="284" y="80"/>
                    <a:pt x="366" y="69"/>
                  </a:cubicBezTo>
                  <a:cubicBezTo>
                    <a:pt x="363" y="66"/>
                    <a:pt x="24" y="270"/>
                    <a:pt x="0" y="91"/>
                  </a:cubicBezTo>
                  <a:cubicBezTo>
                    <a:pt x="69" y="59"/>
                    <a:pt x="138" y="29"/>
                    <a:pt x="208" y="0"/>
                  </a:cubicBezTo>
                  <a:close/>
                </a:path>
              </a:pathLst>
            </a:custGeom>
            <a:solidFill>
              <a:srgbClr val="4D59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4" name="Freeform: Shape 34"/>
            <p:cNvSpPr/>
            <p:nvPr/>
          </p:nvSpPr>
          <p:spPr bwMode="auto">
            <a:xfrm>
              <a:off x="3892" y="848"/>
              <a:ext cx="1366" cy="760"/>
            </a:xfrm>
            <a:custGeom>
              <a:avLst/>
              <a:gdLst>
                <a:gd name="T0" fmla="*/ 10 w 971"/>
                <a:gd name="T1" fmla="*/ 519 h 540"/>
                <a:gd name="T2" fmla="*/ 22 w 971"/>
                <a:gd name="T3" fmla="*/ 469 h 540"/>
                <a:gd name="T4" fmla="*/ 916 w 971"/>
                <a:gd name="T5" fmla="*/ 8 h 540"/>
                <a:gd name="T6" fmla="*/ 964 w 971"/>
                <a:gd name="T7" fmla="*/ 27 h 540"/>
                <a:gd name="T8" fmla="*/ 944 w 971"/>
                <a:gd name="T9" fmla="*/ 73 h 540"/>
                <a:gd name="T10" fmla="*/ 60 w 971"/>
                <a:gd name="T11" fmla="*/ 529 h 540"/>
                <a:gd name="T12" fmla="*/ 10 w 971"/>
                <a:gd name="T13" fmla="*/ 519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1" h="540">
                  <a:moveTo>
                    <a:pt x="10" y="519"/>
                  </a:moveTo>
                  <a:cubicBezTo>
                    <a:pt x="0" y="502"/>
                    <a:pt x="5" y="480"/>
                    <a:pt x="22" y="469"/>
                  </a:cubicBezTo>
                  <a:cubicBezTo>
                    <a:pt x="307" y="291"/>
                    <a:pt x="606" y="137"/>
                    <a:pt x="916" y="8"/>
                  </a:cubicBezTo>
                  <a:cubicBezTo>
                    <a:pt x="935" y="0"/>
                    <a:pt x="956" y="9"/>
                    <a:pt x="964" y="27"/>
                  </a:cubicBezTo>
                  <a:cubicBezTo>
                    <a:pt x="971" y="45"/>
                    <a:pt x="962" y="66"/>
                    <a:pt x="944" y="73"/>
                  </a:cubicBezTo>
                  <a:cubicBezTo>
                    <a:pt x="637" y="201"/>
                    <a:pt x="342" y="354"/>
                    <a:pt x="60" y="529"/>
                  </a:cubicBezTo>
                  <a:cubicBezTo>
                    <a:pt x="43" y="540"/>
                    <a:pt x="21" y="535"/>
                    <a:pt x="10" y="519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5" name="Freeform: Shape 35"/>
            <p:cNvSpPr/>
            <p:nvPr/>
          </p:nvSpPr>
          <p:spPr bwMode="auto">
            <a:xfrm>
              <a:off x="3199" y="82"/>
              <a:ext cx="439" cy="511"/>
            </a:xfrm>
            <a:custGeom>
              <a:avLst/>
              <a:gdLst>
                <a:gd name="T0" fmla="*/ 0 w 312"/>
                <a:gd name="T1" fmla="*/ 176 h 363"/>
                <a:gd name="T2" fmla="*/ 25 w 312"/>
                <a:gd name="T3" fmla="*/ 3 h 363"/>
                <a:gd name="T4" fmla="*/ 131 w 312"/>
                <a:gd name="T5" fmla="*/ 363 h 363"/>
                <a:gd name="T6" fmla="*/ 0 w 312"/>
                <a:gd name="T7" fmla="*/ 176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2" h="363">
                  <a:moveTo>
                    <a:pt x="0" y="176"/>
                  </a:moveTo>
                  <a:cubicBezTo>
                    <a:pt x="0" y="176"/>
                    <a:pt x="60" y="83"/>
                    <a:pt x="25" y="3"/>
                  </a:cubicBezTo>
                  <a:cubicBezTo>
                    <a:pt x="28" y="0"/>
                    <a:pt x="312" y="311"/>
                    <a:pt x="131" y="363"/>
                  </a:cubicBezTo>
                  <a:cubicBezTo>
                    <a:pt x="89" y="300"/>
                    <a:pt x="45" y="237"/>
                    <a:pt x="0" y="176"/>
                  </a:cubicBezTo>
                  <a:close/>
                </a:path>
              </a:pathLst>
            </a:custGeom>
            <a:solidFill>
              <a:srgbClr val="4D59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6" name="Freeform: Shape 36"/>
            <p:cNvSpPr/>
            <p:nvPr/>
          </p:nvSpPr>
          <p:spPr bwMode="auto">
            <a:xfrm>
              <a:off x="2898" y="340"/>
              <a:ext cx="422" cy="493"/>
            </a:xfrm>
            <a:custGeom>
              <a:avLst/>
              <a:gdLst>
                <a:gd name="T0" fmla="*/ 170 w 300"/>
                <a:gd name="T1" fmla="*/ 25 h 351"/>
                <a:gd name="T2" fmla="*/ 0 w 300"/>
                <a:gd name="T3" fmla="*/ 1 h 351"/>
                <a:gd name="T4" fmla="*/ 300 w 300"/>
                <a:gd name="T5" fmla="*/ 210 h 351"/>
                <a:gd name="T6" fmla="*/ 170 w 300"/>
                <a:gd name="T7" fmla="*/ 25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0" h="351">
                  <a:moveTo>
                    <a:pt x="170" y="25"/>
                  </a:moveTo>
                  <a:cubicBezTo>
                    <a:pt x="170" y="25"/>
                    <a:pt x="64" y="53"/>
                    <a:pt x="0" y="1"/>
                  </a:cubicBezTo>
                  <a:cubicBezTo>
                    <a:pt x="3" y="0"/>
                    <a:pt x="187" y="351"/>
                    <a:pt x="300" y="210"/>
                  </a:cubicBezTo>
                  <a:cubicBezTo>
                    <a:pt x="258" y="148"/>
                    <a:pt x="215" y="86"/>
                    <a:pt x="170" y="25"/>
                  </a:cubicBezTo>
                  <a:close/>
                </a:path>
              </a:pathLst>
            </a:custGeom>
            <a:solidFill>
              <a:srgbClr val="4D59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7" name="Freeform: Shape 37"/>
            <p:cNvSpPr/>
            <p:nvPr/>
          </p:nvSpPr>
          <p:spPr bwMode="auto">
            <a:xfrm>
              <a:off x="3113" y="296"/>
              <a:ext cx="847" cy="1316"/>
            </a:xfrm>
            <a:custGeom>
              <a:avLst/>
              <a:gdLst>
                <a:gd name="T0" fmla="*/ 577 w 602"/>
                <a:gd name="T1" fmla="*/ 927 h 936"/>
                <a:gd name="T2" fmla="*/ 593 w 602"/>
                <a:gd name="T3" fmla="*/ 879 h 936"/>
                <a:gd name="T4" fmla="*/ 69 w 602"/>
                <a:gd name="T5" fmla="*/ 20 h 936"/>
                <a:gd name="T6" fmla="*/ 18 w 602"/>
                <a:gd name="T7" fmla="*/ 11 h 936"/>
                <a:gd name="T8" fmla="*/ 11 w 602"/>
                <a:gd name="T9" fmla="*/ 62 h 936"/>
                <a:gd name="T10" fmla="*/ 529 w 602"/>
                <a:gd name="T11" fmla="*/ 911 h 936"/>
                <a:gd name="T12" fmla="*/ 577 w 602"/>
                <a:gd name="T13" fmla="*/ 927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2" h="936">
                  <a:moveTo>
                    <a:pt x="577" y="927"/>
                  </a:moveTo>
                  <a:cubicBezTo>
                    <a:pt x="595" y="919"/>
                    <a:pt x="602" y="897"/>
                    <a:pt x="593" y="879"/>
                  </a:cubicBezTo>
                  <a:cubicBezTo>
                    <a:pt x="441" y="579"/>
                    <a:pt x="266" y="292"/>
                    <a:pt x="69" y="20"/>
                  </a:cubicBezTo>
                  <a:cubicBezTo>
                    <a:pt x="57" y="4"/>
                    <a:pt x="34" y="0"/>
                    <a:pt x="18" y="11"/>
                  </a:cubicBezTo>
                  <a:cubicBezTo>
                    <a:pt x="3" y="23"/>
                    <a:pt x="0" y="45"/>
                    <a:pt x="11" y="62"/>
                  </a:cubicBezTo>
                  <a:cubicBezTo>
                    <a:pt x="207" y="330"/>
                    <a:pt x="380" y="614"/>
                    <a:pt x="529" y="911"/>
                  </a:cubicBezTo>
                  <a:cubicBezTo>
                    <a:pt x="538" y="929"/>
                    <a:pt x="560" y="936"/>
                    <a:pt x="577" y="927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8" name="Freeform: Shape 38"/>
            <p:cNvSpPr/>
            <p:nvPr/>
          </p:nvSpPr>
          <p:spPr bwMode="auto">
            <a:xfrm>
              <a:off x="2663" y="539"/>
              <a:ext cx="552" cy="397"/>
            </a:xfrm>
            <a:custGeom>
              <a:avLst/>
              <a:gdLst>
                <a:gd name="T0" fmla="*/ 52 w 392"/>
                <a:gd name="T1" fmla="*/ 171 h 282"/>
                <a:gd name="T2" fmla="*/ 0 w 392"/>
                <a:gd name="T3" fmla="*/ 4 h 282"/>
                <a:gd name="T4" fmla="*/ 252 w 392"/>
                <a:gd name="T5" fmla="*/ 282 h 282"/>
                <a:gd name="T6" fmla="*/ 52 w 392"/>
                <a:gd name="T7" fmla="*/ 17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2" h="282">
                  <a:moveTo>
                    <a:pt x="52" y="171"/>
                  </a:moveTo>
                  <a:cubicBezTo>
                    <a:pt x="53" y="171"/>
                    <a:pt x="66" y="61"/>
                    <a:pt x="0" y="4"/>
                  </a:cubicBezTo>
                  <a:cubicBezTo>
                    <a:pt x="1" y="0"/>
                    <a:pt x="392" y="157"/>
                    <a:pt x="252" y="282"/>
                  </a:cubicBezTo>
                  <a:cubicBezTo>
                    <a:pt x="186" y="244"/>
                    <a:pt x="120" y="207"/>
                    <a:pt x="52" y="1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9" name="Freeform: Shape 39"/>
            <p:cNvSpPr/>
            <p:nvPr/>
          </p:nvSpPr>
          <p:spPr bwMode="auto">
            <a:xfrm>
              <a:off x="2471" y="846"/>
              <a:ext cx="507" cy="403"/>
            </a:xfrm>
            <a:custGeom>
              <a:avLst/>
              <a:gdLst>
                <a:gd name="T0" fmla="*/ 164 w 361"/>
                <a:gd name="T1" fmla="*/ 0 h 287"/>
                <a:gd name="T2" fmla="*/ 0 w 361"/>
                <a:gd name="T3" fmla="*/ 53 h 287"/>
                <a:gd name="T4" fmla="*/ 361 w 361"/>
                <a:gd name="T5" fmla="*/ 111 h 287"/>
                <a:gd name="T6" fmla="*/ 164 w 361"/>
                <a:gd name="T7" fmla="*/ 0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1" h="287">
                  <a:moveTo>
                    <a:pt x="164" y="0"/>
                  </a:moveTo>
                  <a:cubicBezTo>
                    <a:pt x="164" y="0"/>
                    <a:pt x="80" y="72"/>
                    <a:pt x="0" y="53"/>
                  </a:cubicBezTo>
                  <a:cubicBezTo>
                    <a:pt x="2" y="50"/>
                    <a:pt x="320" y="287"/>
                    <a:pt x="361" y="111"/>
                  </a:cubicBezTo>
                  <a:cubicBezTo>
                    <a:pt x="296" y="73"/>
                    <a:pt x="230" y="36"/>
                    <a:pt x="1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0" name="Freeform: Shape 40"/>
            <p:cNvSpPr/>
            <p:nvPr/>
          </p:nvSpPr>
          <p:spPr bwMode="auto">
            <a:xfrm>
              <a:off x="2662" y="756"/>
              <a:ext cx="1296" cy="878"/>
            </a:xfrm>
            <a:custGeom>
              <a:avLst/>
              <a:gdLst>
                <a:gd name="T0" fmla="*/ 910 w 922"/>
                <a:gd name="T1" fmla="*/ 607 h 625"/>
                <a:gd name="T2" fmla="*/ 903 w 922"/>
                <a:gd name="T3" fmla="*/ 557 h 625"/>
                <a:gd name="T4" fmla="*/ 59 w 922"/>
                <a:gd name="T5" fmla="*/ 10 h 625"/>
                <a:gd name="T6" fmla="*/ 10 w 922"/>
                <a:gd name="T7" fmla="*/ 24 h 625"/>
                <a:gd name="T8" fmla="*/ 25 w 922"/>
                <a:gd name="T9" fmla="*/ 72 h 625"/>
                <a:gd name="T10" fmla="*/ 860 w 922"/>
                <a:gd name="T11" fmla="*/ 613 h 625"/>
                <a:gd name="T12" fmla="*/ 910 w 922"/>
                <a:gd name="T13" fmla="*/ 607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2" h="625">
                  <a:moveTo>
                    <a:pt x="910" y="607"/>
                  </a:moveTo>
                  <a:cubicBezTo>
                    <a:pt x="922" y="592"/>
                    <a:pt x="919" y="569"/>
                    <a:pt x="903" y="557"/>
                  </a:cubicBezTo>
                  <a:cubicBezTo>
                    <a:pt x="637" y="352"/>
                    <a:pt x="354" y="169"/>
                    <a:pt x="59" y="10"/>
                  </a:cubicBezTo>
                  <a:cubicBezTo>
                    <a:pt x="41" y="0"/>
                    <a:pt x="19" y="7"/>
                    <a:pt x="10" y="24"/>
                  </a:cubicBezTo>
                  <a:cubicBezTo>
                    <a:pt x="0" y="41"/>
                    <a:pt x="7" y="63"/>
                    <a:pt x="25" y="72"/>
                  </a:cubicBezTo>
                  <a:cubicBezTo>
                    <a:pt x="317" y="229"/>
                    <a:pt x="597" y="410"/>
                    <a:pt x="860" y="613"/>
                  </a:cubicBezTo>
                  <a:cubicBezTo>
                    <a:pt x="876" y="625"/>
                    <a:pt x="898" y="622"/>
                    <a:pt x="910" y="607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5" name="Group 41"/>
          <p:cNvGrpSpPr/>
          <p:nvPr/>
        </p:nvGrpSpPr>
        <p:grpSpPr>
          <a:xfrm>
            <a:off x="6128110" y="1302606"/>
            <a:ext cx="2062292" cy="2597568"/>
            <a:chOff x="8170814" y="1912116"/>
            <a:chExt cx="2749722" cy="3463424"/>
          </a:xfrm>
        </p:grpSpPr>
        <p:grpSp>
          <p:nvGrpSpPr>
            <p:cNvPr id="20" name="Group 42"/>
            <p:cNvGrpSpPr/>
            <p:nvPr/>
          </p:nvGrpSpPr>
          <p:grpSpPr>
            <a:xfrm>
              <a:off x="8170814" y="1912116"/>
              <a:ext cx="2611177" cy="3463424"/>
              <a:chOff x="1193500" y="1491637"/>
              <a:chExt cx="3761195" cy="3463424"/>
            </a:xfrm>
          </p:grpSpPr>
          <p:grpSp>
            <p:nvGrpSpPr>
              <p:cNvPr id="23" name="Group 45"/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30" name="TextBox 52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/>
                    <a:t>此部分内容作为文字排版占位显示</a:t>
                  </a:r>
                  <a:br>
                    <a:rPr lang="zh-CN" altLang="en-US" sz="1000"/>
                  </a:br>
                  <a:r>
                    <a:rPr lang="zh-CN" altLang="en-US" sz="1000"/>
                    <a:t>（建议使用主题字体）</a:t>
                  </a:r>
                  <a:endParaRPr lang="zh-CN" altLang="en-US" sz="1000"/>
                </a:p>
              </p:txBody>
            </p:sp>
            <p:sp>
              <p:nvSpPr>
                <p:cNvPr id="31" name="Rectangle 53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>
                      <a:solidFill>
                        <a:srgbClr val="4D5985"/>
                      </a:solidFill>
                    </a:rPr>
                    <a:t>标题文本预设</a:t>
                  </a:r>
                  <a:endParaRPr lang="zh-CN" altLang="en-US" sz="1600" b="1">
                    <a:solidFill>
                      <a:srgbClr val="4D5985"/>
                    </a:solidFill>
                  </a:endParaRPr>
                </a:p>
              </p:txBody>
            </p:sp>
          </p:grpSp>
          <p:grpSp>
            <p:nvGrpSpPr>
              <p:cNvPr id="24" name="Group 46"/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8" name="TextBox 50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/>
                    <a:t>此部分内容作为文字排版占位显示</a:t>
                  </a:r>
                  <a:br>
                    <a:rPr lang="zh-CN" altLang="en-US" sz="1000"/>
                  </a:br>
                  <a:r>
                    <a:rPr lang="zh-CN" altLang="en-US" sz="1000"/>
                    <a:t>（建议使用主题字体）</a:t>
                  </a:r>
                  <a:endParaRPr lang="zh-CN" altLang="en-US" sz="1000"/>
                </a:p>
              </p:txBody>
            </p:sp>
            <p:sp>
              <p:nvSpPr>
                <p:cNvPr id="29" name="Rectangle 51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>
                      <a:solidFill>
                        <a:srgbClr val="7B8E9B"/>
                      </a:solidFill>
                    </a:rPr>
                    <a:t>标题文本预设</a:t>
                  </a:r>
                  <a:endParaRPr lang="zh-CN" altLang="en-US" sz="1600" b="1">
                    <a:solidFill>
                      <a:srgbClr val="7B8E9B"/>
                    </a:solidFill>
                  </a:endParaRPr>
                </a:p>
              </p:txBody>
            </p:sp>
          </p:grpSp>
          <p:grpSp>
            <p:nvGrpSpPr>
              <p:cNvPr id="25" name="Group 47"/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6" name="TextBox 48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/>
                    <a:t>此部分内容作为文字排版占位显示</a:t>
                  </a:r>
                  <a:br>
                    <a:rPr lang="zh-CN" altLang="en-US" sz="1000"/>
                  </a:br>
                  <a:r>
                    <a:rPr lang="zh-CN" altLang="en-US" sz="1000"/>
                    <a:t>（建议使用主题字体）</a:t>
                  </a:r>
                  <a:endParaRPr lang="zh-CN" altLang="en-US" sz="1000"/>
                </a:p>
              </p:txBody>
            </p:sp>
            <p:sp>
              <p:nvSpPr>
                <p:cNvPr id="27" name="Rectangle 49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>
                      <a:solidFill>
                        <a:srgbClr val="4D5985"/>
                      </a:solidFill>
                    </a:rPr>
                    <a:t>标题文本预设</a:t>
                  </a:r>
                  <a:endParaRPr lang="zh-CN" altLang="en-US" sz="1600" b="1">
                    <a:solidFill>
                      <a:srgbClr val="4D5985"/>
                    </a:solidFill>
                  </a:endParaRPr>
                </a:p>
              </p:txBody>
            </p:sp>
          </p:grpSp>
        </p:grpSp>
        <p:cxnSp>
          <p:nvCxnSpPr>
            <p:cNvPr id="21" name="Straight Connector 43"/>
            <p:cNvCxnSpPr/>
            <p:nvPr/>
          </p:nvCxnSpPr>
          <p:spPr>
            <a:xfrm>
              <a:off x="8472264" y="2924944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44"/>
            <p:cNvCxnSpPr/>
            <p:nvPr/>
          </p:nvCxnSpPr>
          <p:spPr>
            <a:xfrm>
              <a:off x="8472264" y="4263691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4"/>
          <p:cNvGrpSpPr/>
          <p:nvPr/>
        </p:nvGrpSpPr>
        <p:grpSpPr>
          <a:xfrm>
            <a:off x="980603" y="1302606"/>
            <a:ext cx="2035289" cy="2597568"/>
            <a:chOff x="1307468" y="1697288"/>
            <a:chExt cx="2713719" cy="3463424"/>
          </a:xfrm>
        </p:grpSpPr>
        <p:grpSp>
          <p:nvGrpSpPr>
            <p:cNvPr id="7" name="Group 55"/>
            <p:cNvGrpSpPr/>
            <p:nvPr/>
          </p:nvGrpSpPr>
          <p:grpSpPr>
            <a:xfrm>
              <a:off x="1410010" y="1697288"/>
              <a:ext cx="2611177" cy="3463424"/>
              <a:chOff x="1193500" y="1491637"/>
              <a:chExt cx="3761195" cy="3463424"/>
            </a:xfrm>
          </p:grpSpPr>
          <p:grpSp>
            <p:nvGrpSpPr>
              <p:cNvPr id="11" name="Group 59"/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8" name="TextBox 66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/>
                    <a:t>此部分内容作为文字排版占位显示</a:t>
                  </a:r>
                  <a:br>
                    <a:rPr lang="zh-CN" altLang="en-US" sz="1000"/>
                  </a:br>
                  <a:r>
                    <a:rPr lang="zh-CN" altLang="en-US" sz="1000"/>
                    <a:t>（建议使用主题字体）</a:t>
                  </a:r>
                  <a:endParaRPr lang="zh-CN" altLang="en-US" sz="1000"/>
                </a:p>
              </p:txBody>
            </p:sp>
            <p:sp>
              <p:nvSpPr>
                <p:cNvPr id="19" name="Rectangle 67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>
                      <a:solidFill>
                        <a:srgbClr val="4D5985"/>
                      </a:solidFill>
                    </a:rPr>
                    <a:t>标题文本预设</a:t>
                  </a:r>
                  <a:endParaRPr lang="zh-CN" altLang="en-US" sz="1600" b="1">
                    <a:solidFill>
                      <a:srgbClr val="4D5985"/>
                    </a:solidFill>
                  </a:endParaRPr>
                </a:p>
              </p:txBody>
            </p:sp>
          </p:grpSp>
          <p:grpSp>
            <p:nvGrpSpPr>
              <p:cNvPr id="12" name="Group 60"/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6" name="TextBox 64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/>
                    <a:t>此部分内容作为文字排版占位显示</a:t>
                  </a:r>
                  <a:br>
                    <a:rPr lang="zh-CN" altLang="en-US" sz="1000" dirty="0"/>
                  </a:br>
                  <a:r>
                    <a:rPr lang="zh-CN" altLang="en-US" sz="1000" dirty="0"/>
                    <a:t>（建议使用主题字体）</a:t>
                  </a:r>
                  <a:endParaRPr lang="zh-CN" altLang="en-US" sz="1000" dirty="0"/>
                </a:p>
              </p:txBody>
            </p:sp>
            <p:sp>
              <p:nvSpPr>
                <p:cNvPr id="17" name="Rectangle 65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>
                      <a:solidFill>
                        <a:srgbClr val="7B8E9B"/>
                      </a:solidFill>
                    </a:rPr>
                    <a:t>标题文本预设</a:t>
                  </a:r>
                  <a:endParaRPr lang="zh-CN" altLang="en-US" sz="1600" b="1">
                    <a:solidFill>
                      <a:srgbClr val="7B8E9B"/>
                    </a:solidFill>
                  </a:endParaRPr>
                </a:p>
              </p:txBody>
            </p:sp>
          </p:grpSp>
          <p:grpSp>
            <p:nvGrpSpPr>
              <p:cNvPr id="13" name="Group 61"/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4" name="TextBox 62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/>
                    <a:t>此部分内容作为文字排版占位显示</a:t>
                  </a:r>
                  <a:br>
                    <a:rPr lang="zh-CN" altLang="en-US" sz="1000"/>
                  </a:br>
                  <a:r>
                    <a:rPr lang="zh-CN" altLang="en-US" sz="1000"/>
                    <a:t>（建议使用主题字体）</a:t>
                  </a:r>
                  <a:endParaRPr lang="zh-CN" altLang="en-US" sz="1000"/>
                </a:p>
              </p:txBody>
            </p:sp>
            <p:sp>
              <p:nvSpPr>
                <p:cNvPr id="15" name="Rectangle 63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>
                      <a:solidFill>
                        <a:srgbClr val="4D5985"/>
                      </a:solidFill>
                    </a:rPr>
                    <a:t>标题文本预设</a:t>
                  </a:r>
                  <a:endParaRPr lang="zh-CN" altLang="en-US" sz="1600" b="1">
                    <a:solidFill>
                      <a:srgbClr val="4D5985"/>
                    </a:solidFill>
                  </a:endParaRPr>
                </a:p>
              </p:txBody>
            </p:sp>
          </p:grpSp>
        </p:grpSp>
        <p:grpSp>
          <p:nvGrpSpPr>
            <p:cNvPr id="8" name="Group 56"/>
            <p:cNvGrpSpPr/>
            <p:nvPr/>
          </p:nvGrpSpPr>
          <p:grpSpPr>
            <a:xfrm>
              <a:off x="1307468" y="2710116"/>
              <a:ext cx="2448272" cy="1338747"/>
              <a:chOff x="1307468" y="2924944"/>
              <a:chExt cx="2448272" cy="1338747"/>
            </a:xfrm>
          </p:grpSpPr>
          <p:cxnSp>
            <p:nvCxnSpPr>
              <p:cNvPr id="9" name="Straight Connector 57"/>
              <p:cNvCxnSpPr/>
              <p:nvPr/>
            </p:nvCxnSpPr>
            <p:spPr>
              <a:xfrm>
                <a:off x="1307468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58"/>
              <p:cNvCxnSpPr/>
              <p:nvPr/>
            </p:nvCxnSpPr>
            <p:spPr>
              <a:xfrm>
                <a:off x="1307468" y="4263691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1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点击输入标题内容</a:t>
            </a:r>
            <a:endParaRPr lang="zh-CN" altLang="en-US" sz="18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clickEffect" p14:presetBounceEnd="2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42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4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42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4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5963a405-140e-489b-9b6a-471c8c321446"/>
          <p:cNvGrpSpPr>
            <a:grpSpLocks noChangeAspect="1"/>
          </p:cNvGrpSpPr>
          <p:nvPr/>
        </p:nvGrpSpPr>
        <p:grpSpPr>
          <a:xfrm>
            <a:off x="967099" y="1219201"/>
            <a:ext cx="7209801" cy="2705099"/>
            <a:chOff x="1289466" y="1625601"/>
            <a:chExt cx="9613068" cy="3606799"/>
          </a:xfrm>
        </p:grpSpPr>
        <p:grpSp>
          <p:nvGrpSpPr>
            <p:cNvPr id="4" name="组合 3"/>
            <p:cNvGrpSpPr/>
            <p:nvPr/>
          </p:nvGrpSpPr>
          <p:grpSpPr>
            <a:xfrm>
              <a:off x="4179063" y="1625601"/>
              <a:ext cx="3833874" cy="3606799"/>
              <a:chOff x="1282700" y="1357083"/>
              <a:chExt cx="4610100" cy="4337051"/>
            </a:xfrm>
          </p:grpSpPr>
          <p:grpSp>
            <p:nvGrpSpPr>
              <p:cNvPr id="24" name="组合 23"/>
              <p:cNvGrpSpPr/>
              <p:nvPr/>
            </p:nvGrpSpPr>
            <p:grpSpPr>
              <a:xfrm>
                <a:off x="2256333" y="2963632"/>
                <a:ext cx="2662804" cy="2353875"/>
                <a:chOff x="2256333" y="2393950"/>
                <a:chExt cx="2662804" cy="2353875"/>
              </a:xfrm>
            </p:grpSpPr>
            <p:sp>
              <p:nvSpPr>
                <p:cNvPr id="37" name="任意多边形: 形状 36"/>
                <p:cNvSpPr/>
                <p:nvPr/>
              </p:nvSpPr>
              <p:spPr>
                <a:xfrm>
                  <a:off x="2256333" y="2393950"/>
                  <a:ext cx="1332752" cy="1066274"/>
                </a:xfrm>
                <a:custGeom>
                  <a:avLst/>
                  <a:gdLst>
                    <a:gd name="connsiteX0" fmla="*/ 391617 w 1332752"/>
                    <a:gd name="connsiteY0" fmla="*/ 0 h 1066274"/>
                    <a:gd name="connsiteX1" fmla="*/ 1260043 w 1332752"/>
                    <a:gd name="connsiteY1" fmla="*/ 311757 h 1066274"/>
                    <a:gd name="connsiteX2" fmla="*/ 1332752 w 1332752"/>
                    <a:gd name="connsiteY2" fmla="*/ 377839 h 1066274"/>
                    <a:gd name="connsiteX3" fmla="*/ 1294327 w 1332752"/>
                    <a:gd name="connsiteY3" fmla="*/ 411523 h 1066274"/>
                    <a:gd name="connsiteX4" fmla="*/ 967346 w 1332752"/>
                    <a:gd name="connsiteY4" fmla="*/ 959267 h 1066274"/>
                    <a:gd name="connsiteX5" fmla="*/ 939832 w 1332752"/>
                    <a:gd name="connsiteY5" fmla="*/ 1066274 h 1066274"/>
                    <a:gd name="connsiteX6" fmla="*/ 925433 w 1332752"/>
                    <a:gd name="connsiteY6" fmla="*/ 1062572 h 1066274"/>
                    <a:gd name="connsiteX7" fmla="*/ 7069 w 1332752"/>
                    <a:gd name="connsiteY7" fmla="*/ 91709 h 1066274"/>
                    <a:gd name="connsiteX8" fmla="*/ 0 w 1332752"/>
                    <a:gd name="connsiteY8" fmla="*/ 57685 h 1066274"/>
                    <a:gd name="connsiteX9" fmla="*/ 116471 w 1332752"/>
                    <a:gd name="connsiteY9" fmla="*/ 27737 h 1066274"/>
                    <a:gd name="connsiteX10" fmla="*/ 391617 w 1332752"/>
                    <a:gd name="connsiteY10" fmla="*/ 0 h 10662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32752" h="1066274">
                      <a:moveTo>
                        <a:pt x="391617" y="0"/>
                      </a:moveTo>
                      <a:cubicBezTo>
                        <a:pt x="721495" y="0"/>
                        <a:pt x="1024047" y="116996"/>
                        <a:pt x="1260043" y="311757"/>
                      </a:cubicBezTo>
                      <a:lnTo>
                        <a:pt x="1332752" y="377839"/>
                      </a:lnTo>
                      <a:lnTo>
                        <a:pt x="1294327" y="411523"/>
                      </a:lnTo>
                      <a:cubicBezTo>
                        <a:pt x="1145578" y="563863"/>
                        <a:pt x="1032167" y="750861"/>
                        <a:pt x="967346" y="959267"/>
                      </a:cubicBezTo>
                      <a:lnTo>
                        <a:pt x="939832" y="1066274"/>
                      </a:lnTo>
                      <a:lnTo>
                        <a:pt x="925433" y="1062572"/>
                      </a:lnTo>
                      <a:cubicBezTo>
                        <a:pt x="473886" y="922127"/>
                        <a:pt x="122838" y="553579"/>
                        <a:pt x="7069" y="91709"/>
                      </a:cubicBezTo>
                      <a:lnTo>
                        <a:pt x="0" y="57685"/>
                      </a:lnTo>
                      <a:lnTo>
                        <a:pt x="116471" y="27737"/>
                      </a:lnTo>
                      <a:cubicBezTo>
                        <a:pt x="205346" y="9551"/>
                        <a:pt x="297366" y="0"/>
                        <a:pt x="391617" y="0"/>
                      </a:cubicBezTo>
                      <a:close/>
                    </a:path>
                  </a:pathLst>
                </a:custGeom>
                <a:solidFill>
                  <a:srgbClr val="4D5985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/>
                </a:bodyPr>
                <a:lstStyle/>
                <a:p>
                  <a:pPr algn="ctr"/>
                  <a:r>
                    <a:rPr lang="en-US" altLang="zh-CN" sz="3200" b="1"/>
                    <a:t>1</a:t>
                  </a:r>
                  <a:endParaRPr lang="en-US" altLang="zh-CN" sz="3200" b="1"/>
                </a:p>
              </p:txBody>
            </p:sp>
            <p:sp>
              <p:nvSpPr>
                <p:cNvPr id="38" name="任意多边形: 形状 37"/>
                <p:cNvSpPr/>
                <p:nvPr/>
              </p:nvSpPr>
              <p:spPr>
                <a:xfrm>
                  <a:off x="3589086" y="2393951"/>
                  <a:ext cx="1330051" cy="1065858"/>
                </a:xfrm>
                <a:custGeom>
                  <a:avLst/>
                  <a:gdLst>
                    <a:gd name="connsiteX0" fmla="*/ 938465 w 1330051"/>
                    <a:gd name="connsiteY0" fmla="*/ 0 h 1065858"/>
                    <a:gd name="connsiteX1" fmla="*/ 1213611 w 1330051"/>
                    <a:gd name="connsiteY1" fmla="*/ 27737 h 1065858"/>
                    <a:gd name="connsiteX2" fmla="*/ 1330051 w 1330051"/>
                    <a:gd name="connsiteY2" fmla="*/ 57677 h 1065858"/>
                    <a:gd name="connsiteX3" fmla="*/ 1302536 w 1330051"/>
                    <a:gd name="connsiteY3" fmla="*/ 164684 h 1065858"/>
                    <a:gd name="connsiteX4" fmla="*/ 436541 w 1330051"/>
                    <a:gd name="connsiteY4" fmla="*/ 1052217 h 1065858"/>
                    <a:gd name="connsiteX5" fmla="*/ 390144 w 1330051"/>
                    <a:gd name="connsiteY5" fmla="*/ 1065858 h 1065858"/>
                    <a:gd name="connsiteX6" fmla="*/ 362736 w 1330051"/>
                    <a:gd name="connsiteY6" fmla="*/ 959265 h 1065858"/>
                    <a:gd name="connsiteX7" fmla="*/ 24243 w 1330051"/>
                    <a:gd name="connsiteY7" fmla="*/ 399871 h 1065858"/>
                    <a:gd name="connsiteX8" fmla="*/ 0 w 1330051"/>
                    <a:gd name="connsiteY8" fmla="*/ 377838 h 1065858"/>
                    <a:gd name="connsiteX9" fmla="*/ 121614 w 1330051"/>
                    <a:gd name="connsiteY9" fmla="*/ 271227 h 1065858"/>
                    <a:gd name="connsiteX10" fmla="*/ 938465 w 1330051"/>
                    <a:gd name="connsiteY10" fmla="*/ 0 h 1065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30051" h="1065858">
                      <a:moveTo>
                        <a:pt x="938465" y="0"/>
                      </a:moveTo>
                      <a:cubicBezTo>
                        <a:pt x="1032716" y="0"/>
                        <a:pt x="1124736" y="9551"/>
                        <a:pt x="1213611" y="27737"/>
                      </a:cubicBezTo>
                      <a:lnTo>
                        <a:pt x="1330051" y="57677"/>
                      </a:lnTo>
                      <a:lnTo>
                        <a:pt x="1302536" y="164684"/>
                      </a:lnTo>
                      <a:cubicBezTo>
                        <a:pt x="1172894" y="581497"/>
                        <a:pt x="848893" y="912678"/>
                        <a:pt x="436541" y="1052217"/>
                      </a:cubicBezTo>
                      <a:lnTo>
                        <a:pt x="390144" y="1065858"/>
                      </a:lnTo>
                      <a:lnTo>
                        <a:pt x="362736" y="959265"/>
                      </a:lnTo>
                      <a:cubicBezTo>
                        <a:pt x="296253" y="745515"/>
                        <a:pt x="178656" y="554285"/>
                        <a:pt x="24243" y="399871"/>
                      </a:cubicBezTo>
                      <a:lnTo>
                        <a:pt x="0" y="377838"/>
                      </a:lnTo>
                      <a:lnTo>
                        <a:pt x="121614" y="271227"/>
                      </a:lnTo>
                      <a:cubicBezTo>
                        <a:pt x="349396" y="100879"/>
                        <a:pt x="632150" y="0"/>
                        <a:pt x="938465" y="0"/>
                      </a:cubicBezTo>
                      <a:close/>
                    </a:path>
                  </a:pathLst>
                </a:custGeom>
                <a:solidFill>
                  <a:srgbClr val="7B8E9B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/>
                </a:bodyPr>
                <a:lstStyle/>
                <a:p>
                  <a:pPr algn="ctr"/>
                  <a:r>
                    <a:rPr lang="en-US" altLang="zh-CN" sz="3200" b="1"/>
                    <a:t>2</a:t>
                  </a:r>
                  <a:endParaRPr lang="en-US" altLang="zh-CN" sz="3200" b="1"/>
                </a:p>
              </p:txBody>
            </p:sp>
            <p:sp>
              <p:nvSpPr>
                <p:cNvPr id="39" name="任意多边形: 形状 38"/>
                <p:cNvSpPr/>
                <p:nvPr/>
              </p:nvSpPr>
              <p:spPr>
                <a:xfrm>
                  <a:off x="3162300" y="3459809"/>
                  <a:ext cx="850900" cy="1288016"/>
                </a:xfrm>
                <a:custGeom>
                  <a:avLst/>
                  <a:gdLst>
                    <a:gd name="connsiteX0" fmla="*/ 816929 w 850900"/>
                    <a:gd name="connsiteY0" fmla="*/ 0 h 1288016"/>
                    <a:gd name="connsiteX1" fmla="*/ 823163 w 850900"/>
                    <a:gd name="connsiteY1" fmla="*/ 24245 h 1288016"/>
                    <a:gd name="connsiteX2" fmla="*/ 850900 w 850900"/>
                    <a:gd name="connsiteY2" fmla="*/ 299391 h 1288016"/>
                    <a:gd name="connsiteX3" fmla="*/ 451028 w 850900"/>
                    <a:gd name="connsiteY3" fmla="*/ 1264769 h 1288016"/>
                    <a:gd name="connsiteX4" fmla="*/ 425450 w 850900"/>
                    <a:gd name="connsiteY4" fmla="*/ 1288016 h 1288016"/>
                    <a:gd name="connsiteX5" fmla="*/ 399872 w 850900"/>
                    <a:gd name="connsiteY5" fmla="*/ 1264770 h 1288016"/>
                    <a:gd name="connsiteX6" fmla="*/ 0 w 850900"/>
                    <a:gd name="connsiteY6" fmla="*/ 299392 h 1288016"/>
                    <a:gd name="connsiteX7" fmla="*/ 27737 w 850900"/>
                    <a:gd name="connsiteY7" fmla="*/ 24246 h 1288016"/>
                    <a:gd name="connsiteX8" fmla="*/ 33865 w 850900"/>
                    <a:gd name="connsiteY8" fmla="*/ 415 h 1288016"/>
                    <a:gd name="connsiteX9" fmla="*/ 150304 w 850900"/>
                    <a:gd name="connsiteY9" fmla="*/ 30355 h 1288016"/>
                    <a:gd name="connsiteX10" fmla="*/ 425450 w 850900"/>
                    <a:gd name="connsiteY10" fmla="*/ 58092 h 1288016"/>
                    <a:gd name="connsiteX11" fmla="*/ 758458 w 850900"/>
                    <a:gd name="connsiteY11" fmla="*/ 17190 h 1288016"/>
                    <a:gd name="connsiteX12" fmla="*/ 816929 w 850900"/>
                    <a:gd name="connsiteY12" fmla="*/ 0 h 12880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850900" h="1288016">
                      <a:moveTo>
                        <a:pt x="816929" y="0"/>
                      </a:moveTo>
                      <a:lnTo>
                        <a:pt x="823163" y="24245"/>
                      </a:lnTo>
                      <a:cubicBezTo>
                        <a:pt x="841349" y="113120"/>
                        <a:pt x="850900" y="205140"/>
                        <a:pt x="850900" y="299391"/>
                      </a:cubicBezTo>
                      <a:cubicBezTo>
                        <a:pt x="850900" y="676395"/>
                        <a:pt x="698089" y="1017707"/>
                        <a:pt x="451028" y="1264769"/>
                      </a:cubicBezTo>
                      <a:lnTo>
                        <a:pt x="425450" y="1288016"/>
                      </a:lnTo>
                      <a:lnTo>
                        <a:pt x="399872" y="1264770"/>
                      </a:lnTo>
                      <a:cubicBezTo>
                        <a:pt x="152811" y="1017708"/>
                        <a:pt x="0" y="676396"/>
                        <a:pt x="0" y="299392"/>
                      </a:cubicBezTo>
                      <a:cubicBezTo>
                        <a:pt x="0" y="205141"/>
                        <a:pt x="9551" y="113121"/>
                        <a:pt x="27737" y="24246"/>
                      </a:cubicBezTo>
                      <a:lnTo>
                        <a:pt x="33865" y="415"/>
                      </a:lnTo>
                      <a:lnTo>
                        <a:pt x="150304" y="30355"/>
                      </a:lnTo>
                      <a:cubicBezTo>
                        <a:pt x="239179" y="48541"/>
                        <a:pt x="331199" y="58092"/>
                        <a:pt x="425450" y="58092"/>
                      </a:cubicBezTo>
                      <a:cubicBezTo>
                        <a:pt x="540318" y="58092"/>
                        <a:pt x="651873" y="43906"/>
                        <a:pt x="758458" y="17190"/>
                      </a:cubicBezTo>
                      <a:lnTo>
                        <a:pt x="816929" y="0"/>
                      </a:lnTo>
                      <a:close/>
                    </a:path>
                  </a:pathLst>
                </a:custGeom>
                <a:solidFill>
                  <a:srgbClr val="7B8E9B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/>
                </a:bodyPr>
                <a:lstStyle/>
                <a:p>
                  <a:pPr algn="ctr"/>
                  <a:r>
                    <a:rPr lang="en-US" altLang="zh-CN" sz="3200" b="1"/>
                    <a:t>3</a:t>
                  </a:r>
                  <a:endParaRPr lang="en-US" altLang="zh-CN" sz="3200" b="1"/>
                </a:p>
              </p:txBody>
            </p:sp>
          </p:grpSp>
          <p:sp>
            <p:nvSpPr>
              <p:cNvPr id="25" name="任意多边形: 形状 24"/>
              <p:cNvSpPr/>
              <p:nvPr/>
            </p:nvSpPr>
            <p:spPr>
              <a:xfrm>
                <a:off x="2222500" y="1357083"/>
                <a:ext cx="2730500" cy="1984388"/>
              </a:xfrm>
              <a:custGeom>
                <a:avLst/>
                <a:gdLst>
                  <a:gd name="connsiteX0" fmla="*/ 1365250 w 2730500"/>
                  <a:gd name="connsiteY0" fmla="*/ 0 h 1984388"/>
                  <a:gd name="connsiteX1" fmla="*/ 2730500 w 2730500"/>
                  <a:gd name="connsiteY1" fmla="*/ 1365250 h 1984388"/>
                  <a:gd name="connsiteX2" fmla="*/ 2702763 w 2730500"/>
                  <a:gd name="connsiteY2" fmla="*/ 1640396 h 1984388"/>
                  <a:gd name="connsiteX3" fmla="*/ 2696636 w 2730500"/>
                  <a:gd name="connsiteY3" fmla="*/ 1664227 h 1984388"/>
                  <a:gd name="connsiteX4" fmla="*/ 2580196 w 2730500"/>
                  <a:gd name="connsiteY4" fmla="*/ 1634287 h 1984388"/>
                  <a:gd name="connsiteX5" fmla="*/ 2305050 w 2730500"/>
                  <a:gd name="connsiteY5" fmla="*/ 1606550 h 1984388"/>
                  <a:gd name="connsiteX6" fmla="*/ 1488199 w 2730500"/>
                  <a:gd name="connsiteY6" fmla="*/ 1877777 h 1984388"/>
                  <a:gd name="connsiteX7" fmla="*/ 1366585 w 2730500"/>
                  <a:gd name="connsiteY7" fmla="*/ 1984388 h 1984388"/>
                  <a:gd name="connsiteX8" fmla="*/ 1293876 w 2730500"/>
                  <a:gd name="connsiteY8" fmla="*/ 1918306 h 1984388"/>
                  <a:gd name="connsiteX9" fmla="*/ 425450 w 2730500"/>
                  <a:gd name="connsiteY9" fmla="*/ 1606549 h 1984388"/>
                  <a:gd name="connsiteX10" fmla="*/ 150304 w 2730500"/>
                  <a:gd name="connsiteY10" fmla="*/ 1634286 h 1984388"/>
                  <a:gd name="connsiteX11" fmla="*/ 33833 w 2730500"/>
                  <a:gd name="connsiteY11" fmla="*/ 1664234 h 1984388"/>
                  <a:gd name="connsiteX12" fmla="*/ 18424 w 2730500"/>
                  <a:gd name="connsiteY12" fmla="*/ 1590078 h 1984388"/>
                  <a:gd name="connsiteX13" fmla="*/ 0 w 2730500"/>
                  <a:gd name="connsiteY13" fmla="*/ 1365250 h 1984388"/>
                  <a:gd name="connsiteX14" fmla="*/ 1365250 w 2730500"/>
                  <a:gd name="connsiteY14" fmla="*/ 0 h 1984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730500" h="1984388">
                    <a:moveTo>
                      <a:pt x="1365250" y="0"/>
                    </a:moveTo>
                    <a:cubicBezTo>
                      <a:pt x="2119257" y="0"/>
                      <a:pt x="2730500" y="611243"/>
                      <a:pt x="2730500" y="1365250"/>
                    </a:cubicBezTo>
                    <a:cubicBezTo>
                      <a:pt x="2730500" y="1459501"/>
                      <a:pt x="2720950" y="1551521"/>
                      <a:pt x="2702763" y="1640396"/>
                    </a:cubicBezTo>
                    <a:lnTo>
                      <a:pt x="2696636" y="1664227"/>
                    </a:lnTo>
                    <a:lnTo>
                      <a:pt x="2580196" y="1634287"/>
                    </a:lnTo>
                    <a:cubicBezTo>
                      <a:pt x="2491321" y="1616101"/>
                      <a:pt x="2399301" y="1606550"/>
                      <a:pt x="2305050" y="1606550"/>
                    </a:cubicBezTo>
                    <a:cubicBezTo>
                      <a:pt x="1998735" y="1606550"/>
                      <a:pt x="1715981" y="1707429"/>
                      <a:pt x="1488199" y="1877777"/>
                    </a:cubicBezTo>
                    <a:lnTo>
                      <a:pt x="1366585" y="1984388"/>
                    </a:lnTo>
                    <a:lnTo>
                      <a:pt x="1293876" y="1918306"/>
                    </a:lnTo>
                    <a:cubicBezTo>
                      <a:pt x="1057880" y="1723545"/>
                      <a:pt x="755328" y="1606549"/>
                      <a:pt x="425450" y="1606549"/>
                    </a:cubicBezTo>
                    <a:cubicBezTo>
                      <a:pt x="331199" y="1606549"/>
                      <a:pt x="239179" y="1616100"/>
                      <a:pt x="150304" y="1634286"/>
                    </a:cubicBezTo>
                    <a:lnTo>
                      <a:pt x="33833" y="1664234"/>
                    </a:lnTo>
                    <a:lnTo>
                      <a:pt x="18424" y="1590078"/>
                    </a:lnTo>
                    <a:cubicBezTo>
                      <a:pt x="6305" y="1516935"/>
                      <a:pt x="0" y="1441829"/>
                      <a:pt x="0" y="1365250"/>
                    </a:cubicBezTo>
                    <a:cubicBezTo>
                      <a:pt x="0" y="611243"/>
                      <a:pt x="611243" y="0"/>
                      <a:pt x="1365250" y="0"/>
                    </a:cubicBezTo>
                    <a:close/>
                  </a:path>
                </a:pathLst>
              </a:custGeom>
              <a:solidFill>
                <a:srgbClr val="4D5985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任意多边形: 形状 25"/>
              <p:cNvSpPr/>
              <p:nvPr/>
            </p:nvSpPr>
            <p:spPr>
              <a:xfrm>
                <a:off x="3587750" y="3021311"/>
                <a:ext cx="2305050" cy="2672823"/>
              </a:xfrm>
              <a:custGeom>
                <a:avLst/>
                <a:gdLst>
                  <a:gd name="connsiteX0" fmla="*/ 1331386 w 2305050"/>
                  <a:gd name="connsiteY0" fmla="*/ 0 h 2672823"/>
                  <a:gd name="connsiteX1" fmla="*/ 1345784 w 2305050"/>
                  <a:gd name="connsiteY1" fmla="*/ 3702 h 2672823"/>
                  <a:gd name="connsiteX2" fmla="*/ 2305050 w 2305050"/>
                  <a:gd name="connsiteY2" fmla="*/ 1307573 h 2672823"/>
                  <a:gd name="connsiteX3" fmla="*/ 939800 w 2305050"/>
                  <a:gd name="connsiteY3" fmla="*/ 2672823 h 2672823"/>
                  <a:gd name="connsiteX4" fmla="*/ 71374 w 2305050"/>
                  <a:gd name="connsiteY4" fmla="*/ 2361066 h 2672823"/>
                  <a:gd name="connsiteX5" fmla="*/ 0 w 2305050"/>
                  <a:gd name="connsiteY5" fmla="*/ 2296197 h 2672823"/>
                  <a:gd name="connsiteX6" fmla="*/ 25578 w 2305050"/>
                  <a:gd name="connsiteY6" fmla="*/ 2272950 h 2672823"/>
                  <a:gd name="connsiteX7" fmla="*/ 425450 w 2305050"/>
                  <a:gd name="connsiteY7" fmla="*/ 1307572 h 2672823"/>
                  <a:gd name="connsiteX8" fmla="*/ 397713 w 2305050"/>
                  <a:gd name="connsiteY8" fmla="*/ 1032426 h 2672823"/>
                  <a:gd name="connsiteX9" fmla="*/ 391479 w 2305050"/>
                  <a:gd name="connsiteY9" fmla="*/ 1008181 h 2672823"/>
                  <a:gd name="connsiteX10" fmla="*/ 437876 w 2305050"/>
                  <a:gd name="connsiteY10" fmla="*/ 994540 h 2672823"/>
                  <a:gd name="connsiteX11" fmla="*/ 1303871 w 2305050"/>
                  <a:gd name="connsiteY11" fmla="*/ 107007 h 2672823"/>
                  <a:gd name="connsiteX12" fmla="*/ 1331386 w 2305050"/>
                  <a:gd name="connsiteY12" fmla="*/ 0 h 2672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05050" h="2672823">
                    <a:moveTo>
                      <a:pt x="1331386" y="0"/>
                    </a:moveTo>
                    <a:lnTo>
                      <a:pt x="1345784" y="3702"/>
                    </a:lnTo>
                    <a:cubicBezTo>
                      <a:pt x="1901534" y="176558"/>
                      <a:pt x="2305050" y="694942"/>
                      <a:pt x="2305050" y="1307573"/>
                    </a:cubicBezTo>
                    <a:cubicBezTo>
                      <a:pt x="2305050" y="2061580"/>
                      <a:pt x="1693807" y="2672823"/>
                      <a:pt x="939800" y="2672823"/>
                    </a:cubicBezTo>
                    <a:cubicBezTo>
                      <a:pt x="609922" y="2672823"/>
                      <a:pt x="307370" y="2555828"/>
                      <a:pt x="71374" y="2361066"/>
                    </a:cubicBezTo>
                    <a:lnTo>
                      <a:pt x="0" y="2296197"/>
                    </a:lnTo>
                    <a:lnTo>
                      <a:pt x="25578" y="2272950"/>
                    </a:lnTo>
                    <a:cubicBezTo>
                      <a:pt x="272639" y="2025888"/>
                      <a:pt x="425450" y="1684576"/>
                      <a:pt x="425450" y="1307572"/>
                    </a:cubicBezTo>
                    <a:cubicBezTo>
                      <a:pt x="425450" y="1213321"/>
                      <a:pt x="415899" y="1121301"/>
                      <a:pt x="397713" y="1032426"/>
                    </a:cubicBezTo>
                    <a:lnTo>
                      <a:pt x="391479" y="1008181"/>
                    </a:lnTo>
                    <a:lnTo>
                      <a:pt x="437876" y="994540"/>
                    </a:lnTo>
                    <a:cubicBezTo>
                      <a:pt x="850228" y="855001"/>
                      <a:pt x="1174229" y="523820"/>
                      <a:pt x="1303871" y="107007"/>
                    </a:cubicBezTo>
                    <a:lnTo>
                      <a:pt x="1331386" y="0"/>
                    </a:lnTo>
                    <a:close/>
                  </a:path>
                </a:pathLst>
              </a:custGeom>
              <a:solidFill>
                <a:srgbClr val="7B8E9B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任意多边形: 形状 26"/>
              <p:cNvSpPr/>
              <p:nvPr/>
            </p:nvSpPr>
            <p:spPr>
              <a:xfrm>
                <a:off x="1282700" y="3021318"/>
                <a:ext cx="2305050" cy="2672815"/>
              </a:xfrm>
              <a:custGeom>
                <a:avLst/>
                <a:gdLst>
                  <a:gd name="connsiteX0" fmla="*/ 973633 w 2305050"/>
                  <a:gd name="connsiteY0" fmla="*/ 0 h 2672815"/>
                  <a:gd name="connsiteX1" fmla="*/ 980702 w 2305050"/>
                  <a:gd name="connsiteY1" fmla="*/ 34024 h 2672815"/>
                  <a:gd name="connsiteX2" fmla="*/ 1899066 w 2305050"/>
                  <a:gd name="connsiteY2" fmla="*/ 1004887 h 2672815"/>
                  <a:gd name="connsiteX3" fmla="*/ 1913465 w 2305050"/>
                  <a:gd name="connsiteY3" fmla="*/ 1008589 h 2672815"/>
                  <a:gd name="connsiteX4" fmla="*/ 1907337 w 2305050"/>
                  <a:gd name="connsiteY4" fmla="*/ 1032420 h 2672815"/>
                  <a:gd name="connsiteX5" fmla="*/ 1879600 w 2305050"/>
                  <a:gd name="connsiteY5" fmla="*/ 1307566 h 2672815"/>
                  <a:gd name="connsiteX6" fmla="*/ 2279472 w 2305050"/>
                  <a:gd name="connsiteY6" fmla="*/ 2272944 h 2672815"/>
                  <a:gd name="connsiteX7" fmla="*/ 2305050 w 2305050"/>
                  <a:gd name="connsiteY7" fmla="*/ 2296190 h 2672815"/>
                  <a:gd name="connsiteX8" fmla="*/ 2233676 w 2305050"/>
                  <a:gd name="connsiteY8" fmla="*/ 2361058 h 2672815"/>
                  <a:gd name="connsiteX9" fmla="*/ 1365250 w 2305050"/>
                  <a:gd name="connsiteY9" fmla="*/ 2672815 h 2672815"/>
                  <a:gd name="connsiteX10" fmla="*/ 0 w 2305050"/>
                  <a:gd name="connsiteY10" fmla="*/ 1307565 h 2672815"/>
                  <a:gd name="connsiteX11" fmla="*/ 959266 w 2305050"/>
                  <a:gd name="connsiteY11" fmla="*/ 3694 h 2672815"/>
                  <a:gd name="connsiteX12" fmla="*/ 973633 w 2305050"/>
                  <a:gd name="connsiteY12" fmla="*/ 0 h 2672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05050" h="2672815">
                    <a:moveTo>
                      <a:pt x="973633" y="0"/>
                    </a:moveTo>
                    <a:lnTo>
                      <a:pt x="980702" y="34024"/>
                    </a:lnTo>
                    <a:cubicBezTo>
                      <a:pt x="1096471" y="495894"/>
                      <a:pt x="1447519" y="864442"/>
                      <a:pt x="1899066" y="1004887"/>
                    </a:cubicBezTo>
                    <a:lnTo>
                      <a:pt x="1913465" y="1008589"/>
                    </a:lnTo>
                    <a:lnTo>
                      <a:pt x="1907337" y="1032420"/>
                    </a:lnTo>
                    <a:cubicBezTo>
                      <a:pt x="1889151" y="1121295"/>
                      <a:pt x="1879600" y="1213315"/>
                      <a:pt x="1879600" y="1307566"/>
                    </a:cubicBezTo>
                    <a:cubicBezTo>
                      <a:pt x="1879600" y="1684570"/>
                      <a:pt x="2032411" y="2025882"/>
                      <a:pt x="2279472" y="2272944"/>
                    </a:cubicBezTo>
                    <a:lnTo>
                      <a:pt x="2305050" y="2296190"/>
                    </a:lnTo>
                    <a:lnTo>
                      <a:pt x="2233676" y="2361058"/>
                    </a:lnTo>
                    <a:cubicBezTo>
                      <a:pt x="1997680" y="2555820"/>
                      <a:pt x="1695128" y="2672815"/>
                      <a:pt x="1365250" y="2672815"/>
                    </a:cubicBezTo>
                    <a:cubicBezTo>
                      <a:pt x="611243" y="2672815"/>
                      <a:pt x="0" y="2061572"/>
                      <a:pt x="0" y="1307565"/>
                    </a:cubicBezTo>
                    <a:cubicBezTo>
                      <a:pt x="0" y="694934"/>
                      <a:pt x="403516" y="176550"/>
                      <a:pt x="959266" y="3694"/>
                    </a:cubicBezTo>
                    <a:lnTo>
                      <a:pt x="973633" y="0"/>
                    </a:lnTo>
                    <a:close/>
                  </a:path>
                </a:pathLst>
              </a:custGeom>
              <a:solidFill>
                <a:srgbClr val="7B8E9B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28" name="组合 27"/>
              <p:cNvGrpSpPr/>
              <p:nvPr/>
            </p:nvGrpSpPr>
            <p:grpSpPr>
              <a:xfrm>
                <a:off x="4099863" y="3761559"/>
                <a:ext cx="1454150" cy="1457774"/>
                <a:chOff x="5746699" y="2884815"/>
                <a:chExt cx="712151" cy="713925"/>
              </a:xfrm>
              <a:effectLst/>
            </p:grpSpPr>
            <p:sp>
              <p:nvSpPr>
                <p:cNvPr id="35" name="任意多边形: 形状 34"/>
                <p:cNvSpPr/>
                <p:nvPr/>
              </p:nvSpPr>
              <p:spPr bwMode="auto">
                <a:xfrm>
                  <a:off x="5746699" y="2884815"/>
                  <a:ext cx="712151" cy="713925"/>
                </a:xfrm>
                <a:custGeom>
                  <a:avLst/>
                  <a:gdLst>
                    <a:gd name="T0" fmla="*/ 2594 w 5188"/>
                    <a:gd name="T1" fmla="*/ 0 h 5188"/>
                    <a:gd name="T2" fmla="*/ 2594 w 5188"/>
                    <a:gd name="T3" fmla="*/ 0 h 5188"/>
                    <a:gd name="T4" fmla="*/ 0 w 5188"/>
                    <a:gd name="T5" fmla="*/ 2593 h 5188"/>
                    <a:gd name="T6" fmla="*/ 2594 w 5188"/>
                    <a:gd name="T7" fmla="*/ 5188 h 5188"/>
                    <a:gd name="T8" fmla="*/ 5188 w 5188"/>
                    <a:gd name="T9" fmla="*/ 2593 h 5188"/>
                    <a:gd name="T10" fmla="*/ 2594 w 5188"/>
                    <a:gd name="T11" fmla="*/ 0 h 51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188" h="5188">
                      <a:moveTo>
                        <a:pt x="2594" y="0"/>
                      </a:moveTo>
                      <a:lnTo>
                        <a:pt x="2594" y="0"/>
                      </a:lnTo>
                      <a:cubicBezTo>
                        <a:pt x="1161" y="0"/>
                        <a:pt x="0" y="1160"/>
                        <a:pt x="0" y="2593"/>
                      </a:cubicBezTo>
                      <a:cubicBezTo>
                        <a:pt x="0" y="4026"/>
                        <a:pt x="1161" y="5188"/>
                        <a:pt x="2594" y="5188"/>
                      </a:cubicBezTo>
                      <a:cubicBezTo>
                        <a:pt x="4027" y="5188"/>
                        <a:pt x="5188" y="4026"/>
                        <a:pt x="5188" y="2593"/>
                      </a:cubicBezTo>
                      <a:cubicBezTo>
                        <a:pt x="5188" y="1160"/>
                        <a:pt x="4027" y="0"/>
                        <a:pt x="2594" y="0"/>
                      </a:cubicBezTo>
                      <a:close/>
                    </a:path>
                  </a:pathLst>
                </a:custGeom>
                <a:solidFill>
                  <a:srgbClr val="7B8E9B"/>
                </a:solidFill>
                <a:ln w="19050">
                  <a:noFill/>
                  <a:prstDash val="solid"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6" name="任意多边形: 形状 35"/>
                <p:cNvSpPr/>
                <p:nvPr/>
              </p:nvSpPr>
              <p:spPr bwMode="auto">
                <a:xfrm>
                  <a:off x="5957773" y="3069587"/>
                  <a:ext cx="270647" cy="345367"/>
                </a:xfrm>
                <a:custGeom>
                  <a:avLst/>
                  <a:gdLst>
                    <a:gd name="connsiteX0" fmla="*/ 43815 w 258763"/>
                    <a:gd name="connsiteY0" fmla="*/ 130175 h 330201"/>
                    <a:gd name="connsiteX1" fmla="*/ 28575 w 258763"/>
                    <a:gd name="connsiteY1" fmla="*/ 147060 h 330201"/>
                    <a:gd name="connsiteX2" fmla="*/ 28575 w 258763"/>
                    <a:gd name="connsiteY2" fmla="*/ 227590 h 330201"/>
                    <a:gd name="connsiteX3" fmla="*/ 43815 w 258763"/>
                    <a:gd name="connsiteY3" fmla="*/ 244475 h 330201"/>
                    <a:gd name="connsiteX4" fmla="*/ 60325 w 258763"/>
                    <a:gd name="connsiteY4" fmla="*/ 227590 h 330201"/>
                    <a:gd name="connsiteX5" fmla="*/ 60325 w 258763"/>
                    <a:gd name="connsiteY5" fmla="*/ 147060 h 330201"/>
                    <a:gd name="connsiteX6" fmla="*/ 43815 w 258763"/>
                    <a:gd name="connsiteY6" fmla="*/ 130175 h 330201"/>
                    <a:gd name="connsiteX7" fmla="*/ 221457 w 258763"/>
                    <a:gd name="connsiteY7" fmla="*/ 98425 h 330201"/>
                    <a:gd name="connsiteX8" fmla="*/ 211138 w 258763"/>
                    <a:gd name="connsiteY8" fmla="*/ 110021 h 330201"/>
                    <a:gd name="connsiteX9" fmla="*/ 211138 w 258763"/>
                    <a:gd name="connsiteY9" fmla="*/ 265918 h 330201"/>
                    <a:gd name="connsiteX10" fmla="*/ 221457 w 258763"/>
                    <a:gd name="connsiteY10" fmla="*/ 276225 h 330201"/>
                    <a:gd name="connsiteX11" fmla="*/ 231776 w 258763"/>
                    <a:gd name="connsiteY11" fmla="*/ 265918 h 330201"/>
                    <a:gd name="connsiteX12" fmla="*/ 231776 w 258763"/>
                    <a:gd name="connsiteY12" fmla="*/ 110021 h 330201"/>
                    <a:gd name="connsiteX13" fmla="*/ 221457 w 258763"/>
                    <a:gd name="connsiteY13" fmla="*/ 98425 h 330201"/>
                    <a:gd name="connsiteX14" fmla="*/ 80216 w 258763"/>
                    <a:gd name="connsiteY14" fmla="*/ 71438 h 330201"/>
                    <a:gd name="connsiteX15" fmla="*/ 236768 w 258763"/>
                    <a:gd name="connsiteY15" fmla="*/ 71438 h 330201"/>
                    <a:gd name="connsiteX16" fmla="*/ 258763 w 258763"/>
                    <a:gd name="connsiteY16" fmla="*/ 93324 h 330201"/>
                    <a:gd name="connsiteX17" fmla="*/ 258763 w 258763"/>
                    <a:gd name="connsiteY17" fmla="*/ 274844 h 330201"/>
                    <a:gd name="connsiteX18" fmla="*/ 204423 w 258763"/>
                    <a:gd name="connsiteY18" fmla="*/ 330201 h 330201"/>
                    <a:gd name="connsiteX19" fmla="*/ 113856 w 258763"/>
                    <a:gd name="connsiteY19" fmla="*/ 330201 h 330201"/>
                    <a:gd name="connsiteX20" fmla="*/ 59515 w 258763"/>
                    <a:gd name="connsiteY20" fmla="*/ 274844 h 330201"/>
                    <a:gd name="connsiteX21" fmla="*/ 59515 w 258763"/>
                    <a:gd name="connsiteY21" fmla="*/ 267120 h 330201"/>
                    <a:gd name="connsiteX22" fmla="*/ 42696 w 258763"/>
                    <a:gd name="connsiteY22" fmla="*/ 270982 h 330201"/>
                    <a:gd name="connsiteX23" fmla="*/ 0 w 258763"/>
                    <a:gd name="connsiteY23" fmla="*/ 227211 h 330201"/>
                    <a:gd name="connsiteX24" fmla="*/ 0 w 258763"/>
                    <a:gd name="connsiteY24" fmla="*/ 147394 h 330201"/>
                    <a:gd name="connsiteX25" fmla="*/ 42696 w 258763"/>
                    <a:gd name="connsiteY25" fmla="*/ 103623 h 330201"/>
                    <a:gd name="connsiteX26" fmla="*/ 59515 w 258763"/>
                    <a:gd name="connsiteY26" fmla="*/ 107485 h 330201"/>
                    <a:gd name="connsiteX27" fmla="*/ 59515 w 258763"/>
                    <a:gd name="connsiteY27" fmla="*/ 93324 h 330201"/>
                    <a:gd name="connsiteX28" fmla="*/ 80216 w 258763"/>
                    <a:gd name="connsiteY28" fmla="*/ 71438 h 330201"/>
                    <a:gd name="connsiteX29" fmla="*/ 107950 w 258763"/>
                    <a:gd name="connsiteY29" fmla="*/ 0 h 330201"/>
                    <a:gd name="connsiteX30" fmla="*/ 109247 w 258763"/>
                    <a:gd name="connsiteY30" fmla="*/ 1290 h 330201"/>
                    <a:gd name="connsiteX31" fmla="*/ 113139 w 258763"/>
                    <a:gd name="connsiteY31" fmla="*/ 2580 h 330201"/>
                    <a:gd name="connsiteX32" fmla="*/ 119624 w 258763"/>
                    <a:gd name="connsiteY32" fmla="*/ 5160 h 330201"/>
                    <a:gd name="connsiteX33" fmla="*/ 126110 w 258763"/>
                    <a:gd name="connsiteY33" fmla="*/ 7739 h 330201"/>
                    <a:gd name="connsiteX34" fmla="*/ 144269 w 258763"/>
                    <a:gd name="connsiteY34" fmla="*/ 12899 h 330201"/>
                    <a:gd name="connsiteX35" fmla="*/ 145566 w 258763"/>
                    <a:gd name="connsiteY35" fmla="*/ 12899 h 330201"/>
                    <a:gd name="connsiteX36" fmla="*/ 146863 w 258763"/>
                    <a:gd name="connsiteY36" fmla="*/ 14189 h 330201"/>
                    <a:gd name="connsiteX37" fmla="*/ 148161 w 258763"/>
                    <a:gd name="connsiteY37" fmla="*/ 14189 h 330201"/>
                    <a:gd name="connsiteX38" fmla="*/ 149458 w 258763"/>
                    <a:gd name="connsiteY38" fmla="*/ 14189 h 330201"/>
                    <a:gd name="connsiteX39" fmla="*/ 152052 w 258763"/>
                    <a:gd name="connsiteY39" fmla="*/ 14189 h 330201"/>
                    <a:gd name="connsiteX40" fmla="*/ 154646 w 258763"/>
                    <a:gd name="connsiteY40" fmla="*/ 15478 h 330201"/>
                    <a:gd name="connsiteX41" fmla="*/ 155943 w 258763"/>
                    <a:gd name="connsiteY41" fmla="*/ 15478 h 330201"/>
                    <a:gd name="connsiteX42" fmla="*/ 157240 w 258763"/>
                    <a:gd name="connsiteY42" fmla="*/ 15478 h 330201"/>
                    <a:gd name="connsiteX43" fmla="*/ 158537 w 258763"/>
                    <a:gd name="connsiteY43" fmla="*/ 16768 h 330201"/>
                    <a:gd name="connsiteX44" fmla="*/ 159835 w 258763"/>
                    <a:gd name="connsiteY44" fmla="*/ 16768 h 330201"/>
                    <a:gd name="connsiteX45" fmla="*/ 162429 w 258763"/>
                    <a:gd name="connsiteY45" fmla="*/ 16768 h 330201"/>
                    <a:gd name="connsiteX46" fmla="*/ 165023 w 258763"/>
                    <a:gd name="connsiteY46" fmla="*/ 18058 h 330201"/>
                    <a:gd name="connsiteX47" fmla="*/ 166320 w 258763"/>
                    <a:gd name="connsiteY47" fmla="*/ 18058 h 330201"/>
                    <a:gd name="connsiteX48" fmla="*/ 167617 w 258763"/>
                    <a:gd name="connsiteY48" fmla="*/ 18058 h 330201"/>
                    <a:gd name="connsiteX49" fmla="*/ 168914 w 258763"/>
                    <a:gd name="connsiteY49" fmla="*/ 18058 h 330201"/>
                    <a:gd name="connsiteX50" fmla="*/ 170211 w 258763"/>
                    <a:gd name="connsiteY50" fmla="*/ 18058 h 330201"/>
                    <a:gd name="connsiteX51" fmla="*/ 176697 w 258763"/>
                    <a:gd name="connsiteY51" fmla="*/ 20638 h 330201"/>
                    <a:gd name="connsiteX52" fmla="*/ 188371 w 258763"/>
                    <a:gd name="connsiteY52" fmla="*/ 24507 h 330201"/>
                    <a:gd name="connsiteX53" fmla="*/ 193559 w 258763"/>
                    <a:gd name="connsiteY53" fmla="*/ 27087 h 330201"/>
                    <a:gd name="connsiteX54" fmla="*/ 194856 w 258763"/>
                    <a:gd name="connsiteY54" fmla="*/ 28377 h 330201"/>
                    <a:gd name="connsiteX55" fmla="*/ 196154 w 258763"/>
                    <a:gd name="connsiteY55" fmla="*/ 29667 h 330201"/>
                    <a:gd name="connsiteX56" fmla="*/ 197451 w 258763"/>
                    <a:gd name="connsiteY56" fmla="*/ 29667 h 330201"/>
                    <a:gd name="connsiteX57" fmla="*/ 198748 w 258763"/>
                    <a:gd name="connsiteY57" fmla="*/ 30957 h 330201"/>
                    <a:gd name="connsiteX58" fmla="*/ 207828 w 258763"/>
                    <a:gd name="connsiteY58" fmla="*/ 38696 h 330201"/>
                    <a:gd name="connsiteX59" fmla="*/ 213016 w 258763"/>
                    <a:gd name="connsiteY59" fmla="*/ 47725 h 330201"/>
                    <a:gd name="connsiteX60" fmla="*/ 214313 w 258763"/>
                    <a:gd name="connsiteY60" fmla="*/ 55464 h 330201"/>
                    <a:gd name="connsiteX61" fmla="*/ 214313 w 258763"/>
                    <a:gd name="connsiteY61" fmla="*/ 58044 h 330201"/>
                    <a:gd name="connsiteX62" fmla="*/ 213016 w 258763"/>
                    <a:gd name="connsiteY62" fmla="*/ 59334 h 330201"/>
                    <a:gd name="connsiteX63" fmla="*/ 213016 w 258763"/>
                    <a:gd name="connsiteY63" fmla="*/ 60623 h 330201"/>
                    <a:gd name="connsiteX64" fmla="*/ 213016 w 258763"/>
                    <a:gd name="connsiteY64" fmla="*/ 61913 h 330201"/>
                    <a:gd name="connsiteX65" fmla="*/ 211719 w 258763"/>
                    <a:gd name="connsiteY65" fmla="*/ 60623 h 330201"/>
                    <a:gd name="connsiteX66" fmla="*/ 210422 w 258763"/>
                    <a:gd name="connsiteY66" fmla="*/ 59334 h 330201"/>
                    <a:gd name="connsiteX67" fmla="*/ 209125 w 258763"/>
                    <a:gd name="connsiteY67" fmla="*/ 58044 h 330201"/>
                    <a:gd name="connsiteX68" fmla="*/ 203936 w 258763"/>
                    <a:gd name="connsiteY68" fmla="*/ 54174 h 330201"/>
                    <a:gd name="connsiteX69" fmla="*/ 197451 w 258763"/>
                    <a:gd name="connsiteY69" fmla="*/ 51594 h 330201"/>
                    <a:gd name="connsiteX70" fmla="*/ 189668 w 258763"/>
                    <a:gd name="connsiteY70" fmla="*/ 50305 h 330201"/>
                    <a:gd name="connsiteX71" fmla="*/ 187074 w 258763"/>
                    <a:gd name="connsiteY71" fmla="*/ 50305 h 330201"/>
                    <a:gd name="connsiteX72" fmla="*/ 184480 w 258763"/>
                    <a:gd name="connsiteY72" fmla="*/ 49015 h 330201"/>
                    <a:gd name="connsiteX73" fmla="*/ 180588 w 258763"/>
                    <a:gd name="connsiteY73" fmla="*/ 47725 h 330201"/>
                    <a:gd name="connsiteX74" fmla="*/ 170211 w 258763"/>
                    <a:gd name="connsiteY74" fmla="*/ 46435 h 330201"/>
                    <a:gd name="connsiteX75" fmla="*/ 165023 w 258763"/>
                    <a:gd name="connsiteY75" fmla="*/ 45145 h 330201"/>
                    <a:gd name="connsiteX76" fmla="*/ 163726 w 258763"/>
                    <a:gd name="connsiteY76" fmla="*/ 45145 h 330201"/>
                    <a:gd name="connsiteX77" fmla="*/ 162429 w 258763"/>
                    <a:gd name="connsiteY77" fmla="*/ 45145 h 330201"/>
                    <a:gd name="connsiteX78" fmla="*/ 159835 w 258763"/>
                    <a:gd name="connsiteY78" fmla="*/ 43855 h 330201"/>
                    <a:gd name="connsiteX79" fmla="*/ 158537 w 258763"/>
                    <a:gd name="connsiteY79" fmla="*/ 43855 h 330201"/>
                    <a:gd name="connsiteX80" fmla="*/ 155943 w 258763"/>
                    <a:gd name="connsiteY80" fmla="*/ 42565 h 330201"/>
                    <a:gd name="connsiteX81" fmla="*/ 152052 w 258763"/>
                    <a:gd name="connsiteY81" fmla="*/ 42565 h 330201"/>
                    <a:gd name="connsiteX82" fmla="*/ 149458 w 258763"/>
                    <a:gd name="connsiteY82" fmla="*/ 41276 h 330201"/>
                    <a:gd name="connsiteX83" fmla="*/ 146863 w 258763"/>
                    <a:gd name="connsiteY83" fmla="*/ 39986 h 330201"/>
                    <a:gd name="connsiteX84" fmla="*/ 135189 w 258763"/>
                    <a:gd name="connsiteY84" fmla="*/ 34826 h 330201"/>
                    <a:gd name="connsiteX85" fmla="*/ 124813 w 258763"/>
                    <a:gd name="connsiteY85" fmla="*/ 27087 h 330201"/>
                    <a:gd name="connsiteX86" fmla="*/ 117030 w 258763"/>
                    <a:gd name="connsiteY86" fmla="*/ 19348 h 330201"/>
                    <a:gd name="connsiteX87" fmla="*/ 111841 w 258763"/>
                    <a:gd name="connsiteY87" fmla="*/ 12899 h 330201"/>
                    <a:gd name="connsiteX88" fmla="*/ 109247 w 258763"/>
                    <a:gd name="connsiteY88" fmla="*/ 6450 h 330201"/>
                    <a:gd name="connsiteX89" fmla="*/ 107950 w 258763"/>
                    <a:gd name="connsiteY89" fmla="*/ 1290 h 330201"/>
                    <a:gd name="connsiteX90" fmla="*/ 107950 w 258763"/>
                    <a:gd name="connsiteY90" fmla="*/ 0 h 330201"/>
                    <a:gd name="connsiteX91" fmla="*/ 9525 w 258763"/>
                    <a:gd name="connsiteY91" fmla="*/ 0 h 330201"/>
                    <a:gd name="connsiteX92" fmla="*/ 10822 w 258763"/>
                    <a:gd name="connsiteY92" fmla="*/ 1290 h 330201"/>
                    <a:gd name="connsiteX93" fmla="*/ 14713 w 258763"/>
                    <a:gd name="connsiteY93" fmla="*/ 2580 h 330201"/>
                    <a:gd name="connsiteX94" fmla="*/ 19902 w 258763"/>
                    <a:gd name="connsiteY94" fmla="*/ 5160 h 330201"/>
                    <a:gd name="connsiteX95" fmla="*/ 27684 w 258763"/>
                    <a:gd name="connsiteY95" fmla="*/ 7739 h 330201"/>
                    <a:gd name="connsiteX96" fmla="*/ 45844 w 258763"/>
                    <a:gd name="connsiteY96" fmla="*/ 12899 h 330201"/>
                    <a:gd name="connsiteX97" fmla="*/ 47141 w 258763"/>
                    <a:gd name="connsiteY97" fmla="*/ 12899 h 330201"/>
                    <a:gd name="connsiteX98" fmla="*/ 48438 w 258763"/>
                    <a:gd name="connsiteY98" fmla="*/ 12899 h 330201"/>
                    <a:gd name="connsiteX99" fmla="*/ 48438 w 258763"/>
                    <a:gd name="connsiteY99" fmla="*/ 14189 h 330201"/>
                    <a:gd name="connsiteX100" fmla="*/ 49735 w 258763"/>
                    <a:gd name="connsiteY100" fmla="*/ 14189 h 330201"/>
                    <a:gd name="connsiteX101" fmla="*/ 52329 w 258763"/>
                    <a:gd name="connsiteY101" fmla="*/ 14189 h 330201"/>
                    <a:gd name="connsiteX102" fmla="*/ 54924 w 258763"/>
                    <a:gd name="connsiteY102" fmla="*/ 15478 h 330201"/>
                    <a:gd name="connsiteX103" fmla="*/ 56221 w 258763"/>
                    <a:gd name="connsiteY103" fmla="*/ 15478 h 330201"/>
                    <a:gd name="connsiteX104" fmla="*/ 57518 w 258763"/>
                    <a:gd name="connsiteY104" fmla="*/ 15478 h 330201"/>
                    <a:gd name="connsiteX105" fmla="*/ 58815 w 258763"/>
                    <a:gd name="connsiteY105" fmla="*/ 15478 h 330201"/>
                    <a:gd name="connsiteX106" fmla="*/ 60112 w 258763"/>
                    <a:gd name="connsiteY106" fmla="*/ 16768 h 330201"/>
                    <a:gd name="connsiteX107" fmla="*/ 62706 w 258763"/>
                    <a:gd name="connsiteY107" fmla="*/ 16768 h 330201"/>
                    <a:gd name="connsiteX108" fmla="*/ 65301 w 258763"/>
                    <a:gd name="connsiteY108" fmla="*/ 18058 h 330201"/>
                    <a:gd name="connsiteX109" fmla="*/ 66598 w 258763"/>
                    <a:gd name="connsiteY109" fmla="*/ 18058 h 330201"/>
                    <a:gd name="connsiteX110" fmla="*/ 69192 w 258763"/>
                    <a:gd name="connsiteY110" fmla="*/ 18058 h 330201"/>
                    <a:gd name="connsiteX111" fmla="*/ 70489 w 258763"/>
                    <a:gd name="connsiteY111" fmla="*/ 18058 h 330201"/>
                    <a:gd name="connsiteX112" fmla="*/ 71786 w 258763"/>
                    <a:gd name="connsiteY112" fmla="*/ 18058 h 330201"/>
                    <a:gd name="connsiteX113" fmla="*/ 76975 w 258763"/>
                    <a:gd name="connsiteY113" fmla="*/ 20638 h 330201"/>
                    <a:gd name="connsiteX114" fmla="*/ 89946 w 258763"/>
                    <a:gd name="connsiteY114" fmla="*/ 24507 h 330201"/>
                    <a:gd name="connsiteX115" fmla="*/ 95134 w 258763"/>
                    <a:gd name="connsiteY115" fmla="*/ 27087 h 330201"/>
                    <a:gd name="connsiteX116" fmla="*/ 96431 w 258763"/>
                    <a:gd name="connsiteY116" fmla="*/ 28377 h 330201"/>
                    <a:gd name="connsiteX117" fmla="*/ 97728 w 258763"/>
                    <a:gd name="connsiteY117" fmla="*/ 28377 h 330201"/>
                    <a:gd name="connsiteX118" fmla="*/ 99025 w 258763"/>
                    <a:gd name="connsiteY118" fmla="*/ 29667 h 330201"/>
                    <a:gd name="connsiteX119" fmla="*/ 100323 w 258763"/>
                    <a:gd name="connsiteY119" fmla="*/ 30957 h 330201"/>
                    <a:gd name="connsiteX120" fmla="*/ 108105 w 258763"/>
                    <a:gd name="connsiteY120" fmla="*/ 38696 h 330201"/>
                    <a:gd name="connsiteX121" fmla="*/ 113294 w 258763"/>
                    <a:gd name="connsiteY121" fmla="*/ 47725 h 330201"/>
                    <a:gd name="connsiteX122" fmla="*/ 114591 w 258763"/>
                    <a:gd name="connsiteY122" fmla="*/ 55464 h 330201"/>
                    <a:gd name="connsiteX123" fmla="*/ 114591 w 258763"/>
                    <a:gd name="connsiteY123" fmla="*/ 58044 h 330201"/>
                    <a:gd name="connsiteX124" fmla="*/ 114591 w 258763"/>
                    <a:gd name="connsiteY124" fmla="*/ 59334 h 330201"/>
                    <a:gd name="connsiteX125" fmla="*/ 114591 w 258763"/>
                    <a:gd name="connsiteY125" fmla="*/ 60623 h 330201"/>
                    <a:gd name="connsiteX126" fmla="*/ 113294 w 258763"/>
                    <a:gd name="connsiteY126" fmla="*/ 61913 h 330201"/>
                    <a:gd name="connsiteX127" fmla="*/ 111997 w 258763"/>
                    <a:gd name="connsiteY127" fmla="*/ 60623 h 330201"/>
                    <a:gd name="connsiteX128" fmla="*/ 111997 w 258763"/>
                    <a:gd name="connsiteY128" fmla="*/ 59334 h 330201"/>
                    <a:gd name="connsiteX129" fmla="*/ 110700 w 258763"/>
                    <a:gd name="connsiteY129" fmla="*/ 58044 h 330201"/>
                    <a:gd name="connsiteX130" fmla="*/ 109403 w 258763"/>
                    <a:gd name="connsiteY130" fmla="*/ 58044 h 330201"/>
                    <a:gd name="connsiteX131" fmla="*/ 104214 w 258763"/>
                    <a:gd name="connsiteY131" fmla="*/ 54174 h 330201"/>
                    <a:gd name="connsiteX132" fmla="*/ 97728 w 258763"/>
                    <a:gd name="connsiteY132" fmla="*/ 51594 h 330201"/>
                    <a:gd name="connsiteX133" fmla="*/ 89946 w 258763"/>
                    <a:gd name="connsiteY133" fmla="*/ 50305 h 330201"/>
                    <a:gd name="connsiteX134" fmla="*/ 88649 w 258763"/>
                    <a:gd name="connsiteY134" fmla="*/ 50305 h 330201"/>
                    <a:gd name="connsiteX135" fmla="*/ 86054 w 258763"/>
                    <a:gd name="connsiteY135" fmla="*/ 49015 h 330201"/>
                    <a:gd name="connsiteX136" fmla="*/ 80866 w 258763"/>
                    <a:gd name="connsiteY136" fmla="*/ 47725 h 330201"/>
                    <a:gd name="connsiteX137" fmla="*/ 71786 w 258763"/>
                    <a:gd name="connsiteY137" fmla="*/ 46435 h 330201"/>
                    <a:gd name="connsiteX138" fmla="*/ 66598 w 258763"/>
                    <a:gd name="connsiteY138" fmla="*/ 45145 h 330201"/>
                    <a:gd name="connsiteX139" fmla="*/ 65301 w 258763"/>
                    <a:gd name="connsiteY139" fmla="*/ 45145 h 330201"/>
                    <a:gd name="connsiteX140" fmla="*/ 64003 w 258763"/>
                    <a:gd name="connsiteY140" fmla="*/ 45145 h 330201"/>
                    <a:gd name="connsiteX141" fmla="*/ 62706 w 258763"/>
                    <a:gd name="connsiteY141" fmla="*/ 45145 h 330201"/>
                    <a:gd name="connsiteX142" fmla="*/ 61409 w 258763"/>
                    <a:gd name="connsiteY142" fmla="*/ 43855 h 330201"/>
                    <a:gd name="connsiteX143" fmla="*/ 60112 w 258763"/>
                    <a:gd name="connsiteY143" fmla="*/ 43855 h 330201"/>
                    <a:gd name="connsiteX144" fmla="*/ 56221 w 258763"/>
                    <a:gd name="connsiteY144" fmla="*/ 42565 h 330201"/>
                    <a:gd name="connsiteX145" fmla="*/ 53627 w 258763"/>
                    <a:gd name="connsiteY145" fmla="*/ 42565 h 330201"/>
                    <a:gd name="connsiteX146" fmla="*/ 51032 w 258763"/>
                    <a:gd name="connsiteY146" fmla="*/ 41276 h 330201"/>
                    <a:gd name="connsiteX147" fmla="*/ 47141 w 258763"/>
                    <a:gd name="connsiteY147" fmla="*/ 39986 h 330201"/>
                    <a:gd name="connsiteX148" fmla="*/ 36764 w 258763"/>
                    <a:gd name="connsiteY148" fmla="*/ 34826 h 330201"/>
                    <a:gd name="connsiteX149" fmla="*/ 26387 w 258763"/>
                    <a:gd name="connsiteY149" fmla="*/ 27087 h 330201"/>
                    <a:gd name="connsiteX150" fmla="*/ 18605 w 258763"/>
                    <a:gd name="connsiteY150" fmla="*/ 19348 h 330201"/>
                    <a:gd name="connsiteX151" fmla="*/ 13416 w 258763"/>
                    <a:gd name="connsiteY151" fmla="*/ 12899 h 330201"/>
                    <a:gd name="connsiteX152" fmla="*/ 10822 w 258763"/>
                    <a:gd name="connsiteY152" fmla="*/ 6450 h 330201"/>
                    <a:gd name="connsiteX153" fmla="*/ 9525 w 258763"/>
                    <a:gd name="connsiteY153" fmla="*/ 1290 h 330201"/>
                    <a:gd name="connsiteX154" fmla="*/ 9525 w 258763"/>
                    <a:gd name="connsiteY154" fmla="*/ 0 h 3302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</a:cxnLst>
                  <a:rect l="l" t="t" r="r" b="b"/>
                  <a:pathLst>
                    <a:path w="258763" h="330201">
                      <a:moveTo>
                        <a:pt x="43815" y="130175"/>
                      </a:moveTo>
                      <a:cubicBezTo>
                        <a:pt x="34925" y="130175"/>
                        <a:pt x="28575" y="137968"/>
                        <a:pt x="28575" y="147060"/>
                      </a:cubicBezTo>
                      <a:cubicBezTo>
                        <a:pt x="28575" y="147060"/>
                        <a:pt x="28575" y="147060"/>
                        <a:pt x="28575" y="227590"/>
                      </a:cubicBezTo>
                      <a:cubicBezTo>
                        <a:pt x="28575" y="236682"/>
                        <a:pt x="34925" y="244475"/>
                        <a:pt x="43815" y="244475"/>
                      </a:cubicBezTo>
                      <a:cubicBezTo>
                        <a:pt x="52705" y="244475"/>
                        <a:pt x="60325" y="236682"/>
                        <a:pt x="60325" y="227590"/>
                      </a:cubicBezTo>
                      <a:cubicBezTo>
                        <a:pt x="60325" y="227590"/>
                        <a:pt x="60325" y="227590"/>
                        <a:pt x="60325" y="147060"/>
                      </a:cubicBezTo>
                      <a:cubicBezTo>
                        <a:pt x="60325" y="137968"/>
                        <a:pt x="52705" y="130175"/>
                        <a:pt x="43815" y="130175"/>
                      </a:cubicBezTo>
                      <a:close/>
                      <a:moveTo>
                        <a:pt x="221457" y="98425"/>
                      </a:moveTo>
                      <a:cubicBezTo>
                        <a:pt x="215008" y="98425"/>
                        <a:pt x="211138" y="103579"/>
                        <a:pt x="211138" y="110021"/>
                      </a:cubicBezTo>
                      <a:lnTo>
                        <a:pt x="211138" y="265918"/>
                      </a:lnTo>
                      <a:cubicBezTo>
                        <a:pt x="211138" y="271072"/>
                        <a:pt x="215008" y="276225"/>
                        <a:pt x="221457" y="276225"/>
                      </a:cubicBezTo>
                      <a:cubicBezTo>
                        <a:pt x="227907" y="276225"/>
                        <a:pt x="231776" y="271072"/>
                        <a:pt x="231776" y="265918"/>
                      </a:cubicBezTo>
                      <a:cubicBezTo>
                        <a:pt x="231776" y="265918"/>
                        <a:pt x="231776" y="265918"/>
                        <a:pt x="231776" y="110021"/>
                      </a:cubicBezTo>
                      <a:cubicBezTo>
                        <a:pt x="231776" y="103579"/>
                        <a:pt x="227907" y="98425"/>
                        <a:pt x="221457" y="98425"/>
                      </a:cubicBezTo>
                      <a:close/>
                      <a:moveTo>
                        <a:pt x="80216" y="71438"/>
                      </a:moveTo>
                      <a:cubicBezTo>
                        <a:pt x="80216" y="71438"/>
                        <a:pt x="80216" y="71438"/>
                        <a:pt x="236768" y="71438"/>
                      </a:cubicBezTo>
                      <a:cubicBezTo>
                        <a:pt x="258763" y="71438"/>
                        <a:pt x="258763" y="71438"/>
                        <a:pt x="258763" y="93324"/>
                      </a:cubicBezTo>
                      <a:cubicBezTo>
                        <a:pt x="258763" y="93324"/>
                        <a:pt x="258763" y="93324"/>
                        <a:pt x="258763" y="274844"/>
                      </a:cubicBezTo>
                      <a:cubicBezTo>
                        <a:pt x="258763" y="330201"/>
                        <a:pt x="258763" y="330201"/>
                        <a:pt x="204423" y="330201"/>
                      </a:cubicBezTo>
                      <a:cubicBezTo>
                        <a:pt x="204423" y="330201"/>
                        <a:pt x="204423" y="330201"/>
                        <a:pt x="113856" y="330201"/>
                      </a:cubicBezTo>
                      <a:cubicBezTo>
                        <a:pt x="59515" y="330201"/>
                        <a:pt x="59515" y="330201"/>
                        <a:pt x="59515" y="274844"/>
                      </a:cubicBezTo>
                      <a:cubicBezTo>
                        <a:pt x="59515" y="274844"/>
                        <a:pt x="59515" y="274844"/>
                        <a:pt x="59515" y="267120"/>
                      </a:cubicBezTo>
                      <a:cubicBezTo>
                        <a:pt x="54340" y="269694"/>
                        <a:pt x="49165" y="270982"/>
                        <a:pt x="42696" y="270982"/>
                      </a:cubicBezTo>
                      <a:cubicBezTo>
                        <a:pt x="19407" y="270982"/>
                        <a:pt x="0" y="251671"/>
                        <a:pt x="0" y="227211"/>
                      </a:cubicBezTo>
                      <a:cubicBezTo>
                        <a:pt x="0" y="227211"/>
                        <a:pt x="0" y="227211"/>
                        <a:pt x="0" y="147394"/>
                      </a:cubicBezTo>
                      <a:cubicBezTo>
                        <a:pt x="0" y="122933"/>
                        <a:pt x="19407" y="103623"/>
                        <a:pt x="42696" y="103623"/>
                      </a:cubicBezTo>
                      <a:cubicBezTo>
                        <a:pt x="49165" y="103623"/>
                        <a:pt x="54340" y="104910"/>
                        <a:pt x="59515" y="107485"/>
                      </a:cubicBezTo>
                      <a:cubicBezTo>
                        <a:pt x="59515" y="107485"/>
                        <a:pt x="59515" y="107485"/>
                        <a:pt x="59515" y="93324"/>
                      </a:cubicBezTo>
                      <a:cubicBezTo>
                        <a:pt x="59515" y="71438"/>
                        <a:pt x="59515" y="71438"/>
                        <a:pt x="80216" y="71438"/>
                      </a:cubicBezTo>
                      <a:close/>
                      <a:moveTo>
                        <a:pt x="107950" y="0"/>
                      </a:moveTo>
                      <a:cubicBezTo>
                        <a:pt x="107950" y="0"/>
                        <a:pt x="107950" y="0"/>
                        <a:pt x="109247" y="1290"/>
                      </a:cubicBezTo>
                      <a:cubicBezTo>
                        <a:pt x="110544" y="1290"/>
                        <a:pt x="111841" y="2580"/>
                        <a:pt x="113139" y="2580"/>
                      </a:cubicBezTo>
                      <a:cubicBezTo>
                        <a:pt x="114436" y="3870"/>
                        <a:pt x="117030" y="3870"/>
                        <a:pt x="119624" y="5160"/>
                      </a:cubicBezTo>
                      <a:cubicBezTo>
                        <a:pt x="120921" y="6450"/>
                        <a:pt x="123515" y="6450"/>
                        <a:pt x="126110" y="7739"/>
                      </a:cubicBezTo>
                      <a:cubicBezTo>
                        <a:pt x="131298" y="10319"/>
                        <a:pt x="137784" y="11609"/>
                        <a:pt x="144269" y="12899"/>
                      </a:cubicBezTo>
                      <a:cubicBezTo>
                        <a:pt x="144269" y="12899"/>
                        <a:pt x="144269" y="12899"/>
                        <a:pt x="145566" y="12899"/>
                      </a:cubicBezTo>
                      <a:cubicBezTo>
                        <a:pt x="145566" y="12899"/>
                        <a:pt x="146863" y="12899"/>
                        <a:pt x="146863" y="14189"/>
                      </a:cubicBezTo>
                      <a:cubicBezTo>
                        <a:pt x="146863" y="14189"/>
                        <a:pt x="146863" y="14189"/>
                        <a:pt x="148161" y="14189"/>
                      </a:cubicBezTo>
                      <a:cubicBezTo>
                        <a:pt x="148161" y="14189"/>
                        <a:pt x="149458" y="14189"/>
                        <a:pt x="149458" y="14189"/>
                      </a:cubicBezTo>
                      <a:cubicBezTo>
                        <a:pt x="149458" y="14189"/>
                        <a:pt x="150755" y="14189"/>
                        <a:pt x="152052" y="14189"/>
                      </a:cubicBezTo>
                      <a:cubicBezTo>
                        <a:pt x="152052" y="15478"/>
                        <a:pt x="153349" y="15478"/>
                        <a:pt x="154646" y="15478"/>
                      </a:cubicBezTo>
                      <a:cubicBezTo>
                        <a:pt x="154646" y="15478"/>
                        <a:pt x="154646" y="15478"/>
                        <a:pt x="155943" y="15478"/>
                      </a:cubicBezTo>
                      <a:cubicBezTo>
                        <a:pt x="155943" y="15478"/>
                        <a:pt x="155943" y="15478"/>
                        <a:pt x="157240" y="15478"/>
                      </a:cubicBezTo>
                      <a:cubicBezTo>
                        <a:pt x="157240" y="15478"/>
                        <a:pt x="157240" y="15478"/>
                        <a:pt x="158537" y="16768"/>
                      </a:cubicBezTo>
                      <a:cubicBezTo>
                        <a:pt x="158537" y="16768"/>
                        <a:pt x="158537" y="16768"/>
                        <a:pt x="159835" y="16768"/>
                      </a:cubicBezTo>
                      <a:cubicBezTo>
                        <a:pt x="161132" y="16768"/>
                        <a:pt x="161132" y="16768"/>
                        <a:pt x="162429" y="16768"/>
                      </a:cubicBezTo>
                      <a:cubicBezTo>
                        <a:pt x="163726" y="16768"/>
                        <a:pt x="163726" y="16768"/>
                        <a:pt x="165023" y="18058"/>
                      </a:cubicBezTo>
                      <a:cubicBezTo>
                        <a:pt x="165023" y="18058"/>
                        <a:pt x="165023" y="18058"/>
                        <a:pt x="166320" y="18058"/>
                      </a:cubicBezTo>
                      <a:cubicBezTo>
                        <a:pt x="166320" y="18058"/>
                        <a:pt x="166320" y="18058"/>
                        <a:pt x="167617" y="18058"/>
                      </a:cubicBezTo>
                      <a:cubicBezTo>
                        <a:pt x="167617" y="18058"/>
                        <a:pt x="167617" y="18058"/>
                        <a:pt x="168914" y="18058"/>
                      </a:cubicBezTo>
                      <a:cubicBezTo>
                        <a:pt x="168914" y="18058"/>
                        <a:pt x="168914" y="18058"/>
                        <a:pt x="170211" y="18058"/>
                      </a:cubicBezTo>
                      <a:cubicBezTo>
                        <a:pt x="172806" y="19348"/>
                        <a:pt x="174103" y="19348"/>
                        <a:pt x="176697" y="20638"/>
                      </a:cubicBezTo>
                      <a:cubicBezTo>
                        <a:pt x="180588" y="21928"/>
                        <a:pt x="184480" y="23218"/>
                        <a:pt x="188371" y="24507"/>
                      </a:cubicBezTo>
                      <a:cubicBezTo>
                        <a:pt x="190965" y="25797"/>
                        <a:pt x="192262" y="25797"/>
                        <a:pt x="193559" y="27087"/>
                      </a:cubicBezTo>
                      <a:cubicBezTo>
                        <a:pt x="194856" y="28377"/>
                        <a:pt x="194856" y="28377"/>
                        <a:pt x="194856" y="28377"/>
                      </a:cubicBezTo>
                      <a:cubicBezTo>
                        <a:pt x="196154" y="28377"/>
                        <a:pt x="196154" y="28377"/>
                        <a:pt x="196154" y="29667"/>
                      </a:cubicBezTo>
                      <a:cubicBezTo>
                        <a:pt x="197451" y="29667"/>
                        <a:pt x="197451" y="29667"/>
                        <a:pt x="197451" y="29667"/>
                      </a:cubicBezTo>
                      <a:cubicBezTo>
                        <a:pt x="198748" y="29667"/>
                        <a:pt x="198748" y="30957"/>
                        <a:pt x="198748" y="30957"/>
                      </a:cubicBezTo>
                      <a:cubicBezTo>
                        <a:pt x="202639" y="33536"/>
                        <a:pt x="205233" y="36116"/>
                        <a:pt x="207828" y="38696"/>
                      </a:cubicBezTo>
                      <a:cubicBezTo>
                        <a:pt x="210422" y="41276"/>
                        <a:pt x="211719" y="45145"/>
                        <a:pt x="213016" y="47725"/>
                      </a:cubicBezTo>
                      <a:cubicBezTo>
                        <a:pt x="214313" y="50305"/>
                        <a:pt x="214313" y="52884"/>
                        <a:pt x="214313" y="55464"/>
                      </a:cubicBezTo>
                      <a:cubicBezTo>
                        <a:pt x="214313" y="56754"/>
                        <a:pt x="214313" y="56754"/>
                        <a:pt x="214313" y="58044"/>
                      </a:cubicBezTo>
                      <a:cubicBezTo>
                        <a:pt x="214313" y="58044"/>
                        <a:pt x="214313" y="59334"/>
                        <a:pt x="213016" y="59334"/>
                      </a:cubicBezTo>
                      <a:cubicBezTo>
                        <a:pt x="213016" y="59334"/>
                        <a:pt x="213016" y="59334"/>
                        <a:pt x="213016" y="60623"/>
                      </a:cubicBezTo>
                      <a:cubicBezTo>
                        <a:pt x="213016" y="61913"/>
                        <a:pt x="213016" y="61913"/>
                        <a:pt x="213016" y="61913"/>
                      </a:cubicBezTo>
                      <a:cubicBezTo>
                        <a:pt x="213016" y="61913"/>
                        <a:pt x="213016" y="61913"/>
                        <a:pt x="211719" y="60623"/>
                      </a:cubicBezTo>
                      <a:cubicBezTo>
                        <a:pt x="211719" y="60623"/>
                        <a:pt x="211719" y="59334"/>
                        <a:pt x="210422" y="59334"/>
                      </a:cubicBezTo>
                      <a:cubicBezTo>
                        <a:pt x="210422" y="59334"/>
                        <a:pt x="210422" y="58044"/>
                        <a:pt x="209125" y="58044"/>
                      </a:cubicBezTo>
                      <a:cubicBezTo>
                        <a:pt x="207828" y="56754"/>
                        <a:pt x="205233" y="55464"/>
                        <a:pt x="203936" y="54174"/>
                      </a:cubicBezTo>
                      <a:cubicBezTo>
                        <a:pt x="201342" y="54174"/>
                        <a:pt x="200045" y="52884"/>
                        <a:pt x="197451" y="51594"/>
                      </a:cubicBezTo>
                      <a:cubicBezTo>
                        <a:pt x="194856" y="51594"/>
                        <a:pt x="192262" y="50305"/>
                        <a:pt x="189668" y="50305"/>
                      </a:cubicBezTo>
                      <a:cubicBezTo>
                        <a:pt x="188371" y="50305"/>
                        <a:pt x="188371" y="50305"/>
                        <a:pt x="187074" y="50305"/>
                      </a:cubicBezTo>
                      <a:cubicBezTo>
                        <a:pt x="187074" y="49015"/>
                        <a:pt x="185777" y="49015"/>
                        <a:pt x="184480" y="49015"/>
                      </a:cubicBezTo>
                      <a:cubicBezTo>
                        <a:pt x="183182" y="49015"/>
                        <a:pt x="181885" y="49015"/>
                        <a:pt x="180588" y="47725"/>
                      </a:cubicBezTo>
                      <a:cubicBezTo>
                        <a:pt x="176697" y="47725"/>
                        <a:pt x="174103" y="47725"/>
                        <a:pt x="170211" y="46435"/>
                      </a:cubicBezTo>
                      <a:cubicBezTo>
                        <a:pt x="168914" y="46435"/>
                        <a:pt x="166320" y="45145"/>
                        <a:pt x="165023" y="45145"/>
                      </a:cubicBezTo>
                      <a:cubicBezTo>
                        <a:pt x="165023" y="45145"/>
                        <a:pt x="165023" y="45145"/>
                        <a:pt x="163726" y="45145"/>
                      </a:cubicBezTo>
                      <a:cubicBezTo>
                        <a:pt x="163726" y="45145"/>
                        <a:pt x="163726" y="45145"/>
                        <a:pt x="162429" y="45145"/>
                      </a:cubicBezTo>
                      <a:cubicBezTo>
                        <a:pt x="162429" y="45145"/>
                        <a:pt x="162429" y="45145"/>
                        <a:pt x="159835" y="43855"/>
                      </a:cubicBezTo>
                      <a:cubicBezTo>
                        <a:pt x="159835" y="43855"/>
                        <a:pt x="159835" y="43855"/>
                        <a:pt x="158537" y="43855"/>
                      </a:cubicBezTo>
                      <a:cubicBezTo>
                        <a:pt x="157240" y="43855"/>
                        <a:pt x="157240" y="43855"/>
                        <a:pt x="155943" y="42565"/>
                      </a:cubicBezTo>
                      <a:cubicBezTo>
                        <a:pt x="154646" y="42565"/>
                        <a:pt x="153349" y="42565"/>
                        <a:pt x="152052" y="42565"/>
                      </a:cubicBezTo>
                      <a:cubicBezTo>
                        <a:pt x="152052" y="41276"/>
                        <a:pt x="150755" y="41276"/>
                        <a:pt x="149458" y="41276"/>
                      </a:cubicBezTo>
                      <a:cubicBezTo>
                        <a:pt x="148161" y="41276"/>
                        <a:pt x="146863" y="39986"/>
                        <a:pt x="146863" y="39986"/>
                      </a:cubicBezTo>
                      <a:cubicBezTo>
                        <a:pt x="142972" y="38696"/>
                        <a:pt x="139081" y="36116"/>
                        <a:pt x="135189" y="34826"/>
                      </a:cubicBezTo>
                      <a:cubicBezTo>
                        <a:pt x="131298" y="32247"/>
                        <a:pt x="128704" y="29667"/>
                        <a:pt x="124813" y="27087"/>
                      </a:cubicBezTo>
                      <a:cubicBezTo>
                        <a:pt x="122218" y="24507"/>
                        <a:pt x="119624" y="21928"/>
                        <a:pt x="117030" y="19348"/>
                      </a:cubicBezTo>
                      <a:cubicBezTo>
                        <a:pt x="115733" y="16768"/>
                        <a:pt x="113139" y="15478"/>
                        <a:pt x="111841" y="12899"/>
                      </a:cubicBezTo>
                      <a:cubicBezTo>
                        <a:pt x="110544" y="10319"/>
                        <a:pt x="110544" y="7739"/>
                        <a:pt x="109247" y="6450"/>
                      </a:cubicBezTo>
                      <a:cubicBezTo>
                        <a:pt x="109247" y="3870"/>
                        <a:pt x="107950" y="2580"/>
                        <a:pt x="107950" y="1290"/>
                      </a:cubicBezTo>
                      <a:cubicBezTo>
                        <a:pt x="107950" y="1290"/>
                        <a:pt x="107950" y="0"/>
                        <a:pt x="107950" y="0"/>
                      </a:cubicBezTo>
                      <a:close/>
                      <a:moveTo>
                        <a:pt x="9525" y="0"/>
                      </a:moveTo>
                      <a:cubicBezTo>
                        <a:pt x="9525" y="0"/>
                        <a:pt x="9525" y="0"/>
                        <a:pt x="10822" y="1290"/>
                      </a:cubicBezTo>
                      <a:cubicBezTo>
                        <a:pt x="12119" y="1290"/>
                        <a:pt x="12119" y="2580"/>
                        <a:pt x="14713" y="2580"/>
                      </a:cubicBezTo>
                      <a:cubicBezTo>
                        <a:pt x="16010" y="3870"/>
                        <a:pt x="17308" y="3870"/>
                        <a:pt x="19902" y="5160"/>
                      </a:cubicBezTo>
                      <a:cubicBezTo>
                        <a:pt x="22496" y="6450"/>
                        <a:pt x="25090" y="6450"/>
                        <a:pt x="27684" y="7739"/>
                      </a:cubicBezTo>
                      <a:cubicBezTo>
                        <a:pt x="32873" y="9029"/>
                        <a:pt x="39358" y="11609"/>
                        <a:pt x="45844" y="12899"/>
                      </a:cubicBezTo>
                      <a:cubicBezTo>
                        <a:pt x="45844" y="12899"/>
                        <a:pt x="45844" y="12899"/>
                        <a:pt x="47141" y="12899"/>
                      </a:cubicBezTo>
                      <a:cubicBezTo>
                        <a:pt x="47141" y="12899"/>
                        <a:pt x="47141" y="12899"/>
                        <a:pt x="48438" y="12899"/>
                      </a:cubicBezTo>
                      <a:cubicBezTo>
                        <a:pt x="48438" y="12899"/>
                        <a:pt x="48438" y="12899"/>
                        <a:pt x="48438" y="14189"/>
                      </a:cubicBezTo>
                      <a:cubicBezTo>
                        <a:pt x="49735" y="14189"/>
                        <a:pt x="49735" y="14189"/>
                        <a:pt x="49735" y="14189"/>
                      </a:cubicBezTo>
                      <a:cubicBezTo>
                        <a:pt x="51032" y="14189"/>
                        <a:pt x="52329" y="14189"/>
                        <a:pt x="52329" y="14189"/>
                      </a:cubicBezTo>
                      <a:cubicBezTo>
                        <a:pt x="53627" y="15478"/>
                        <a:pt x="54924" y="15478"/>
                        <a:pt x="54924" y="15478"/>
                      </a:cubicBezTo>
                      <a:cubicBezTo>
                        <a:pt x="56221" y="15478"/>
                        <a:pt x="56221" y="15478"/>
                        <a:pt x="56221" y="15478"/>
                      </a:cubicBezTo>
                      <a:cubicBezTo>
                        <a:pt x="57518" y="15478"/>
                        <a:pt x="57518" y="15478"/>
                        <a:pt x="57518" y="15478"/>
                      </a:cubicBezTo>
                      <a:cubicBezTo>
                        <a:pt x="58815" y="15478"/>
                        <a:pt x="58815" y="15478"/>
                        <a:pt x="58815" y="15478"/>
                      </a:cubicBezTo>
                      <a:cubicBezTo>
                        <a:pt x="60112" y="16768"/>
                        <a:pt x="60112" y="16768"/>
                        <a:pt x="60112" y="16768"/>
                      </a:cubicBezTo>
                      <a:cubicBezTo>
                        <a:pt x="61409" y="16768"/>
                        <a:pt x="62706" y="16768"/>
                        <a:pt x="62706" y="16768"/>
                      </a:cubicBezTo>
                      <a:cubicBezTo>
                        <a:pt x="64003" y="16768"/>
                        <a:pt x="65301" y="16768"/>
                        <a:pt x="65301" y="18058"/>
                      </a:cubicBezTo>
                      <a:cubicBezTo>
                        <a:pt x="65301" y="18058"/>
                        <a:pt x="65301" y="18058"/>
                        <a:pt x="66598" y="18058"/>
                      </a:cubicBezTo>
                      <a:cubicBezTo>
                        <a:pt x="66598" y="18058"/>
                        <a:pt x="66598" y="18058"/>
                        <a:pt x="69192" y="18058"/>
                      </a:cubicBezTo>
                      <a:cubicBezTo>
                        <a:pt x="69192" y="18058"/>
                        <a:pt x="69192" y="18058"/>
                        <a:pt x="70489" y="18058"/>
                      </a:cubicBezTo>
                      <a:cubicBezTo>
                        <a:pt x="70489" y="18058"/>
                        <a:pt x="70489" y="18058"/>
                        <a:pt x="71786" y="18058"/>
                      </a:cubicBezTo>
                      <a:cubicBezTo>
                        <a:pt x="73083" y="19348"/>
                        <a:pt x="75677" y="19348"/>
                        <a:pt x="76975" y="20638"/>
                      </a:cubicBezTo>
                      <a:cubicBezTo>
                        <a:pt x="82163" y="20638"/>
                        <a:pt x="86054" y="23218"/>
                        <a:pt x="89946" y="24507"/>
                      </a:cubicBezTo>
                      <a:cubicBezTo>
                        <a:pt x="91243" y="25797"/>
                        <a:pt x="93837" y="25797"/>
                        <a:pt x="95134" y="27087"/>
                      </a:cubicBezTo>
                      <a:cubicBezTo>
                        <a:pt x="95134" y="27087"/>
                        <a:pt x="96431" y="28377"/>
                        <a:pt x="96431" y="28377"/>
                      </a:cubicBezTo>
                      <a:cubicBezTo>
                        <a:pt x="96431" y="28377"/>
                        <a:pt x="97728" y="28377"/>
                        <a:pt x="97728" y="28377"/>
                      </a:cubicBezTo>
                      <a:cubicBezTo>
                        <a:pt x="97728" y="29667"/>
                        <a:pt x="99025" y="29667"/>
                        <a:pt x="99025" y="29667"/>
                      </a:cubicBezTo>
                      <a:cubicBezTo>
                        <a:pt x="99025" y="29667"/>
                        <a:pt x="100323" y="30957"/>
                        <a:pt x="100323" y="30957"/>
                      </a:cubicBezTo>
                      <a:cubicBezTo>
                        <a:pt x="102917" y="33536"/>
                        <a:pt x="106808" y="36116"/>
                        <a:pt x="108105" y="38696"/>
                      </a:cubicBezTo>
                      <a:cubicBezTo>
                        <a:pt x="110700" y="41276"/>
                        <a:pt x="111997" y="45145"/>
                        <a:pt x="113294" y="47725"/>
                      </a:cubicBezTo>
                      <a:cubicBezTo>
                        <a:pt x="114591" y="50305"/>
                        <a:pt x="115888" y="52884"/>
                        <a:pt x="114591" y="55464"/>
                      </a:cubicBezTo>
                      <a:cubicBezTo>
                        <a:pt x="114591" y="56754"/>
                        <a:pt x="114591" y="56754"/>
                        <a:pt x="114591" y="58044"/>
                      </a:cubicBezTo>
                      <a:cubicBezTo>
                        <a:pt x="114591" y="58044"/>
                        <a:pt x="114591" y="59334"/>
                        <a:pt x="114591" y="59334"/>
                      </a:cubicBezTo>
                      <a:cubicBezTo>
                        <a:pt x="114591" y="59334"/>
                        <a:pt x="114591" y="59334"/>
                        <a:pt x="114591" y="60623"/>
                      </a:cubicBezTo>
                      <a:cubicBezTo>
                        <a:pt x="114591" y="60623"/>
                        <a:pt x="113294" y="60623"/>
                        <a:pt x="113294" y="61913"/>
                      </a:cubicBezTo>
                      <a:cubicBezTo>
                        <a:pt x="113294" y="60623"/>
                        <a:pt x="113294" y="60623"/>
                        <a:pt x="111997" y="60623"/>
                      </a:cubicBezTo>
                      <a:cubicBezTo>
                        <a:pt x="111997" y="60623"/>
                        <a:pt x="111997" y="59334"/>
                        <a:pt x="111997" y="59334"/>
                      </a:cubicBezTo>
                      <a:cubicBezTo>
                        <a:pt x="110700" y="59334"/>
                        <a:pt x="110700" y="58044"/>
                        <a:pt x="110700" y="58044"/>
                      </a:cubicBezTo>
                      <a:cubicBezTo>
                        <a:pt x="110700" y="58044"/>
                        <a:pt x="110700" y="58044"/>
                        <a:pt x="109403" y="58044"/>
                      </a:cubicBezTo>
                      <a:cubicBezTo>
                        <a:pt x="108105" y="56754"/>
                        <a:pt x="106808" y="55464"/>
                        <a:pt x="104214" y="54174"/>
                      </a:cubicBezTo>
                      <a:cubicBezTo>
                        <a:pt x="102917" y="54174"/>
                        <a:pt x="100323" y="52884"/>
                        <a:pt x="97728" y="51594"/>
                      </a:cubicBezTo>
                      <a:cubicBezTo>
                        <a:pt x="96431" y="51594"/>
                        <a:pt x="93837" y="50305"/>
                        <a:pt x="89946" y="50305"/>
                      </a:cubicBezTo>
                      <a:cubicBezTo>
                        <a:pt x="89946" y="50305"/>
                        <a:pt x="88649" y="50305"/>
                        <a:pt x="88649" y="50305"/>
                      </a:cubicBezTo>
                      <a:cubicBezTo>
                        <a:pt x="87351" y="49015"/>
                        <a:pt x="87351" y="49015"/>
                        <a:pt x="86054" y="49015"/>
                      </a:cubicBezTo>
                      <a:cubicBezTo>
                        <a:pt x="84757" y="49015"/>
                        <a:pt x="83460" y="49015"/>
                        <a:pt x="80866" y="47725"/>
                      </a:cubicBezTo>
                      <a:cubicBezTo>
                        <a:pt x="78272" y="47725"/>
                        <a:pt x="74380" y="47725"/>
                        <a:pt x="71786" y="46435"/>
                      </a:cubicBezTo>
                      <a:cubicBezTo>
                        <a:pt x="69192" y="46435"/>
                        <a:pt x="67895" y="45145"/>
                        <a:pt x="66598" y="45145"/>
                      </a:cubicBezTo>
                      <a:cubicBezTo>
                        <a:pt x="66598" y="45145"/>
                        <a:pt x="66598" y="45145"/>
                        <a:pt x="65301" y="45145"/>
                      </a:cubicBezTo>
                      <a:cubicBezTo>
                        <a:pt x="65301" y="45145"/>
                        <a:pt x="65301" y="45145"/>
                        <a:pt x="64003" y="45145"/>
                      </a:cubicBezTo>
                      <a:cubicBezTo>
                        <a:pt x="64003" y="45145"/>
                        <a:pt x="64003" y="45145"/>
                        <a:pt x="62706" y="45145"/>
                      </a:cubicBezTo>
                      <a:cubicBezTo>
                        <a:pt x="62706" y="45145"/>
                        <a:pt x="62706" y="45145"/>
                        <a:pt x="61409" y="43855"/>
                      </a:cubicBezTo>
                      <a:cubicBezTo>
                        <a:pt x="61409" y="43855"/>
                        <a:pt x="61409" y="43855"/>
                        <a:pt x="60112" y="43855"/>
                      </a:cubicBezTo>
                      <a:cubicBezTo>
                        <a:pt x="58815" y="43855"/>
                        <a:pt x="57518" y="43855"/>
                        <a:pt x="56221" y="42565"/>
                      </a:cubicBezTo>
                      <a:cubicBezTo>
                        <a:pt x="56221" y="42565"/>
                        <a:pt x="54924" y="42565"/>
                        <a:pt x="53627" y="42565"/>
                      </a:cubicBezTo>
                      <a:cubicBezTo>
                        <a:pt x="52329" y="41276"/>
                        <a:pt x="51032" y="41276"/>
                        <a:pt x="51032" y="41276"/>
                      </a:cubicBezTo>
                      <a:cubicBezTo>
                        <a:pt x="49735" y="41276"/>
                        <a:pt x="48438" y="39986"/>
                        <a:pt x="47141" y="39986"/>
                      </a:cubicBezTo>
                      <a:cubicBezTo>
                        <a:pt x="43250" y="38696"/>
                        <a:pt x="39358" y="36116"/>
                        <a:pt x="36764" y="34826"/>
                      </a:cubicBezTo>
                      <a:cubicBezTo>
                        <a:pt x="32873" y="32247"/>
                        <a:pt x="28982" y="29667"/>
                        <a:pt x="26387" y="27087"/>
                      </a:cubicBezTo>
                      <a:cubicBezTo>
                        <a:pt x="23793" y="24507"/>
                        <a:pt x="21199" y="21928"/>
                        <a:pt x="18605" y="19348"/>
                      </a:cubicBezTo>
                      <a:cubicBezTo>
                        <a:pt x="16010" y="18058"/>
                        <a:pt x="14713" y="15478"/>
                        <a:pt x="13416" y="12899"/>
                      </a:cubicBezTo>
                      <a:cubicBezTo>
                        <a:pt x="12119" y="10319"/>
                        <a:pt x="10822" y="7739"/>
                        <a:pt x="10822" y="6450"/>
                      </a:cubicBezTo>
                      <a:cubicBezTo>
                        <a:pt x="9525" y="3870"/>
                        <a:pt x="9525" y="2580"/>
                        <a:pt x="9525" y="1290"/>
                      </a:cubicBezTo>
                      <a:cubicBezTo>
                        <a:pt x="9525" y="0"/>
                        <a:pt x="9525" y="0"/>
                        <a:pt x="952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2860675" y="1618575"/>
                <a:ext cx="1454150" cy="1461404"/>
                <a:chOff x="5746699" y="2048352"/>
                <a:chExt cx="712151" cy="715702"/>
              </a:xfrm>
              <a:effectLst/>
            </p:grpSpPr>
            <p:sp>
              <p:nvSpPr>
                <p:cNvPr id="33" name="任意多边形: 形状 32"/>
                <p:cNvSpPr/>
                <p:nvPr/>
              </p:nvSpPr>
              <p:spPr bwMode="auto">
                <a:xfrm>
                  <a:off x="5746699" y="2048352"/>
                  <a:ext cx="712151" cy="715702"/>
                </a:xfrm>
                <a:custGeom>
                  <a:avLst/>
                  <a:gdLst>
                    <a:gd name="T0" fmla="*/ 1285 w 2570"/>
                    <a:gd name="T1" fmla="*/ 0 h 2569"/>
                    <a:gd name="T2" fmla="*/ 1285 w 2570"/>
                    <a:gd name="T3" fmla="*/ 0 h 2569"/>
                    <a:gd name="T4" fmla="*/ 0 w 2570"/>
                    <a:gd name="T5" fmla="*/ 1284 h 2569"/>
                    <a:gd name="T6" fmla="*/ 1285 w 2570"/>
                    <a:gd name="T7" fmla="*/ 2569 h 2569"/>
                    <a:gd name="T8" fmla="*/ 2570 w 2570"/>
                    <a:gd name="T9" fmla="*/ 1284 h 2569"/>
                    <a:gd name="T10" fmla="*/ 1285 w 2570"/>
                    <a:gd name="T11" fmla="*/ 0 h 25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570" h="2569">
                      <a:moveTo>
                        <a:pt x="1285" y="0"/>
                      </a:moveTo>
                      <a:lnTo>
                        <a:pt x="1285" y="0"/>
                      </a:lnTo>
                      <a:cubicBezTo>
                        <a:pt x="575" y="0"/>
                        <a:pt x="0" y="574"/>
                        <a:pt x="0" y="1284"/>
                      </a:cubicBezTo>
                      <a:cubicBezTo>
                        <a:pt x="0" y="1994"/>
                        <a:pt x="575" y="2569"/>
                        <a:pt x="1285" y="2569"/>
                      </a:cubicBezTo>
                      <a:cubicBezTo>
                        <a:pt x="1995" y="2569"/>
                        <a:pt x="2570" y="1994"/>
                        <a:pt x="2570" y="1284"/>
                      </a:cubicBezTo>
                      <a:cubicBezTo>
                        <a:pt x="2570" y="574"/>
                        <a:pt x="1995" y="0"/>
                        <a:pt x="1285" y="0"/>
                      </a:cubicBezTo>
                      <a:close/>
                    </a:path>
                  </a:pathLst>
                </a:custGeom>
                <a:solidFill>
                  <a:srgbClr val="4D5985"/>
                </a:solidFill>
                <a:ln w="19050">
                  <a:noFill/>
                  <a:prstDash val="solid"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4" name="任意多边形: 形状 33"/>
                <p:cNvSpPr/>
                <p:nvPr/>
              </p:nvSpPr>
              <p:spPr bwMode="auto">
                <a:xfrm>
                  <a:off x="5941326" y="2239317"/>
                  <a:ext cx="350166" cy="333411"/>
                </a:xfrm>
                <a:custGeom>
                  <a:avLst/>
                  <a:gdLst>
                    <a:gd name="connsiteX0" fmla="*/ 101402 w 331788"/>
                    <a:gd name="connsiteY0" fmla="*/ 200025 h 315913"/>
                    <a:gd name="connsiteX1" fmla="*/ 93663 w 331788"/>
                    <a:gd name="connsiteY1" fmla="*/ 207840 h 315913"/>
                    <a:gd name="connsiteX2" fmla="*/ 93663 w 331788"/>
                    <a:gd name="connsiteY2" fmla="*/ 301625 h 315913"/>
                    <a:gd name="connsiteX3" fmla="*/ 137518 w 331788"/>
                    <a:gd name="connsiteY3" fmla="*/ 301625 h 315913"/>
                    <a:gd name="connsiteX4" fmla="*/ 137518 w 331788"/>
                    <a:gd name="connsiteY4" fmla="*/ 250825 h 315913"/>
                    <a:gd name="connsiteX5" fmla="*/ 143967 w 331788"/>
                    <a:gd name="connsiteY5" fmla="*/ 244312 h 315913"/>
                    <a:gd name="connsiteX6" fmla="*/ 187822 w 331788"/>
                    <a:gd name="connsiteY6" fmla="*/ 244312 h 315913"/>
                    <a:gd name="connsiteX7" fmla="*/ 194271 w 331788"/>
                    <a:gd name="connsiteY7" fmla="*/ 250825 h 315913"/>
                    <a:gd name="connsiteX8" fmla="*/ 194271 w 331788"/>
                    <a:gd name="connsiteY8" fmla="*/ 301625 h 315913"/>
                    <a:gd name="connsiteX9" fmla="*/ 230387 w 331788"/>
                    <a:gd name="connsiteY9" fmla="*/ 301625 h 315913"/>
                    <a:gd name="connsiteX10" fmla="*/ 238126 w 331788"/>
                    <a:gd name="connsiteY10" fmla="*/ 295112 h 315913"/>
                    <a:gd name="connsiteX11" fmla="*/ 238126 w 331788"/>
                    <a:gd name="connsiteY11" fmla="*/ 207840 h 315913"/>
                    <a:gd name="connsiteX12" fmla="*/ 230387 w 331788"/>
                    <a:gd name="connsiteY12" fmla="*/ 200025 h 315913"/>
                    <a:gd name="connsiteX13" fmla="*/ 101402 w 331788"/>
                    <a:gd name="connsiteY13" fmla="*/ 200025 h 315913"/>
                    <a:gd name="connsiteX14" fmla="*/ 258908 w 331788"/>
                    <a:gd name="connsiteY14" fmla="*/ 122237 h 315913"/>
                    <a:gd name="connsiteX15" fmla="*/ 252413 w 331788"/>
                    <a:gd name="connsiteY15" fmla="*/ 129801 h 315913"/>
                    <a:gd name="connsiteX16" fmla="*/ 252413 w 331788"/>
                    <a:gd name="connsiteY16" fmla="*/ 157536 h 315913"/>
                    <a:gd name="connsiteX17" fmla="*/ 258908 w 331788"/>
                    <a:gd name="connsiteY17" fmla="*/ 165100 h 315913"/>
                    <a:gd name="connsiteX18" fmla="*/ 266701 w 331788"/>
                    <a:gd name="connsiteY18" fmla="*/ 157536 h 315913"/>
                    <a:gd name="connsiteX19" fmla="*/ 266701 w 331788"/>
                    <a:gd name="connsiteY19" fmla="*/ 129801 h 315913"/>
                    <a:gd name="connsiteX20" fmla="*/ 258908 w 331788"/>
                    <a:gd name="connsiteY20" fmla="*/ 122237 h 315913"/>
                    <a:gd name="connsiteX21" fmla="*/ 230332 w 331788"/>
                    <a:gd name="connsiteY21" fmla="*/ 122237 h 315913"/>
                    <a:gd name="connsiteX22" fmla="*/ 223838 w 331788"/>
                    <a:gd name="connsiteY22" fmla="*/ 129801 h 315913"/>
                    <a:gd name="connsiteX23" fmla="*/ 223838 w 331788"/>
                    <a:gd name="connsiteY23" fmla="*/ 157536 h 315913"/>
                    <a:gd name="connsiteX24" fmla="*/ 230332 w 331788"/>
                    <a:gd name="connsiteY24" fmla="*/ 165100 h 315913"/>
                    <a:gd name="connsiteX25" fmla="*/ 238126 w 331788"/>
                    <a:gd name="connsiteY25" fmla="*/ 157536 h 315913"/>
                    <a:gd name="connsiteX26" fmla="*/ 238126 w 331788"/>
                    <a:gd name="connsiteY26" fmla="*/ 129801 h 315913"/>
                    <a:gd name="connsiteX27" fmla="*/ 230332 w 331788"/>
                    <a:gd name="connsiteY27" fmla="*/ 122237 h 315913"/>
                    <a:gd name="connsiteX28" fmla="*/ 201468 w 331788"/>
                    <a:gd name="connsiteY28" fmla="*/ 122237 h 315913"/>
                    <a:gd name="connsiteX29" fmla="*/ 193675 w 331788"/>
                    <a:gd name="connsiteY29" fmla="*/ 129801 h 315913"/>
                    <a:gd name="connsiteX30" fmla="*/ 193675 w 331788"/>
                    <a:gd name="connsiteY30" fmla="*/ 157536 h 315913"/>
                    <a:gd name="connsiteX31" fmla="*/ 201468 w 331788"/>
                    <a:gd name="connsiteY31" fmla="*/ 165100 h 315913"/>
                    <a:gd name="connsiteX32" fmla="*/ 207963 w 331788"/>
                    <a:gd name="connsiteY32" fmla="*/ 157536 h 315913"/>
                    <a:gd name="connsiteX33" fmla="*/ 207963 w 331788"/>
                    <a:gd name="connsiteY33" fmla="*/ 129801 h 315913"/>
                    <a:gd name="connsiteX34" fmla="*/ 201468 w 331788"/>
                    <a:gd name="connsiteY34" fmla="*/ 122237 h 315913"/>
                    <a:gd name="connsiteX35" fmla="*/ 128732 w 331788"/>
                    <a:gd name="connsiteY35" fmla="*/ 122237 h 315913"/>
                    <a:gd name="connsiteX36" fmla="*/ 122238 w 331788"/>
                    <a:gd name="connsiteY36" fmla="*/ 129801 h 315913"/>
                    <a:gd name="connsiteX37" fmla="*/ 122238 w 331788"/>
                    <a:gd name="connsiteY37" fmla="*/ 157536 h 315913"/>
                    <a:gd name="connsiteX38" fmla="*/ 128732 w 331788"/>
                    <a:gd name="connsiteY38" fmla="*/ 165100 h 315913"/>
                    <a:gd name="connsiteX39" fmla="*/ 136526 w 331788"/>
                    <a:gd name="connsiteY39" fmla="*/ 157536 h 315913"/>
                    <a:gd name="connsiteX40" fmla="*/ 136526 w 331788"/>
                    <a:gd name="connsiteY40" fmla="*/ 129801 h 315913"/>
                    <a:gd name="connsiteX41" fmla="*/ 128732 w 331788"/>
                    <a:gd name="connsiteY41" fmla="*/ 122237 h 315913"/>
                    <a:gd name="connsiteX42" fmla="*/ 101456 w 331788"/>
                    <a:gd name="connsiteY42" fmla="*/ 122237 h 315913"/>
                    <a:gd name="connsiteX43" fmla="*/ 93663 w 331788"/>
                    <a:gd name="connsiteY43" fmla="*/ 129801 h 315913"/>
                    <a:gd name="connsiteX44" fmla="*/ 93663 w 331788"/>
                    <a:gd name="connsiteY44" fmla="*/ 157536 h 315913"/>
                    <a:gd name="connsiteX45" fmla="*/ 101456 w 331788"/>
                    <a:gd name="connsiteY45" fmla="*/ 165100 h 315913"/>
                    <a:gd name="connsiteX46" fmla="*/ 107951 w 331788"/>
                    <a:gd name="connsiteY46" fmla="*/ 157536 h 315913"/>
                    <a:gd name="connsiteX47" fmla="*/ 107951 w 331788"/>
                    <a:gd name="connsiteY47" fmla="*/ 129801 h 315913"/>
                    <a:gd name="connsiteX48" fmla="*/ 101456 w 331788"/>
                    <a:gd name="connsiteY48" fmla="*/ 122237 h 315913"/>
                    <a:gd name="connsiteX49" fmla="*/ 72881 w 331788"/>
                    <a:gd name="connsiteY49" fmla="*/ 122237 h 315913"/>
                    <a:gd name="connsiteX50" fmla="*/ 65088 w 331788"/>
                    <a:gd name="connsiteY50" fmla="*/ 129801 h 315913"/>
                    <a:gd name="connsiteX51" fmla="*/ 65088 w 331788"/>
                    <a:gd name="connsiteY51" fmla="*/ 157536 h 315913"/>
                    <a:gd name="connsiteX52" fmla="*/ 72881 w 331788"/>
                    <a:gd name="connsiteY52" fmla="*/ 165100 h 315913"/>
                    <a:gd name="connsiteX53" fmla="*/ 79376 w 331788"/>
                    <a:gd name="connsiteY53" fmla="*/ 157536 h 315913"/>
                    <a:gd name="connsiteX54" fmla="*/ 79376 w 331788"/>
                    <a:gd name="connsiteY54" fmla="*/ 129801 h 315913"/>
                    <a:gd name="connsiteX55" fmla="*/ 72881 w 331788"/>
                    <a:gd name="connsiteY55" fmla="*/ 122237 h 315913"/>
                    <a:gd name="connsiteX56" fmla="*/ 258908 w 331788"/>
                    <a:gd name="connsiteY56" fmla="*/ 65087 h 315913"/>
                    <a:gd name="connsiteX57" fmla="*/ 252413 w 331788"/>
                    <a:gd name="connsiteY57" fmla="*/ 71581 h 315913"/>
                    <a:gd name="connsiteX58" fmla="*/ 252413 w 331788"/>
                    <a:gd name="connsiteY58" fmla="*/ 100157 h 315913"/>
                    <a:gd name="connsiteX59" fmla="*/ 258908 w 331788"/>
                    <a:gd name="connsiteY59" fmla="*/ 107950 h 315913"/>
                    <a:gd name="connsiteX60" fmla="*/ 266701 w 331788"/>
                    <a:gd name="connsiteY60" fmla="*/ 100157 h 315913"/>
                    <a:gd name="connsiteX61" fmla="*/ 266701 w 331788"/>
                    <a:gd name="connsiteY61" fmla="*/ 71581 h 315913"/>
                    <a:gd name="connsiteX62" fmla="*/ 258908 w 331788"/>
                    <a:gd name="connsiteY62" fmla="*/ 65087 h 315913"/>
                    <a:gd name="connsiteX63" fmla="*/ 230332 w 331788"/>
                    <a:gd name="connsiteY63" fmla="*/ 65087 h 315913"/>
                    <a:gd name="connsiteX64" fmla="*/ 223838 w 331788"/>
                    <a:gd name="connsiteY64" fmla="*/ 71581 h 315913"/>
                    <a:gd name="connsiteX65" fmla="*/ 223838 w 331788"/>
                    <a:gd name="connsiteY65" fmla="*/ 100157 h 315913"/>
                    <a:gd name="connsiteX66" fmla="*/ 230332 w 331788"/>
                    <a:gd name="connsiteY66" fmla="*/ 107950 h 315913"/>
                    <a:gd name="connsiteX67" fmla="*/ 238126 w 331788"/>
                    <a:gd name="connsiteY67" fmla="*/ 100157 h 315913"/>
                    <a:gd name="connsiteX68" fmla="*/ 238126 w 331788"/>
                    <a:gd name="connsiteY68" fmla="*/ 71581 h 315913"/>
                    <a:gd name="connsiteX69" fmla="*/ 230332 w 331788"/>
                    <a:gd name="connsiteY69" fmla="*/ 65087 h 315913"/>
                    <a:gd name="connsiteX70" fmla="*/ 201468 w 331788"/>
                    <a:gd name="connsiteY70" fmla="*/ 65087 h 315913"/>
                    <a:gd name="connsiteX71" fmla="*/ 193675 w 331788"/>
                    <a:gd name="connsiteY71" fmla="*/ 71581 h 315913"/>
                    <a:gd name="connsiteX72" fmla="*/ 193675 w 331788"/>
                    <a:gd name="connsiteY72" fmla="*/ 100157 h 315913"/>
                    <a:gd name="connsiteX73" fmla="*/ 201468 w 331788"/>
                    <a:gd name="connsiteY73" fmla="*/ 107950 h 315913"/>
                    <a:gd name="connsiteX74" fmla="*/ 207963 w 331788"/>
                    <a:gd name="connsiteY74" fmla="*/ 100157 h 315913"/>
                    <a:gd name="connsiteX75" fmla="*/ 207963 w 331788"/>
                    <a:gd name="connsiteY75" fmla="*/ 71581 h 315913"/>
                    <a:gd name="connsiteX76" fmla="*/ 201468 w 331788"/>
                    <a:gd name="connsiteY76" fmla="*/ 65087 h 315913"/>
                    <a:gd name="connsiteX77" fmla="*/ 128732 w 331788"/>
                    <a:gd name="connsiteY77" fmla="*/ 65087 h 315913"/>
                    <a:gd name="connsiteX78" fmla="*/ 122238 w 331788"/>
                    <a:gd name="connsiteY78" fmla="*/ 71581 h 315913"/>
                    <a:gd name="connsiteX79" fmla="*/ 122238 w 331788"/>
                    <a:gd name="connsiteY79" fmla="*/ 100157 h 315913"/>
                    <a:gd name="connsiteX80" fmla="*/ 128732 w 331788"/>
                    <a:gd name="connsiteY80" fmla="*/ 107950 h 315913"/>
                    <a:gd name="connsiteX81" fmla="*/ 136526 w 331788"/>
                    <a:gd name="connsiteY81" fmla="*/ 100157 h 315913"/>
                    <a:gd name="connsiteX82" fmla="*/ 136526 w 331788"/>
                    <a:gd name="connsiteY82" fmla="*/ 71581 h 315913"/>
                    <a:gd name="connsiteX83" fmla="*/ 128732 w 331788"/>
                    <a:gd name="connsiteY83" fmla="*/ 65087 h 315913"/>
                    <a:gd name="connsiteX84" fmla="*/ 101456 w 331788"/>
                    <a:gd name="connsiteY84" fmla="*/ 65087 h 315913"/>
                    <a:gd name="connsiteX85" fmla="*/ 93663 w 331788"/>
                    <a:gd name="connsiteY85" fmla="*/ 71581 h 315913"/>
                    <a:gd name="connsiteX86" fmla="*/ 93663 w 331788"/>
                    <a:gd name="connsiteY86" fmla="*/ 100157 h 315913"/>
                    <a:gd name="connsiteX87" fmla="*/ 101456 w 331788"/>
                    <a:gd name="connsiteY87" fmla="*/ 107950 h 315913"/>
                    <a:gd name="connsiteX88" fmla="*/ 107951 w 331788"/>
                    <a:gd name="connsiteY88" fmla="*/ 100157 h 315913"/>
                    <a:gd name="connsiteX89" fmla="*/ 107951 w 331788"/>
                    <a:gd name="connsiteY89" fmla="*/ 71581 h 315913"/>
                    <a:gd name="connsiteX90" fmla="*/ 101456 w 331788"/>
                    <a:gd name="connsiteY90" fmla="*/ 65087 h 315913"/>
                    <a:gd name="connsiteX91" fmla="*/ 72881 w 331788"/>
                    <a:gd name="connsiteY91" fmla="*/ 65087 h 315913"/>
                    <a:gd name="connsiteX92" fmla="*/ 65088 w 331788"/>
                    <a:gd name="connsiteY92" fmla="*/ 71581 h 315913"/>
                    <a:gd name="connsiteX93" fmla="*/ 65088 w 331788"/>
                    <a:gd name="connsiteY93" fmla="*/ 100157 h 315913"/>
                    <a:gd name="connsiteX94" fmla="*/ 72881 w 331788"/>
                    <a:gd name="connsiteY94" fmla="*/ 107950 h 315913"/>
                    <a:gd name="connsiteX95" fmla="*/ 79376 w 331788"/>
                    <a:gd name="connsiteY95" fmla="*/ 100157 h 315913"/>
                    <a:gd name="connsiteX96" fmla="*/ 79376 w 331788"/>
                    <a:gd name="connsiteY96" fmla="*/ 71581 h 315913"/>
                    <a:gd name="connsiteX97" fmla="*/ 72881 w 331788"/>
                    <a:gd name="connsiteY97" fmla="*/ 65087 h 315913"/>
                    <a:gd name="connsiteX98" fmla="*/ 107950 w 331788"/>
                    <a:gd name="connsiteY98" fmla="*/ 14287 h 315913"/>
                    <a:gd name="connsiteX99" fmla="*/ 107950 w 331788"/>
                    <a:gd name="connsiteY99" fmla="*/ 28575 h 315913"/>
                    <a:gd name="connsiteX100" fmla="*/ 223838 w 331788"/>
                    <a:gd name="connsiteY100" fmla="*/ 28575 h 315913"/>
                    <a:gd name="connsiteX101" fmla="*/ 223838 w 331788"/>
                    <a:gd name="connsiteY101" fmla="*/ 14287 h 315913"/>
                    <a:gd name="connsiteX102" fmla="*/ 64802 w 331788"/>
                    <a:gd name="connsiteY102" fmla="*/ 0 h 315913"/>
                    <a:gd name="connsiteX103" fmla="*/ 266986 w 331788"/>
                    <a:gd name="connsiteY103" fmla="*/ 0 h 315913"/>
                    <a:gd name="connsiteX104" fmla="*/ 273466 w 331788"/>
                    <a:gd name="connsiteY104" fmla="*/ 6474 h 315913"/>
                    <a:gd name="connsiteX105" fmla="*/ 266986 w 331788"/>
                    <a:gd name="connsiteY105" fmla="*/ 14242 h 315913"/>
                    <a:gd name="connsiteX106" fmla="*/ 238472 w 331788"/>
                    <a:gd name="connsiteY106" fmla="*/ 14242 h 315913"/>
                    <a:gd name="connsiteX107" fmla="*/ 238472 w 331788"/>
                    <a:gd name="connsiteY107" fmla="*/ 28484 h 315913"/>
                    <a:gd name="connsiteX108" fmla="*/ 303275 w 331788"/>
                    <a:gd name="connsiteY108" fmla="*/ 28484 h 315913"/>
                    <a:gd name="connsiteX109" fmla="*/ 309755 w 331788"/>
                    <a:gd name="connsiteY109" fmla="*/ 34958 h 315913"/>
                    <a:gd name="connsiteX110" fmla="*/ 309755 w 331788"/>
                    <a:gd name="connsiteY110" fmla="*/ 301671 h 315913"/>
                    <a:gd name="connsiteX111" fmla="*/ 324012 w 331788"/>
                    <a:gd name="connsiteY111" fmla="*/ 301671 h 315913"/>
                    <a:gd name="connsiteX112" fmla="*/ 331788 w 331788"/>
                    <a:gd name="connsiteY112" fmla="*/ 309439 h 315913"/>
                    <a:gd name="connsiteX113" fmla="*/ 324012 w 331788"/>
                    <a:gd name="connsiteY113" fmla="*/ 315913 h 315913"/>
                    <a:gd name="connsiteX114" fmla="*/ 7776 w 331788"/>
                    <a:gd name="connsiteY114" fmla="*/ 315913 h 315913"/>
                    <a:gd name="connsiteX115" fmla="*/ 0 w 331788"/>
                    <a:gd name="connsiteY115" fmla="*/ 309439 h 315913"/>
                    <a:gd name="connsiteX116" fmla="*/ 7776 w 331788"/>
                    <a:gd name="connsiteY116" fmla="*/ 301671 h 315913"/>
                    <a:gd name="connsiteX117" fmla="*/ 22033 w 331788"/>
                    <a:gd name="connsiteY117" fmla="*/ 301671 h 315913"/>
                    <a:gd name="connsiteX118" fmla="*/ 22033 w 331788"/>
                    <a:gd name="connsiteY118" fmla="*/ 34958 h 315913"/>
                    <a:gd name="connsiteX119" fmla="*/ 28513 w 331788"/>
                    <a:gd name="connsiteY119" fmla="*/ 28484 h 315913"/>
                    <a:gd name="connsiteX120" fmla="*/ 93315 w 331788"/>
                    <a:gd name="connsiteY120" fmla="*/ 28484 h 315913"/>
                    <a:gd name="connsiteX121" fmla="*/ 93315 w 331788"/>
                    <a:gd name="connsiteY121" fmla="*/ 14242 h 315913"/>
                    <a:gd name="connsiteX122" fmla="*/ 64802 w 331788"/>
                    <a:gd name="connsiteY122" fmla="*/ 14242 h 315913"/>
                    <a:gd name="connsiteX123" fmla="*/ 58322 w 331788"/>
                    <a:gd name="connsiteY123" fmla="*/ 6474 h 315913"/>
                    <a:gd name="connsiteX124" fmla="*/ 64802 w 331788"/>
                    <a:gd name="connsiteY124" fmla="*/ 0 h 3159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</a:cxnLst>
                  <a:rect l="l" t="t" r="r" b="b"/>
                  <a:pathLst>
                    <a:path w="331788" h="315913">
                      <a:moveTo>
                        <a:pt x="101402" y="200025"/>
                      </a:moveTo>
                      <a:cubicBezTo>
                        <a:pt x="97532" y="200025"/>
                        <a:pt x="93663" y="203933"/>
                        <a:pt x="93663" y="207840"/>
                      </a:cubicBezTo>
                      <a:cubicBezTo>
                        <a:pt x="93663" y="207840"/>
                        <a:pt x="93663" y="207840"/>
                        <a:pt x="93663" y="301625"/>
                      </a:cubicBezTo>
                      <a:cubicBezTo>
                        <a:pt x="93663" y="301625"/>
                        <a:pt x="93663" y="301625"/>
                        <a:pt x="137518" y="301625"/>
                      </a:cubicBezTo>
                      <a:cubicBezTo>
                        <a:pt x="137518" y="301625"/>
                        <a:pt x="137518" y="301625"/>
                        <a:pt x="137518" y="250825"/>
                      </a:cubicBezTo>
                      <a:cubicBezTo>
                        <a:pt x="137518" y="246917"/>
                        <a:pt x="140097" y="244312"/>
                        <a:pt x="143967" y="244312"/>
                      </a:cubicBezTo>
                      <a:cubicBezTo>
                        <a:pt x="143967" y="244312"/>
                        <a:pt x="143967" y="244312"/>
                        <a:pt x="187822" y="244312"/>
                      </a:cubicBezTo>
                      <a:cubicBezTo>
                        <a:pt x="191691" y="244312"/>
                        <a:pt x="194271" y="246917"/>
                        <a:pt x="194271" y="250825"/>
                      </a:cubicBezTo>
                      <a:cubicBezTo>
                        <a:pt x="194271" y="250825"/>
                        <a:pt x="194271" y="250825"/>
                        <a:pt x="194271" y="301625"/>
                      </a:cubicBezTo>
                      <a:cubicBezTo>
                        <a:pt x="194271" y="301625"/>
                        <a:pt x="194271" y="301625"/>
                        <a:pt x="230387" y="301625"/>
                      </a:cubicBezTo>
                      <a:cubicBezTo>
                        <a:pt x="234256" y="301625"/>
                        <a:pt x="238126" y="299020"/>
                        <a:pt x="238126" y="295112"/>
                      </a:cubicBezTo>
                      <a:lnTo>
                        <a:pt x="238126" y="207840"/>
                      </a:lnTo>
                      <a:cubicBezTo>
                        <a:pt x="238126" y="203933"/>
                        <a:pt x="234256" y="200025"/>
                        <a:pt x="230387" y="200025"/>
                      </a:cubicBezTo>
                      <a:cubicBezTo>
                        <a:pt x="230387" y="200025"/>
                        <a:pt x="230387" y="200025"/>
                        <a:pt x="101402" y="200025"/>
                      </a:cubicBezTo>
                      <a:close/>
                      <a:moveTo>
                        <a:pt x="258908" y="122237"/>
                      </a:moveTo>
                      <a:cubicBezTo>
                        <a:pt x="255011" y="122237"/>
                        <a:pt x="252413" y="124758"/>
                        <a:pt x="252413" y="129801"/>
                      </a:cubicBezTo>
                      <a:cubicBezTo>
                        <a:pt x="252413" y="129801"/>
                        <a:pt x="252413" y="129801"/>
                        <a:pt x="252413" y="157536"/>
                      </a:cubicBezTo>
                      <a:cubicBezTo>
                        <a:pt x="252413" y="161318"/>
                        <a:pt x="255011" y="165100"/>
                        <a:pt x="258908" y="165100"/>
                      </a:cubicBezTo>
                      <a:cubicBezTo>
                        <a:pt x="264103" y="165100"/>
                        <a:pt x="266701" y="161318"/>
                        <a:pt x="266701" y="157536"/>
                      </a:cubicBezTo>
                      <a:lnTo>
                        <a:pt x="266701" y="129801"/>
                      </a:lnTo>
                      <a:cubicBezTo>
                        <a:pt x="266701" y="124758"/>
                        <a:pt x="264103" y="122237"/>
                        <a:pt x="258908" y="122237"/>
                      </a:cubicBezTo>
                      <a:close/>
                      <a:moveTo>
                        <a:pt x="230332" y="122237"/>
                      </a:moveTo>
                      <a:cubicBezTo>
                        <a:pt x="226436" y="122237"/>
                        <a:pt x="223838" y="124758"/>
                        <a:pt x="223838" y="129801"/>
                      </a:cubicBezTo>
                      <a:cubicBezTo>
                        <a:pt x="223838" y="129801"/>
                        <a:pt x="223838" y="129801"/>
                        <a:pt x="223838" y="157536"/>
                      </a:cubicBezTo>
                      <a:cubicBezTo>
                        <a:pt x="223838" y="161318"/>
                        <a:pt x="226436" y="165100"/>
                        <a:pt x="230332" y="165100"/>
                      </a:cubicBezTo>
                      <a:cubicBezTo>
                        <a:pt x="234229" y="165100"/>
                        <a:pt x="238126" y="161318"/>
                        <a:pt x="238126" y="157536"/>
                      </a:cubicBezTo>
                      <a:lnTo>
                        <a:pt x="238126" y="129801"/>
                      </a:lnTo>
                      <a:cubicBezTo>
                        <a:pt x="238126" y="124758"/>
                        <a:pt x="234229" y="122237"/>
                        <a:pt x="230332" y="122237"/>
                      </a:cubicBezTo>
                      <a:close/>
                      <a:moveTo>
                        <a:pt x="201468" y="122237"/>
                      </a:moveTo>
                      <a:cubicBezTo>
                        <a:pt x="196273" y="122237"/>
                        <a:pt x="193675" y="124758"/>
                        <a:pt x="193675" y="129801"/>
                      </a:cubicBezTo>
                      <a:cubicBezTo>
                        <a:pt x="193675" y="129801"/>
                        <a:pt x="193675" y="129801"/>
                        <a:pt x="193675" y="157536"/>
                      </a:cubicBezTo>
                      <a:cubicBezTo>
                        <a:pt x="193675" y="161318"/>
                        <a:pt x="196273" y="165100"/>
                        <a:pt x="201468" y="165100"/>
                      </a:cubicBezTo>
                      <a:cubicBezTo>
                        <a:pt x="205365" y="165100"/>
                        <a:pt x="207963" y="161318"/>
                        <a:pt x="207963" y="157536"/>
                      </a:cubicBezTo>
                      <a:cubicBezTo>
                        <a:pt x="207963" y="157536"/>
                        <a:pt x="207963" y="157536"/>
                        <a:pt x="207963" y="129801"/>
                      </a:cubicBezTo>
                      <a:cubicBezTo>
                        <a:pt x="207963" y="124758"/>
                        <a:pt x="205365" y="122237"/>
                        <a:pt x="201468" y="122237"/>
                      </a:cubicBezTo>
                      <a:close/>
                      <a:moveTo>
                        <a:pt x="128732" y="122237"/>
                      </a:moveTo>
                      <a:cubicBezTo>
                        <a:pt x="124836" y="122237"/>
                        <a:pt x="122238" y="124758"/>
                        <a:pt x="122238" y="129801"/>
                      </a:cubicBezTo>
                      <a:cubicBezTo>
                        <a:pt x="122238" y="129801"/>
                        <a:pt x="122238" y="129801"/>
                        <a:pt x="122238" y="157536"/>
                      </a:cubicBezTo>
                      <a:cubicBezTo>
                        <a:pt x="122238" y="161318"/>
                        <a:pt x="124836" y="165100"/>
                        <a:pt x="128732" y="165100"/>
                      </a:cubicBezTo>
                      <a:cubicBezTo>
                        <a:pt x="133928" y="165100"/>
                        <a:pt x="136526" y="161318"/>
                        <a:pt x="136526" y="157536"/>
                      </a:cubicBezTo>
                      <a:cubicBezTo>
                        <a:pt x="136526" y="157536"/>
                        <a:pt x="136526" y="157536"/>
                        <a:pt x="136526" y="129801"/>
                      </a:cubicBezTo>
                      <a:cubicBezTo>
                        <a:pt x="136526" y="124758"/>
                        <a:pt x="133928" y="122237"/>
                        <a:pt x="128732" y="122237"/>
                      </a:cubicBezTo>
                      <a:close/>
                      <a:moveTo>
                        <a:pt x="101456" y="122237"/>
                      </a:moveTo>
                      <a:cubicBezTo>
                        <a:pt x="97559" y="122237"/>
                        <a:pt x="93663" y="124758"/>
                        <a:pt x="93663" y="129801"/>
                      </a:cubicBezTo>
                      <a:lnTo>
                        <a:pt x="93663" y="157536"/>
                      </a:lnTo>
                      <a:cubicBezTo>
                        <a:pt x="93663" y="161318"/>
                        <a:pt x="97559" y="165100"/>
                        <a:pt x="101456" y="165100"/>
                      </a:cubicBezTo>
                      <a:cubicBezTo>
                        <a:pt x="105353" y="165100"/>
                        <a:pt x="107951" y="161318"/>
                        <a:pt x="107951" y="157536"/>
                      </a:cubicBezTo>
                      <a:cubicBezTo>
                        <a:pt x="107951" y="157536"/>
                        <a:pt x="107951" y="157536"/>
                        <a:pt x="107951" y="129801"/>
                      </a:cubicBezTo>
                      <a:cubicBezTo>
                        <a:pt x="107951" y="124758"/>
                        <a:pt x="105353" y="122237"/>
                        <a:pt x="101456" y="122237"/>
                      </a:cubicBezTo>
                      <a:close/>
                      <a:moveTo>
                        <a:pt x="72881" y="122237"/>
                      </a:moveTo>
                      <a:cubicBezTo>
                        <a:pt x="67686" y="122237"/>
                        <a:pt x="65088" y="124758"/>
                        <a:pt x="65088" y="129801"/>
                      </a:cubicBezTo>
                      <a:cubicBezTo>
                        <a:pt x="65088" y="129801"/>
                        <a:pt x="65088" y="129801"/>
                        <a:pt x="65088" y="157536"/>
                      </a:cubicBezTo>
                      <a:cubicBezTo>
                        <a:pt x="65088" y="161318"/>
                        <a:pt x="67686" y="165100"/>
                        <a:pt x="72881" y="165100"/>
                      </a:cubicBezTo>
                      <a:cubicBezTo>
                        <a:pt x="76778" y="165100"/>
                        <a:pt x="79376" y="161318"/>
                        <a:pt x="79376" y="157536"/>
                      </a:cubicBezTo>
                      <a:lnTo>
                        <a:pt x="79376" y="129801"/>
                      </a:lnTo>
                      <a:cubicBezTo>
                        <a:pt x="79376" y="124758"/>
                        <a:pt x="76778" y="122237"/>
                        <a:pt x="72881" y="122237"/>
                      </a:cubicBezTo>
                      <a:close/>
                      <a:moveTo>
                        <a:pt x="258908" y="65087"/>
                      </a:moveTo>
                      <a:cubicBezTo>
                        <a:pt x="255011" y="65087"/>
                        <a:pt x="252413" y="67685"/>
                        <a:pt x="252413" y="71581"/>
                      </a:cubicBezTo>
                      <a:cubicBezTo>
                        <a:pt x="252413" y="71581"/>
                        <a:pt x="252413" y="71581"/>
                        <a:pt x="252413" y="100157"/>
                      </a:cubicBezTo>
                      <a:cubicBezTo>
                        <a:pt x="252413" y="105352"/>
                        <a:pt x="255011" y="107950"/>
                        <a:pt x="258908" y="107950"/>
                      </a:cubicBezTo>
                      <a:cubicBezTo>
                        <a:pt x="264103" y="107950"/>
                        <a:pt x="266701" y="105352"/>
                        <a:pt x="266701" y="100157"/>
                      </a:cubicBezTo>
                      <a:lnTo>
                        <a:pt x="266701" y="71581"/>
                      </a:lnTo>
                      <a:cubicBezTo>
                        <a:pt x="266701" y="67685"/>
                        <a:pt x="264103" y="65087"/>
                        <a:pt x="258908" y="65087"/>
                      </a:cubicBezTo>
                      <a:close/>
                      <a:moveTo>
                        <a:pt x="230332" y="65087"/>
                      </a:moveTo>
                      <a:cubicBezTo>
                        <a:pt x="226436" y="65087"/>
                        <a:pt x="223838" y="67685"/>
                        <a:pt x="223838" y="71581"/>
                      </a:cubicBezTo>
                      <a:cubicBezTo>
                        <a:pt x="223838" y="71581"/>
                        <a:pt x="223838" y="71581"/>
                        <a:pt x="223838" y="100157"/>
                      </a:cubicBezTo>
                      <a:cubicBezTo>
                        <a:pt x="223838" y="105352"/>
                        <a:pt x="226436" y="107950"/>
                        <a:pt x="230332" y="107950"/>
                      </a:cubicBezTo>
                      <a:cubicBezTo>
                        <a:pt x="234229" y="107950"/>
                        <a:pt x="238126" y="105352"/>
                        <a:pt x="238126" y="100157"/>
                      </a:cubicBezTo>
                      <a:lnTo>
                        <a:pt x="238126" y="71581"/>
                      </a:lnTo>
                      <a:cubicBezTo>
                        <a:pt x="238126" y="67685"/>
                        <a:pt x="234229" y="65087"/>
                        <a:pt x="230332" y="65087"/>
                      </a:cubicBezTo>
                      <a:close/>
                      <a:moveTo>
                        <a:pt x="201468" y="65087"/>
                      </a:moveTo>
                      <a:cubicBezTo>
                        <a:pt x="196273" y="65087"/>
                        <a:pt x="193675" y="67685"/>
                        <a:pt x="193675" y="71581"/>
                      </a:cubicBezTo>
                      <a:cubicBezTo>
                        <a:pt x="193675" y="71581"/>
                        <a:pt x="193675" y="71581"/>
                        <a:pt x="193675" y="100157"/>
                      </a:cubicBezTo>
                      <a:cubicBezTo>
                        <a:pt x="193675" y="105352"/>
                        <a:pt x="196273" y="107950"/>
                        <a:pt x="201468" y="107950"/>
                      </a:cubicBezTo>
                      <a:cubicBezTo>
                        <a:pt x="205365" y="107950"/>
                        <a:pt x="207963" y="105352"/>
                        <a:pt x="207963" y="100157"/>
                      </a:cubicBezTo>
                      <a:cubicBezTo>
                        <a:pt x="207963" y="100157"/>
                        <a:pt x="207963" y="100157"/>
                        <a:pt x="207963" y="71581"/>
                      </a:cubicBezTo>
                      <a:cubicBezTo>
                        <a:pt x="207963" y="67685"/>
                        <a:pt x="205365" y="65087"/>
                        <a:pt x="201468" y="65087"/>
                      </a:cubicBezTo>
                      <a:close/>
                      <a:moveTo>
                        <a:pt x="128732" y="65087"/>
                      </a:moveTo>
                      <a:cubicBezTo>
                        <a:pt x="124836" y="65087"/>
                        <a:pt x="122238" y="67685"/>
                        <a:pt x="122238" y="71581"/>
                      </a:cubicBezTo>
                      <a:cubicBezTo>
                        <a:pt x="122238" y="71581"/>
                        <a:pt x="122238" y="71581"/>
                        <a:pt x="122238" y="100157"/>
                      </a:cubicBezTo>
                      <a:cubicBezTo>
                        <a:pt x="122238" y="105352"/>
                        <a:pt x="124836" y="107950"/>
                        <a:pt x="128732" y="107950"/>
                      </a:cubicBezTo>
                      <a:cubicBezTo>
                        <a:pt x="133928" y="107950"/>
                        <a:pt x="136526" y="105352"/>
                        <a:pt x="136526" y="100157"/>
                      </a:cubicBezTo>
                      <a:cubicBezTo>
                        <a:pt x="136526" y="100157"/>
                        <a:pt x="136526" y="100157"/>
                        <a:pt x="136526" y="71581"/>
                      </a:cubicBezTo>
                      <a:cubicBezTo>
                        <a:pt x="136526" y="67685"/>
                        <a:pt x="133928" y="65087"/>
                        <a:pt x="128732" y="65087"/>
                      </a:cubicBezTo>
                      <a:close/>
                      <a:moveTo>
                        <a:pt x="101456" y="65087"/>
                      </a:moveTo>
                      <a:cubicBezTo>
                        <a:pt x="97559" y="65087"/>
                        <a:pt x="93663" y="67685"/>
                        <a:pt x="93663" y="71581"/>
                      </a:cubicBezTo>
                      <a:lnTo>
                        <a:pt x="93663" y="100157"/>
                      </a:lnTo>
                      <a:cubicBezTo>
                        <a:pt x="93663" y="105352"/>
                        <a:pt x="97559" y="107950"/>
                        <a:pt x="101456" y="107950"/>
                      </a:cubicBezTo>
                      <a:cubicBezTo>
                        <a:pt x="105353" y="107950"/>
                        <a:pt x="107951" y="105352"/>
                        <a:pt x="107951" y="100157"/>
                      </a:cubicBezTo>
                      <a:cubicBezTo>
                        <a:pt x="107951" y="100157"/>
                        <a:pt x="107951" y="100157"/>
                        <a:pt x="107951" y="71581"/>
                      </a:cubicBezTo>
                      <a:cubicBezTo>
                        <a:pt x="107951" y="67685"/>
                        <a:pt x="105353" y="65087"/>
                        <a:pt x="101456" y="65087"/>
                      </a:cubicBezTo>
                      <a:close/>
                      <a:moveTo>
                        <a:pt x="72881" y="65087"/>
                      </a:moveTo>
                      <a:cubicBezTo>
                        <a:pt x="67686" y="65087"/>
                        <a:pt x="65088" y="67685"/>
                        <a:pt x="65088" y="71581"/>
                      </a:cubicBezTo>
                      <a:cubicBezTo>
                        <a:pt x="65088" y="71581"/>
                        <a:pt x="65088" y="71581"/>
                        <a:pt x="65088" y="100157"/>
                      </a:cubicBezTo>
                      <a:cubicBezTo>
                        <a:pt x="65088" y="105352"/>
                        <a:pt x="67686" y="107950"/>
                        <a:pt x="72881" y="107950"/>
                      </a:cubicBezTo>
                      <a:cubicBezTo>
                        <a:pt x="76778" y="107950"/>
                        <a:pt x="79376" y="105352"/>
                        <a:pt x="79376" y="100157"/>
                      </a:cubicBezTo>
                      <a:lnTo>
                        <a:pt x="79376" y="71581"/>
                      </a:lnTo>
                      <a:cubicBezTo>
                        <a:pt x="79376" y="67685"/>
                        <a:pt x="76778" y="65087"/>
                        <a:pt x="72881" y="65087"/>
                      </a:cubicBezTo>
                      <a:close/>
                      <a:moveTo>
                        <a:pt x="107950" y="14287"/>
                      </a:moveTo>
                      <a:lnTo>
                        <a:pt x="107950" y="28575"/>
                      </a:lnTo>
                      <a:lnTo>
                        <a:pt x="223838" y="28575"/>
                      </a:lnTo>
                      <a:lnTo>
                        <a:pt x="223838" y="14287"/>
                      </a:lnTo>
                      <a:close/>
                      <a:moveTo>
                        <a:pt x="64802" y="0"/>
                      </a:moveTo>
                      <a:cubicBezTo>
                        <a:pt x="64802" y="0"/>
                        <a:pt x="64802" y="0"/>
                        <a:pt x="266986" y="0"/>
                      </a:cubicBezTo>
                      <a:cubicBezTo>
                        <a:pt x="270874" y="0"/>
                        <a:pt x="273466" y="2589"/>
                        <a:pt x="273466" y="6474"/>
                      </a:cubicBezTo>
                      <a:cubicBezTo>
                        <a:pt x="273466" y="10358"/>
                        <a:pt x="270874" y="14242"/>
                        <a:pt x="266986" y="14242"/>
                      </a:cubicBezTo>
                      <a:cubicBezTo>
                        <a:pt x="266986" y="14242"/>
                        <a:pt x="266986" y="14242"/>
                        <a:pt x="238472" y="14242"/>
                      </a:cubicBezTo>
                      <a:cubicBezTo>
                        <a:pt x="238472" y="14242"/>
                        <a:pt x="238472" y="14242"/>
                        <a:pt x="238472" y="28484"/>
                      </a:cubicBezTo>
                      <a:cubicBezTo>
                        <a:pt x="238472" y="28484"/>
                        <a:pt x="238472" y="28484"/>
                        <a:pt x="303275" y="28484"/>
                      </a:cubicBezTo>
                      <a:cubicBezTo>
                        <a:pt x="307163" y="28484"/>
                        <a:pt x="309755" y="31073"/>
                        <a:pt x="309755" y="34958"/>
                      </a:cubicBezTo>
                      <a:cubicBezTo>
                        <a:pt x="309755" y="34958"/>
                        <a:pt x="309755" y="34958"/>
                        <a:pt x="309755" y="301671"/>
                      </a:cubicBezTo>
                      <a:cubicBezTo>
                        <a:pt x="309755" y="301671"/>
                        <a:pt x="309755" y="301671"/>
                        <a:pt x="324012" y="301671"/>
                      </a:cubicBezTo>
                      <a:cubicBezTo>
                        <a:pt x="329196" y="301671"/>
                        <a:pt x="331788" y="305555"/>
                        <a:pt x="331788" y="309439"/>
                      </a:cubicBezTo>
                      <a:cubicBezTo>
                        <a:pt x="331788" y="313324"/>
                        <a:pt x="329196" y="315913"/>
                        <a:pt x="324012" y="315913"/>
                      </a:cubicBezTo>
                      <a:cubicBezTo>
                        <a:pt x="324012" y="315913"/>
                        <a:pt x="324012" y="315913"/>
                        <a:pt x="7776" y="315913"/>
                      </a:cubicBezTo>
                      <a:cubicBezTo>
                        <a:pt x="2592" y="315913"/>
                        <a:pt x="0" y="313324"/>
                        <a:pt x="0" y="309439"/>
                      </a:cubicBezTo>
                      <a:cubicBezTo>
                        <a:pt x="0" y="305555"/>
                        <a:pt x="2592" y="301671"/>
                        <a:pt x="7776" y="301671"/>
                      </a:cubicBezTo>
                      <a:cubicBezTo>
                        <a:pt x="7776" y="301671"/>
                        <a:pt x="7776" y="301671"/>
                        <a:pt x="22033" y="301671"/>
                      </a:cubicBezTo>
                      <a:cubicBezTo>
                        <a:pt x="22033" y="301671"/>
                        <a:pt x="22033" y="301671"/>
                        <a:pt x="22033" y="34958"/>
                      </a:cubicBezTo>
                      <a:cubicBezTo>
                        <a:pt x="22033" y="31073"/>
                        <a:pt x="24625" y="28484"/>
                        <a:pt x="28513" y="28484"/>
                      </a:cubicBezTo>
                      <a:cubicBezTo>
                        <a:pt x="28513" y="28484"/>
                        <a:pt x="28513" y="28484"/>
                        <a:pt x="93315" y="28484"/>
                      </a:cubicBezTo>
                      <a:cubicBezTo>
                        <a:pt x="93315" y="28484"/>
                        <a:pt x="93315" y="28484"/>
                        <a:pt x="93315" y="14242"/>
                      </a:cubicBezTo>
                      <a:cubicBezTo>
                        <a:pt x="93315" y="14242"/>
                        <a:pt x="93315" y="14242"/>
                        <a:pt x="64802" y="14242"/>
                      </a:cubicBezTo>
                      <a:cubicBezTo>
                        <a:pt x="60914" y="14242"/>
                        <a:pt x="58322" y="10358"/>
                        <a:pt x="58322" y="6474"/>
                      </a:cubicBezTo>
                      <a:cubicBezTo>
                        <a:pt x="58322" y="2589"/>
                        <a:pt x="60914" y="0"/>
                        <a:pt x="6480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30" name="组合 29"/>
              <p:cNvGrpSpPr/>
              <p:nvPr/>
            </p:nvGrpSpPr>
            <p:grpSpPr>
              <a:xfrm>
                <a:off x="1658927" y="3787099"/>
                <a:ext cx="1457778" cy="1461406"/>
                <a:chOff x="5746696" y="4552422"/>
                <a:chExt cx="713926" cy="715702"/>
              </a:xfrm>
              <a:effectLst/>
            </p:grpSpPr>
            <p:sp>
              <p:nvSpPr>
                <p:cNvPr id="31" name="任意多边形: 形状 30"/>
                <p:cNvSpPr/>
                <p:nvPr/>
              </p:nvSpPr>
              <p:spPr bwMode="auto">
                <a:xfrm>
                  <a:off x="5746696" y="4552422"/>
                  <a:ext cx="713926" cy="715702"/>
                </a:xfrm>
                <a:custGeom>
                  <a:avLst/>
                  <a:gdLst>
                    <a:gd name="T0" fmla="*/ 1726 w 3453"/>
                    <a:gd name="T1" fmla="*/ 0 h 3453"/>
                    <a:gd name="T2" fmla="*/ 1726 w 3453"/>
                    <a:gd name="T3" fmla="*/ 0 h 3453"/>
                    <a:gd name="T4" fmla="*/ 0 w 3453"/>
                    <a:gd name="T5" fmla="*/ 1726 h 3453"/>
                    <a:gd name="T6" fmla="*/ 1726 w 3453"/>
                    <a:gd name="T7" fmla="*/ 3453 h 3453"/>
                    <a:gd name="T8" fmla="*/ 3453 w 3453"/>
                    <a:gd name="T9" fmla="*/ 1726 h 3453"/>
                    <a:gd name="T10" fmla="*/ 1726 w 3453"/>
                    <a:gd name="T11" fmla="*/ 0 h 34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453" h="3453">
                      <a:moveTo>
                        <a:pt x="1726" y="0"/>
                      </a:moveTo>
                      <a:lnTo>
                        <a:pt x="1726" y="0"/>
                      </a:lnTo>
                      <a:cubicBezTo>
                        <a:pt x="773" y="0"/>
                        <a:pt x="0" y="772"/>
                        <a:pt x="0" y="1726"/>
                      </a:cubicBezTo>
                      <a:cubicBezTo>
                        <a:pt x="0" y="2679"/>
                        <a:pt x="773" y="3453"/>
                        <a:pt x="1726" y="3453"/>
                      </a:cubicBezTo>
                      <a:cubicBezTo>
                        <a:pt x="2680" y="3453"/>
                        <a:pt x="3453" y="2679"/>
                        <a:pt x="3453" y="1726"/>
                      </a:cubicBezTo>
                      <a:cubicBezTo>
                        <a:pt x="3453" y="772"/>
                        <a:pt x="2680" y="0"/>
                        <a:pt x="1726" y="0"/>
                      </a:cubicBezTo>
                      <a:close/>
                    </a:path>
                  </a:pathLst>
                </a:custGeom>
                <a:solidFill>
                  <a:srgbClr val="7B8E9B"/>
                </a:solidFill>
                <a:ln w="19050">
                  <a:noFill/>
                  <a:prstDash val="solid"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2" name="任意多边形: 形状 31"/>
                <p:cNvSpPr/>
                <p:nvPr/>
              </p:nvSpPr>
              <p:spPr bwMode="auto">
                <a:xfrm>
                  <a:off x="5945318" y="4753898"/>
                  <a:ext cx="314912" cy="314327"/>
                </a:xfrm>
                <a:custGeom>
                  <a:avLst/>
                  <a:gdLst>
                    <a:gd name="T0" fmla="*/ 164 w 204"/>
                    <a:gd name="T1" fmla="*/ 0 h 204"/>
                    <a:gd name="T2" fmla="*/ 39 w 204"/>
                    <a:gd name="T3" fmla="*/ 0 h 204"/>
                    <a:gd name="T4" fmla="*/ 0 w 204"/>
                    <a:gd name="T5" fmla="*/ 39 h 204"/>
                    <a:gd name="T6" fmla="*/ 0 w 204"/>
                    <a:gd name="T7" fmla="*/ 81 h 204"/>
                    <a:gd name="T8" fmla="*/ 0 w 204"/>
                    <a:gd name="T9" fmla="*/ 164 h 204"/>
                    <a:gd name="T10" fmla="*/ 39 w 204"/>
                    <a:gd name="T11" fmla="*/ 204 h 204"/>
                    <a:gd name="T12" fmla="*/ 164 w 204"/>
                    <a:gd name="T13" fmla="*/ 204 h 204"/>
                    <a:gd name="T14" fmla="*/ 204 w 204"/>
                    <a:gd name="T15" fmla="*/ 164 h 204"/>
                    <a:gd name="T16" fmla="*/ 204 w 204"/>
                    <a:gd name="T17" fmla="*/ 81 h 204"/>
                    <a:gd name="T18" fmla="*/ 204 w 204"/>
                    <a:gd name="T19" fmla="*/ 39 h 204"/>
                    <a:gd name="T20" fmla="*/ 164 w 204"/>
                    <a:gd name="T21" fmla="*/ 0 h 204"/>
                    <a:gd name="T22" fmla="*/ 176 w 204"/>
                    <a:gd name="T23" fmla="*/ 23 h 204"/>
                    <a:gd name="T24" fmla="*/ 180 w 204"/>
                    <a:gd name="T25" fmla="*/ 23 h 204"/>
                    <a:gd name="T26" fmla="*/ 180 w 204"/>
                    <a:gd name="T27" fmla="*/ 28 h 204"/>
                    <a:gd name="T28" fmla="*/ 180 w 204"/>
                    <a:gd name="T29" fmla="*/ 58 h 204"/>
                    <a:gd name="T30" fmla="*/ 146 w 204"/>
                    <a:gd name="T31" fmla="*/ 58 h 204"/>
                    <a:gd name="T32" fmla="*/ 146 w 204"/>
                    <a:gd name="T33" fmla="*/ 24 h 204"/>
                    <a:gd name="T34" fmla="*/ 176 w 204"/>
                    <a:gd name="T35" fmla="*/ 23 h 204"/>
                    <a:gd name="T36" fmla="*/ 73 w 204"/>
                    <a:gd name="T37" fmla="*/ 81 h 204"/>
                    <a:gd name="T38" fmla="*/ 102 w 204"/>
                    <a:gd name="T39" fmla="*/ 66 h 204"/>
                    <a:gd name="T40" fmla="*/ 131 w 204"/>
                    <a:gd name="T41" fmla="*/ 81 h 204"/>
                    <a:gd name="T42" fmla="*/ 138 w 204"/>
                    <a:gd name="T43" fmla="*/ 102 h 204"/>
                    <a:gd name="T44" fmla="*/ 102 w 204"/>
                    <a:gd name="T45" fmla="*/ 138 h 204"/>
                    <a:gd name="T46" fmla="*/ 66 w 204"/>
                    <a:gd name="T47" fmla="*/ 102 h 204"/>
                    <a:gd name="T48" fmla="*/ 73 w 204"/>
                    <a:gd name="T49" fmla="*/ 81 h 204"/>
                    <a:gd name="T50" fmla="*/ 184 w 204"/>
                    <a:gd name="T51" fmla="*/ 164 h 204"/>
                    <a:gd name="T52" fmla="*/ 164 w 204"/>
                    <a:gd name="T53" fmla="*/ 184 h 204"/>
                    <a:gd name="T54" fmla="*/ 39 w 204"/>
                    <a:gd name="T55" fmla="*/ 184 h 204"/>
                    <a:gd name="T56" fmla="*/ 20 w 204"/>
                    <a:gd name="T57" fmla="*/ 164 h 204"/>
                    <a:gd name="T58" fmla="*/ 20 w 204"/>
                    <a:gd name="T59" fmla="*/ 81 h 204"/>
                    <a:gd name="T60" fmla="*/ 50 w 204"/>
                    <a:gd name="T61" fmla="*/ 81 h 204"/>
                    <a:gd name="T62" fmla="*/ 46 w 204"/>
                    <a:gd name="T63" fmla="*/ 102 h 204"/>
                    <a:gd name="T64" fmla="*/ 102 w 204"/>
                    <a:gd name="T65" fmla="*/ 158 h 204"/>
                    <a:gd name="T66" fmla="*/ 157 w 204"/>
                    <a:gd name="T67" fmla="*/ 102 h 204"/>
                    <a:gd name="T68" fmla="*/ 153 w 204"/>
                    <a:gd name="T69" fmla="*/ 81 h 204"/>
                    <a:gd name="T70" fmla="*/ 184 w 204"/>
                    <a:gd name="T71" fmla="*/ 81 h 204"/>
                    <a:gd name="T72" fmla="*/ 184 w 204"/>
                    <a:gd name="T73" fmla="*/ 164 h 2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04" h="204">
                      <a:moveTo>
                        <a:pt x="164" y="0"/>
                      </a:move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17" y="0"/>
                        <a:pt x="0" y="18"/>
                        <a:pt x="0" y="39"/>
                      </a:cubicBezTo>
                      <a:cubicBezTo>
                        <a:pt x="0" y="81"/>
                        <a:pt x="0" y="81"/>
                        <a:pt x="0" y="81"/>
                      </a:cubicBezTo>
                      <a:cubicBezTo>
                        <a:pt x="0" y="164"/>
                        <a:pt x="0" y="164"/>
                        <a:pt x="0" y="164"/>
                      </a:cubicBezTo>
                      <a:cubicBezTo>
                        <a:pt x="0" y="186"/>
                        <a:pt x="17" y="204"/>
                        <a:pt x="39" y="204"/>
                      </a:cubicBezTo>
                      <a:cubicBezTo>
                        <a:pt x="164" y="204"/>
                        <a:pt x="164" y="204"/>
                        <a:pt x="164" y="204"/>
                      </a:cubicBezTo>
                      <a:cubicBezTo>
                        <a:pt x="186" y="204"/>
                        <a:pt x="204" y="186"/>
                        <a:pt x="204" y="164"/>
                      </a:cubicBezTo>
                      <a:cubicBezTo>
                        <a:pt x="204" y="81"/>
                        <a:pt x="204" y="81"/>
                        <a:pt x="204" y="81"/>
                      </a:cubicBezTo>
                      <a:cubicBezTo>
                        <a:pt x="204" y="39"/>
                        <a:pt x="204" y="39"/>
                        <a:pt x="204" y="39"/>
                      </a:cubicBezTo>
                      <a:cubicBezTo>
                        <a:pt x="204" y="18"/>
                        <a:pt x="186" y="0"/>
                        <a:pt x="164" y="0"/>
                      </a:cubicBezTo>
                      <a:close/>
                      <a:moveTo>
                        <a:pt x="176" y="23"/>
                      </a:moveTo>
                      <a:cubicBezTo>
                        <a:pt x="180" y="23"/>
                        <a:pt x="180" y="23"/>
                        <a:pt x="180" y="23"/>
                      </a:cubicBezTo>
                      <a:cubicBezTo>
                        <a:pt x="180" y="28"/>
                        <a:pt x="180" y="28"/>
                        <a:pt x="180" y="28"/>
                      </a:cubicBezTo>
                      <a:cubicBezTo>
                        <a:pt x="180" y="58"/>
                        <a:pt x="180" y="58"/>
                        <a:pt x="180" y="58"/>
                      </a:cubicBezTo>
                      <a:cubicBezTo>
                        <a:pt x="146" y="58"/>
                        <a:pt x="146" y="58"/>
                        <a:pt x="146" y="58"/>
                      </a:cubicBezTo>
                      <a:cubicBezTo>
                        <a:pt x="146" y="24"/>
                        <a:pt x="146" y="24"/>
                        <a:pt x="146" y="24"/>
                      </a:cubicBezTo>
                      <a:lnTo>
                        <a:pt x="176" y="23"/>
                      </a:lnTo>
                      <a:close/>
                      <a:moveTo>
                        <a:pt x="73" y="81"/>
                      </a:moveTo>
                      <a:cubicBezTo>
                        <a:pt x="79" y="72"/>
                        <a:pt x="90" y="66"/>
                        <a:pt x="102" y="66"/>
                      </a:cubicBezTo>
                      <a:cubicBezTo>
                        <a:pt x="114" y="66"/>
                        <a:pt x="124" y="72"/>
                        <a:pt x="131" y="81"/>
                      </a:cubicBezTo>
                      <a:cubicBezTo>
                        <a:pt x="135" y="87"/>
                        <a:pt x="138" y="94"/>
                        <a:pt x="138" y="102"/>
                      </a:cubicBezTo>
                      <a:cubicBezTo>
                        <a:pt x="138" y="122"/>
                        <a:pt x="121" y="138"/>
                        <a:pt x="102" y="138"/>
                      </a:cubicBezTo>
                      <a:cubicBezTo>
                        <a:pt x="82" y="138"/>
                        <a:pt x="66" y="122"/>
                        <a:pt x="66" y="102"/>
                      </a:cubicBezTo>
                      <a:cubicBezTo>
                        <a:pt x="66" y="94"/>
                        <a:pt x="68" y="87"/>
                        <a:pt x="73" y="81"/>
                      </a:cubicBezTo>
                      <a:close/>
                      <a:moveTo>
                        <a:pt x="184" y="164"/>
                      </a:moveTo>
                      <a:cubicBezTo>
                        <a:pt x="184" y="175"/>
                        <a:pt x="175" y="184"/>
                        <a:pt x="164" y="184"/>
                      </a:cubicBezTo>
                      <a:cubicBezTo>
                        <a:pt x="39" y="184"/>
                        <a:pt x="39" y="184"/>
                        <a:pt x="39" y="184"/>
                      </a:cubicBezTo>
                      <a:cubicBezTo>
                        <a:pt x="28" y="184"/>
                        <a:pt x="20" y="175"/>
                        <a:pt x="20" y="164"/>
                      </a:cubicBezTo>
                      <a:cubicBezTo>
                        <a:pt x="20" y="81"/>
                        <a:pt x="20" y="81"/>
                        <a:pt x="20" y="81"/>
                      </a:cubicBezTo>
                      <a:cubicBezTo>
                        <a:pt x="50" y="81"/>
                        <a:pt x="50" y="81"/>
                        <a:pt x="50" y="81"/>
                      </a:cubicBezTo>
                      <a:cubicBezTo>
                        <a:pt x="47" y="87"/>
                        <a:pt x="46" y="95"/>
                        <a:pt x="46" y="102"/>
                      </a:cubicBezTo>
                      <a:cubicBezTo>
                        <a:pt x="46" y="133"/>
                        <a:pt x="71" y="158"/>
                        <a:pt x="102" y="158"/>
                      </a:cubicBezTo>
                      <a:cubicBezTo>
                        <a:pt x="132" y="158"/>
                        <a:pt x="157" y="133"/>
                        <a:pt x="157" y="102"/>
                      </a:cubicBezTo>
                      <a:cubicBezTo>
                        <a:pt x="157" y="95"/>
                        <a:pt x="156" y="87"/>
                        <a:pt x="153" y="81"/>
                      </a:cubicBezTo>
                      <a:cubicBezTo>
                        <a:pt x="184" y="81"/>
                        <a:pt x="184" y="81"/>
                        <a:pt x="184" y="81"/>
                      </a:cubicBezTo>
                      <a:lnTo>
                        <a:pt x="184" y="16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  <p:grpSp>
          <p:nvGrpSpPr>
            <p:cNvPr id="5" name="组合 4"/>
            <p:cNvGrpSpPr/>
            <p:nvPr/>
          </p:nvGrpSpPr>
          <p:grpSpPr>
            <a:xfrm>
              <a:off x="1289466" y="2359242"/>
              <a:ext cx="9613068" cy="2139516"/>
              <a:chOff x="1307468" y="2624665"/>
              <a:chExt cx="9613068" cy="2139516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8170814" y="2624665"/>
                <a:ext cx="2749722" cy="2139516"/>
                <a:chOff x="8170814" y="1912116"/>
                <a:chExt cx="2749722" cy="2139516"/>
              </a:xfrm>
            </p:grpSpPr>
            <p:grpSp>
              <p:nvGrpSpPr>
                <p:cNvPr id="16" name="组合 15"/>
                <p:cNvGrpSpPr/>
                <p:nvPr/>
              </p:nvGrpSpPr>
              <p:grpSpPr>
                <a:xfrm>
                  <a:off x="8170814" y="1912116"/>
                  <a:ext cx="2611177" cy="2139516"/>
                  <a:chOff x="1193500" y="1491637"/>
                  <a:chExt cx="3761195" cy="2139516"/>
                </a:xfrm>
              </p:grpSpPr>
              <p:grpSp>
                <p:nvGrpSpPr>
                  <p:cNvPr id="18" name="组合 17"/>
                  <p:cNvGrpSpPr/>
                  <p:nvPr/>
                </p:nvGrpSpPr>
                <p:grpSpPr>
                  <a:xfrm>
                    <a:off x="1193500" y="1491637"/>
                    <a:ext cx="3761195" cy="815608"/>
                    <a:chOff x="1317257" y="1824875"/>
                    <a:chExt cx="3761195" cy="815608"/>
                  </a:xfrm>
                </p:grpSpPr>
                <p:sp>
                  <p:nvSpPr>
                    <p:cNvPr id="22" name="文本框 61"/>
                    <p:cNvSpPr txBox="1"/>
                    <p:nvPr/>
                  </p:nvSpPr>
                  <p:spPr>
                    <a:xfrm>
                      <a:off x="1317257" y="2132652"/>
                      <a:ext cx="3761195" cy="50783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normAutofit/>
                    </a:bodyPr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/>
                        <a:t>此部分内容作为文字排版占位显示</a:t>
                      </a:r>
                      <a:br>
                        <a:rPr lang="zh-CN" altLang="en-US" sz="1000"/>
                      </a:br>
                      <a:r>
                        <a:rPr lang="zh-CN" altLang="en-US" sz="1000"/>
                        <a:t>（建议使用主题字体）</a:t>
                      </a:r>
                      <a:endParaRPr lang="zh-CN" altLang="en-US" sz="1000"/>
                    </a:p>
                  </p:txBody>
                </p:sp>
                <p:sp>
                  <p:nvSpPr>
                    <p:cNvPr id="23" name="矩形 22"/>
                    <p:cNvSpPr/>
                    <p:nvPr/>
                  </p:nvSpPr>
                  <p:spPr>
                    <a:xfrm>
                      <a:off x="1317257" y="1824875"/>
                      <a:ext cx="3761195" cy="307777"/>
                    </a:xfrm>
                    <a:prstGeom prst="rect">
                      <a:avLst/>
                    </a:prstGeom>
                  </p:spPr>
                  <p:txBody>
                    <a:bodyPr wrap="none" lIns="0" tIns="0" rIns="0" bIns="0">
                      <a:normAutofit lnSpcReduction="10000"/>
                    </a:bodyPr>
                    <a:lstStyle/>
                    <a:p>
                      <a:pPr algn="r"/>
                      <a:r>
                        <a:rPr lang="zh-CN" altLang="en-US" sz="1600" b="1">
                          <a:solidFill>
                            <a:srgbClr val="4D5985"/>
                          </a:solidFill>
                        </a:rPr>
                        <a:t>标题文本预设</a:t>
                      </a:r>
                      <a:endParaRPr lang="zh-CN" altLang="en-US" sz="1600" b="1">
                        <a:solidFill>
                          <a:srgbClr val="4D5985"/>
                        </a:solidFill>
                      </a:endParaRPr>
                    </a:p>
                  </p:txBody>
                </p:sp>
              </p:grpSp>
              <p:grpSp>
                <p:nvGrpSpPr>
                  <p:cNvPr id="19" name="组合 18"/>
                  <p:cNvGrpSpPr/>
                  <p:nvPr/>
                </p:nvGrpSpPr>
                <p:grpSpPr>
                  <a:xfrm>
                    <a:off x="1193500" y="2815545"/>
                    <a:ext cx="3761195" cy="815608"/>
                    <a:chOff x="1317257" y="1824875"/>
                    <a:chExt cx="3761195" cy="815608"/>
                  </a:xfrm>
                </p:grpSpPr>
                <p:sp>
                  <p:nvSpPr>
                    <p:cNvPr id="20" name="文本框 59"/>
                    <p:cNvSpPr txBox="1"/>
                    <p:nvPr/>
                  </p:nvSpPr>
                  <p:spPr>
                    <a:xfrm>
                      <a:off x="1317257" y="2132652"/>
                      <a:ext cx="3761195" cy="50783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normAutofit/>
                    </a:bodyPr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/>
                        <a:t>此部分内容作为文字排版占位显示</a:t>
                      </a:r>
                      <a:br>
                        <a:rPr lang="zh-CN" altLang="en-US" sz="1000"/>
                      </a:br>
                      <a:r>
                        <a:rPr lang="zh-CN" altLang="en-US" sz="1000"/>
                        <a:t>（建议使用主题字体）</a:t>
                      </a:r>
                      <a:endParaRPr lang="zh-CN" altLang="en-US" sz="1000"/>
                    </a:p>
                  </p:txBody>
                </p:sp>
                <p:sp>
                  <p:nvSpPr>
                    <p:cNvPr id="21" name="矩形 20"/>
                    <p:cNvSpPr/>
                    <p:nvPr/>
                  </p:nvSpPr>
                  <p:spPr>
                    <a:xfrm>
                      <a:off x="1317257" y="1824875"/>
                      <a:ext cx="3761195" cy="307777"/>
                    </a:xfrm>
                    <a:prstGeom prst="rect">
                      <a:avLst/>
                    </a:prstGeom>
                  </p:spPr>
                  <p:txBody>
                    <a:bodyPr wrap="none" lIns="0" tIns="0" rIns="0" bIns="0">
                      <a:normAutofit lnSpcReduction="10000"/>
                    </a:bodyPr>
                    <a:lstStyle/>
                    <a:p>
                      <a:pPr algn="r"/>
                      <a:r>
                        <a:rPr lang="zh-CN" altLang="en-US" sz="1600" b="1">
                          <a:solidFill>
                            <a:srgbClr val="4D5985"/>
                          </a:solidFill>
                        </a:rPr>
                        <a:t>标题文本预设</a:t>
                      </a:r>
                      <a:endParaRPr lang="zh-CN" altLang="en-US" sz="1600" b="1">
                        <a:solidFill>
                          <a:srgbClr val="4D5985"/>
                        </a:solidFill>
                      </a:endParaRPr>
                    </a:p>
                  </p:txBody>
                </p:sp>
              </p:grpSp>
            </p:grpSp>
            <p:cxnSp>
              <p:nvCxnSpPr>
                <p:cNvPr id="17" name="直接连接符 16"/>
                <p:cNvCxnSpPr/>
                <p:nvPr/>
              </p:nvCxnSpPr>
              <p:spPr>
                <a:xfrm>
                  <a:off x="8472264" y="2924944"/>
                  <a:ext cx="2448272" cy="0"/>
                </a:xfrm>
                <a:prstGeom prst="line">
                  <a:avLst/>
                </a:prstGeom>
                <a:ln>
                  <a:solidFill>
                    <a:schemeClr val="tx1">
                      <a:lumMod val="20000"/>
                      <a:lumOff val="8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" name="组合 6"/>
              <p:cNvGrpSpPr/>
              <p:nvPr/>
            </p:nvGrpSpPr>
            <p:grpSpPr>
              <a:xfrm>
                <a:off x="1307468" y="2624665"/>
                <a:ext cx="2713719" cy="2139516"/>
                <a:chOff x="1307468" y="1697288"/>
                <a:chExt cx="2713719" cy="2139516"/>
              </a:xfrm>
            </p:grpSpPr>
            <p:grpSp>
              <p:nvGrpSpPr>
                <p:cNvPr id="8" name="组合 7"/>
                <p:cNvGrpSpPr/>
                <p:nvPr/>
              </p:nvGrpSpPr>
              <p:grpSpPr>
                <a:xfrm>
                  <a:off x="1410010" y="1697288"/>
                  <a:ext cx="2611177" cy="2139516"/>
                  <a:chOff x="1193500" y="1491637"/>
                  <a:chExt cx="3761195" cy="2139516"/>
                </a:xfrm>
              </p:grpSpPr>
              <p:grpSp>
                <p:nvGrpSpPr>
                  <p:cNvPr id="10" name="组合 9"/>
                  <p:cNvGrpSpPr/>
                  <p:nvPr/>
                </p:nvGrpSpPr>
                <p:grpSpPr>
                  <a:xfrm>
                    <a:off x="1193500" y="1491637"/>
                    <a:ext cx="3761195" cy="815608"/>
                    <a:chOff x="1317257" y="1824875"/>
                    <a:chExt cx="3761195" cy="815608"/>
                  </a:xfrm>
                </p:grpSpPr>
                <p:sp>
                  <p:nvSpPr>
                    <p:cNvPr id="14" name="文本框 53"/>
                    <p:cNvSpPr txBox="1"/>
                    <p:nvPr/>
                  </p:nvSpPr>
                  <p:spPr>
                    <a:xfrm>
                      <a:off x="1317257" y="2132652"/>
                      <a:ext cx="3761195" cy="50783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000"/>
                        <a:t>此部分内容作为文字排版占位显示</a:t>
                      </a:r>
                      <a:br>
                        <a:rPr lang="zh-CN" altLang="en-US" sz="1000"/>
                      </a:br>
                      <a:r>
                        <a:rPr lang="zh-CN" altLang="en-US" sz="1000"/>
                        <a:t>（建议使用主题字体）</a:t>
                      </a:r>
                      <a:endParaRPr lang="zh-CN" altLang="en-US" sz="1000"/>
                    </a:p>
                  </p:txBody>
                </p:sp>
                <p:sp>
                  <p:nvSpPr>
                    <p:cNvPr id="15" name="矩形 14"/>
                    <p:cNvSpPr/>
                    <p:nvPr/>
                  </p:nvSpPr>
                  <p:spPr>
                    <a:xfrm>
                      <a:off x="1317257" y="1824875"/>
                      <a:ext cx="3761195" cy="307777"/>
                    </a:xfrm>
                    <a:prstGeom prst="rect">
                      <a:avLst/>
                    </a:prstGeom>
                  </p:spPr>
                  <p:txBody>
                    <a:bodyPr wrap="none" lIns="0" tIns="0" rIns="0" bIns="0">
                      <a:normAutofit lnSpcReduction="10000"/>
                    </a:bodyPr>
                    <a:lstStyle/>
                    <a:p>
                      <a:r>
                        <a:rPr lang="zh-CN" altLang="en-US" sz="1600" b="1">
                          <a:solidFill>
                            <a:srgbClr val="4D5985"/>
                          </a:solidFill>
                        </a:rPr>
                        <a:t>标题文本预设</a:t>
                      </a:r>
                      <a:endParaRPr lang="zh-CN" altLang="en-US" sz="1600" b="1">
                        <a:solidFill>
                          <a:srgbClr val="4D5985"/>
                        </a:solidFill>
                      </a:endParaRPr>
                    </a:p>
                  </p:txBody>
                </p:sp>
              </p:grpSp>
              <p:grpSp>
                <p:nvGrpSpPr>
                  <p:cNvPr id="11" name="组合 10"/>
                  <p:cNvGrpSpPr/>
                  <p:nvPr/>
                </p:nvGrpSpPr>
                <p:grpSpPr>
                  <a:xfrm>
                    <a:off x="1193500" y="2815545"/>
                    <a:ext cx="3761195" cy="815608"/>
                    <a:chOff x="1317257" y="1824875"/>
                    <a:chExt cx="3761195" cy="815608"/>
                  </a:xfrm>
                </p:grpSpPr>
                <p:sp>
                  <p:nvSpPr>
                    <p:cNvPr id="12" name="文本框 51"/>
                    <p:cNvSpPr txBox="1"/>
                    <p:nvPr/>
                  </p:nvSpPr>
                  <p:spPr>
                    <a:xfrm>
                      <a:off x="1317257" y="2132652"/>
                      <a:ext cx="3761195" cy="50783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000"/>
                        <a:t>此部分内容作为文字排版占位显示</a:t>
                      </a:r>
                      <a:br>
                        <a:rPr lang="zh-CN" altLang="en-US" sz="1000"/>
                      </a:br>
                      <a:r>
                        <a:rPr lang="zh-CN" altLang="en-US" sz="1000"/>
                        <a:t>（建议使用主题字体）</a:t>
                      </a:r>
                      <a:endParaRPr lang="zh-CN" altLang="en-US" sz="1000"/>
                    </a:p>
                  </p:txBody>
                </p:sp>
                <p:sp>
                  <p:nvSpPr>
                    <p:cNvPr id="13" name="矩形 12"/>
                    <p:cNvSpPr/>
                    <p:nvPr/>
                  </p:nvSpPr>
                  <p:spPr>
                    <a:xfrm>
                      <a:off x="1317257" y="1824875"/>
                      <a:ext cx="3761195" cy="307777"/>
                    </a:xfrm>
                    <a:prstGeom prst="rect">
                      <a:avLst/>
                    </a:prstGeom>
                  </p:spPr>
                  <p:txBody>
                    <a:bodyPr wrap="none" lIns="0" tIns="0" rIns="0" bIns="0">
                      <a:normAutofit lnSpcReduction="10000"/>
                    </a:bodyPr>
                    <a:lstStyle/>
                    <a:p>
                      <a:r>
                        <a:rPr lang="zh-CN" altLang="en-US" sz="1600" b="1">
                          <a:solidFill>
                            <a:srgbClr val="4D5985"/>
                          </a:solidFill>
                        </a:rPr>
                        <a:t>标题文本预设</a:t>
                      </a:r>
                      <a:endParaRPr lang="zh-CN" altLang="en-US" sz="1600" b="1">
                        <a:solidFill>
                          <a:srgbClr val="4D5985"/>
                        </a:solidFill>
                      </a:endParaRPr>
                    </a:p>
                  </p:txBody>
                </p:sp>
              </p:grpSp>
            </p:grpSp>
            <p:cxnSp>
              <p:nvCxnSpPr>
                <p:cNvPr id="9" name="直接连接符 8"/>
                <p:cNvCxnSpPr/>
                <p:nvPr/>
              </p:nvCxnSpPr>
              <p:spPr>
                <a:xfrm>
                  <a:off x="1307468" y="2710116"/>
                  <a:ext cx="2448272" cy="0"/>
                </a:xfrm>
                <a:prstGeom prst="line">
                  <a:avLst/>
                </a:prstGeom>
                <a:ln>
                  <a:solidFill>
                    <a:schemeClr val="tx1">
                      <a:lumMod val="20000"/>
                      <a:lumOff val="8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40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点击输入标题内容</a:t>
            </a:r>
            <a:endParaRPr lang="zh-CN" altLang="en-US" sz="18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jjjjj_0000s_0000_图层-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5535" y="1737995"/>
            <a:ext cx="5498465" cy="3394075"/>
          </a:xfrm>
          <a:prstGeom prst="rect">
            <a:avLst/>
          </a:prstGeom>
        </p:spPr>
      </p:pic>
      <p:sp>
        <p:nvSpPr>
          <p:cNvPr id="7" name="TextBox 48"/>
          <p:cNvSpPr txBox="1"/>
          <p:nvPr/>
        </p:nvSpPr>
        <p:spPr>
          <a:xfrm>
            <a:off x="2569210" y="1900555"/>
            <a:ext cx="4954905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4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  <a:cs typeface="+mn-ea"/>
                <a:sym typeface="+mn-lt"/>
              </a:rPr>
              <a:t>04</a:t>
            </a:r>
            <a:r>
              <a:rPr lang="en-US" altLang="zh-CN" sz="4400" dirty="0">
                <a:solidFill>
                  <a:srgbClr val="54534D"/>
                </a:solidFill>
                <a:latin typeface="字魂59号-创粗黑" panose="00000500000000000000" charset="-122"/>
                <a:ea typeface="字魂59号-创粗黑" panose="00000500000000000000" charset="-122"/>
                <a:cs typeface="+mn-ea"/>
                <a:sym typeface="+mn-lt"/>
              </a:rPr>
              <a:t>  </a:t>
            </a:r>
            <a:r>
              <a:rPr lang="zh-CN" altLang="en-US" sz="44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  <a:cs typeface="+mn-ea"/>
                <a:sym typeface="+mn-lt"/>
              </a:rPr>
              <a:t>标题文本预设</a:t>
            </a:r>
            <a:endParaRPr lang="zh-CN" altLang="en-US" sz="44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  <a:cs typeface="+mn-ea"/>
              <a:sym typeface="+mn-lt"/>
            </a:endParaRPr>
          </a:p>
        </p:txBody>
      </p:sp>
      <p:sp>
        <p:nvSpPr>
          <p:cNvPr id="8" name="TextBox 49"/>
          <p:cNvSpPr txBox="1"/>
          <p:nvPr/>
        </p:nvSpPr>
        <p:spPr>
          <a:xfrm>
            <a:off x="3481075" y="2687821"/>
            <a:ext cx="331236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/>
            <a:r>
              <a:rPr lang="zh-CN" altLang="en-US" sz="1400" dirty="0">
                <a:solidFill>
                  <a:srgbClr val="54534D"/>
                </a:solidFill>
                <a:latin typeface="字魂59号-创粗黑" panose="00000500000000000000" charset="-122"/>
                <a:ea typeface="字魂59号-创粗黑" panose="00000500000000000000" charset="-122"/>
                <a:cs typeface="+mn-ea"/>
                <a:sym typeface="+mn-lt"/>
              </a:rPr>
              <a:t>请替换文字内容，点击添加相关标题文字</a:t>
            </a:r>
            <a:endParaRPr lang="zh-CN" altLang="en-US" sz="1400" dirty="0">
              <a:solidFill>
                <a:srgbClr val="54534D"/>
              </a:solidFill>
              <a:latin typeface="字魂59号-创粗黑" panose="00000500000000000000" charset="-122"/>
              <a:ea typeface="字魂59号-创粗黑" panose="00000500000000000000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>
            <a:grpSpLocks noChangeAspect="1"/>
          </p:cNvGrpSpPr>
          <p:nvPr/>
        </p:nvGrpSpPr>
        <p:grpSpPr>
          <a:xfrm>
            <a:off x="97949" y="572453"/>
            <a:ext cx="2005507" cy="192024"/>
            <a:chOff x="902" y="4980"/>
            <a:chExt cx="8773" cy="840"/>
          </a:xfrm>
        </p:grpSpPr>
        <p:pic>
          <p:nvPicPr>
            <p:cNvPr id="2" name="图片 1" descr="jjjjj_0000s_0000s_0000s_0002_矩形-1-副本-拷贝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5" y="5790"/>
              <a:ext cx="1440" cy="30"/>
            </a:xfrm>
            <a:prstGeom prst="rect">
              <a:avLst/>
            </a:prstGeom>
          </p:spPr>
        </p:pic>
        <p:pic>
          <p:nvPicPr>
            <p:cNvPr id="11" name="图片 10" descr="jjjjj_0000s_0000s_0000_图层-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42" y="4980"/>
              <a:ext cx="5894" cy="840"/>
            </a:xfrm>
            <a:prstGeom prst="rect">
              <a:avLst/>
            </a:prstGeom>
          </p:spPr>
        </p:pic>
        <p:pic>
          <p:nvPicPr>
            <p:cNvPr id="12" name="图片 11" descr="jjjjj_0000s_0000s_0000s_0003_矩形-1-副本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2" y="5790"/>
              <a:ext cx="1440" cy="30"/>
            </a:xfrm>
            <a:prstGeom prst="rect">
              <a:avLst/>
            </a:prstGeom>
          </p:spPr>
        </p:pic>
      </p:grpSp>
      <p:pic>
        <p:nvPicPr>
          <p:cNvPr id="5" name="图片 4" descr="jjjjj_0000s_0000s_0001_图层-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155" y="208915"/>
            <a:ext cx="944789" cy="529590"/>
          </a:xfrm>
          <a:prstGeom prst="rect">
            <a:avLst/>
          </a:prstGeom>
        </p:spPr>
      </p:pic>
      <p:pic>
        <p:nvPicPr>
          <p:cNvPr id="10" name="图片 9" descr="jjjjj_0000s_0000s_0000s_0001_GuiYang-Mylike-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628" y="685483"/>
            <a:ext cx="1020457" cy="16287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75945" y="4098290"/>
            <a:ext cx="805180" cy="5422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4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4740d19d-6e32-4241-9117-1de3d1dc1024"/>
          <p:cNvGrpSpPr>
            <a:grpSpLocks noChangeAspect="1"/>
          </p:cNvGrpSpPr>
          <p:nvPr/>
        </p:nvGrpSpPr>
        <p:grpSpPr>
          <a:xfrm>
            <a:off x="1482886" y="1111626"/>
            <a:ext cx="6587096" cy="3049209"/>
            <a:chOff x="1307468" y="1195148"/>
            <a:chExt cx="9651421" cy="4467705"/>
          </a:xfrm>
        </p:grpSpPr>
        <p:grpSp>
          <p:nvGrpSpPr>
            <p:cNvPr id="4" name="Group 57"/>
            <p:cNvGrpSpPr/>
            <p:nvPr/>
          </p:nvGrpSpPr>
          <p:grpSpPr>
            <a:xfrm>
              <a:off x="1307468" y="1195148"/>
              <a:ext cx="9651421" cy="4467705"/>
              <a:chOff x="906727" y="1196181"/>
              <a:chExt cx="9651421" cy="4467705"/>
            </a:xfrm>
          </p:grpSpPr>
          <p:grpSp>
            <p:nvGrpSpPr>
              <p:cNvPr id="8" name="Group 1"/>
              <p:cNvGrpSpPr/>
              <p:nvPr/>
            </p:nvGrpSpPr>
            <p:grpSpPr>
              <a:xfrm>
                <a:off x="906727" y="3077368"/>
                <a:ext cx="1031876" cy="1050926"/>
                <a:chOff x="185738" y="2954337"/>
                <a:chExt cx="1031876" cy="1050926"/>
              </a:xfrm>
            </p:grpSpPr>
            <p:sp>
              <p:nvSpPr>
                <p:cNvPr id="41" name="Freeform: Shape 2"/>
                <p:cNvSpPr/>
                <p:nvPr/>
              </p:nvSpPr>
              <p:spPr bwMode="auto">
                <a:xfrm>
                  <a:off x="271463" y="2954337"/>
                  <a:ext cx="420688" cy="1050925"/>
                </a:xfrm>
                <a:custGeom>
                  <a:avLst/>
                  <a:gdLst>
                    <a:gd name="T0" fmla="*/ 483 w 552"/>
                    <a:gd name="T1" fmla="*/ 1379 h 1379"/>
                    <a:gd name="T2" fmla="*/ 552 w 552"/>
                    <a:gd name="T3" fmla="*/ 1310 h 1379"/>
                    <a:gd name="T4" fmla="*/ 552 w 552"/>
                    <a:gd name="T5" fmla="*/ 69 h 1379"/>
                    <a:gd name="T6" fmla="*/ 483 w 552"/>
                    <a:gd name="T7" fmla="*/ 0 h 1379"/>
                    <a:gd name="T8" fmla="*/ 69 w 552"/>
                    <a:gd name="T9" fmla="*/ 0 h 1379"/>
                    <a:gd name="T10" fmla="*/ 0 w 552"/>
                    <a:gd name="T11" fmla="*/ 69 h 1379"/>
                    <a:gd name="T12" fmla="*/ 0 w 552"/>
                    <a:gd name="T13" fmla="*/ 1310 h 1379"/>
                    <a:gd name="T14" fmla="*/ 69 w 552"/>
                    <a:gd name="T15" fmla="*/ 1379 h 1379"/>
                    <a:gd name="T16" fmla="*/ 483 w 552"/>
                    <a:gd name="T17" fmla="*/ 1379 h 13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52" h="1379">
                      <a:moveTo>
                        <a:pt x="483" y="1379"/>
                      </a:moveTo>
                      <a:cubicBezTo>
                        <a:pt x="521" y="1379"/>
                        <a:pt x="552" y="1348"/>
                        <a:pt x="552" y="1310"/>
                      </a:cubicBezTo>
                      <a:lnTo>
                        <a:pt x="552" y="69"/>
                      </a:lnTo>
                      <a:cubicBezTo>
                        <a:pt x="552" y="31"/>
                        <a:pt x="521" y="0"/>
                        <a:pt x="483" y="0"/>
                      </a:cubicBezTo>
                      <a:lnTo>
                        <a:pt x="69" y="0"/>
                      </a:lnTo>
                      <a:cubicBezTo>
                        <a:pt x="31" y="0"/>
                        <a:pt x="0" y="31"/>
                        <a:pt x="0" y="69"/>
                      </a:cubicBezTo>
                      <a:lnTo>
                        <a:pt x="0" y="1310"/>
                      </a:lnTo>
                      <a:cubicBezTo>
                        <a:pt x="0" y="1348"/>
                        <a:pt x="31" y="1379"/>
                        <a:pt x="69" y="1379"/>
                      </a:cubicBezTo>
                      <a:lnTo>
                        <a:pt x="483" y="1379"/>
                      </a:lnTo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2" name="Freeform: Shape 3"/>
                <p:cNvSpPr/>
                <p:nvPr/>
              </p:nvSpPr>
              <p:spPr bwMode="auto">
                <a:xfrm>
                  <a:off x="271463" y="3689350"/>
                  <a:ext cx="550863" cy="315913"/>
                </a:xfrm>
                <a:custGeom>
                  <a:avLst/>
                  <a:gdLst>
                    <a:gd name="T0" fmla="*/ 207 w 724"/>
                    <a:gd name="T1" fmla="*/ 0 h 414"/>
                    <a:gd name="T2" fmla="*/ 0 w 724"/>
                    <a:gd name="T3" fmla="*/ 207 h 414"/>
                    <a:gd name="T4" fmla="*/ 207 w 724"/>
                    <a:gd name="T5" fmla="*/ 414 h 414"/>
                    <a:gd name="T6" fmla="*/ 517 w 724"/>
                    <a:gd name="T7" fmla="*/ 414 h 414"/>
                    <a:gd name="T8" fmla="*/ 724 w 724"/>
                    <a:gd name="T9" fmla="*/ 207 h 414"/>
                    <a:gd name="T10" fmla="*/ 517 w 724"/>
                    <a:gd name="T11" fmla="*/ 0 h 414"/>
                    <a:gd name="T12" fmla="*/ 207 w 724"/>
                    <a:gd name="T13" fmla="*/ 0 h 4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4" h="414">
                      <a:moveTo>
                        <a:pt x="207" y="0"/>
                      </a:moveTo>
                      <a:cubicBezTo>
                        <a:pt x="93" y="0"/>
                        <a:pt x="0" y="93"/>
                        <a:pt x="0" y="207"/>
                      </a:cubicBezTo>
                      <a:cubicBezTo>
                        <a:pt x="0" y="321"/>
                        <a:pt x="93" y="414"/>
                        <a:pt x="207" y="414"/>
                      </a:cubicBezTo>
                      <a:lnTo>
                        <a:pt x="517" y="414"/>
                      </a:lnTo>
                      <a:cubicBezTo>
                        <a:pt x="632" y="414"/>
                        <a:pt x="724" y="321"/>
                        <a:pt x="724" y="207"/>
                      </a:cubicBezTo>
                      <a:cubicBezTo>
                        <a:pt x="724" y="93"/>
                        <a:pt x="632" y="0"/>
                        <a:pt x="517" y="0"/>
                      </a:cubicBezTo>
                      <a:lnTo>
                        <a:pt x="207" y="0"/>
                      </a:lnTo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3" name="Freeform: Shape 4"/>
                <p:cNvSpPr/>
                <p:nvPr/>
              </p:nvSpPr>
              <p:spPr bwMode="auto">
                <a:xfrm>
                  <a:off x="612775" y="3136900"/>
                  <a:ext cx="604838" cy="500063"/>
                </a:xfrm>
                <a:custGeom>
                  <a:avLst/>
                  <a:gdLst>
                    <a:gd name="T0" fmla="*/ 68 w 793"/>
                    <a:gd name="T1" fmla="*/ 655 h 655"/>
                    <a:gd name="T2" fmla="*/ 0 w 793"/>
                    <a:gd name="T3" fmla="*/ 586 h 655"/>
                    <a:gd name="T4" fmla="*/ 0 w 793"/>
                    <a:gd name="T5" fmla="*/ 69 h 655"/>
                    <a:gd name="T6" fmla="*/ 68 w 793"/>
                    <a:gd name="T7" fmla="*/ 0 h 655"/>
                    <a:gd name="T8" fmla="*/ 724 w 793"/>
                    <a:gd name="T9" fmla="*/ 0 h 655"/>
                    <a:gd name="T10" fmla="*/ 793 w 793"/>
                    <a:gd name="T11" fmla="*/ 69 h 655"/>
                    <a:gd name="T12" fmla="*/ 793 w 793"/>
                    <a:gd name="T13" fmla="*/ 586 h 655"/>
                    <a:gd name="T14" fmla="*/ 724 w 793"/>
                    <a:gd name="T15" fmla="*/ 655 h 655"/>
                    <a:gd name="T16" fmla="*/ 68 w 793"/>
                    <a:gd name="T17" fmla="*/ 655 h 6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93" h="655">
                      <a:moveTo>
                        <a:pt x="68" y="655"/>
                      </a:moveTo>
                      <a:cubicBezTo>
                        <a:pt x="30" y="655"/>
                        <a:pt x="0" y="624"/>
                        <a:pt x="0" y="586"/>
                      </a:cubicBezTo>
                      <a:lnTo>
                        <a:pt x="0" y="69"/>
                      </a:lnTo>
                      <a:cubicBezTo>
                        <a:pt x="0" y="31"/>
                        <a:pt x="30" y="0"/>
                        <a:pt x="68" y="0"/>
                      </a:cubicBezTo>
                      <a:lnTo>
                        <a:pt x="724" y="0"/>
                      </a:lnTo>
                      <a:cubicBezTo>
                        <a:pt x="762" y="0"/>
                        <a:pt x="793" y="31"/>
                        <a:pt x="793" y="69"/>
                      </a:cubicBezTo>
                      <a:lnTo>
                        <a:pt x="793" y="586"/>
                      </a:lnTo>
                      <a:cubicBezTo>
                        <a:pt x="793" y="624"/>
                        <a:pt x="762" y="655"/>
                        <a:pt x="724" y="655"/>
                      </a:cubicBezTo>
                      <a:lnTo>
                        <a:pt x="68" y="655"/>
                      </a:lnTo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4" name="Freeform: Shape 5"/>
                <p:cNvSpPr/>
                <p:nvPr/>
              </p:nvSpPr>
              <p:spPr bwMode="auto">
                <a:xfrm>
                  <a:off x="219075" y="2954337"/>
                  <a:ext cx="473075" cy="735013"/>
                </a:xfrm>
                <a:custGeom>
                  <a:avLst/>
                  <a:gdLst>
                    <a:gd name="T0" fmla="*/ 69 w 621"/>
                    <a:gd name="T1" fmla="*/ 965 h 965"/>
                    <a:gd name="T2" fmla="*/ 0 w 621"/>
                    <a:gd name="T3" fmla="*/ 896 h 965"/>
                    <a:gd name="T4" fmla="*/ 0 w 621"/>
                    <a:gd name="T5" fmla="*/ 69 h 965"/>
                    <a:gd name="T6" fmla="*/ 69 w 621"/>
                    <a:gd name="T7" fmla="*/ 0 h 965"/>
                    <a:gd name="T8" fmla="*/ 552 w 621"/>
                    <a:gd name="T9" fmla="*/ 0 h 965"/>
                    <a:gd name="T10" fmla="*/ 621 w 621"/>
                    <a:gd name="T11" fmla="*/ 69 h 965"/>
                    <a:gd name="T12" fmla="*/ 621 w 621"/>
                    <a:gd name="T13" fmla="*/ 896 h 965"/>
                    <a:gd name="T14" fmla="*/ 552 w 621"/>
                    <a:gd name="T15" fmla="*/ 965 h 965"/>
                    <a:gd name="T16" fmla="*/ 69 w 621"/>
                    <a:gd name="T17" fmla="*/ 965 h 9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21" h="965">
                      <a:moveTo>
                        <a:pt x="69" y="965"/>
                      </a:moveTo>
                      <a:cubicBezTo>
                        <a:pt x="31" y="965"/>
                        <a:pt x="0" y="934"/>
                        <a:pt x="0" y="896"/>
                      </a:cubicBezTo>
                      <a:lnTo>
                        <a:pt x="0" y="69"/>
                      </a:lnTo>
                      <a:cubicBezTo>
                        <a:pt x="0" y="31"/>
                        <a:pt x="31" y="0"/>
                        <a:pt x="69" y="0"/>
                      </a:cubicBezTo>
                      <a:lnTo>
                        <a:pt x="552" y="0"/>
                      </a:lnTo>
                      <a:cubicBezTo>
                        <a:pt x="590" y="0"/>
                        <a:pt x="621" y="31"/>
                        <a:pt x="621" y="69"/>
                      </a:cubicBezTo>
                      <a:lnTo>
                        <a:pt x="621" y="896"/>
                      </a:lnTo>
                      <a:cubicBezTo>
                        <a:pt x="621" y="934"/>
                        <a:pt x="590" y="965"/>
                        <a:pt x="552" y="965"/>
                      </a:cubicBezTo>
                      <a:lnTo>
                        <a:pt x="69" y="965"/>
                      </a:lnTo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5" name="Oval 6"/>
                <p:cNvSpPr/>
                <p:nvPr/>
              </p:nvSpPr>
              <p:spPr bwMode="auto">
                <a:xfrm>
                  <a:off x="587375" y="3768725"/>
                  <a:ext cx="157163" cy="157163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6" name="Freeform: Shape 7"/>
                <p:cNvSpPr/>
                <p:nvPr/>
              </p:nvSpPr>
              <p:spPr bwMode="auto">
                <a:xfrm>
                  <a:off x="219075" y="3125787"/>
                  <a:ext cx="430213" cy="523875"/>
                </a:xfrm>
                <a:custGeom>
                  <a:avLst/>
                  <a:gdLst>
                    <a:gd name="T0" fmla="*/ 24 w 566"/>
                    <a:gd name="T1" fmla="*/ 687 h 687"/>
                    <a:gd name="T2" fmla="*/ 1 w 566"/>
                    <a:gd name="T3" fmla="*/ 679 h 687"/>
                    <a:gd name="T4" fmla="*/ 0 w 566"/>
                    <a:gd name="T5" fmla="*/ 671 h 687"/>
                    <a:gd name="T6" fmla="*/ 0 w 566"/>
                    <a:gd name="T7" fmla="*/ 9 h 687"/>
                    <a:gd name="T8" fmla="*/ 24 w 566"/>
                    <a:gd name="T9" fmla="*/ 0 h 687"/>
                    <a:gd name="T10" fmla="*/ 31 w 566"/>
                    <a:gd name="T11" fmla="*/ 1 h 687"/>
                    <a:gd name="T12" fmla="*/ 514 w 566"/>
                    <a:gd name="T13" fmla="*/ 109 h 687"/>
                    <a:gd name="T14" fmla="*/ 560 w 566"/>
                    <a:gd name="T15" fmla="*/ 202 h 687"/>
                    <a:gd name="T16" fmla="*/ 560 w 566"/>
                    <a:gd name="T17" fmla="*/ 485 h 687"/>
                    <a:gd name="T18" fmla="*/ 514 w 566"/>
                    <a:gd name="T19" fmla="*/ 578 h 687"/>
                    <a:gd name="T20" fmla="*/ 31 w 566"/>
                    <a:gd name="T21" fmla="*/ 686 h 687"/>
                    <a:gd name="T22" fmla="*/ 24 w 566"/>
                    <a:gd name="T23" fmla="*/ 687 h 6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66" h="687">
                      <a:moveTo>
                        <a:pt x="24" y="687"/>
                      </a:moveTo>
                      <a:cubicBezTo>
                        <a:pt x="17" y="687"/>
                        <a:pt x="9" y="684"/>
                        <a:pt x="1" y="679"/>
                      </a:cubicBezTo>
                      <a:cubicBezTo>
                        <a:pt x="0" y="676"/>
                        <a:pt x="0" y="674"/>
                        <a:pt x="0" y="671"/>
                      </a:cubicBezTo>
                      <a:lnTo>
                        <a:pt x="0" y="9"/>
                      </a:lnTo>
                      <a:cubicBezTo>
                        <a:pt x="8" y="3"/>
                        <a:pt x="17" y="0"/>
                        <a:pt x="24" y="0"/>
                      </a:cubicBezTo>
                      <a:cubicBezTo>
                        <a:pt x="27" y="0"/>
                        <a:pt x="29" y="0"/>
                        <a:pt x="31" y="1"/>
                      </a:cubicBezTo>
                      <a:cubicBezTo>
                        <a:pt x="224" y="44"/>
                        <a:pt x="321" y="66"/>
                        <a:pt x="514" y="109"/>
                      </a:cubicBezTo>
                      <a:cubicBezTo>
                        <a:pt x="547" y="116"/>
                        <a:pt x="566" y="158"/>
                        <a:pt x="560" y="202"/>
                      </a:cubicBezTo>
                      <a:cubicBezTo>
                        <a:pt x="544" y="315"/>
                        <a:pt x="544" y="372"/>
                        <a:pt x="560" y="485"/>
                      </a:cubicBezTo>
                      <a:cubicBezTo>
                        <a:pt x="566" y="529"/>
                        <a:pt x="547" y="571"/>
                        <a:pt x="514" y="578"/>
                      </a:cubicBezTo>
                      <a:cubicBezTo>
                        <a:pt x="321" y="622"/>
                        <a:pt x="224" y="643"/>
                        <a:pt x="31" y="686"/>
                      </a:cubicBezTo>
                      <a:cubicBezTo>
                        <a:pt x="29" y="687"/>
                        <a:pt x="27" y="687"/>
                        <a:pt x="24" y="687"/>
                      </a:cubicBezTo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7" name="Freeform: Shape 9"/>
                <p:cNvSpPr/>
                <p:nvPr/>
              </p:nvSpPr>
              <p:spPr bwMode="auto">
                <a:xfrm>
                  <a:off x="185738" y="3165475"/>
                  <a:ext cx="484188" cy="444500"/>
                </a:xfrm>
                <a:custGeom>
                  <a:avLst/>
                  <a:gdLst>
                    <a:gd name="T0" fmla="*/ 95 w 636"/>
                    <a:gd name="T1" fmla="*/ 575 h 582"/>
                    <a:gd name="T2" fmla="*/ 17 w 636"/>
                    <a:gd name="T3" fmla="*/ 480 h 582"/>
                    <a:gd name="T4" fmla="*/ 17 w 636"/>
                    <a:gd name="T5" fmla="*/ 102 h 582"/>
                    <a:gd name="T6" fmla="*/ 95 w 636"/>
                    <a:gd name="T7" fmla="*/ 6 h 582"/>
                    <a:gd name="T8" fmla="*/ 581 w 636"/>
                    <a:gd name="T9" fmla="*/ 97 h 582"/>
                    <a:gd name="T10" fmla="*/ 632 w 636"/>
                    <a:gd name="T11" fmla="*/ 175 h 582"/>
                    <a:gd name="T12" fmla="*/ 632 w 636"/>
                    <a:gd name="T13" fmla="*/ 407 h 582"/>
                    <a:gd name="T14" fmla="*/ 581 w 636"/>
                    <a:gd name="T15" fmla="*/ 484 h 582"/>
                    <a:gd name="T16" fmla="*/ 95 w 636"/>
                    <a:gd name="T17" fmla="*/ 575 h 5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36" h="582">
                      <a:moveTo>
                        <a:pt x="95" y="575"/>
                      </a:moveTo>
                      <a:cubicBezTo>
                        <a:pt x="61" y="582"/>
                        <a:pt x="25" y="539"/>
                        <a:pt x="17" y="480"/>
                      </a:cubicBezTo>
                      <a:cubicBezTo>
                        <a:pt x="0" y="329"/>
                        <a:pt x="0" y="252"/>
                        <a:pt x="17" y="102"/>
                      </a:cubicBezTo>
                      <a:cubicBezTo>
                        <a:pt x="25" y="42"/>
                        <a:pt x="61" y="0"/>
                        <a:pt x="95" y="6"/>
                      </a:cubicBezTo>
                      <a:cubicBezTo>
                        <a:pt x="289" y="42"/>
                        <a:pt x="387" y="61"/>
                        <a:pt x="581" y="97"/>
                      </a:cubicBezTo>
                      <a:cubicBezTo>
                        <a:pt x="615" y="104"/>
                        <a:pt x="636" y="138"/>
                        <a:pt x="632" y="175"/>
                      </a:cubicBezTo>
                      <a:cubicBezTo>
                        <a:pt x="621" y="267"/>
                        <a:pt x="621" y="314"/>
                        <a:pt x="632" y="407"/>
                      </a:cubicBezTo>
                      <a:cubicBezTo>
                        <a:pt x="636" y="443"/>
                        <a:pt x="615" y="478"/>
                        <a:pt x="581" y="484"/>
                      </a:cubicBezTo>
                      <a:cubicBezTo>
                        <a:pt x="387" y="521"/>
                        <a:pt x="289" y="539"/>
                        <a:pt x="95" y="575"/>
                      </a:cubicBezTo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8" name="Freeform: Shape 10"/>
                <p:cNvSpPr/>
                <p:nvPr/>
              </p:nvSpPr>
              <p:spPr bwMode="auto">
                <a:xfrm>
                  <a:off x="350838" y="3636962"/>
                  <a:ext cx="157163" cy="288925"/>
                </a:xfrm>
                <a:custGeom>
                  <a:avLst/>
                  <a:gdLst>
                    <a:gd name="T0" fmla="*/ 69 w 207"/>
                    <a:gd name="T1" fmla="*/ 380 h 380"/>
                    <a:gd name="T2" fmla="*/ 0 w 207"/>
                    <a:gd name="T3" fmla="*/ 311 h 380"/>
                    <a:gd name="T4" fmla="*/ 0 w 207"/>
                    <a:gd name="T5" fmla="*/ 69 h 380"/>
                    <a:gd name="T6" fmla="*/ 69 w 207"/>
                    <a:gd name="T7" fmla="*/ 0 h 380"/>
                    <a:gd name="T8" fmla="*/ 138 w 207"/>
                    <a:gd name="T9" fmla="*/ 0 h 380"/>
                    <a:gd name="T10" fmla="*/ 207 w 207"/>
                    <a:gd name="T11" fmla="*/ 69 h 380"/>
                    <a:gd name="T12" fmla="*/ 207 w 207"/>
                    <a:gd name="T13" fmla="*/ 311 h 380"/>
                    <a:gd name="T14" fmla="*/ 138 w 207"/>
                    <a:gd name="T15" fmla="*/ 380 h 380"/>
                    <a:gd name="T16" fmla="*/ 69 w 207"/>
                    <a:gd name="T17" fmla="*/ 380 h 3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07" h="380">
                      <a:moveTo>
                        <a:pt x="69" y="380"/>
                      </a:moveTo>
                      <a:cubicBezTo>
                        <a:pt x="31" y="380"/>
                        <a:pt x="0" y="349"/>
                        <a:pt x="0" y="311"/>
                      </a:cubicBezTo>
                      <a:lnTo>
                        <a:pt x="0" y="69"/>
                      </a:lnTo>
                      <a:cubicBezTo>
                        <a:pt x="0" y="31"/>
                        <a:pt x="31" y="0"/>
                        <a:pt x="69" y="0"/>
                      </a:cubicBezTo>
                      <a:lnTo>
                        <a:pt x="138" y="0"/>
                      </a:lnTo>
                      <a:cubicBezTo>
                        <a:pt x="176" y="0"/>
                        <a:pt x="207" y="31"/>
                        <a:pt x="207" y="69"/>
                      </a:cubicBezTo>
                      <a:lnTo>
                        <a:pt x="207" y="311"/>
                      </a:lnTo>
                      <a:cubicBezTo>
                        <a:pt x="207" y="349"/>
                        <a:pt x="176" y="380"/>
                        <a:pt x="138" y="380"/>
                      </a:cubicBezTo>
                      <a:lnTo>
                        <a:pt x="69" y="380"/>
                      </a:lnTo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9" name="Freeform: Shape 11"/>
                <p:cNvSpPr/>
                <p:nvPr/>
              </p:nvSpPr>
              <p:spPr bwMode="auto">
                <a:xfrm>
                  <a:off x="428625" y="3636962"/>
                  <a:ext cx="79375" cy="288925"/>
                </a:xfrm>
                <a:custGeom>
                  <a:avLst/>
                  <a:gdLst>
                    <a:gd name="T0" fmla="*/ 35 w 104"/>
                    <a:gd name="T1" fmla="*/ 380 h 380"/>
                    <a:gd name="T2" fmla="*/ 0 w 104"/>
                    <a:gd name="T3" fmla="*/ 380 h 380"/>
                    <a:gd name="T4" fmla="*/ 69 w 104"/>
                    <a:gd name="T5" fmla="*/ 311 h 380"/>
                    <a:gd name="T6" fmla="*/ 69 w 104"/>
                    <a:gd name="T7" fmla="*/ 69 h 380"/>
                    <a:gd name="T8" fmla="*/ 0 w 104"/>
                    <a:gd name="T9" fmla="*/ 0 h 380"/>
                    <a:gd name="T10" fmla="*/ 35 w 104"/>
                    <a:gd name="T11" fmla="*/ 0 h 380"/>
                    <a:gd name="T12" fmla="*/ 104 w 104"/>
                    <a:gd name="T13" fmla="*/ 69 h 380"/>
                    <a:gd name="T14" fmla="*/ 104 w 104"/>
                    <a:gd name="T15" fmla="*/ 311 h 380"/>
                    <a:gd name="T16" fmla="*/ 35 w 104"/>
                    <a:gd name="T17" fmla="*/ 380 h 3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4" h="380">
                      <a:moveTo>
                        <a:pt x="35" y="380"/>
                      </a:moveTo>
                      <a:lnTo>
                        <a:pt x="0" y="380"/>
                      </a:lnTo>
                      <a:cubicBezTo>
                        <a:pt x="38" y="380"/>
                        <a:pt x="69" y="349"/>
                        <a:pt x="69" y="311"/>
                      </a:cubicBezTo>
                      <a:lnTo>
                        <a:pt x="69" y="69"/>
                      </a:lnTo>
                      <a:cubicBezTo>
                        <a:pt x="69" y="31"/>
                        <a:pt x="38" y="0"/>
                        <a:pt x="0" y="0"/>
                      </a:cubicBezTo>
                      <a:lnTo>
                        <a:pt x="35" y="0"/>
                      </a:lnTo>
                      <a:cubicBezTo>
                        <a:pt x="73" y="0"/>
                        <a:pt x="104" y="31"/>
                        <a:pt x="104" y="69"/>
                      </a:cubicBezTo>
                      <a:lnTo>
                        <a:pt x="104" y="311"/>
                      </a:lnTo>
                      <a:cubicBezTo>
                        <a:pt x="104" y="349"/>
                        <a:pt x="73" y="380"/>
                        <a:pt x="35" y="380"/>
                      </a:cubicBezTo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0" name="Rectangle 12"/>
                <p:cNvSpPr/>
                <p:nvPr/>
              </p:nvSpPr>
              <p:spPr bwMode="auto">
                <a:xfrm>
                  <a:off x="1098551" y="3114675"/>
                  <a:ext cx="119063" cy="54133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1" name="Rectangle 13"/>
                <p:cNvSpPr/>
                <p:nvPr/>
              </p:nvSpPr>
              <p:spPr bwMode="auto">
                <a:xfrm>
                  <a:off x="1054101" y="3132137"/>
                  <a:ext cx="19050" cy="50641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2" name="Rectangle 14"/>
                <p:cNvSpPr/>
                <p:nvPr/>
              </p:nvSpPr>
              <p:spPr bwMode="auto">
                <a:xfrm>
                  <a:off x="814388" y="3132137"/>
                  <a:ext cx="19050" cy="50641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3" name="Freeform: Shape 15"/>
                <p:cNvSpPr/>
                <p:nvPr/>
              </p:nvSpPr>
              <p:spPr bwMode="auto">
                <a:xfrm>
                  <a:off x="204788" y="3211512"/>
                  <a:ext cx="452438" cy="344488"/>
                </a:xfrm>
                <a:custGeom>
                  <a:avLst/>
                  <a:gdLst>
                    <a:gd name="T0" fmla="*/ 3 w 594"/>
                    <a:gd name="T1" fmla="*/ 0 h 453"/>
                    <a:gd name="T2" fmla="*/ 80 w 594"/>
                    <a:gd name="T3" fmla="*/ 8 h 453"/>
                    <a:gd name="T4" fmla="*/ 157 w 594"/>
                    <a:gd name="T5" fmla="*/ 21 h 453"/>
                    <a:gd name="T6" fmla="*/ 232 w 594"/>
                    <a:gd name="T7" fmla="*/ 41 h 453"/>
                    <a:gd name="T8" fmla="*/ 269 w 594"/>
                    <a:gd name="T9" fmla="*/ 53 h 453"/>
                    <a:gd name="T10" fmla="*/ 306 w 594"/>
                    <a:gd name="T11" fmla="*/ 66 h 453"/>
                    <a:gd name="T12" fmla="*/ 342 w 594"/>
                    <a:gd name="T13" fmla="*/ 80 h 453"/>
                    <a:gd name="T14" fmla="*/ 378 w 594"/>
                    <a:gd name="T15" fmla="*/ 95 h 453"/>
                    <a:gd name="T16" fmla="*/ 413 w 594"/>
                    <a:gd name="T17" fmla="*/ 113 h 453"/>
                    <a:gd name="T18" fmla="*/ 448 w 594"/>
                    <a:gd name="T19" fmla="*/ 131 h 453"/>
                    <a:gd name="T20" fmla="*/ 482 w 594"/>
                    <a:gd name="T21" fmla="*/ 150 h 453"/>
                    <a:gd name="T22" fmla="*/ 515 w 594"/>
                    <a:gd name="T23" fmla="*/ 172 h 453"/>
                    <a:gd name="T24" fmla="*/ 547 w 594"/>
                    <a:gd name="T25" fmla="*/ 194 h 453"/>
                    <a:gd name="T26" fmla="*/ 579 w 594"/>
                    <a:gd name="T27" fmla="*/ 217 h 453"/>
                    <a:gd name="T28" fmla="*/ 594 w 594"/>
                    <a:gd name="T29" fmla="*/ 229 h 453"/>
                    <a:gd name="T30" fmla="*/ 581 w 594"/>
                    <a:gd name="T31" fmla="*/ 242 h 453"/>
                    <a:gd name="T32" fmla="*/ 549 w 594"/>
                    <a:gd name="T33" fmla="*/ 269 h 453"/>
                    <a:gd name="T34" fmla="*/ 517 w 594"/>
                    <a:gd name="T35" fmla="*/ 292 h 453"/>
                    <a:gd name="T36" fmla="*/ 484 w 594"/>
                    <a:gd name="T37" fmla="*/ 313 h 453"/>
                    <a:gd name="T38" fmla="*/ 450 w 594"/>
                    <a:gd name="T39" fmla="*/ 333 h 453"/>
                    <a:gd name="T40" fmla="*/ 414 w 594"/>
                    <a:gd name="T41" fmla="*/ 351 h 453"/>
                    <a:gd name="T42" fmla="*/ 379 w 594"/>
                    <a:gd name="T43" fmla="*/ 367 h 453"/>
                    <a:gd name="T44" fmla="*/ 342 w 594"/>
                    <a:gd name="T45" fmla="*/ 381 h 453"/>
                    <a:gd name="T46" fmla="*/ 305 w 594"/>
                    <a:gd name="T47" fmla="*/ 395 h 453"/>
                    <a:gd name="T48" fmla="*/ 268 w 594"/>
                    <a:gd name="T49" fmla="*/ 407 h 453"/>
                    <a:gd name="T50" fmla="*/ 230 w 594"/>
                    <a:gd name="T51" fmla="*/ 417 h 453"/>
                    <a:gd name="T52" fmla="*/ 193 w 594"/>
                    <a:gd name="T53" fmla="*/ 426 h 453"/>
                    <a:gd name="T54" fmla="*/ 154 w 594"/>
                    <a:gd name="T55" fmla="*/ 434 h 453"/>
                    <a:gd name="T56" fmla="*/ 116 w 594"/>
                    <a:gd name="T57" fmla="*/ 440 h 453"/>
                    <a:gd name="T58" fmla="*/ 78 w 594"/>
                    <a:gd name="T59" fmla="*/ 446 h 453"/>
                    <a:gd name="T60" fmla="*/ 0 w 594"/>
                    <a:gd name="T61" fmla="*/ 453 h 453"/>
                    <a:gd name="T62" fmla="*/ 38 w 594"/>
                    <a:gd name="T63" fmla="*/ 445 h 453"/>
                    <a:gd name="T64" fmla="*/ 76 w 594"/>
                    <a:gd name="T65" fmla="*/ 437 h 453"/>
                    <a:gd name="T66" fmla="*/ 113 w 594"/>
                    <a:gd name="T67" fmla="*/ 428 h 453"/>
                    <a:gd name="T68" fmla="*/ 151 w 594"/>
                    <a:gd name="T69" fmla="*/ 418 h 453"/>
                    <a:gd name="T70" fmla="*/ 188 w 594"/>
                    <a:gd name="T71" fmla="*/ 407 h 453"/>
                    <a:gd name="T72" fmla="*/ 224 w 594"/>
                    <a:gd name="T73" fmla="*/ 396 h 453"/>
                    <a:gd name="T74" fmla="*/ 261 w 594"/>
                    <a:gd name="T75" fmla="*/ 384 h 453"/>
                    <a:gd name="T76" fmla="*/ 296 w 594"/>
                    <a:gd name="T77" fmla="*/ 370 h 453"/>
                    <a:gd name="T78" fmla="*/ 332 w 594"/>
                    <a:gd name="T79" fmla="*/ 355 h 453"/>
                    <a:gd name="T80" fmla="*/ 367 w 594"/>
                    <a:gd name="T81" fmla="*/ 340 h 453"/>
                    <a:gd name="T82" fmla="*/ 401 w 594"/>
                    <a:gd name="T83" fmla="*/ 323 h 453"/>
                    <a:gd name="T84" fmla="*/ 434 w 594"/>
                    <a:gd name="T85" fmla="*/ 305 h 453"/>
                    <a:gd name="T86" fmla="*/ 467 w 594"/>
                    <a:gd name="T87" fmla="*/ 286 h 453"/>
                    <a:gd name="T88" fmla="*/ 499 w 594"/>
                    <a:gd name="T89" fmla="*/ 265 h 453"/>
                    <a:gd name="T90" fmla="*/ 529 w 594"/>
                    <a:gd name="T91" fmla="*/ 243 h 453"/>
                    <a:gd name="T92" fmla="*/ 556 w 594"/>
                    <a:gd name="T93" fmla="*/ 219 h 453"/>
                    <a:gd name="T94" fmla="*/ 558 w 594"/>
                    <a:gd name="T95" fmla="*/ 244 h 453"/>
                    <a:gd name="T96" fmla="*/ 528 w 594"/>
                    <a:gd name="T97" fmla="*/ 221 h 453"/>
                    <a:gd name="T98" fmla="*/ 497 w 594"/>
                    <a:gd name="T99" fmla="*/ 199 h 453"/>
                    <a:gd name="T100" fmla="*/ 465 w 594"/>
                    <a:gd name="T101" fmla="*/ 178 h 453"/>
                    <a:gd name="T102" fmla="*/ 432 w 594"/>
                    <a:gd name="T103" fmla="*/ 159 h 453"/>
                    <a:gd name="T104" fmla="*/ 399 w 594"/>
                    <a:gd name="T105" fmla="*/ 140 h 453"/>
                    <a:gd name="T106" fmla="*/ 366 w 594"/>
                    <a:gd name="T107" fmla="*/ 122 h 453"/>
                    <a:gd name="T108" fmla="*/ 296 w 594"/>
                    <a:gd name="T109" fmla="*/ 90 h 453"/>
                    <a:gd name="T110" fmla="*/ 261 w 594"/>
                    <a:gd name="T111" fmla="*/ 75 h 453"/>
                    <a:gd name="T112" fmla="*/ 225 w 594"/>
                    <a:gd name="T113" fmla="*/ 62 h 453"/>
                    <a:gd name="T114" fmla="*/ 189 w 594"/>
                    <a:gd name="T115" fmla="*/ 49 h 453"/>
                    <a:gd name="T116" fmla="*/ 152 w 594"/>
                    <a:gd name="T117" fmla="*/ 37 h 453"/>
                    <a:gd name="T118" fmla="*/ 78 w 594"/>
                    <a:gd name="T119" fmla="*/ 16 h 453"/>
                    <a:gd name="T120" fmla="*/ 3 w 594"/>
                    <a:gd name="T121" fmla="*/ 0 h 4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594" h="453">
                      <a:moveTo>
                        <a:pt x="3" y="0"/>
                      </a:moveTo>
                      <a:cubicBezTo>
                        <a:pt x="29" y="1"/>
                        <a:pt x="54" y="4"/>
                        <a:pt x="80" y="8"/>
                      </a:cubicBezTo>
                      <a:cubicBezTo>
                        <a:pt x="106" y="11"/>
                        <a:pt x="131" y="16"/>
                        <a:pt x="157" y="21"/>
                      </a:cubicBezTo>
                      <a:cubicBezTo>
                        <a:pt x="182" y="27"/>
                        <a:pt x="207" y="34"/>
                        <a:pt x="232" y="41"/>
                      </a:cubicBezTo>
                      <a:cubicBezTo>
                        <a:pt x="244" y="44"/>
                        <a:pt x="257" y="49"/>
                        <a:pt x="269" y="53"/>
                      </a:cubicBezTo>
                      <a:cubicBezTo>
                        <a:pt x="282" y="56"/>
                        <a:pt x="294" y="61"/>
                        <a:pt x="306" y="66"/>
                      </a:cubicBezTo>
                      <a:cubicBezTo>
                        <a:pt x="318" y="70"/>
                        <a:pt x="330" y="75"/>
                        <a:pt x="342" y="80"/>
                      </a:cubicBezTo>
                      <a:lnTo>
                        <a:pt x="378" y="95"/>
                      </a:lnTo>
                      <a:lnTo>
                        <a:pt x="413" y="113"/>
                      </a:lnTo>
                      <a:cubicBezTo>
                        <a:pt x="425" y="118"/>
                        <a:pt x="437" y="125"/>
                        <a:pt x="448" y="131"/>
                      </a:cubicBezTo>
                      <a:cubicBezTo>
                        <a:pt x="459" y="137"/>
                        <a:pt x="471" y="144"/>
                        <a:pt x="482" y="150"/>
                      </a:cubicBezTo>
                      <a:lnTo>
                        <a:pt x="515" y="172"/>
                      </a:lnTo>
                      <a:cubicBezTo>
                        <a:pt x="526" y="179"/>
                        <a:pt x="537" y="186"/>
                        <a:pt x="547" y="194"/>
                      </a:cubicBezTo>
                      <a:lnTo>
                        <a:pt x="579" y="217"/>
                      </a:lnTo>
                      <a:lnTo>
                        <a:pt x="594" y="229"/>
                      </a:lnTo>
                      <a:lnTo>
                        <a:pt x="581" y="242"/>
                      </a:lnTo>
                      <a:cubicBezTo>
                        <a:pt x="570" y="253"/>
                        <a:pt x="560" y="261"/>
                        <a:pt x="549" y="269"/>
                      </a:cubicBezTo>
                      <a:cubicBezTo>
                        <a:pt x="539" y="277"/>
                        <a:pt x="528" y="285"/>
                        <a:pt x="517" y="292"/>
                      </a:cubicBezTo>
                      <a:cubicBezTo>
                        <a:pt x="506" y="300"/>
                        <a:pt x="495" y="307"/>
                        <a:pt x="484" y="313"/>
                      </a:cubicBezTo>
                      <a:cubicBezTo>
                        <a:pt x="473" y="321"/>
                        <a:pt x="461" y="327"/>
                        <a:pt x="450" y="333"/>
                      </a:cubicBezTo>
                      <a:cubicBezTo>
                        <a:pt x="438" y="339"/>
                        <a:pt x="426" y="345"/>
                        <a:pt x="414" y="351"/>
                      </a:cubicBezTo>
                      <a:cubicBezTo>
                        <a:pt x="403" y="357"/>
                        <a:pt x="391" y="361"/>
                        <a:pt x="379" y="367"/>
                      </a:cubicBezTo>
                      <a:cubicBezTo>
                        <a:pt x="367" y="372"/>
                        <a:pt x="355" y="377"/>
                        <a:pt x="342" y="381"/>
                      </a:cubicBezTo>
                      <a:cubicBezTo>
                        <a:pt x="330" y="386"/>
                        <a:pt x="318" y="391"/>
                        <a:pt x="305" y="395"/>
                      </a:cubicBezTo>
                      <a:lnTo>
                        <a:pt x="268" y="407"/>
                      </a:lnTo>
                      <a:cubicBezTo>
                        <a:pt x="256" y="411"/>
                        <a:pt x="243" y="414"/>
                        <a:pt x="230" y="417"/>
                      </a:cubicBezTo>
                      <a:cubicBezTo>
                        <a:pt x="218" y="420"/>
                        <a:pt x="205" y="424"/>
                        <a:pt x="193" y="426"/>
                      </a:cubicBezTo>
                      <a:lnTo>
                        <a:pt x="154" y="434"/>
                      </a:lnTo>
                      <a:cubicBezTo>
                        <a:pt x="142" y="437"/>
                        <a:pt x="129" y="438"/>
                        <a:pt x="116" y="440"/>
                      </a:cubicBezTo>
                      <a:lnTo>
                        <a:pt x="78" y="446"/>
                      </a:lnTo>
                      <a:cubicBezTo>
                        <a:pt x="52" y="449"/>
                        <a:pt x="26" y="451"/>
                        <a:pt x="0" y="453"/>
                      </a:cubicBezTo>
                      <a:lnTo>
                        <a:pt x="38" y="445"/>
                      </a:lnTo>
                      <a:cubicBezTo>
                        <a:pt x="51" y="442"/>
                        <a:pt x="63" y="440"/>
                        <a:pt x="76" y="437"/>
                      </a:cubicBezTo>
                      <a:lnTo>
                        <a:pt x="113" y="428"/>
                      </a:lnTo>
                      <a:cubicBezTo>
                        <a:pt x="126" y="425"/>
                        <a:pt x="138" y="422"/>
                        <a:pt x="151" y="418"/>
                      </a:cubicBezTo>
                      <a:lnTo>
                        <a:pt x="188" y="407"/>
                      </a:lnTo>
                      <a:cubicBezTo>
                        <a:pt x="200" y="404"/>
                        <a:pt x="212" y="400"/>
                        <a:pt x="224" y="396"/>
                      </a:cubicBezTo>
                      <a:cubicBezTo>
                        <a:pt x="236" y="392"/>
                        <a:pt x="249" y="388"/>
                        <a:pt x="261" y="384"/>
                      </a:cubicBezTo>
                      <a:lnTo>
                        <a:pt x="296" y="370"/>
                      </a:lnTo>
                      <a:cubicBezTo>
                        <a:pt x="308" y="366"/>
                        <a:pt x="320" y="360"/>
                        <a:pt x="332" y="355"/>
                      </a:cubicBezTo>
                      <a:cubicBezTo>
                        <a:pt x="343" y="350"/>
                        <a:pt x="355" y="345"/>
                        <a:pt x="367" y="340"/>
                      </a:cubicBezTo>
                      <a:cubicBezTo>
                        <a:pt x="378" y="334"/>
                        <a:pt x="390" y="329"/>
                        <a:pt x="401" y="323"/>
                      </a:cubicBezTo>
                      <a:cubicBezTo>
                        <a:pt x="412" y="317"/>
                        <a:pt x="423" y="312"/>
                        <a:pt x="434" y="305"/>
                      </a:cubicBezTo>
                      <a:cubicBezTo>
                        <a:pt x="445" y="298"/>
                        <a:pt x="456" y="293"/>
                        <a:pt x="467" y="286"/>
                      </a:cubicBezTo>
                      <a:cubicBezTo>
                        <a:pt x="478" y="279"/>
                        <a:pt x="488" y="272"/>
                        <a:pt x="499" y="265"/>
                      </a:cubicBezTo>
                      <a:cubicBezTo>
                        <a:pt x="509" y="258"/>
                        <a:pt x="519" y="250"/>
                        <a:pt x="529" y="243"/>
                      </a:cubicBezTo>
                      <a:cubicBezTo>
                        <a:pt x="539" y="235"/>
                        <a:pt x="549" y="227"/>
                        <a:pt x="556" y="219"/>
                      </a:cubicBezTo>
                      <a:lnTo>
                        <a:pt x="558" y="244"/>
                      </a:lnTo>
                      <a:lnTo>
                        <a:pt x="528" y="221"/>
                      </a:lnTo>
                      <a:cubicBezTo>
                        <a:pt x="518" y="213"/>
                        <a:pt x="508" y="206"/>
                        <a:pt x="497" y="199"/>
                      </a:cubicBezTo>
                      <a:lnTo>
                        <a:pt x="465" y="178"/>
                      </a:lnTo>
                      <a:cubicBezTo>
                        <a:pt x="454" y="171"/>
                        <a:pt x="443" y="165"/>
                        <a:pt x="432" y="159"/>
                      </a:cubicBezTo>
                      <a:cubicBezTo>
                        <a:pt x="421" y="152"/>
                        <a:pt x="411" y="145"/>
                        <a:pt x="399" y="140"/>
                      </a:cubicBezTo>
                      <a:lnTo>
                        <a:pt x="366" y="122"/>
                      </a:lnTo>
                      <a:cubicBezTo>
                        <a:pt x="342" y="111"/>
                        <a:pt x="320" y="100"/>
                        <a:pt x="296" y="90"/>
                      </a:cubicBezTo>
                      <a:cubicBezTo>
                        <a:pt x="284" y="85"/>
                        <a:pt x="273" y="80"/>
                        <a:pt x="261" y="75"/>
                      </a:cubicBezTo>
                      <a:lnTo>
                        <a:pt x="225" y="62"/>
                      </a:lnTo>
                      <a:lnTo>
                        <a:pt x="189" y="49"/>
                      </a:lnTo>
                      <a:lnTo>
                        <a:pt x="152" y="37"/>
                      </a:lnTo>
                      <a:cubicBezTo>
                        <a:pt x="128" y="30"/>
                        <a:pt x="103" y="23"/>
                        <a:pt x="78" y="16"/>
                      </a:cubicBezTo>
                      <a:cubicBezTo>
                        <a:pt x="53" y="10"/>
                        <a:pt x="28" y="5"/>
                        <a:pt x="3" y="0"/>
                      </a:cubicBezTo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9" name="Group 16"/>
              <p:cNvGrpSpPr/>
              <p:nvPr/>
            </p:nvGrpSpPr>
            <p:grpSpPr>
              <a:xfrm>
                <a:off x="1995752" y="1196181"/>
                <a:ext cx="3103563" cy="2306638"/>
                <a:chOff x="2007520" y="1756081"/>
                <a:chExt cx="3103563" cy="2306638"/>
              </a:xfrm>
            </p:grpSpPr>
            <p:sp>
              <p:nvSpPr>
                <p:cNvPr id="39" name="Freeform: Shape 17"/>
                <p:cNvSpPr/>
                <p:nvPr/>
              </p:nvSpPr>
              <p:spPr bwMode="auto">
                <a:xfrm>
                  <a:off x="3782345" y="1756081"/>
                  <a:ext cx="1328738" cy="1004888"/>
                </a:xfrm>
                <a:custGeom>
                  <a:avLst/>
                  <a:gdLst>
                    <a:gd name="T0" fmla="*/ 0 w 1745"/>
                    <a:gd name="T1" fmla="*/ 1320 h 1320"/>
                    <a:gd name="T2" fmla="*/ 1498 w 1745"/>
                    <a:gd name="T3" fmla="*/ 1320 h 1320"/>
                    <a:gd name="T4" fmla="*/ 1745 w 1745"/>
                    <a:gd name="T5" fmla="*/ 1072 h 1320"/>
                    <a:gd name="T6" fmla="*/ 1745 w 1745"/>
                    <a:gd name="T7" fmla="*/ 248 h 1320"/>
                    <a:gd name="T8" fmla="*/ 1498 w 1745"/>
                    <a:gd name="T9" fmla="*/ 0 h 1320"/>
                    <a:gd name="T10" fmla="*/ 0 w 1745"/>
                    <a:gd name="T11" fmla="*/ 0 h 1320"/>
                    <a:gd name="T12" fmla="*/ 0 w 1745"/>
                    <a:gd name="T13" fmla="*/ 1320 h 13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45" h="1320">
                      <a:moveTo>
                        <a:pt x="0" y="1320"/>
                      </a:moveTo>
                      <a:lnTo>
                        <a:pt x="1498" y="1320"/>
                      </a:lnTo>
                      <a:cubicBezTo>
                        <a:pt x="1634" y="1320"/>
                        <a:pt x="1745" y="1209"/>
                        <a:pt x="1745" y="1072"/>
                      </a:cubicBezTo>
                      <a:lnTo>
                        <a:pt x="1745" y="248"/>
                      </a:lnTo>
                      <a:cubicBezTo>
                        <a:pt x="1745" y="111"/>
                        <a:pt x="1634" y="0"/>
                        <a:pt x="1498" y="0"/>
                      </a:cubicBezTo>
                      <a:lnTo>
                        <a:pt x="0" y="0"/>
                      </a:lnTo>
                      <a:lnTo>
                        <a:pt x="0" y="1320"/>
                      </a:lnTo>
                    </a:path>
                  </a:pathLst>
                </a:custGeom>
                <a:solidFill>
                  <a:srgbClr val="7B8E9B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0" name="Freeform: Shape 18"/>
                <p:cNvSpPr/>
                <p:nvPr/>
              </p:nvSpPr>
              <p:spPr bwMode="auto">
                <a:xfrm>
                  <a:off x="2007520" y="1756081"/>
                  <a:ext cx="1774825" cy="2306638"/>
                </a:xfrm>
                <a:custGeom>
                  <a:avLst/>
                  <a:gdLst>
                    <a:gd name="T0" fmla="*/ 1118 w 1118"/>
                    <a:gd name="T1" fmla="*/ 0 h 1453"/>
                    <a:gd name="T2" fmla="*/ 0 w 1118"/>
                    <a:gd name="T3" fmla="*/ 1453 h 1453"/>
                    <a:gd name="T4" fmla="*/ 1118 w 1118"/>
                    <a:gd name="T5" fmla="*/ 633 h 1453"/>
                    <a:gd name="T6" fmla="*/ 1118 w 1118"/>
                    <a:gd name="T7" fmla="*/ 0 h 14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18" h="1453">
                      <a:moveTo>
                        <a:pt x="1118" y="0"/>
                      </a:moveTo>
                      <a:lnTo>
                        <a:pt x="0" y="1453"/>
                      </a:lnTo>
                      <a:lnTo>
                        <a:pt x="1118" y="633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rgbClr val="7B8E9B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10" name="Group 19"/>
              <p:cNvGrpSpPr/>
              <p:nvPr/>
            </p:nvGrpSpPr>
            <p:grpSpPr>
              <a:xfrm>
                <a:off x="1995752" y="2350293"/>
                <a:ext cx="3103563" cy="1152525"/>
                <a:chOff x="1274763" y="2427294"/>
                <a:chExt cx="3103563" cy="1152525"/>
              </a:xfrm>
            </p:grpSpPr>
            <p:sp>
              <p:nvSpPr>
                <p:cNvPr id="37" name="Freeform: Shape 20"/>
                <p:cNvSpPr/>
                <p:nvPr/>
              </p:nvSpPr>
              <p:spPr bwMode="auto">
                <a:xfrm>
                  <a:off x="3049588" y="2427294"/>
                  <a:ext cx="1328738" cy="1004888"/>
                </a:xfrm>
                <a:custGeom>
                  <a:avLst/>
                  <a:gdLst>
                    <a:gd name="T0" fmla="*/ 0 w 1745"/>
                    <a:gd name="T1" fmla="*/ 1319 h 1319"/>
                    <a:gd name="T2" fmla="*/ 1498 w 1745"/>
                    <a:gd name="T3" fmla="*/ 1319 h 1319"/>
                    <a:gd name="T4" fmla="*/ 1745 w 1745"/>
                    <a:gd name="T5" fmla="*/ 1071 h 1319"/>
                    <a:gd name="T6" fmla="*/ 1745 w 1745"/>
                    <a:gd name="T7" fmla="*/ 247 h 1319"/>
                    <a:gd name="T8" fmla="*/ 1498 w 1745"/>
                    <a:gd name="T9" fmla="*/ 0 h 1319"/>
                    <a:gd name="T10" fmla="*/ 0 w 1745"/>
                    <a:gd name="T11" fmla="*/ 0 h 1319"/>
                    <a:gd name="T12" fmla="*/ 0 w 1745"/>
                    <a:gd name="T13" fmla="*/ 1319 h 13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45" h="1319">
                      <a:moveTo>
                        <a:pt x="0" y="1319"/>
                      </a:moveTo>
                      <a:lnTo>
                        <a:pt x="1498" y="1319"/>
                      </a:lnTo>
                      <a:cubicBezTo>
                        <a:pt x="1634" y="1319"/>
                        <a:pt x="1745" y="1208"/>
                        <a:pt x="1745" y="1071"/>
                      </a:cubicBezTo>
                      <a:lnTo>
                        <a:pt x="1745" y="247"/>
                      </a:lnTo>
                      <a:cubicBezTo>
                        <a:pt x="1745" y="110"/>
                        <a:pt x="1634" y="0"/>
                        <a:pt x="1498" y="0"/>
                      </a:cubicBezTo>
                      <a:lnTo>
                        <a:pt x="0" y="0"/>
                      </a:lnTo>
                      <a:lnTo>
                        <a:pt x="0" y="1319"/>
                      </a:lnTo>
                    </a:path>
                  </a:pathLst>
                </a:custGeom>
                <a:solidFill>
                  <a:srgbClr val="4D598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8" name="Freeform: Shape 21"/>
                <p:cNvSpPr/>
                <p:nvPr/>
              </p:nvSpPr>
              <p:spPr bwMode="auto">
                <a:xfrm>
                  <a:off x="1274763" y="2427294"/>
                  <a:ext cx="1774825" cy="1152525"/>
                </a:xfrm>
                <a:custGeom>
                  <a:avLst/>
                  <a:gdLst>
                    <a:gd name="T0" fmla="*/ 1118 w 1118"/>
                    <a:gd name="T1" fmla="*/ 0 h 726"/>
                    <a:gd name="T2" fmla="*/ 0 w 1118"/>
                    <a:gd name="T3" fmla="*/ 726 h 726"/>
                    <a:gd name="T4" fmla="*/ 1118 w 1118"/>
                    <a:gd name="T5" fmla="*/ 633 h 726"/>
                    <a:gd name="T6" fmla="*/ 1118 w 1118"/>
                    <a:gd name="T7" fmla="*/ 0 h 7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18" h="726">
                      <a:moveTo>
                        <a:pt x="1118" y="0"/>
                      </a:moveTo>
                      <a:lnTo>
                        <a:pt x="0" y="726"/>
                      </a:lnTo>
                      <a:lnTo>
                        <a:pt x="1118" y="633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rgbClr val="4D598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11" name="Group 22"/>
              <p:cNvGrpSpPr/>
              <p:nvPr/>
            </p:nvGrpSpPr>
            <p:grpSpPr>
              <a:xfrm>
                <a:off x="1995752" y="3502818"/>
                <a:ext cx="3103563" cy="1004888"/>
                <a:chOff x="1274763" y="3579819"/>
                <a:chExt cx="3103563" cy="1004888"/>
              </a:xfrm>
            </p:grpSpPr>
            <p:sp>
              <p:nvSpPr>
                <p:cNvPr id="35" name="Freeform: Shape 23"/>
                <p:cNvSpPr/>
                <p:nvPr/>
              </p:nvSpPr>
              <p:spPr bwMode="auto">
                <a:xfrm>
                  <a:off x="3049588" y="3579819"/>
                  <a:ext cx="1328738" cy="1004888"/>
                </a:xfrm>
                <a:custGeom>
                  <a:avLst/>
                  <a:gdLst>
                    <a:gd name="T0" fmla="*/ 0 w 1745"/>
                    <a:gd name="T1" fmla="*/ 1319 h 1319"/>
                    <a:gd name="T2" fmla="*/ 1498 w 1745"/>
                    <a:gd name="T3" fmla="*/ 1319 h 1319"/>
                    <a:gd name="T4" fmla="*/ 1745 w 1745"/>
                    <a:gd name="T5" fmla="*/ 1071 h 1319"/>
                    <a:gd name="T6" fmla="*/ 1745 w 1745"/>
                    <a:gd name="T7" fmla="*/ 247 h 1319"/>
                    <a:gd name="T8" fmla="*/ 1498 w 1745"/>
                    <a:gd name="T9" fmla="*/ 0 h 1319"/>
                    <a:gd name="T10" fmla="*/ 0 w 1745"/>
                    <a:gd name="T11" fmla="*/ 0 h 1319"/>
                    <a:gd name="T12" fmla="*/ 0 w 1745"/>
                    <a:gd name="T13" fmla="*/ 1319 h 13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45" h="1319">
                      <a:moveTo>
                        <a:pt x="0" y="1319"/>
                      </a:moveTo>
                      <a:lnTo>
                        <a:pt x="1498" y="1319"/>
                      </a:lnTo>
                      <a:cubicBezTo>
                        <a:pt x="1634" y="1319"/>
                        <a:pt x="1745" y="1208"/>
                        <a:pt x="1745" y="1071"/>
                      </a:cubicBezTo>
                      <a:lnTo>
                        <a:pt x="1745" y="247"/>
                      </a:lnTo>
                      <a:cubicBezTo>
                        <a:pt x="1745" y="111"/>
                        <a:pt x="1634" y="0"/>
                        <a:pt x="1498" y="0"/>
                      </a:cubicBezTo>
                      <a:lnTo>
                        <a:pt x="0" y="0"/>
                      </a:lnTo>
                      <a:lnTo>
                        <a:pt x="0" y="1319"/>
                      </a:lnTo>
                    </a:path>
                  </a:pathLst>
                </a:custGeom>
                <a:solidFill>
                  <a:srgbClr val="7B8E9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6" name="Freeform: Shape 24"/>
                <p:cNvSpPr/>
                <p:nvPr/>
              </p:nvSpPr>
              <p:spPr bwMode="auto">
                <a:xfrm>
                  <a:off x="1274763" y="3579819"/>
                  <a:ext cx="1774825" cy="1004888"/>
                </a:xfrm>
                <a:custGeom>
                  <a:avLst/>
                  <a:gdLst>
                    <a:gd name="T0" fmla="*/ 1118 w 1118"/>
                    <a:gd name="T1" fmla="*/ 0 h 633"/>
                    <a:gd name="T2" fmla="*/ 0 w 1118"/>
                    <a:gd name="T3" fmla="*/ 0 h 633"/>
                    <a:gd name="T4" fmla="*/ 1118 w 1118"/>
                    <a:gd name="T5" fmla="*/ 633 h 633"/>
                    <a:gd name="T6" fmla="*/ 1118 w 1118"/>
                    <a:gd name="T7" fmla="*/ 0 h 6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18" h="633">
                      <a:moveTo>
                        <a:pt x="1118" y="0"/>
                      </a:moveTo>
                      <a:lnTo>
                        <a:pt x="0" y="0"/>
                      </a:lnTo>
                      <a:lnTo>
                        <a:pt x="1118" y="633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rgbClr val="7B8E9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12" name="Group 25"/>
              <p:cNvGrpSpPr/>
              <p:nvPr/>
            </p:nvGrpSpPr>
            <p:grpSpPr>
              <a:xfrm>
                <a:off x="1995752" y="3502818"/>
                <a:ext cx="3103563" cy="2159001"/>
                <a:chOff x="1274763" y="3579819"/>
                <a:chExt cx="3103563" cy="2159001"/>
              </a:xfrm>
            </p:grpSpPr>
            <p:sp>
              <p:nvSpPr>
                <p:cNvPr id="33" name="Freeform: Shape 26"/>
                <p:cNvSpPr/>
                <p:nvPr/>
              </p:nvSpPr>
              <p:spPr bwMode="auto">
                <a:xfrm>
                  <a:off x="3049588" y="4733932"/>
                  <a:ext cx="1328738" cy="1004888"/>
                </a:xfrm>
                <a:custGeom>
                  <a:avLst/>
                  <a:gdLst>
                    <a:gd name="T0" fmla="*/ 0 w 1745"/>
                    <a:gd name="T1" fmla="*/ 1319 h 1319"/>
                    <a:gd name="T2" fmla="*/ 1498 w 1745"/>
                    <a:gd name="T3" fmla="*/ 1319 h 1319"/>
                    <a:gd name="T4" fmla="*/ 1745 w 1745"/>
                    <a:gd name="T5" fmla="*/ 1071 h 1319"/>
                    <a:gd name="T6" fmla="*/ 1745 w 1745"/>
                    <a:gd name="T7" fmla="*/ 248 h 1319"/>
                    <a:gd name="T8" fmla="*/ 1498 w 1745"/>
                    <a:gd name="T9" fmla="*/ 0 h 1319"/>
                    <a:gd name="T10" fmla="*/ 0 w 1745"/>
                    <a:gd name="T11" fmla="*/ 0 h 1319"/>
                    <a:gd name="T12" fmla="*/ 0 w 1745"/>
                    <a:gd name="T13" fmla="*/ 1319 h 13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45" h="1319">
                      <a:moveTo>
                        <a:pt x="0" y="1319"/>
                      </a:moveTo>
                      <a:lnTo>
                        <a:pt x="1498" y="1319"/>
                      </a:lnTo>
                      <a:cubicBezTo>
                        <a:pt x="1634" y="1319"/>
                        <a:pt x="1745" y="1208"/>
                        <a:pt x="1745" y="1071"/>
                      </a:cubicBezTo>
                      <a:lnTo>
                        <a:pt x="1745" y="248"/>
                      </a:lnTo>
                      <a:cubicBezTo>
                        <a:pt x="1745" y="111"/>
                        <a:pt x="1634" y="0"/>
                        <a:pt x="1498" y="0"/>
                      </a:cubicBezTo>
                      <a:lnTo>
                        <a:pt x="0" y="0"/>
                      </a:lnTo>
                      <a:lnTo>
                        <a:pt x="0" y="1319"/>
                      </a:lnTo>
                    </a:path>
                  </a:pathLst>
                </a:custGeom>
                <a:solidFill>
                  <a:srgbClr val="4D598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4" name="Freeform: Shape 27"/>
                <p:cNvSpPr/>
                <p:nvPr/>
              </p:nvSpPr>
              <p:spPr bwMode="auto">
                <a:xfrm>
                  <a:off x="1274763" y="3579819"/>
                  <a:ext cx="1774825" cy="2159000"/>
                </a:xfrm>
                <a:custGeom>
                  <a:avLst/>
                  <a:gdLst>
                    <a:gd name="T0" fmla="*/ 1118 w 1118"/>
                    <a:gd name="T1" fmla="*/ 727 h 1360"/>
                    <a:gd name="T2" fmla="*/ 0 w 1118"/>
                    <a:gd name="T3" fmla="*/ 0 h 1360"/>
                    <a:gd name="T4" fmla="*/ 1118 w 1118"/>
                    <a:gd name="T5" fmla="*/ 1360 h 1360"/>
                    <a:gd name="T6" fmla="*/ 1118 w 1118"/>
                    <a:gd name="T7" fmla="*/ 727 h 13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18" h="1360">
                      <a:moveTo>
                        <a:pt x="1118" y="727"/>
                      </a:moveTo>
                      <a:lnTo>
                        <a:pt x="0" y="0"/>
                      </a:lnTo>
                      <a:lnTo>
                        <a:pt x="1118" y="1360"/>
                      </a:lnTo>
                      <a:lnTo>
                        <a:pt x="1118" y="727"/>
                      </a:lnTo>
                      <a:close/>
                    </a:path>
                  </a:pathLst>
                </a:custGeom>
                <a:solidFill>
                  <a:srgbClr val="4D598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13" name="Freeform: Shape 28"/>
              <p:cNvSpPr/>
              <p:nvPr/>
            </p:nvSpPr>
            <p:spPr bwMode="auto">
              <a:xfrm>
                <a:off x="4320788" y="4960170"/>
                <a:ext cx="382589" cy="38115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987" y="2580"/>
                    </a:moveTo>
                    <a:cubicBezTo>
                      <a:pt x="20419" y="2580"/>
                      <a:pt x="20793" y="2735"/>
                      <a:pt x="21116" y="3052"/>
                    </a:cubicBezTo>
                    <a:cubicBezTo>
                      <a:pt x="21438" y="3372"/>
                      <a:pt x="21599" y="3743"/>
                      <a:pt x="21599" y="4175"/>
                    </a:cubicBezTo>
                    <a:lnTo>
                      <a:pt x="21599" y="19987"/>
                    </a:lnTo>
                    <a:cubicBezTo>
                      <a:pt x="21599" y="20419"/>
                      <a:pt x="21438" y="20796"/>
                      <a:pt x="21116" y="21116"/>
                    </a:cubicBezTo>
                    <a:cubicBezTo>
                      <a:pt x="20793" y="21438"/>
                      <a:pt x="20419" y="21599"/>
                      <a:pt x="19987" y="21599"/>
                    </a:cubicBezTo>
                    <a:lnTo>
                      <a:pt x="1612" y="21599"/>
                    </a:lnTo>
                    <a:cubicBezTo>
                      <a:pt x="1180" y="21599"/>
                      <a:pt x="806" y="21438"/>
                      <a:pt x="483" y="21116"/>
                    </a:cubicBezTo>
                    <a:cubicBezTo>
                      <a:pt x="161" y="20796"/>
                      <a:pt x="0" y="20419"/>
                      <a:pt x="0" y="19987"/>
                    </a:cubicBezTo>
                    <a:lnTo>
                      <a:pt x="0" y="4175"/>
                    </a:lnTo>
                    <a:cubicBezTo>
                      <a:pt x="0" y="3743"/>
                      <a:pt x="161" y="3372"/>
                      <a:pt x="483" y="3052"/>
                    </a:cubicBezTo>
                    <a:cubicBezTo>
                      <a:pt x="806" y="2735"/>
                      <a:pt x="1180" y="2580"/>
                      <a:pt x="1612" y="2580"/>
                    </a:cubicBezTo>
                    <a:lnTo>
                      <a:pt x="2150" y="2580"/>
                    </a:lnTo>
                    <a:lnTo>
                      <a:pt x="2150" y="2401"/>
                    </a:lnTo>
                    <a:cubicBezTo>
                      <a:pt x="2150" y="2116"/>
                      <a:pt x="2196" y="1828"/>
                      <a:pt x="2288" y="1540"/>
                    </a:cubicBezTo>
                    <a:cubicBezTo>
                      <a:pt x="2381" y="1249"/>
                      <a:pt x="2530" y="990"/>
                      <a:pt x="2738" y="766"/>
                    </a:cubicBezTo>
                    <a:cubicBezTo>
                      <a:pt x="2942" y="541"/>
                      <a:pt x="3216" y="360"/>
                      <a:pt x="3555" y="213"/>
                    </a:cubicBezTo>
                    <a:cubicBezTo>
                      <a:pt x="3895" y="75"/>
                      <a:pt x="4310" y="0"/>
                      <a:pt x="4796" y="0"/>
                    </a:cubicBezTo>
                    <a:cubicBezTo>
                      <a:pt x="5283" y="0"/>
                      <a:pt x="5698" y="75"/>
                      <a:pt x="6037" y="213"/>
                    </a:cubicBezTo>
                    <a:cubicBezTo>
                      <a:pt x="6377" y="360"/>
                      <a:pt x="6651" y="541"/>
                      <a:pt x="6858" y="766"/>
                    </a:cubicBezTo>
                    <a:cubicBezTo>
                      <a:pt x="7062" y="990"/>
                      <a:pt x="7215" y="1255"/>
                      <a:pt x="7313" y="1546"/>
                    </a:cubicBezTo>
                    <a:cubicBezTo>
                      <a:pt x="7411" y="1840"/>
                      <a:pt x="7457" y="2125"/>
                      <a:pt x="7457" y="2401"/>
                    </a:cubicBezTo>
                    <a:lnTo>
                      <a:pt x="7457" y="2580"/>
                    </a:lnTo>
                    <a:lnTo>
                      <a:pt x="8133" y="2580"/>
                    </a:lnTo>
                    <a:lnTo>
                      <a:pt x="8133" y="2401"/>
                    </a:lnTo>
                    <a:cubicBezTo>
                      <a:pt x="8133" y="2116"/>
                      <a:pt x="8179" y="1828"/>
                      <a:pt x="8269" y="1540"/>
                    </a:cubicBezTo>
                    <a:cubicBezTo>
                      <a:pt x="8364" y="1249"/>
                      <a:pt x="8511" y="990"/>
                      <a:pt x="8718" y="766"/>
                    </a:cubicBezTo>
                    <a:cubicBezTo>
                      <a:pt x="8925" y="541"/>
                      <a:pt x="9199" y="360"/>
                      <a:pt x="9538" y="213"/>
                    </a:cubicBezTo>
                    <a:cubicBezTo>
                      <a:pt x="9878" y="74"/>
                      <a:pt x="10293" y="0"/>
                      <a:pt x="10779" y="0"/>
                    </a:cubicBezTo>
                    <a:cubicBezTo>
                      <a:pt x="11266" y="0"/>
                      <a:pt x="11678" y="74"/>
                      <a:pt x="12020" y="213"/>
                    </a:cubicBezTo>
                    <a:cubicBezTo>
                      <a:pt x="12360" y="360"/>
                      <a:pt x="12636" y="541"/>
                      <a:pt x="12852" y="766"/>
                    </a:cubicBezTo>
                    <a:cubicBezTo>
                      <a:pt x="13068" y="990"/>
                      <a:pt x="13227" y="1255"/>
                      <a:pt x="13322" y="1546"/>
                    </a:cubicBezTo>
                    <a:cubicBezTo>
                      <a:pt x="13417" y="1840"/>
                      <a:pt x="13469" y="2125"/>
                      <a:pt x="13469" y="2401"/>
                    </a:cubicBezTo>
                    <a:lnTo>
                      <a:pt x="13469" y="2580"/>
                    </a:lnTo>
                    <a:lnTo>
                      <a:pt x="14142" y="2580"/>
                    </a:lnTo>
                    <a:lnTo>
                      <a:pt x="14142" y="2401"/>
                    </a:lnTo>
                    <a:cubicBezTo>
                      <a:pt x="14142" y="2116"/>
                      <a:pt x="14191" y="1828"/>
                      <a:pt x="14286" y="1540"/>
                    </a:cubicBezTo>
                    <a:cubicBezTo>
                      <a:pt x="14384" y="1249"/>
                      <a:pt x="14534" y="990"/>
                      <a:pt x="14741" y="765"/>
                    </a:cubicBezTo>
                    <a:cubicBezTo>
                      <a:pt x="14948" y="541"/>
                      <a:pt x="15219" y="359"/>
                      <a:pt x="15556" y="213"/>
                    </a:cubicBezTo>
                    <a:cubicBezTo>
                      <a:pt x="15890" y="74"/>
                      <a:pt x="16305" y="0"/>
                      <a:pt x="16803" y="0"/>
                    </a:cubicBezTo>
                    <a:cubicBezTo>
                      <a:pt x="17289" y="0"/>
                      <a:pt x="17704" y="74"/>
                      <a:pt x="18044" y="213"/>
                    </a:cubicBezTo>
                    <a:cubicBezTo>
                      <a:pt x="18383" y="359"/>
                      <a:pt x="18657" y="541"/>
                      <a:pt x="18864" y="765"/>
                    </a:cubicBezTo>
                    <a:cubicBezTo>
                      <a:pt x="19069" y="990"/>
                      <a:pt x="19218" y="1255"/>
                      <a:pt x="19311" y="1546"/>
                    </a:cubicBezTo>
                    <a:cubicBezTo>
                      <a:pt x="19403" y="1839"/>
                      <a:pt x="19449" y="2125"/>
                      <a:pt x="19449" y="2401"/>
                    </a:cubicBezTo>
                    <a:lnTo>
                      <a:pt x="19449" y="2580"/>
                    </a:lnTo>
                    <a:lnTo>
                      <a:pt x="19987" y="2580"/>
                    </a:lnTo>
                    <a:close/>
                    <a:moveTo>
                      <a:pt x="6066" y="7968"/>
                    </a:moveTo>
                    <a:lnTo>
                      <a:pt x="2179" y="7968"/>
                    </a:lnTo>
                    <a:lnTo>
                      <a:pt x="2179" y="11443"/>
                    </a:lnTo>
                    <a:lnTo>
                      <a:pt x="6066" y="11443"/>
                    </a:lnTo>
                    <a:lnTo>
                      <a:pt x="6066" y="7968"/>
                    </a:lnTo>
                    <a:close/>
                    <a:moveTo>
                      <a:pt x="6066" y="11976"/>
                    </a:moveTo>
                    <a:lnTo>
                      <a:pt x="2179" y="11976"/>
                    </a:lnTo>
                    <a:lnTo>
                      <a:pt x="2179" y="15452"/>
                    </a:lnTo>
                    <a:lnTo>
                      <a:pt x="6066" y="15452"/>
                    </a:lnTo>
                    <a:lnTo>
                      <a:pt x="6066" y="11976"/>
                    </a:lnTo>
                    <a:close/>
                    <a:moveTo>
                      <a:pt x="6066" y="15976"/>
                    </a:moveTo>
                    <a:lnTo>
                      <a:pt x="2179" y="15976"/>
                    </a:lnTo>
                    <a:lnTo>
                      <a:pt x="2179" y="19422"/>
                    </a:lnTo>
                    <a:lnTo>
                      <a:pt x="6066" y="19422"/>
                    </a:lnTo>
                    <a:lnTo>
                      <a:pt x="6066" y="15976"/>
                    </a:lnTo>
                    <a:close/>
                    <a:moveTo>
                      <a:pt x="3754" y="5543"/>
                    </a:moveTo>
                    <a:cubicBezTo>
                      <a:pt x="3754" y="6067"/>
                      <a:pt x="4102" y="6323"/>
                      <a:pt x="4799" y="6323"/>
                    </a:cubicBezTo>
                    <a:cubicBezTo>
                      <a:pt x="5499" y="6323"/>
                      <a:pt x="5847" y="6067"/>
                      <a:pt x="5847" y="5543"/>
                    </a:cubicBezTo>
                    <a:lnTo>
                      <a:pt x="5847" y="2398"/>
                    </a:lnTo>
                    <a:cubicBezTo>
                      <a:pt x="5847" y="1877"/>
                      <a:pt x="5499" y="1612"/>
                      <a:pt x="4799" y="1612"/>
                    </a:cubicBezTo>
                    <a:cubicBezTo>
                      <a:pt x="4102" y="1612"/>
                      <a:pt x="3754" y="1877"/>
                      <a:pt x="3754" y="2398"/>
                    </a:cubicBezTo>
                    <a:lnTo>
                      <a:pt x="3754" y="5543"/>
                    </a:lnTo>
                    <a:close/>
                    <a:moveTo>
                      <a:pt x="10535" y="7968"/>
                    </a:moveTo>
                    <a:lnTo>
                      <a:pt x="6607" y="7968"/>
                    </a:lnTo>
                    <a:lnTo>
                      <a:pt x="6607" y="11443"/>
                    </a:lnTo>
                    <a:lnTo>
                      <a:pt x="10535" y="11443"/>
                    </a:lnTo>
                    <a:lnTo>
                      <a:pt x="10535" y="7968"/>
                    </a:lnTo>
                    <a:close/>
                    <a:moveTo>
                      <a:pt x="10535" y="11976"/>
                    </a:moveTo>
                    <a:lnTo>
                      <a:pt x="6607" y="11976"/>
                    </a:lnTo>
                    <a:lnTo>
                      <a:pt x="6607" y="15452"/>
                    </a:lnTo>
                    <a:lnTo>
                      <a:pt x="10535" y="15452"/>
                    </a:lnTo>
                    <a:lnTo>
                      <a:pt x="10535" y="11976"/>
                    </a:lnTo>
                    <a:close/>
                    <a:moveTo>
                      <a:pt x="10535" y="15976"/>
                    </a:moveTo>
                    <a:lnTo>
                      <a:pt x="6607" y="15976"/>
                    </a:lnTo>
                    <a:lnTo>
                      <a:pt x="6607" y="19422"/>
                    </a:lnTo>
                    <a:lnTo>
                      <a:pt x="10535" y="19422"/>
                    </a:lnTo>
                    <a:lnTo>
                      <a:pt x="10535" y="15976"/>
                    </a:lnTo>
                    <a:close/>
                    <a:moveTo>
                      <a:pt x="9774" y="5543"/>
                    </a:moveTo>
                    <a:cubicBezTo>
                      <a:pt x="9774" y="5825"/>
                      <a:pt x="9849" y="6027"/>
                      <a:pt x="9996" y="6145"/>
                    </a:cubicBezTo>
                    <a:cubicBezTo>
                      <a:pt x="10143" y="6269"/>
                      <a:pt x="10405" y="6323"/>
                      <a:pt x="10782" y="6323"/>
                    </a:cubicBezTo>
                    <a:cubicBezTo>
                      <a:pt x="11159" y="6323"/>
                      <a:pt x="11427" y="6263"/>
                      <a:pt x="11588" y="6139"/>
                    </a:cubicBezTo>
                    <a:cubicBezTo>
                      <a:pt x="11750" y="6015"/>
                      <a:pt x="11830" y="5819"/>
                      <a:pt x="11830" y="5543"/>
                    </a:cubicBezTo>
                    <a:lnTo>
                      <a:pt x="11830" y="2398"/>
                    </a:lnTo>
                    <a:cubicBezTo>
                      <a:pt x="11830" y="2128"/>
                      <a:pt x="11750" y="1932"/>
                      <a:pt x="11588" y="1802"/>
                    </a:cubicBezTo>
                    <a:cubicBezTo>
                      <a:pt x="11427" y="1673"/>
                      <a:pt x="11159" y="1612"/>
                      <a:pt x="10782" y="1612"/>
                    </a:cubicBezTo>
                    <a:cubicBezTo>
                      <a:pt x="10405" y="1612"/>
                      <a:pt x="10143" y="1679"/>
                      <a:pt x="9996" y="1814"/>
                    </a:cubicBezTo>
                    <a:cubicBezTo>
                      <a:pt x="9849" y="1944"/>
                      <a:pt x="9774" y="2139"/>
                      <a:pt x="9774" y="2398"/>
                    </a:cubicBezTo>
                    <a:lnTo>
                      <a:pt x="9774" y="5543"/>
                    </a:lnTo>
                    <a:close/>
                    <a:moveTo>
                      <a:pt x="14986" y="7968"/>
                    </a:moveTo>
                    <a:lnTo>
                      <a:pt x="11073" y="7968"/>
                    </a:lnTo>
                    <a:lnTo>
                      <a:pt x="11073" y="11443"/>
                    </a:lnTo>
                    <a:lnTo>
                      <a:pt x="14986" y="11443"/>
                    </a:lnTo>
                    <a:lnTo>
                      <a:pt x="14986" y="7968"/>
                    </a:lnTo>
                    <a:close/>
                    <a:moveTo>
                      <a:pt x="14986" y="11976"/>
                    </a:moveTo>
                    <a:lnTo>
                      <a:pt x="11073" y="11976"/>
                    </a:lnTo>
                    <a:lnTo>
                      <a:pt x="11073" y="15452"/>
                    </a:lnTo>
                    <a:lnTo>
                      <a:pt x="14986" y="15452"/>
                    </a:lnTo>
                    <a:lnTo>
                      <a:pt x="14986" y="11976"/>
                    </a:lnTo>
                    <a:close/>
                    <a:moveTo>
                      <a:pt x="14986" y="15976"/>
                    </a:moveTo>
                    <a:lnTo>
                      <a:pt x="11073" y="15976"/>
                    </a:lnTo>
                    <a:lnTo>
                      <a:pt x="11073" y="19422"/>
                    </a:lnTo>
                    <a:lnTo>
                      <a:pt x="14986" y="19422"/>
                    </a:lnTo>
                    <a:lnTo>
                      <a:pt x="14986" y="15976"/>
                    </a:lnTo>
                    <a:close/>
                    <a:moveTo>
                      <a:pt x="19423" y="7968"/>
                    </a:moveTo>
                    <a:lnTo>
                      <a:pt x="15521" y="7968"/>
                    </a:lnTo>
                    <a:lnTo>
                      <a:pt x="15521" y="11443"/>
                    </a:lnTo>
                    <a:lnTo>
                      <a:pt x="19423" y="11443"/>
                    </a:lnTo>
                    <a:lnTo>
                      <a:pt x="19423" y="7968"/>
                    </a:lnTo>
                    <a:close/>
                    <a:moveTo>
                      <a:pt x="19423" y="11976"/>
                    </a:moveTo>
                    <a:lnTo>
                      <a:pt x="15521" y="11976"/>
                    </a:lnTo>
                    <a:lnTo>
                      <a:pt x="15521" y="15452"/>
                    </a:lnTo>
                    <a:lnTo>
                      <a:pt x="19423" y="15452"/>
                    </a:lnTo>
                    <a:lnTo>
                      <a:pt x="19423" y="11976"/>
                    </a:lnTo>
                    <a:close/>
                    <a:moveTo>
                      <a:pt x="19423" y="15976"/>
                    </a:moveTo>
                    <a:lnTo>
                      <a:pt x="15521" y="15976"/>
                    </a:lnTo>
                    <a:lnTo>
                      <a:pt x="15521" y="19422"/>
                    </a:lnTo>
                    <a:lnTo>
                      <a:pt x="19423" y="19422"/>
                    </a:lnTo>
                    <a:lnTo>
                      <a:pt x="19423" y="15976"/>
                    </a:lnTo>
                    <a:close/>
                    <a:moveTo>
                      <a:pt x="15758" y="5543"/>
                    </a:moveTo>
                    <a:cubicBezTo>
                      <a:pt x="15758" y="6067"/>
                      <a:pt x="16106" y="6323"/>
                      <a:pt x="16806" y="6323"/>
                    </a:cubicBezTo>
                    <a:cubicBezTo>
                      <a:pt x="17502" y="6323"/>
                      <a:pt x="17848" y="6067"/>
                      <a:pt x="17839" y="5543"/>
                    </a:cubicBezTo>
                    <a:lnTo>
                      <a:pt x="17839" y="2398"/>
                    </a:lnTo>
                    <a:cubicBezTo>
                      <a:pt x="17839" y="1877"/>
                      <a:pt x="17494" y="1612"/>
                      <a:pt x="16806" y="1612"/>
                    </a:cubicBezTo>
                    <a:cubicBezTo>
                      <a:pt x="16106" y="1612"/>
                      <a:pt x="15758" y="1877"/>
                      <a:pt x="15758" y="2398"/>
                    </a:cubicBezTo>
                    <a:lnTo>
                      <a:pt x="15758" y="554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" name="Freeform: Shape 29"/>
              <p:cNvSpPr/>
              <p:nvPr/>
            </p:nvSpPr>
            <p:spPr bwMode="auto">
              <a:xfrm>
                <a:off x="4321552" y="1424201"/>
                <a:ext cx="381060" cy="381159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845" y="434"/>
                    </a:moveTo>
                    <a:cubicBezTo>
                      <a:pt x="19000" y="276"/>
                      <a:pt x="19186" y="194"/>
                      <a:pt x="19399" y="194"/>
                    </a:cubicBezTo>
                    <a:cubicBezTo>
                      <a:pt x="19670" y="194"/>
                      <a:pt x="19900" y="332"/>
                      <a:pt x="20087" y="602"/>
                    </a:cubicBezTo>
                    <a:cubicBezTo>
                      <a:pt x="20165" y="716"/>
                      <a:pt x="20282" y="872"/>
                      <a:pt x="20432" y="1072"/>
                    </a:cubicBezTo>
                    <a:cubicBezTo>
                      <a:pt x="20586" y="1274"/>
                      <a:pt x="20733" y="1483"/>
                      <a:pt x="20880" y="1692"/>
                    </a:cubicBezTo>
                    <a:cubicBezTo>
                      <a:pt x="21024" y="1903"/>
                      <a:pt x="21147" y="2127"/>
                      <a:pt x="21252" y="2359"/>
                    </a:cubicBezTo>
                    <a:cubicBezTo>
                      <a:pt x="21357" y="2597"/>
                      <a:pt x="21411" y="2796"/>
                      <a:pt x="21411" y="2967"/>
                    </a:cubicBezTo>
                    <a:cubicBezTo>
                      <a:pt x="21411" y="3334"/>
                      <a:pt x="21298" y="3616"/>
                      <a:pt x="21071" y="3825"/>
                    </a:cubicBezTo>
                    <a:lnTo>
                      <a:pt x="2568" y="21376"/>
                    </a:lnTo>
                    <a:cubicBezTo>
                      <a:pt x="2408" y="21526"/>
                      <a:pt x="2227" y="21599"/>
                      <a:pt x="2017" y="21599"/>
                    </a:cubicBezTo>
                    <a:cubicBezTo>
                      <a:pt x="1725" y="21599"/>
                      <a:pt x="1495" y="21464"/>
                      <a:pt x="1324" y="21194"/>
                    </a:cubicBezTo>
                    <a:cubicBezTo>
                      <a:pt x="1248" y="21082"/>
                      <a:pt x="1128" y="20924"/>
                      <a:pt x="971" y="20724"/>
                    </a:cubicBezTo>
                    <a:cubicBezTo>
                      <a:pt x="817" y="20521"/>
                      <a:pt x="668" y="20316"/>
                      <a:pt x="528" y="20104"/>
                    </a:cubicBezTo>
                    <a:cubicBezTo>
                      <a:pt x="386" y="19893"/>
                      <a:pt x="261" y="19672"/>
                      <a:pt x="156" y="19443"/>
                    </a:cubicBezTo>
                    <a:cubicBezTo>
                      <a:pt x="51" y="19214"/>
                      <a:pt x="0" y="19008"/>
                      <a:pt x="0" y="18832"/>
                    </a:cubicBezTo>
                    <a:cubicBezTo>
                      <a:pt x="0" y="18465"/>
                      <a:pt x="115" y="18177"/>
                      <a:pt x="337" y="17971"/>
                    </a:cubicBezTo>
                    <a:lnTo>
                      <a:pt x="18845" y="434"/>
                    </a:lnTo>
                    <a:close/>
                    <a:moveTo>
                      <a:pt x="4372" y="9154"/>
                    </a:moveTo>
                    <a:lnTo>
                      <a:pt x="2998" y="8634"/>
                    </a:lnTo>
                    <a:lnTo>
                      <a:pt x="4372" y="8126"/>
                    </a:lnTo>
                    <a:lnTo>
                      <a:pt x="4805" y="6484"/>
                    </a:lnTo>
                    <a:lnTo>
                      <a:pt x="5204" y="8126"/>
                    </a:lnTo>
                    <a:lnTo>
                      <a:pt x="6597" y="8634"/>
                    </a:lnTo>
                    <a:lnTo>
                      <a:pt x="5204" y="9154"/>
                    </a:lnTo>
                    <a:lnTo>
                      <a:pt x="4805" y="10800"/>
                    </a:lnTo>
                    <a:lnTo>
                      <a:pt x="4372" y="9154"/>
                    </a:lnTo>
                    <a:close/>
                    <a:moveTo>
                      <a:pt x="7126" y="5329"/>
                    </a:moveTo>
                    <a:lnTo>
                      <a:pt x="4372" y="4316"/>
                    </a:lnTo>
                    <a:lnTo>
                      <a:pt x="7126" y="3317"/>
                    </a:lnTo>
                    <a:lnTo>
                      <a:pt x="7971" y="0"/>
                    </a:lnTo>
                    <a:lnTo>
                      <a:pt x="8810" y="3317"/>
                    </a:lnTo>
                    <a:lnTo>
                      <a:pt x="11565" y="4316"/>
                    </a:lnTo>
                    <a:lnTo>
                      <a:pt x="8810" y="5329"/>
                    </a:lnTo>
                    <a:lnTo>
                      <a:pt x="7971" y="8634"/>
                    </a:lnTo>
                    <a:lnTo>
                      <a:pt x="7126" y="5329"/>
                    </a:lnTo>
                    <a:close/>
                    <a:moveTo>
                      <a:pt x="12412" y="2670"/>
                    </a:moveTo>
                    <a:lnTo>
                      <a:pt x="11041" y="2162"/>
                    </a:lnTo>
                    <a:lnTo>
                      <a:pt x="12412" y="1642"/>
                    </a:lnTo>
                    <a:lnTo>
                      <a:pt x="12845" y="0"/>
                    </a:lnTo>
                    <a:lnTo>
                      <a:pt x="13278" y="1642"/>
                    </a:lnTo>
                    <a:lnTo>
                      <a:pt x="14637" y="2162"/>
                    </a:lnTo>
                    <a:lnTo>
                      <a:pt x="13278" y="2670"/>
                    </a:lnTo>
                    <a:lnTo>
                      <a:pt x="12845" y="4316"/>
                    </a:lnTo>
                    <a:lnTo>
                      <a:pt x="12412" y="2670"/>
                    </a:lnTo>
                    <a:close/>
                    <a:moveTo>
                      <a:pt x="20498" y="2993"/>
                    </a:moveTo>
                    <a:lnTo>
                      <a:pt x="19399" y="1289"/>
                    </a:lnTo>
                    <a:lnTo>
                      <a:pt x="15070" y="5385"/>
                    </a:lnTo>
                    <a:lnTo>
                      <a:pt x="16172" y="7086"/>
                    </a:lnTo>
                    <a:lnTo>
                      <a:pt x="20498" y="2993"/>
                    </a:lnTo>
                    <a:close/>
                    <a:moveTo>
                      <a:pt x="21599" y="9154"/>
                    </a:moveTo>
                    <a:lnTo>
                      <a:pt x="20229" y="9674"/>
                    </a:lnTo>
                    <a:lnTo>
                      <a:pt x="19807" y="11320"/>
                    </a:lnTo>
                    <a:lnTo>
                      <a:pt x="19374" y="9674"/>
                    </a:lnTo>
                    <a:lnTo>
                      <a:pt x="18001" y="9154"/>
                    </a:lnTo>
                    <a:lnTo>
                      <a:pt x="19374" y="8661"/>
                    </a:lnTo>
                    <a:lnTo>
                      <a:pt x="19807" y="7004"/>
                    </a:lnTo>
                    <a:lnTo>
                      <a:pt x="20229" y="8661"/>
                    </a:lnTo>
                    <a:lnTo>
                      <a:pt x="21599" y="915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Freeform: Shape 30"/>
              <p:cNvSpPr/>
              <p:nvPr/>
            </p:nvSpPr>
            <p:spPr bwMode="auto">
              <a:xfrm>
                <a:off x="4320788" y="2644141"/>
                <a:ext cx="382589" cy="382688"/>
              </a:xfrm>
              <a:custGeom>
                <a:avLst/>
                <a:gdLst>
                  <a:gd name="T0" fmla="*/ 10785 w 21570"/>
                  <a:gd name="T1" fmla="*/ 10800 h 21600"/>
                  <a:gd name="T2" fmla="*/ 10785 w 21570"/>
                  <a:gd name="T3" fmla="*/ 10800 h 21600"/>
                  <a:gd name="T4" fmla="*/ 10785 w 21570"/>
                  <a:gd name="T5" fmla="*/ 10800 h 21600"/>
                  <a:gd name="T6" fmla="*/ 10785 w 2157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570" h="21600">
                    <a:moveTo>
                      <a:pt x="1132" y="0"/>
                    </a:moveTo>
                    <a:cubicBezTo>
                      <a:pt x="3894" y="146"/>
                      <a:pt x="6483" y="774"/>
                      <a:pt x="8906" y="1888"/>
                    </a:cubicBezTo>
                    <a:cubicBezTo>
                      <a:pt x="11328" y="2999"/>
                      <a:pt x="13449" y="4470"/>
                      <a:pt x="15274" y="6296"/>
                    </a:cubicBezTo>
                    <a:cubicBezTo>
                      <a:pt x="17102" y="8124"/>
                      <a:pt x="18568" y="10251"/>
                      <a:pt x="19671" y="12678"/>
                    </a:cubicBezTo>
                    <a:cubicBezTo>
                      <a:pt x="20778" y="15102"/>
                      <a:pt x="21407" y="17699"/>
                      <a:pt x="21562" y="20465"/>
                    </a:cubicBezTo>
                    <a:cubicBezTo>
                      <a:pt x="21600" y="20750"/>
                      <a:pt x="21493" y="21012"/>
                      <a:pt x="21246" y="21251"/>
                    </a:cubicBezTo>
                    <a:cubicBezTo>
                      <a:pt x="21036" y="21482"/>
                      <a:pt x="20783" y="21597"/>
                      <a:pt x="20487" y="21597"/>
                    </a:cubicBezTo>
                    <a:lnTo>
                      <a:pt x="18315" y="21597"/>
                    </a:lnTo>
                    <a:cubicBezTo>
                      <a:pt x="18033" y="21597"/>
                      <a:pt x="17783" y="21496"/>
                      <a:pt x="17579" y="21297"/>
                    </a:cubicBezTo>
                    <a:cubicBezTo>
                      <a:pt x="17372" y="21102"/>
                      <a:pt x="17260" y="20860"/>
                      <a:pt x="17243" y="20575"/>
                    </a:cubicBezTo>
                    <a:cubicBezTo>
                      <a:pt x="17113" y="18390"/>
                      <a:pt x="16608" y="16340"/>
                      <a:pt x="15728" y="14423"/>
                    </a:cubicBezTo>
                    <a:cubicBezTo>
                      <a:pt x="14849" y="12505"/>
                      <a:pt x="13679" y="10818"/>
                      <a:pt x="12219" y="9356"/>
                    </a:cubicBezTo>
                    <a:cubicBezTo>
                      <a:pt x="10762" y="7896"/>
                      <a:pt x="9072" y="6725"/>
                      <a:pt x="7155" y="5841"/>
                    </a:cubicBezTo>
                    <a:cubicBezTo>
                      <a:pt x="5239" y="4963"/>
                      <a:pt x="3192" y="4456"/>
                      <a:pt x="1020" y="4326"/>
                    </a:cubicBezTo>
                    <a:cubicBezTo>
                      <a:pt x="735" y="4309"/>
                      <a:pt x="494" y="4194"/>
                      <a:pt x="298" y="3990"/>
                    </a:cubicBezTo>
                    <a:cubicBezTo>
                      <a:pt x="100" y="3782"/>
                      <a:pt x="0" y="3535"/>
                      <a:pt x="0" y="3253"/>
                    </a:cubicBezTo>
                    <a:lnTo>
                      <a:pt x="0" y="1073"/>
                    </a:lnTo>
                    <a:cubicBezTo>
                      <a:pt x="0" y="768"/>
                      <a:pt x="114" y="520"/>
                      <a:pt x="344" y="316"/>
                    </a:cubicBezTo>
                    <a:cubicBezTo>
                      <a:pt x="554" y="106"/>
                      <a:pt x="796" y="0"/>
                      <a:pt x="1074" y="0"/>
                    </a:cubicBezTo>
                    <a:lnTo>
                      <a:pt x="1132" y="0"/>
                    </a:lnTo>
                    <a:close/>
                    <a:moveTo>
                      <a:pt x="1160" y="7058"/>
                    </a:moveTo>
                    <a:cubicBezTo>
                      <a:pt x="2931" y="7188"/>
                      <a:pt x="4592" y="7623"/>
                      <a:pt x="6147" y="8368"/>
                    </a:cubicBezTo>
                    <a:cubicBezTo>
                      <a:pt x="7701" y="9111"/>
                      <a:pt x="9081" y="10090"/>
                      <a:pt x="10288" y="11296"/>
                    </a:cubicBezTo>
                    <a:cubicBezTo>
                      <a:pt x="11492" y="12505"/>
                      <a:pt x="12466" y="13890"/>
                      <a:pt x="13205" y="15450"/>
                    </a:cubicBezTo>
                    <a:cubicBezTo>
                      <a:pt x="13944" y="17014"/>
                      <a:pt x="14380" y="18675"/>
                      <a:pt x="14518" y="20442"/>
                    </a:cubicBezTo>
                    <a:cubicBezTo>
                      <a:pt x="14556" y="20762"/>
                      <a:pt x="14458" y="21033"/>
                      <a:pt x="14228" y="21254"/>
                    </a:cubicBezTo>
                    <a:cubicBezTo>
                      <a:pt x="14018" y="21484"/>
                      <a:pt x="13757" y="21599"/>
                      <a:pt x="13446" y="21599"/>
                    </a:cubicBezTo>
                    <a:lnTo>
                      <a:pt x="11271" y="21599"/>
                    </a:lnTo>
                    <a:cubicBezTo>
                      <a:pt x="11004" y="21599"/>
                      <a:pt x="10768" y="21504"/>
                      <a:pt x="10564" y="21315"/>
                    </a:cubicBezTo>
                    <a:cubicBezTo>
                      <a:pt x="10357" y="21127"/>
                      <a:pt x="10236" y="20891"/>
                      <a:pt x="10199" y="20603"/>
                    </a:cubicBezTo>
                    <a:cubicBezTo>
                      <a:pt x="10087" y="19383"/>
                      <a:pt x="9774" y="18237"/>
                      <a:pt x="9256" y="17169"/>
                    </a:cubicBezTo>
                    <a:cubicBezTo>
                      <a:pt x="8736" y="16098"/>
                      <a:pt x="8069" y="15154"/>
                      <a:pt x="7259" y="14333"/>
                    </a:cubicBezTo>
                    <a:cubicBezTo>
                      <a:pt x="6440" y="13519"/>
                      <a:pt x="5497" y="12851"/>
                      <a:pt x="4428" y="12330"/>
                    </a:cubicBezTo>
                    <a:cubicBezTo>
                      <a:pt x="3359" y="11809"/>
                      <a:pt x="2215" y="11495"/>
                      <a:pt x="997" y="11385"/>
                    </a:cubicBezTo>
                    <a:cubicBezTo>
                      <a:pt x="712" y="11348"/>
                      <a:pt x="477" y="11224"/>
                      <a:pt x="290" y="11014"/>
                    </a:cubicBezTo>
                    <a:cubicBezTo>
                      <a:pt x="103" y="10804"/>
                      <a:pt x="5" y="10568"/>
                      <a:pt x="5" y="10311"/>
                    </a:cubicBezTo>
                    <a:lnTo>
                      <a:pt x="5" y="8132"/>
                    </a:lnTo>
                    <a:cubicBezTo>
                      <a:pt x="5" y="7812"/>
                      <a:pt x="120" y="7551"/>
                      <a:pt x="350" y="7349"/>
                    </a:cubicBezTo>
                    <a:cubicBezTo>
                      <a:pt x="560" y="7136"/>
                      <a:pt x="801" y="7030"/>
                      <a:pt x="1080" y="7030"/>
                    </a:cubicBezTo>
                    <a:cubicBezTo>
                      <a:pt x="1097" y="7030"/>
                      <a:pt x="1112" y="7035"/>
                      <a:pt x="1120" y="7044"/>
                    </a:cubicBezTo>
                    <a:cubicBezTo>
                      <a:pt x="1129" y="7053"/>
                      <a:pt x="1140" y="7058"/>
                      <a:pt x="1160" y="7058"/>
                    </a:cubicBezTo>
                    <a:moveTo>
                      <a:pt x="3250" y="15102"/>
                    </a:moveTo>
                    <a:cubicBezTo>
                      <a:pt x="3698" y="15102"/>
                      <a:pt x="4118" y="15188"/>
                      <a:pt x="4503" y="15361"/>
                    </a:cubicBezTo>
                    <a:cubicBezTo>
                      <a:pt x="4888" y="15528"/>
                      <a:pt x="5230" y="15761"/>
                      <a:pt x="5526" y="16064"/>
                    </a:cubicBezTo>
                    <a:cubicBezTo>
                      <a:pt x="5825" y="16363"/>
                      <a:pt x="6063" y="16706"/>
                      <a:pt x="6227" y="17085"/>
                    </a:cubicBezTo>
                    <a:cubicBezTo>
                      <a:pt x="6400" y="17474"/>
                      <a:pt x="6483" y="17892"/>
                      <a:pt x="6483" y="18341"/>
                    </a:cubicBezTo>
                    <a:cubicBezTo>
                      <a:pt x="6483" y="18793"/>
                      <a:pt x="6400" y="19219"/>
                      <a:pt x="6227" y="19616"/>
                    </a:cubicBezTo>
                    <a:cubicBezTo>
                      <a:pt x="6060" y="20016"/>
                      <a:pt x="5825" y="20361"/>
                      <a:pt x="5526" y="20652"/>
                    </a:cubicBezTo>
                    <a:cubicBezTo>
                      <a:pt x="5227" y="20940"/>
                      <a:pt x="4885" y="21168"/>
                      <a:pt x="4503" y="21340"/>
                    </a:cubicBezTo>
                    <a:cubicBezTo>
                      <a:pt x="4121" y="21513"/>
                      <a:pt x="3701" y="21597"/>
                      <a:pt x="3250" y="21597"/>
                    </a:cubicBezTo>
                    <a:cubicBezTo>
                      <a:pt x="2799" y="21597"/>
                      <a:pt x="2376" y="21513"/>
                      <a:pt x="1980" y="21340"/>
                    </a:cubicBezTo>
                    <a:cubicBezTo>
                      <a:pt x="1577" y="21168"/>
                      <a:pt x="1235" y="20940"/>
                      <a:pt x="948" y="20652"/>
                    </a:cubicBezTo>
                    <a:cubicBezTo>
                      <a:pt x="658" y="20361"/>
                      <a:pt x="428" y="20019"/>
                      <a:pt x="261" y="19622"/>
                    </a:cubicBezTo>
                    <a:cubicBezTo>
                      <a:pt x="89" y="19230"/>
                      <a:pt x="5" y="18801"/>
                      <a:pt x="5" y="18341"/>
                    </a:cubicBezTo>
                    <a:cubicBezTo>
                      <a:pt x="5" y="17891"/>
                      <a:pt x="89" y="17474"/>
                      <a:pt x="261" y="17085"/>
                    </a:cubicBezTo>
                    <a:cubicBezTo>
                      <a:pt x="431" y="16705"/>
                      <a:pt x="660" y="16363"/>
                      <a:pt x="948" y="16064"/>
                    </a:cubicBezTo>
                    <a:cubicBezTo>
                      <a:pt x="1238" y="15761"/>
                      <a:pt x="1580" y="15528"/>
                      <a:pt x="1980" y="15361"/>
                    </a:cubicBezTo>
                    <a:cubicBezTo>
                      <a:pt x="2379" y="15191"/>
                      <a:pt x="2801" y="15102"/>
                      <a:pt x="3250" y="15102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Freeform: Shape 31"/>
              <p:cNvSpPr/>
              <p:nvPr/>
            </p:nvSpPr>
            <p:spPr bwMode="auto">
              <a:xfrm>
                <a:off x="4320788" y="3747135"/>
                <a:ext cx="382589" cy="381158"/>
              </a:xfrm>
              <a:custGeom>
                <a:avLst/>
                <a:gdLst>
                  <a:gd name="T0" fmla="+- 0 10797 26"/>
                  <a:gd name="T1" fmla="*/ T0 w 21542"/>
                  <a:gd name="T2" fmla="*/ 10800 h 21600"/>
                  <a:gd name="T3" fmla="+- 0 10797 26"/>
                  <a:gd name="T4" fmla="*/ T3 w 21542"/>
                  <a:gd name="T5" fmla="*/ 10800 h 21600"/>
                  <a:gd name="T6" fmla="+- 0 10797 26"/>
                  <a:gd name="T7" fmla="*/ T6 w 21542"/>
                  <a:gd name="T8" fmla="*/ 10800 h 21600"/>
                  <a:gd name="T9" fmla="+- 0 10797 26"/>
                  <a:gd name="T10" fmla="*/ T9 w 21542"/>
                  <a:gd name="T11" fmla="*/ 10800 h 21600"/>
                </a:gdLst>
                <a:ahLst/>
                <a:cxnLst>
                  <a:cxn ang="0">
                    <a:pos x="T1" y="T2"/>
                  </a:cxn>
                  <a:cxn ang="0">
                    <a:pos x="T4" y="T5"/>
                  </a:cxn>
                  <a:cxn ang="0">
                    <a:pos x="T7" y="T8"/>
                  </a:cxn>
                  <a:cxn ang="0">
                    <a:pos x="T10" y="T11"/>
                  </a:cxn>
                </a:cxnLst>
                <a:rect l="0" t="0" r="r" b="b"/>
                <a:pathLst>
                  <a:path w="21542" h="21600">
                    <a:moveTo>
                      <a:pt x="11685" y="1798"/>
                    </a:moveTo>
                    <a:cubicBezTo>
                      <a:pt x="12903" y="1906"/>
                      <a:pt x="14055" y="2202"/>
                      <a:pt x="15143" y="2682"/>
                    </a:cubicBezTo>
                    <a:cubicBezTo>
                      <a:pt x="16233" y="3165"/>
                      <a:pt x="17213" y="3803"/>
                      <a:pt x="18089" y="4596"/>
                    </a:cubicBezTo>
                    <a:cubicBezTo>
                      <a:pt x="18964" y="5390"/>
                      <a:pt x="19696" y="6307"/>
                      <a:pt x="20286" y="7355"/>
                    </a:cubicBezTo>
                    <a:cubicBezTo>
                      <a:pt x="20875" y="8400"/>
                      <a:pt x="21290" y="9537"/>
                      <a:pt x="21528" y="10774"/>
                    </a:cubicBezTo>
                    <a:cubicBezTo>
                      <a:pt x="21573" y="11034"/>
                      <a:pt x="21497" y="11229"/>
                      <a:pt x="21299" y="11356"/>
                    </a:cubicBezTo>
                    <a:cubicBezTo>
                      <a:pt x="21223" y="11407"/>
                      <a:pt x="21151" y="11435"/>
                      <a:pt x="21077" y="11435"/>
                    </a:cubicBezTo>
                    <a:cubicBezTo>
                      <a:pt x="20930" y="11435"/>
                      <a:pt x="20822" y="11381"/>
                      <a:pt x="20760" y="11271"/>
                    </a:cubicBezTo>
                    <a:cubicBezTo>
                      <a:pt x="20016" y="10353"/>
                      <a:pt x="19186" y="9890"/>
                      <a:pt x="18272" y="9879"/>
                    </a:cubicBezTo>
                    <a:cubicBezTo>
                      <a:pt x="17616" y="9879"/>
                      <a:pt x="16994" y="10128"/>
                      <a:pt x="16402" y="10619"/>
                    </a:cubicBezTo>
                    <a:cubicBezTo>
                      <a:pt x="15813" y="11110"/>
                      <a:pt x="15320" y="11796"/>
                      <a:pt x="14912" y="12680"/>
                    </a:cubicBezTo>
                    <a:cubicBezTo>
                      <a:pt x="14840" y="12886"/>
                      <a:pt x="14704" y="12991"/>
                      <a:pt x="14516" y="12991"/>
                    </a:cubicBezTo>
                    <a:cubicBezTo>
                      <a:pt x="14323" y="12991"/>
                      <a:pt x="14191" y="12886"/>
                      <a:pt x="14115" y="12680"/>
                    </a:cubicBezTo>
                    <a:cubicBezTo>
                      <a:pt x="13490" y="11328"/>
                      <a:pt x="12679" y="10452"/>
                      <a:pt x="11682" y="10057"/>
                    </a:cubicBezTo>
                    <a:lnTo>
                      <a:pt x="11682" y="17164"/>
                    </a:lnTo>
                    <a:cubicBezTo>
                      <a:pt x="11682" y="17779"/>
                      <a:pt x="11594" y="18350"/>
                      <a:pt x="11415" y="18883"/>
                    </a:cubicBezTo>
                    <a:cubicBezTo>
                      <a:pt x="11234" y="19414"/>
                      <a:pt x="10993" y="19886"/>
                      <a:pt x="10690" y="20298"/>
                    </a:cubicBezTo>
                    <a:cubicBezTo>
                      <a:pt x="10385" y="20704"/>
                      <a:pt x="10029" y="21026"/>
                      <a:pt x="9621" y="21258"/>
                    </a:cubicBezTo>
                    <a:cubicBezTo>
                      <a:pt x="9214" y="21487"/>
                      <a:pt x="8777" y="21599"/>
                      <a:pt x="8314" y="21599"/>
                    </a:cubicBezTo>
                    <a:cubicBezTo>
                      <a:pt x="7852" y="21599"/>
                      <a:pt x="7410" y="21487"/>
                      <a:pt x="6995" y="21258"/>
                    </a:cubicBezTo>
                    <a:cubicBezTo>
                      <a:pt x="6580" y="21027"/>
                      <a:pt x="6220" y="20705"/>
                      <a:pt x="5915" y="20298"/>
                    </a:cubicBezTo>
                    <a:cubicBezTo>
                      <a:pt x="5612" y="19886"/>
                      <a:pt x="5369" y="19417"/>
                      <a:pt x="5190" y="18883"/>
                    </a:cubicBezTo>
                    <a:cubicBezTo>
                      <a:pt x="5011" y="18350"/>
                      <a:pt x="4923" y="17779"/>
                      <a:pt x="4923" y="17164"/>
                    </a:cubicBezTo>
                    <a:cubicBezTo>
                      <a:pt x="4923" y="16850"/>
                      <a:pt x="5011" y="16591"/>
                      <a:pt x="5190" y="16390"/>
                    </a:cubicBezTo>
                    <a:cubicBezTo>
                      <a:pt x="5369" y="16187"/>
                      <a:pt x="5583" y="16085"/>
                      <a:pt x="5836" y="16085"/>
                    </a:cubicBezTo>
                    <a:cubicBezTo>
                      <a:pt x="6103" y="16085"/>
                      <a:pt x="6320" y="16187"/>
                      <a:pt x="6492" y="16390"/>
                    </a:cubicBezTo>
                    <a:cubicBezTo>
                      <a:pt x="6661" y="16591"/>
                      <a:pt x="6747" y="16851"/>
                      <a:pt x="6747" y="17164"/>
                    </a:cubicBezTo>
                    <a:cubicBezTo>
                      <a:pt x="6747" y="17799"/>
                      <a:pt x="6900" y="18333"/>
                      <a:pt x="7203" y="18776"/>
                    </a:cubicBezTo>
                    <a:cubicBezTo>
                      <a:pt x="7508" y="19216"/>
                      <a:pt x="7878" y="19437"/>
                      <a:pt x="8312" y="19437"/>
                    </a:cubicBezTo>
                    <a:cubicBezTo>
                      <a:pt x="8732" y="19437"/>
                      <a:pt x="9092" y="19216"/>
                      <a:pt x="9397" y="18776"/>
                    </a:cubicBezTo>
                    <a:cubicBezTo>
                      <a:pt x="9700" y="18333"/>
                      <a:pt x="9853" y="17799"/>
                      <a:pt x="9853" y="17164"/>
                    </a:cubicBezTo>
                    <a:lnTo>
                      <a:pt x="9853" y="10057"/>
                    </a:lnTo>
                    <a:cubicBezTo>
                      <a:pt x="8856" y="10461"/>
                      <a:pt x="8042" y="11336"/>
                      <a:pt x="7420" y="12680"/>
                    </a:cubicBezTo>
                    <a:cubicBezTo>
                      <a:pt x="7344" y="12886"/>
                      <a:pt x="7210" y="12991"/>
                      <a:pt x="7019" y="12991"/>
                    </a:cubicBezTo>
                    <a:cubicBezTo>
                      <a:pt x="6828" y="12991"/>
                      <a:pt x="6700" y="12886"/>
                      <a:pt x="6631" y="12680"/>
                    </a:cubicBezTo>
                    <a:cubicBezTo>
                      <a:pt x="6227" y="11796"/>
                      <a:pt x="5734" y="11110"/>
                      <a:pt x="5147" y="10619"/>
                    </a:cubicBezTo>
                    <a:cubicBezTo>
                      <a:pt x="4560" y="10128"/>
                      <a:pt x="3940" y="9879"/>
                      <a:pt x="3284" y="9879"/>
                    </a:cubicBezTo>
                    <a:cubicBezTo>
                      <a:pt x="2363" y="9879"/>
                      <a:pt x="1541" y="10345"/>
                      <a:pt x="808" y="11271"/>
                    </a:cubicBezTo>
                    <a:cubicBezTo>
                      <a:pt x="718" y="11381"/>
                      <a:pt x="596" y="11435"/>
                      <a:pt x="455" y="11435"/>
                    </a:cubicBezTo>
                    <a:cubicBezTo>
                      <a:pt x="381" y="11435"/>
                      <a:pt x="305" y="11407"/>
                      <a:pt x="238" y="11356"/>
                    </a:cubicBezTo>
                    <a:cubicBezTo>
                      <a:pt x="47" y="11229"/>
                      <a:pt x="-26" y="11034"/>
                      <a:pt x="7" y="10774"/>
                    </a:cubicBezTo>
                    <a:cubicBezTo>
                      <a:pt x="245" y="9537"/>
                      <a:pt x="660" y="8400"/>
                      <a:pt x="1259" y="7355"/>
                    </a:cubicBezTo>
                    <a:cubicBezTo>
                      <a:pt x="1855" y="6307"/>
                      <a:pt x="2595" y="5390"/>
                      <a:pt x="3468" y="4596"/>
                    </a:cubicBezTo>
                    <a:cubicBezTo>
                      <a:pt x="4343" y="3803"/>
                      <a:pt x="5321" y="3168"/>
                      <a:pt x="6402" y="2688"/>
                    </a:cubicBezTo>
                    <a:cubicBezTo>
                      <a:pt x="7482" y="2213"/>
                      <a:pt x="8634" y="1917"/>
                      <a:pt x="9850" y="1798"/>
                    </a:cubicBezTo>
                    <a:lnTo>
                      <a:pt x="9850" y="1081"/>
                    </a:lnTo>
                    <a:cubicBezTo>
                      <a:pt x="9850" y="767"/>
                      <a:pt x="9936" y="508"/>
                      <a:pt x="10118" y="304"/>
                    </a:cubicBezTo>
                    <a:cubicBezTo>
                      <a:pt x="10296" y="101"/>
                      <a:pt x="10511" y="0"/>
                      <a:pt x="10764" y="0"/>
                    </a:cubicBezTo>
                    <a:cubicBezTo>
                      <a:pt x="11029" y="0"/>
                      <a:pt x="11248" y="101"/>
                      <a:pt x="11420" y="304"/>
                    </a:cubicBezTo>
                    <a:cubicBezTo>
                      <a:pt x="11589" y="508"/>
                      <a:pt x="11675" y="767"/>
                      <a:pt x="11675" y="1081"/>
                    </a:cubicBezTo>
                    <a:lnTo>
                      <a:pt x="11675" y="179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TextBox 32"/>
              <p:cNvSpPr txBox="1"/>
              <p:nvPr/>
            </p:nvSpPr>
            <p:spPr>
              <a:xfrm>
                <a:off x="4137865" y="1808620"/>
                <a:ext cx="646331" cy="294824"/>
              </a:xfrm>
              <a:prstGeom prst="rect">
                <a:avLst/>
              </a:prstGeom>
              <a:noFill/>
            </p:spPr>
            <p:txBody>
              <a:bodyPr wrap="none">
                <a:normAutofit fontScale="77500" lnSpcReduction="20000"/>
              </a:bodyPr>
              <a:lstStyle/>
              <a:p>
                <a:r>
                  <a:rPr lang="zh-CN" altLang="en-US" sz="1200" b="1">
                    <a:solidFill>
                      <a:schemeClr val="bg1"/>
                    </a:solidFill>
                  </a:rPr>
                  <a:t>关键词</a:t>
                </a:r>
                <a:endParaRPr lang="zh-CN" altLang="en-US" sz="12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33"/>
              <p:cNvSpPr txBox="1"/>
              <p:nvPr/>
            </p:nvSpPr>
            <p:spPr>
              <a:xfrm>
                <a:off x="4137865" y="3035455"/>
                <a:ext cx="646331" cy="294824"/>
              </a:xfrm>
              <a:prstGeom prst="rect">
                <a:avLst/>
              </a:prstGeom>
              <a:noFill/>
            </p:spPr>
            <p:txBody>
              <a:bodyPr wrap="none">
                <a:normAutofit fontScale="77500" lnSpcReduction="20000"/>
              </a:bodyPr>
              <a:lstStyle/>
              <a:p>
                <a:r>
                  <a:rPr lang="zh-CN" altLang="en-US" sz="1200" b="1">
                    <a:solidFill>
                      <a:schemeClr val="bg1"/>
                    </a:solidFill>
                  </a:rPr>
                  <a:t>关键词</a:t>
                </a:r>
                <a:endParaRPr lang="zh-CN" altLang="en-US" sz="12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34"/>
              <p:cNvSpPr txBox="1"/>
              <p:nvPr/>
            </p:nvSpPr>
            <p:spPr>
              <a:xfrm>
                <a:off x="4137865" y="4128293"/>
                <a:ext cx="646331" cy="294824"/>
              </a:xfrm>
              <a:prstGeom prst="rect">
                <a:avLst/>
              </a:prstGeom>
              <a:noFill/>
            </p:spPr>
            <p:txBody>
              <a:bodyPr wrap="none">
                <a:normAutofit fontScale="77500" lnSpcReduction="20000"/>
              </a:bodyPr>
              <a:lstStyle/>
              <a:p>
                <a:r>
                  <a:rPr lang="zh-CN" altLang="en-US" sz="1200" b="1">
                    <a:solidFill>
                      <a:schemeClr val="bg1"/>
                    </a:solidFill>
                  </a:rPr>
                  <a:t>关键词</a:t>
                </a:r>
                <a:endParaRPr lang="zh-CN" altLang="en-US" sz="12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TextBox 35"/>
              <p:cNvSpPr txBox="1"/>
              <p:nvPr/>
            </p:nvSpPr>
            <p:spPr>
              <a:xfrm>
                <a:off x="4137865" y="5349954"/>
                <a:ext cx="646331" cy="313932"/>
              </a:xfrm>
              <a:prstGeom prst="rect">
                <a:avLst/>
              </a:prstGeom>
              <a:noFill/>
            </p:spPr>
            <p:txBody>
              <a:bodyPr wrap="none">
                <a:normAutofit fontScale="85000" lnSpcReduction="20000"/>
              </a:bodyPr>
              <a:lstStyle/>
              <a:p>
                <a:r>
                  <a:rPr lang="zh-CN" altLang="en-US" sz="1200" b="1">
                    <a:solidFill>
                      <a:schemeClr val="bg1"/>
                    </a:solidFill>
                  </a:rPr>
                  <a:t>关键词</a:t>
                </a:r>
                <a:endParaRPr lang="zh-CN" altLang="en-US" sz="120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1" name="Group 47"/>
              <p:cNvGrpSpPr/>
              <p:nvPr/>
            </p:nvGrpSpPr>
            <p:grpSpPr>
              <a:xfrm>
                <a:off x="6019295" y="1254506"/>
                <a:ext cx="4538853" cy="897874"/>
                <a:chOff x="6019295" y="1303195"/>
                <a:chExt cx="4538853" cy="897874"/>
              </a:xfrm>
            </p:grpSpPr>
            <p:sp>
              <p:nvSpPr>
                <p:cNvPr id="31" name="TextBox 45"/>
                <p:cNvSpPr txBox="1"/>
                <p:nvPr/>
              </p:nvSpPr>
              <p:spPr>
                <a:xfrm>
                  <a:off x="6019295" y="1303195"/>
                  <a:ext cx="4538853" cy="362343"/>
                </a:xfrm>
                <a:prstGeom prst="rect">
                  <a:avLst/>
                </a:prstGeom>
                <a:noFill/>
              </p:spPr>
              <p:txBody>
                <a:bodyPr wrap="none" anchor="ctr">
                  <a:normAutofit fontScale="77500" lnSpcReduction="20000"/>
                </a:bodyPr>
                <a:lstStyle/>
                <a:p>
                  <a:r>
                    <a:rPr lang="zh-CN" altLang="en-US" sz="1600" b="1">
                      <a:solidFill>
                        <a:srgbClr val="7B8E9B"/>
                      </a:solidFill>
                    </a:rPr>
                    <a:t>标题文本预设</a:t>
                  </a:r>
                  <a:endParaRPr lang="zh-CN" altLang="en-US" sz="1600" b="1">
                    <a:solidFill>
                      <a:srgbClr val="7B8E9B"/>
                    </a:solidFill>
                  </a:endParaRPr>
                </a:p>
              </p:txBody>
            </p:sp>
            <p:sp>
              <p:nvSpPr>
                <p:cNvPr id="32" name="Rectangle 46"/>
                <p:cNvSpPr/>
                <p:nvPr/>
              </p:nvSpPr>
              <p:spPr>
                <a:xfrm>
                  <a:off x="6019295" y="1665538"/>
                  <a:ext cx="4538853" cy="535531"/>
                </a:xfrm>
                <a:prstGeom prst="rect">
                  <a:avLst/>
                </a:prstGeom>
              </p:spPr>
              <p:txBody>
                <a:bodyPr wrap="square">
                  <a:normAutofit fontScale="70000" lnSpcReduction="200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>
                      <a:solidFill>
                        <a:schemeClr val="dk1">
                          <a:lumMod val="100000"/>
                        </a:schemeClr>
                      </a:solidFill>
                    </a:rPr>
                    <a:t>此部分内容作为文字排版占位显示</a:t>
                  </a:r>
                  <a:br>
                    <a:rPr lang="zh-CN" altLang="en-US" sz="1200">
                      <a:solidFill>
                        <a:schemeClr val="dk1">
                          <a:lumMod val="100000"/>
                        </a:schemeClr>
                      </a:solidFill>
                    </a:rPr>
                  </a:br>
                  <a:r>
                    <a:rPr lang="zh-CN" altLang="en-US" sz="1200">
                      <a:solidFill>
                        <a:schemeClr val="dk1">
                          <a:lumMod val="100000"/>
                        </a:schemeClr>
                      </a:solidFill>
                    </a:rPr>
                    <a:t>（建议使用主题字体）</a:t>
                  </a:r>
                  <a:endParaRPr lang="zh-CN" altLang="en-US" sz="1200">
                    <a:solidFill>
                      <a:schemeClr val="dk1">
                        <a:lumMod val="100000"/>
                      </a:schemeClr>
                    </a:solidFill>
                  </a:endParaRPr>
                </a:p>
              </p:txBody>
            </p:sp>
          </p:grpSp>
          <p:grpSp>
            <p:nvGrpSpPr>
              <p:cNvPr id="22" name="Group 48"/>
              <p:cNvGrpSpPr/>
              <p:nvPr/>
            </p:nvGrpSpPr>
            <p:grpSpPr>
              <a:xfrm>
                <a:off x="6019295" y="2477618"/>
                <a:ext cx="4538853" cy="897874"/>
                <a:chOff x="6019295" y="1303195"/>
                <a:chExt cx="4538853" cy="897874"/>
              </a:xfrm>
            </p:grpSpPr>
            <p:sp>
              <p:nvSpPr>
                <p:cNvPr id="29" name="TextBox 49"/>
                <p:cNvSpPr txBox="1"/>
                <p:nvPr/>
              </p:nvSpPr>
              <p:spPr>
                <a:xfrm>
                  <a:off x="6019295" y="1303195"/>
                  <a:ext cx="4538853" cy="362343"/>
                </a:xfrm>
                <a:prstGeom prst="rect">
                  <a:avLst/>
                </a:prstGeom>
                <a:noFill/>
              </p:spPr>
              <p:txBody>
                <a:bodyPr wrap="none" anchor="ctr">
                  <a:normAutofit fontScale="77500" lnSpcReduction="20000"/>
                </a:bodyPr>
                <a:lstStyle/>
                <a:p>
                  <a:r>
                    <a:rPr lang="zh-CN" altLang="en-US" sz="1600" b="1">
                      <a:solidFill>
                        <a:srgbClr val="4D5985"/>
                      </a:solidFill>
                    </a:rPr>
                    <a:t>标题文本预设</a:t>
                  </a:r>
                  <a:endParaRPr lang="zh-CN" altLang="en-US" sz="1600" b="1">
                    <a:solidFill>
                      <a:srgbClr val="4D5985"/>
                    </a:solidFill>
                  </a:endParaRPr>
                </a:p>
              </p:txBody>
            </p:sp>
            <p:sp>
              <p:nvSpPr>
                <p:cNvPr id="30" name="Rectangle 50"/>
                <p:cNvSpPr/>
                <p:nvPr/>
              </p:nvSpPr>
              <p:spPr>
                <a:xfrm>
                  <a:off x="6019295" y="1665538"/>
                  <a:ext cx="4538853" cy="535531"/>
                </a:xfrm>
                <a:prstGeom prst="rect">
                  <a:avLst/>
                </a:prstGeom>
              </p:spPr>
              <p:txBody>
                <a:bodyPr wrap="square">
                  <a:normAutofit fontScale="70000" lnSpcReduction="200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>
                      <a:solidFill>
                        <a:schemeClr val="dk1">
                          <a:lumMod val="100000"/>
                        </a:schemeClr>
                      </a:solidFill>
                    </a:rPr>
                    <a:t>此部分内容作为文字排版占位显示</a:t>
                  </a:r>
                  <a:br>
                    <a:rPr lang="zh-CN" altLang="en-US" sz="1200">
                      <a:solidFill>
                        <a:schemeClr val="dk1">
                          <a:lumMod val="100000"/>
                        </a:schemeClr>
                      </a:solidFill>
                    </a:rPr>
                  </a:br>
                  <a:r>
                    <a:rPr lang="zh-CN" altLang="en-US" sz="1200">
                      <a:solidFill>
                        <a:schemeClr val="dk1">
                          <a:lumMod val="100000"/>
                        </a:schemeClr>
                      </a:solidFill>
                    </a:rPr>
                    <a:t>（建议使用主题字体）</a:t>
                  </a:r>
                  <a:endParaRPr lang="zh-CN" altLang="en-US" sz="1200">
                    <a:solidFill>
                      <a:schemeClr val="dk1">
                        <a:lumMod val="100000"/>
                      </a:schemeClr>
                    </a:solidFill>
                  </a:endParaRPr>
                </a:p>
              </p:txBody>
            </p:sp>
          </p:grpSp>
          <p:grpSp>
            <p:nvGrpSpPr>
              <p:cNvPr id="23" name="Group 51"/>
              <p:cNvGrpSpPr/>
              <p:nvPr/>
            </p:nvGrpSpPr>
            <p:grpSpPr>
              <a:xfrm>
                <a:off x="6019295" y="3556325"/>
                <a:ext cx="4538853" cy="897874"/>
                <a:chOff x="6019295" y="1303195"/>
                <a:chExt cx="4538853" cy="897874"/>
              </a:xfrm>
            </p:grpSpPr>
            <p:sp>
              <p:nvSpPr>
                <p:cNvPr id="27" name="TextBox 52"/>
                <p:cNvSpPr txBox="1"/>
                <p:nvPr/>
              </p:nvSpPr>
              <p:spPr>
                <a:xfrm>
                  <a:off x="6019295" y="1303195"/>
                  <a:ext cx="4538853" cy="362343"/>
                </a:xfrm>
                <a:prstGeom prst="rect">
                  <a:avLst/>
                </a:prstGeom>
                <a:noFill/>
              </p:spPr>
              <p:txBody>
                <a:bodyPr wrap="none" anchor="ctr">
                  <a:normAutofit fontScale="77500" lnSpcReduction="20000"/>
                </a:bodyPr>
                <a:lstStyle/>
                <a:p>
                  <a:r>
                    <a:rPr lang="zh-CN" altLang="en-US" sz="1600" b="1">
                      <a:solidFill>
                        <a:srgbClr val="7B8E9B"/>
                      </a:solidFill>
                    </a:rPr>
                    <a:t>标题文本预设</a:t>
                  </a:r>
                  <a:endParaRPr lang="zh-CN" altLang="en-US" sz="1600" b="1">
                    <a:solidFill>
                      <a:srgbClr val="7B8E9B"/>
                    </a:solidFill>
                  </a:endParaRPr>
                </a:p>
              </p:txBody>
            </p:sp>
            <p:sp>
              <p:nvSpPr>
                <p:cNvPr id="28" name="Rectangle 53"/>
                <p:cNvSpPr/>
                <p:nvPr/>
              </p:nvSpPr>
              <p:spPr>
                <a:xfrm>
                  <a:off x="6019295" y="1665538"/>
                  <a:ext cx="4538853" cy="535531"/>
                </a:xfrm>
                <a:prstGeom prst="rect">
                  <a:avLst/>
                </a:prstGeom>
              </p:spPr>
              <p:txBody>
                <a:bodyPr wrap="square">
                  <a:normAutofit fontScale="70000" lnSpcReduction="200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>
                      <a:solidFill>
                        <a:schemeClr val="dk1">
                          <a:lumMod val="100000"/>
                        </a:schemeClr>
                      </a:solidFill>
                    </a:rPr>
                    <a:t>此部分内容作为文字排版占位显示</a:t>
                  </a:r>
                  <a:br>
                    <a:rPr lang="zh-CN" altLang="en-US" sz="1200">
                      <a:solidFill>
                        <a:schemeClr val="dk1">
                          <a:lumMod val="100000"/>
                        </a:schemeClr>
                      </a:solidFill>
                    </a:rPr>
                  </a:br>
                  <a:r>
                    <a:rPr lang="zh-CN" altLang="en-US" sz="1200">
                      <a:solidFill>
                        <a:schemeClr val="dk1">
                          <a:lumMod val="100000"/>
                        </a:schemeClr>
                      </a:solidFill>
                    </a:rPr>
                    <a:t>（建议使用主题字体）</a:t>
                  </a:r>
                  <a:endParaRPr lang="zh-CN" altLang="en-US" sz="1200">
                    <a:solidFill>
                      <a:schemeClr val="dk1">
                        <a:lumMod val="100000"/>
                      </a:schemeClr>
                    </a:solidFill>
                  </a:endParaRPr>
                </a:p>
              </p:txBody>
            </p:sp>
          </p:grpSp>
          <p:grpSp>
            <p:nvGrpSpPr>
              <p:cNvPr id="24" name="Group 54"/>
              <p:cNvGrpSpPr/>
              <p:nvPr/>
            </p:nvGrpSpPr>
            <p:grpSpPr>
              <a:xfrm>
                <a:off x="6019295" y="4710438"/>
                <a:ext cx="4538853" cy="897874"/>
                <a:chOff x="6019295" y="1303195"/>
                <a:chExt cx="4538853" cy="897874"/>
              </a:xfrm>
            </p:grpSpPr>
            <p:sp>
              <p:nvSpPr>
                <p:cNvPr id="25" name="TextBox 55"/>
                <p:cNvSpPr txBox="1"/>
                <p:nvPr/>
              </p:nvSpPr>
              <p:spPr>
                <a:xfrm>
                  <a:off x="6019295" y="1303195"/>
                  <a:ext cx="4538853" cy="362343"/>
                </a:xfrm>
                <a:prstGeom prst="rect">
                  <a:avLst/>
                </a:prstGeom>
                <a:noFill/>
              </p:spPr>
              <p:txBody>
                <a:bodyPr wrap="none" anchor="ctr">
                  <a:normAutofit fontScale="77500" lnSpcReduction="20000"/>
                </a:bodyPr>
                <a:lstStyle/>
                <a:p>
                  <a:r>
                    <a:rPr lang="zh-CN" altLang="en-US" sz="1600" b="1">
                      <a:solidFill>
                        <a:srgbClr val="4D5985"/>
                      </a:solidFill>
                    </a:rPr>
                    <a:t>标题文本预设</a:t>
                  </a:r>
                  <a:endParaRPr lang="zh-CN" altLang="en-US" sz="1600" b="1">
                    <a:solidFill>
                      <a:srgbClr val="4D5985"/>
                    </a:solidFill>
                  </a:endParaRPr>
                </a:p>
              </p:txBody>
            </p:sp>
            <p:sp>
              <p:nvSpPr>
                <p:cNvPr id="26" name="Rectangle 56"/>
                <p:cNvSpPr/>
                <p:nvPr/>
              </p:nvSpPr>
              <p:spPr>
                <a:xfrm>
                  <a:off x="6019295" y="1665538"/>
                  <a:ext cx="4538853" cy="535531"/>
                </a:xfrm>
                <a:prstGeom prst="rect">
                  <a:avLst/>
                </a:prstGeom>
              </p:spPr>
              <p:txBody>
                <a:bodyPr wrap="square">
                  <a:normAutofit fontScale="70000" lnSpcReduction="200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>
                      <a:solidFill>
                        <a:schemeClr val="dk1">
                          <a:lumMod val="100000"/>
                        </a:schemeClr>
                      </a:solidFill>
                    </a:rPr>
                    <a:t>此部分内容作为文字排版占位显示</a:t>
                  </a:r>
                  <a:br>
                    <a:rPr lang="zh-CN" altLang="en-US" sz="1200">
                      <a:solidFill>
                        <a:schemeClr val="dk1">
                          <a:lumMod val="100000"/>
                        </a:schemeClr>
                      </a:solidFill>
                    </a:rPr>
                  </a:br>
                  <a:r>
                    <a:rPr lang="zh-CN" altLang="en-US" sz="1200">
                      <a:solidFill>
                        <a:schemeClr val="dk1">
                          <a:lumMod val="100000"/>
                        </a:schemeClr>
                      </a:solidFill>
                    </a:rPr>
                    <a:t>（建议使用主题字体）</a:t>
                  </a:r>
                  <a:endParaRPr lang="zh-CN" altLang="en-US" sz="1200">
                    <a:solidFill>
                      <a:schemeClr val="dk1">
                        <a:lumMod val="100000"/>
                      </a:schemeClr>
                    </a:solidFill>
                  </a:endParaRPr>
                </a:p>
              </p:txBody>
            </p:sp>
          </p:grpSp>
        </p:grpSp>
        <p:cxnSp>
          <p:nvCxnSpPr>
            <p:cNvPr id="5" name="Straight Connector 37"/>
            <p:cNvCxnSpPr/>
            <p:nvPr/>
          </p:nvCxnSpPr>
          <p:spPr>
            <a:xfrm>
              <a:off x="6096000" y="2349260"/>
              <a:ext cx="4572508" cy="0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8"/>
            <p:cNvCxnSpPr/>
            <p:nvPr/>
          </p:nvCxnSpPr>
          <p:spPr>
            <a:xfrm>
              <a:off x="6096000" y="3439507"/>
              <a:ext cx="4572508" cy="0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59"/>
            <p:cNvCxnSpPr/>
            <p:nvPr/>
          </p:nvCxnSpPr>
          <p:spPr>
            <a:xfrm>
              <a:off x="6096000" y="4529754"/>
              <a:ext cx="4572508" cy="0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点击输入标题内容</a:t>
            </a:r>
            <a:endParaRPr lang="zh-CN" altLang="en-US" sz="18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64c2acc-9069-4671-91c7-05778fa0e5a8"/>
          <p:cNvGrpSpPr>
            <a:grpSpLocks noChangeAspect="1"/>
          </p:cNvGrpSpPr>
          <p:nvPr/>
        </p:nvGrpSpPr>
        <p:grpSpPr>
          <a:xfrm>
            <a:off x="1167765" y="1030499"/>
            <a:ext cx="6741114" cy="3182918"/>
            <a:chOff x="719667" y="1175879"/>
            <a:chExt cx="10451337" cy="4934756"/>
          </a:xfrm>
        </p:grpSpPr>
        <p:sp>
          <p:nvSpPr>
            <p:cNvPr id="4" name="Freeform: Shape 4"/>
            <p:cNvSpPr/>
            <p:nvPr/>
          </p:nvSpPr>
          <p:spPr bwMode="auto">
            <a:xfrm>
              <a:off x="3585929" y="5385148"/>
              <a:ext cx="4251325" cy="552450"/>
            </a:xfrm>
            <a:custGeom>
              <a:avLst/>
              <a:gdLst>
                <a:gd name="T0" fmla="*/ 0 w 2678"/>
                <a:gd name="T1" fmla="*/ 296 h 348"/>
                <a:gd name="T2" fmla="*/ 414 w 2678"/>
                <a:gd name="T3" fmla="*/ 40 h 348"/>
                <a:gd name="T4" fmla="*/ 2609 w 2678"/>
                <a:gd name="T5" fmla="*/ 0 h 348"/>
                <a:gd name="T6" fmla="*/ 2678 w 2678"/>
                <a:gd name="T7" fmla="*/ 239 h 348"/>
                <a:gd name="T8" fmla="*/ 331 w 2678"/>
                <a:gd name="T9" fmla="*/ 348 h 348"/>
                <a:gd name="T10" fmla="*/ 0 w 2678"/>
                <a:gd name="T11" fmla="*/ 296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78" h="348">
                  <a:moveTo>
                    <a:pt x="0" y="296"/>
                  </a:moveTo>
                  <a:lnTo>
                    <a:pt x="414" y="40"/>
                  </a:lnTo>
                  <a:lnTo>
                    <a:pt x="2609" y="0"/>
                  </a:lnTo>
                  <a:lnTo>
                    <a:pt x="2678" y="239"/>
                  </a:lnTo>
                  <a:lnTo>
                    <a:pt x="331" y="348"/>
                  </a:lnTo>
                  <a:lnTo>
                    <a:pt x="0" y="296"/>
                  </a:lnTo>
                  <a:close/>
                </a:path>
              </a:pathLst>
            </a:custGeom>
            <a:solidFill>
              <a:srgbClr val="4D59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" name="Freeform: Shape 5"/>
            <p:cNvSpPr/>
            <p:nvPr/>
          </p:nvSpPr>
          <p:spPr bwMode="auto">
            <a:xfrm>
              <a:off x="3585929" y="5764560"/>
              <a:ext cx="4251325" cy="346075"/>
            </a:xfrm>
            <a:custGeom>
              <a:avLst/>
              <a:gdLst>
                <a:gd name="T0" fmla="*/ 0 w 1132"/>
                <a:gd name="T1" fmla="*/ 24 h 92"/>
                <a:gd name="T2" fmla="*/ 0 w 1132"/>
                <a:gd name="T3" fmla="*/ 92 h 92"/>
                <a:gd name="T4" fmla="*/ 6 w 1132"/>
                <a:gd name="T5" fmla="*/ 92 h 92"/>
                <a:gd name="T6" fmla="*/ 76 w 1132"/>
                <a:gd name="T7" fmla="*/ 91 h 92"/>
                <a:gd name="T8" fmla="*/ 237 w 1132"/>
                <a:gd name="T9" fmla="*/ 87 h 92"/>
                <a:gd name="T10" fmla="*/ 524 w 1132"/>
                <a:gd name="T11" fmla="*/ 80 h 92"/>
                <a:gd name="T12" fmla="*/ 699 w 1132"/>
                <a:gd name="T13" fmla="*/ 69 h 92"/>
                <a:gd name="T14" fmla="*/ 858 w 1132"/>
                <a:gd name="T15" fmla="*/ 52 h 92"/>
                <a:gd name="T16" fmla="*/ 1002 w 1132"/>
                <a:gd name="T17" fmla="*/ 28 h 92"/>
                <a:gd name="T18" fmla="*/ 1132 w 1132"/>
                <a:gd name="T19" fmla="*/ 0 h 92"/>
                <a:gd name="T20" fmla="*/ 0 w 1132"/>
                <a:gd name="T21" fmla="*/ 2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32" h="92">
                  <a:moveTo>
                    <a:pt x="0" y="24"/>
                  </a:moveTo>
                  <a:cubicBezTo>
                    <a:pt x="0" y="92"/>
                    <a:pt x="0" y="92"/>
                    <a:pt x="0" y="92"/>
                  </a:cubicBezTo>
                  <a:cubicBezTo>
                    <a:pt x="1" y="92"/>
                    <a:pt x="3" y="92"/>
                    <a:pt x="6" y="92"/>
                  </a:cubicBezTo>
                  <a:cubicBezTo>
                    <a:pt x="18" y="92"/>
                    <a:pt x="40" y="92"/>
                    <a:pt x="76" y="91"/>
                  </a:cubicBezTo>
                  <a:cubicBezTo>
                    <a:pt x="113" y="90"/>
                    <a:pt x="164" y="89"/>
                    <a:pt x="237" y="87"/>
                  </a:cubicBezTo>
                  <a:cubicBezTo>
                    <a:pt x="310" y="85"/>
                    <a:pt x="403" y="83"/>
                    <a:pt x="524" y="80"/>
                  </a:cubicBezTo>
                  <a:cubicBezTo>
                    <a:pt x="585" y="78"/>
                    <a:pt x="643" y="74"/>
                    <a:pt x="699" y="69"/>
                  </a:cubicBezTo>
                  <a:cubicBezTo>
                    <a:pt x="755" y="64"/>
                    <a:pt x="808" y="59"/>
                    <a:pt x="858" y="52"/>
                  </a:cubicBezTo>
                  <a:cubicBezTo>
                    <a:pt x="908" y="45"/>
                    <a:pt x="956" y="37"/>
                    <a:pt x="1002" y="28"/>
                  </a:cubicBezTo>
                  <a:cubicBezTo>
                    <a:pt x="1048" y="20"/>
                    <a:pt x="1091" y="10"/>
                    <a:pt x="1132" y="0"/>
                  </a:cubicBezTo>
                  <a:lnTo>
                    <a:pt x="0" y="24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" name="Freeform: Shape 6"/>
            <p:cNvSpPr/>
            <p:nvPr/>
          </p:nvSpPr>
          <p:spPr bwMode="auto">
            <a:xfrm>
              <a:off x="10177229" y="1268760"/>
              <a:ext cx="495300" cy="320675"/>
            </a:xfrm>
            <a:custGeom>
              <a:avLst/>
              <a:gdLst>
                <a:gd name="T0" fmla="*/ 132 w 132"/>
                <a:gd name="T1" fmla="*/ 0 h 85"/>
                <a:gd name="T2" fmla="*/ 22 w 132"/>
                <a:gd name="T3" fmla="*/ 42 h 85"/>
                <a:gd name="T4" fmla="*/ 0 w 132"/>
                <a:gd name="T5" fmla="*/ 85 h 85"/>
                <a:gd name="T6" fmla="*/ 107 w 132"/>
                <a:gd name="T7" fmla="*/ 54 h 85"/>
                <a:gd name="T8" fmla="*/ 132 w 132"/>
                <a:gd name="T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85">
                  <a:moveTo>
                    <a:pt x="132" y="0"/>
                  </a:moveTo>
                  <a:cubicBezTo>
                    <a:pt x="22" y="42"/>
                    <a:pt x="22" y="42"/>
                    <a:pt x="22" y="42"/>
                  </a:cubicBezTo>
                  <a:cubicBezTo>
                    <a:pt x="22" y="42"/>
                    <a:pt x="7" y="74"/>
                    <a:pt x="0" y="85"/>
                  </a:cubicBezTo>
                  <a:cubicBezTo>
                    <a:pt x="82" y="69"/>
                    <a:pt x="107" y="54"/>
                    <a:pt x="107" y="54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" name="Freeform: Shape 7"/>
            <p:cNvSpPr/>
            <p:nvPr/>
          </p:nvSpPr>
          <p:spPr bwMode="auto">
            <a:xfrm>
              <a:off x="10177229" y="1460848"/>
              <a:ext cx="987425" cy="139700"/>
            </a:xfrm>
            <a:custGeom>
              <a:avLst/>
              <a:gdLst>
                <a:gd name="T0" fmla="*/ 622 w 622"/>
                <a:gd name="T1" fmla="*/ 0 h 88"/>
                <a:gd name="T2" fmla="*/ 307 w 622"/>
                <a:gd name="T3" fmla="*/ 88 h 88"/>
                <a:gd name="T4" fmla="*/ 0 w 622"/>
                <a:gd name="T5" fmla="*/ 81 h 88"/>
                <a:gd name="T6" fmla="*/ 253 w 622"/>
                <a:gd name="T7" fmla="*/ 0 h 88"/>
                <a:gd name="T8" fmla="*/ 622 w 622"/>
                <a:gd name="T9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2" h="88">
                  <a:moveTo>
                    <a:pt x="622" y="0"/>
                  </a:moveTo>
                  <a:lnTo>
                    <a:pt x="307" y="88"/>
                  </a:lnTo>
                  <a:lnTo>
                    <a:pt x="0" y="81"/>
                  </a:lnTo>
                  <a:lnTo>
                    <a:pt x="253" y="0"/>
                  </a:lnTo>
                  <a:lnTo>
                    <a:pt x="622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" name="Freeform: Shape 8"/>
            <p:cNvSpPr/>
            <p:nvPr/>
          </p:nvSpPr>
          <p:spPr bwMode="auto">
            <a:xfrm>
              <a:off x="10570929" y="1268760"/>
              <a:ext cx="600075" cy="192088"/>
            </a:xfrm>
            <a:custGeom>
              <a:avLst/>
              <a:gdLst>
                <a:gd name="T0" fmla="*/ 159 w 160"/>
                <a:gd name="T1" fmla="*/ 0 h 51"/>
                <a:gd name="T2" fmla="*/ 160 w 160"/>
                <a:gd name="T3" fmla="*/ 4 h 51"/>
                <a:gd name="T4" fmla="*/ 160 w 160"/>
                <a:gd name="T5" fmla="*/ 14 h 51"/>
                <a:gd name="T6" fmla="*/ 159 w 160"/>
                <a:gd name="T7" fmla="*/ 30 h 51"/>
                <a:gd name="T8" fmla="*/ 158 w 160"/>
                <a:gd name="T9" fmla="*/ 51 h 51"/>
                <a:gd name="T10" fmla="*/ 0 w 160"/>
                <a:gd name="T11" fmla="*/ 51 h 51"/>
                <a:gd name="T12" fmla="*/ 7 w 160"/>
                <a:gd name="T13" fmla="*/ 39 h 51"/>
                <a:gd name="T14" fmla="*/ 14 w 160"/>
                <a:gd name="T15" fmla="*/ 26 h 51"/>
                <a:gd name="T16" fmla="*/ 21 w 160"/>
                <a:gd name="T17" fmla="*/ 13 h 51"/>
                <a:gd name="T18" fmla="*/ 27 w 160"/>
                <a:gd name="T19" fmla="*/ 0 h 51"/>
                <a:gd name="T20" fmla="*/ 84 w 160"/>
                <a:gd name="T21" fmla="*/ 0 h 51"/>
                <a:gd name="T22" fmla="*/ 125 w 160"/>
                <a:gd name="T23" fmla="*/ 0 h 51"/>
                <a:gd name="T24" fmla="*/ 150 w 160"/>
                <a:gd name="T25" fmla="*/ 0 h 51"/>
                <a:gd name="T26" fmla="*/ 159 w 160"/>
                <a:gd name="T2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0" h="51">
                  <a:moveTo>
                    <a:pt x="159" y="0"/>
                  </a:moveTo>
                  <a:cubicBezTo>
                    <a:pt x="159" y="0"/>
                    <a:pt x="159" y="1"/>
                    <a:pt x="160" y="4"/>
                  </a:cubicBezTo>
                  <a:cubicBezTo>
                    <a:pt x="160" y="6"/>
                    <a:pt x="160" y="9"/>
                    <a:pt x="160" y="14"/>
                  </a:cubicBezTo>
                  <a:cubicBezTo>
                    <a:pt x="160" y="18"/>
                    <a:pt x="160" y="24"/>
                    <a:pt x="159" y="30"/>
                  </a:cubicBezTo>
                  <a:cubicBezTo>
                    <a:pt x="159" y="36"/>
                    <a:pt x="159" y="43"/>
                    <a:pt x="158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3" y="47"/>
                    <a:pt x="5" y="43"/>
                    <a:pt x="7" y="39"/>
                  </a:cubicBezTo>
                  <a:cubicBezTo>
                    <a:pt x="10" y="34"/>
                    <a:pt x="12" y="30"/>
                    <a:pt x="14" y="26"/>
                  </a:cubicBezTo>
                  <a:cubicBezTo>
                    <a:pt x="17" y="22"/>
                    <a:pt x="19" y="17"/>
                    <a:pt x="21" y="13"/>
                  </a:cubicBezTo>
                  <a:cubicBezTo>
                    <a:pt x="23" y="8"/>
                    <a:pt x="25" y="4"/>
                    <a:pt x="27" y="0"/>
                  </a:cubicBezTo>
                  <a:cubicBezTo>
                    <a:pt x="49" y="0"/>
                    <a:pt x="68" y="0"/>
                    <a:pt x="84" y="0"/>
                  </a:cubicBezTo>
                  <a:cubicBezTo>
                    <a:pt x="101" y="0"/>
                    <a:pt x="114" y="0"/>
                    <a:pt x="125" y="0"/>
                  </a:cubicBezTo>
                  <a:cubicBezTo>
                    <a:pt x="136" y="0"/>
                    <a:pt x="144" y="0"/>
                    <a:pt x="150" y="0"/>
                  </a:cubicBezTo>
                  <a:cubicBezTo>
                    <a:pt x="156" y="0"/>
                    <a:pt x="159" y="0"/>
                    <a:pt x="159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" name="Freeform: Shape 9"/>
            <p:cNvSpPr/>
            <p:nvPr/>
          </p:nvSpPr>
          <p:spPr bwMode="auto">
            <a:xfrm>
              <a:off x="9864492" y="1999010"/>
              <a:ext cx="638175" cy="357188"/>
            </a:xfrm>
            <a:custGeom>
              <a:avLst/>
              <a:gdLst>
                <a:gd name="T0" fmla="*/ 170 w 170"/>
                <a:gd name="T1" fmla="*/ 0 h 95"/>
                <a:gd name="T2" fmla="*/ 28 w 170"/>
                <a:gd name="T3" fmla="*/ 40 h 95"/>
                <a:gd name="T4" fmla="*/ 0 w 170"/>
                <a:gd name="T5" fmla="*/ 95 h 95"/>
                <a:gd name="T6" fmla="*/ 137 w 170"/>
                <a:gd name="T7" fmla="*/ 69 h 95"/>
                <a:gd name="T8" fmla="*/ 170 w 170"/>
                <a:gd name="T9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95">
                  <a:moveTo>
                    <a:pt x="170" y="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8" y="40"/>
                    <a:pt x="9" y="81"/>
                    <a:pt x="0" y="95"/>
                  </a:cubicBezTo>
                  <a:cubicBezTo>
                    <a:pt x="105" y="75"/>
                    <a:pt x="137" y="69"/>
                    <a:pt x="137" y="69"/>
                  </a:cubicBezTo>
                  <a:lnTo>
                    <a:pt x="170" y="0"/>
                  </a:ln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Freeform: Shape 10"/>
            <p:cNvSpPr/>
            <p:nvPr/>
          </p:nvSpPr>
          <p:spPr bwMode="auto">
            <a:xfrm>
              <a:off x="9864492" y="2246660"/>
              <a:ext cx="1270000" cy="109538"/>
            </a:xfrm>
            <a:custGeom>
              <a:avLst/>
              <a:gdLst>
                <a:gd name="T0" fmla="*/ 800 w 800"/>
                <a:gd name="T1" fmla="*/ 0 h 69"/>
                <a:gd name="T2" fmla="*/ 395 w 800"/>
                <a:gd name="T3" fmla="*/ 69 h 69"/>
                <a:gd name="T4" fmla="*/ 0 w 800"/>
                <a:gd name="T5" fmla="*/ 69 h 69"/>
                <a:gd name="T6" fmla="*/ 324 w 800"/>
                <a:gd name="T7" fmla="*/ 0 h 69"/>
                <a:gd name="T8" fmla="*/ 800 w 800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0" h="69">
                  <a:moveTo>
                    <a:pt x="800" y="0"/>
                  </a:moveTo>
                  <a:lnTo>
                    <a:pt x="395" y="69"/>
                  </a:lnTo>
                  <a:lnTo>
                    <a:pt x="0" y="69"/>
                  </a:lnTo>
                  <a:lnTo>
                    <a:pt x="324" y="0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rgbClr val="4D59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" name="Freeform: Shape 11"/>
            <p:cNvSpPr/>
            <p:nvPr/>
          </p:nvSpPr>
          <p:spPr bwMode="auto">
            <a:xfrm>
              <a:off x="10372492" y="1999010"/>
              <a:ext cx="769938" cy="250825"/>
            </a:xfrm>
            <a:custGeom>
              <a:avLst/>
              <a:gdLst>
                <a:gd name="T0" fmla="*/ 205 w 205"/>
                <a:gd name="T1" fmla="*/ 0 h 67"/>
                <a:gd name="T2" fmla="*/ 205 w 205"/>
                <a:gd name="T3" fmla="*/ 5 h 67"/>
                <a:gd name="T4" fmla="*/ 205 w 205"/>
                <a:gd name="T5" fmla="*/ 18 h 67"/>
                <a:gd name="T6" fmla="*/ 205 w 205"/>
                <a:gd name="T7" fmla="*/ 39 h 67"/>
                <a:gd name="T8" fmla="*/ 203 w 205"/>
                <a:gd name="T9" fmla="*/ 66 h 67"/>
                <a:gd name="T10" fmla="*/ 0 w 205"/>
                <a:gd name="T11" fmla="*/ 67 h 67"/>
                <a:gd name="T12" fmla="*/ 9 w 205"/>
                <a:gd name="T13" fmla="*/ 50 h 67"/>
                <a:gd name="T14" fmla="*/ 18 w 205"/>
                <a:gd name="T15" fmla="*/ 34 h 67"/>
                <a:gd name="T16" fmla="*/ 27 w 205"/>
                <a:gd name="T17" fmla="*/ 17 h 67"/>
                <a:gd name="T18" fmla="*/ 35 w 205"/>
                <a:gd name="T19" fmla="*/ 0 h 67"/>
                <a:gd name="T20" fmla="*/ 109 w 205"/>
                <a:gd name="T21" fmla="*/ 0 h 67"/>
                <a:gd name="T22" fmla="*/ 161 w 205"/>
                <a:gd name="T23" fmla="*/ 0 h 67"/>
                <a:gd name="T24" fmla="*/ 193 w 205"/>
                <a:gd name="T25" fmla="*/ 0 h 67"/>
                <a:gd name="T26" fmla="*/ 205 w 205"/>
                <a:gd name="T2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5" h="67">
                  <a:moveTo>
                    <a:pt x="205" y="0"/>
                  </a:moveTo>
                  <a:cubicBezTo>
                    <a:pt x="205" y="0"/>
                    <a:pt x="205" y="2"/>
                    <a:pt x="205" y="5"/>
                  </a:cubicBezTo>
                  <a:cubicBezTo>
                    <a:pt x="205" y="8"/>
                    <a:pt x="205" y="13"/>
                    <a:pt x="205" y="18"/>
                  </a:cubicBezTo>
                  <a:cubicBezTo>
                    <a:pt x="205" y="24"/>
                    <a:pt x="205" y="31"/>
                    <a:pt x="205" y="39"/>
                  </a:cubicBezTo>
                  <a:cubicBezTo>
                    <a:pt x="204" y="47"/>
                    <a:pt x="204" y="56"/>
                    <a:pt x="203" y="6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3" y="61"/>
                    <a:pt x="6" y="56"/>
                    <a:pt x="9" y="50"/>
                  </a:cubicBezTo>
                  <a:cubicBezTo>
                    <a:pt x="13" y="45"/>
                    <a:pt x="16" y="39"/>
                    <a:pt x="18" y="34"/>
                  </a:cubicBezTo>
                  <a:cubicBezTo>
                    <a:pt x="21" y="28"/>
                    <a:pt x="24" y="23"/>
                    <a:pt x="27" y="17"/>
                  </a:cubicBezTo>
                  <a:cubicBezTo>
                    <a:pt x="30" y="11"/>
                    <a:pt x="32" y="6"/>
                    <a:pt x="35" y="0"/>
                  </a:cubicBezTo>
                  <a:cubicBezTo>
                    <a:pt x="63" y="0"/>
                    <a:pt x="88" y="0"/>
                    <a:pt x="109" y="0"/>
                  </a:cubicBezTo>
                  <a:cubicBezTo>
                    <a:pt x="129" y="0"/>
                    <a:pt x="147" y="0"/>
                    <a:pt x="161" y="0"/>
                  </a:cubicBezTo>
                  <a:cubicBezTo>
                    <a:pt x="175" y="0"/>
                    <a:pt x="185" y="0"/>
                    <a:pt x="193" y="0"/>
                  </a:cubicBezTo>
                  <a:cubicBezTo>
                    <a:pt x="200" y="0"/>
                    <a:pt x="204" y="0"/>
                    <a:pt x="205" y="0"/>
                  </a:cubicBez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" name="Freeform: Shape 12"/>
            <p:cNvSpPr/>
            <p:nvPr/>
          </p:nvSpPr>
          <p:spPr bwMode="auto">
            <a:xfrm>
              <a:off x="5670317" y="4907310"/>
              <a:ext cx="1077913" cy="552450"/>
            </a:xfrm>
            <a:custGeom>
              <a:avLst/>
              <a:gdLst>
                <a:gd name="T0" fmla="*/ 287 w 287"/>
                <a:gd name="T1" fmla="*/ 0 h 147"/>
                <a:gd name="T2" fmla="*/ 74 w 287"/>
                <a:gd name="T3" fmla="*/ 59 h 147"/>
                <a:gd name="T4" fmla="*/ 0 w 287"/>
                <a:gd name="T5" fmla="*/ 147 h 147"/>
                <a:gd name="T6" fmla="*/ 240 w 287"/>
                <a:gd name="T7" fmla="*/ 90 h 147"/>
                <a:gd name="T8" fmla="*/ 260 w 287"/>
                <a:gd name="T9" fmla="*/ 75 h 147"/>
                <a:gd name="T10" fmla="*/ 287 w 287"/>
                <a:gd name="T11" fmla="*/ 0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7" h="147">
                  <a:moveTo>
                    <a:pt x="287" y="0"/>
                  </a:moveTo>
                  <a:cubicBezTo>
                    <a:pt x="287" y="0"/>
                    <a:pt x="148" y="43"/>
                    <a:pt x="74" y="59"/>
                  </a:cubicBezTo>
                  <a:cubicBezTo>
                    <a:pt x="52" y="86"/>
                    <a:pt x="0" y="147"/>
                    <a:pt x="0" y="147"/>
                  </a:cubicBezTo>
                  <a:cubicBezTo>
                    <a:pt x="240" y="90"/>
                    <a:pt x="240" y="90"/>
                    <a:pt x="240" y="90"/>
                  </a:cubicBezTo>
                  <a:cubicBezTo>
                    <a:pt x="260" y="75"/>
                    <a:pt x="260" y="75"/>
                    <a:pt x="260" y="75"/>
                  </a:cubicBezTo>
                  <a:lnTo>
                    <a:pt x="287" y="0"/>
                  </a:ln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" name="Freeform: Shape 13"/>
            <p:cNvSpPr/>
            <p:nvPr/>
          </p:nvSpPr>
          <p:spPr bwMode="auto">
            <a:xfrm>
              <a:off x="6638692" y="4873973"/>
              <a:ext cx="2763838" cy="327025"/>
            </a:xfrm>
            <a:custGeom>
              <a:avLst/>
              <a:gdLst>
                <a:gd name="T0" fmla="*/ 0 w 1741"/>
                <a:gd name="T1" fmla="*/ 206 h 206"/>
                <a:gd name="T2" fmla="*/ 69 w 1741"/>
                <a:gd name="T3" fmla="*/ 21 h 206"/>
                <a:gd name="T4" fmla="*/ 1500 w 1741"/>
                <a:gd name="T5" fmla="*/ 0 h 206"/>
                <a:gd name="T6" fmla="*/ 1741 w 1741"/>
                <a:gd name="T7" fmla="*/ 168 h 206"/>
                <a:gd name="T8" fmla="*/ 0 w 1741"/>
                <a:gd name="T9" fmla="*/ 20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1" h="206">
                  <a:moveTo>
                    <a:pt x="0" y="206"/>
                  </a:moveTo>
                  <a:lnTo>
                    <a:pt x="69" y="21"/>
                  </a:lnTo>
                  <a:lnTo>
                    <a:pt x="1500" y="0"/>
                  </a:lnTo>
                  <a:lnTo>
                    <a:pt x="1741" y="168"/>
                  </a:lnTo>
                  <a:lnTo>
                    <a:pt x="0" y="206"/>
                  </a:ln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" name="Freeform: Shape 14"/>
            <p:cNvSpPr/>
            <p:nvPr/>
          </p:nvSpPr>
          <p:spPr bwMode="auto">
            <a:xfrm>
              <a:off x="5670317" y="5140673"/>
              <a:ext cx="3732213" cy="319088"/>
            </a:xfrm>
            <a:custGeom>
              <a:avLst/>
              <a:gdLst>
                <a:gd name="T0" fmla="*/ 994 w 994"/>
                <a:gd name="T1" fmla="*/ 0 h 85"/>
                <a:gd name="T2" fmla="*/ 963 w 994"/>
                <a:gd name="T3" fmla="*/ 18 h 85"/>
                <a:gd name="T4" fmla="*/ 931 w 994"/>
                <a:gd name="T5" fmla="*/ 35 h 85"/>
                <a:gd name="T6" fmla="*/ 898 w 994"/>
                <a:gd name="T7" fmla="*/ 52 h 85"/>
                <a:gd name="T8" fmla="*/ 862 w 994"/>
                <a:gd name="T9" fmla="*/ 69 h 85"/>
                <a:gd name="T10" fmla="*/ 0 w 994"/>
                <a:gd name="T11" fmla="*/ 85 h 85"/>
                <a:gd name="T12" fmla="*/ 63 w 994"/>
                <a:gd name="T13" fmla="*/ 69 h 85"/>
                <a:gd name="T14" fmla="*/ 128 w 994"/>
                <a:gd name="T15" fmla="*/ 51 h 85"/>
                <a:gd name="T16" fmla="*/ 193 w 994"/>
                <a:gd name="T17" fmla="*/ 33 h 85"/>
                <a:gd name="T18" fmla="*/ 259 w 994"/>
                <a:gd name="T19" fmla="*/ 13 h 85"/>
                <a:gd name="T20" fmla="*/ 994 w 994"/>
                <a:gd name="T2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94" h="85">
                  <a:moveTo>
                    <a:pt x="994" y="0"/>
                  </a:moveTo>
                  <a:cubicBezTo>
                    <a:pt x="984" y="6"/>
                    <a:pt x="974" y="12"/>
                    <a:pt x="963" y="18"/>
                  </a:cubicBezTo>
                  <a:cubicBezTo>
                    <a:pt x="953" y="24"/>
                    <a:pt x="942" y="30"/>
                    <a:pt x="931" y="35"/>
                  </a:cubicBezTo>
                  <a:cubicBezTo>
                    <a:pt x="920" y="41"/>
                    <a:pt x="909" y="47"/>
                    <a:pt x="898" y="52"/>
                  </a:cubicBezTo>
                  <a:cubicBezTo>
                    <a:pt x="886" y="58"/>
                    <a:pt x="874" y="63"/>
                    <a:pt x="862" y="69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21" y="80"/>
                    <a:pt x="42" y="74"/>
                    <a:pt x="63" y="69"/>
                  </a:cubicBezTo>
                  <a:cubicBezTo>
                    <a:pt x="85" y="63"/>
                    <a:pt x="106" y="57"/>
                    <a:pt x="128" y="51"/>
                  </a:cubicBezTo>
                  <a:cubicBezTo>
                    <a:pt x="150" y="45"/>
                    <a:pt x="171" y="39"/>
                    <a:pt x="193" y="33"/>
                  </a:cubicBezTo>
                  <a:cubicBezTo>
                    <a:pt x="215" y="26"/>
                    <a:pt x="237" y="20"/>
                    <a:pt x="259" y="13"/>
                  </a:cubicBezTo>
                  <a:lnTo>
                    <a:pt x="994" y="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" name="Freeform: Shape 15"/>
            <p:cNvSpPr/>
            <p:nvPr/>
          </p:nvSpPr>
          <p:spPr bwMode="auto">
            <a:xfrm>
              <a:off x="9327917" y="2799110"/>
              <a:ext cx="654050" cy="252413"/>
            </a:xfrm>
            <a:custGeom>
              <a:avLst/>
              <a:gdLst>
                <a:gd name="T0" fmla="*/ 174 w 174"/>
                <a:gd name="T1" fmla="*/ 0 h 67"/>
                <a:gd name="T2" fmla="*/ 50 w 174"/>
                <a:gd name="T3" fmla="*/ 12 h 67"/>
                <a:gd name="T4" fmla="*/ 0 w 174"/>
                <a:gd name="T5" fmla="*/ 67 h 67"/>
                <a:gd name="T6" fmla="*/ 113 w 174"/>
                <a:gd name="T7" fmla="*/ 67 h 67"/>
                <a:gd name="T8" fmla="*/ 174 w 174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67">
                  <a:moveTo>
                    <a:pt x="174" y="0"/>
                  </a:move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14" y="57"/>
                    <a:pt x="0" y="67"/>
                  </a:cubicBezTo>
                  <a:cubicBezTo>
                    <a:pt x="22" y="67"/>
                    <a:pt x="113" y="67"/>
                    <a:pt x="113" y="67"/>
                  </a:cubicBezTo>
                  <a:cubicBezTo>
                    <a:pt x="113" y="67"/>
                    <a:pt x="170" y="18"/>
                    <a:pt x="174" y="0"/>
                  </a:cubicBezTo>
                  <a:close/>
                </a:path>
              </a:pathLst>
            </a:custGeom>
            <a:solidFill>
              <a:srgbClr val="4D59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" name="Freeform: Shape 16"/>
            <p:cNvSpPr/>
            <p:nvPr/>
          </p:nvSpPr>
          <p:spPr bwMode="auto">
            <a:xfrm>
              <a:off x="9751779" y="2795935"/>
              <a:ext cx="1176338" cy="255588"/>
            </a:xfrm>
            <a:custGeom>
              <a:avLst/>
              <a:gdLst>
                <a:gd name="T0" fmla="*/ 313 w 313"/>
                <a:gd name="T1" fmla="*/ 0 h 68"/>
                <a:gd name="T2" fmla="*/ 309 w 313"/>
                <a:gd name="T3" fmla="*/ 16 h 68"/>
                <a:gd name="T4" fmla="*/ 304 w 313"/>
                <a:gd name="T5" fmla="*/ 32 h 68"/>
                <a:gd name="T6" fmla="*/ 299 w 313"/>
                <a:gd name="T7" fmla="*/ 49 h 68"/>
                <a:gd name="T8" fmla="*/ 293 w 313"/>
                <a:gd name="T9" fmla="*/ 66 h 68"/>
                <a:gd name="T10" fmla="*/ 0 w 313"/>
                <a:gd name="T11" fmla="*/ 68 h 68"/>
                <a:gd name="T12" fmla="*/ 16 w 313"/>
                <a:gd name="T13" fmla="*/ 51 h 68"/>
                <a:gd name="T14" fmla="*/ 31 w 313"/>
                <a:gd name="T15" fmla="*/ 35 h 68"/>
                <a:gd name="T16" fmla="*/ 46 w 313"/>
                <a:gd name="T17" fmla="*/ 18 h 68"/>
                <a:gd name="T18" fmla="*/ 61 w 313"/>
                <a:gd name="T19" fmla="*/ 1 h 68"/>
                <a:gd name="T20" fmla="*/ 313 w 313"/>
                <a:gd name="T21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3" h="68">
                  <a:moveTo>
                    <a:pt x="313" y="0"/>
                  </a:moveTo>
                  <a:cubicBezTo>
                    <a:pt x="312" y="5"/>
                    <a:pt x="310" y="11"/>
                    <a:pt x="309" y="16"/>
                  </a:cubicBezTo>
                  <a:cubicBezTo>
                    <a:pt x="307" y="21"/>
                    <a:pt x="306" y="27"/>
                    <a:pt x="304" y="32"/>
                  </a:cubicBezTo>
                  <a:cubicBezTo>
                    <a:pt x="303" y="38"/>
                    <a:pt x="301" y="43"/>
                    <a:pt x="299" y="49"/>
                  </a:cubicBezTo>
                  <a:cubicBezTo>
                    <a:pt x="297" y="55"/>
                    <a:pt x="295" y="60"/>
                    <a:pt x="293" y="66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5" y="62"/>
                    <a:pt x="10" y="57"/>
                    <a:pt x="16" y="51"/>
                  </a:cubicBezTo>
                  <a:cubicBezTo>
                    <a:pt x="21" y="46"/>
                    <a:pt x="26" y="40"/>
                    <a:pt x="31" y="35"/>
                  </a:cubicBezTo>
                  <a:cubicBezTo>
                    <a:pt x="36" y="29"/>
                    <a:pt x="41" y="24"/>
                    <a:pt x="46" y="18"/>
                  </a:cubicBezTo>
                  <a:cubicBezTo>
                    <a:pt x="51" y="13"/>
                    <a:pt x="56" y="7"/>
                    <a:pt x="61" y="1"/>
                  </a:cubicBezTo>
                  <a:lnTo>
                    <a:pt x="313" y="0"/>
                  </a:lnTo>
                  <a:close/>
                </a:path>
              </a:pathLst>
            </a:custGeom>
            <a:solidFill>
              <a:srgbClr val="4D59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7" name="Freeform: Shape 17"/>
            <p:cNvSpPr/>
            <p:nvPr/>
          </p:nvSpPr>
          <p:spPr bwMode="auto">
            <a:xfrm>
              <a:off x="8626242" y="3532535"/>
              <a:ext cx="652463" cy="311150"/>
            </a:xfrm>
            <a:custGeom>
              <a:avLst/>
              <a:gdLst>
                <a:gd name="T0" fmla="*/ 0 w 174"/>
                <a:gd name="T1" fmla="*/ 55 h 83"/>
                <a:gd name="T2" fmla="*/ 80 w 174"/>
                <a:gd name="T3" fmla="*/ 0 h 83"/>
                <a:gd name="T4" fmla="*/ 174 w 174"/>
                <a:gd name="T5" fmla="*/ 16 h 83"/>
                <a:gd name="T6" fmla="*/ 97 w 174"/>
                <a:gd name="T7" fmla="*/ 76 h 83"/>
                <a:gd name="T8" fmla="*/ 77 w 174"/>
                <a:gd name="T9" fmla="*/ 83 h 83"/>
                <a:gd name="T10" fmla="*/ 0 w 174"/>
                <a:gd name="T11" fmla="*/ 5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4" h="83">
                  <a:moveTo>
                    <a:pt x="0" y="55"/>
                  </a:moveTo>
                  <a:cubicBezTo>
                    <a:pt x="0" y="55"/>
                    <a:pt x="54" y="22"/>
                    <a:pt x="80" y="0"/>
                  </a:cubicBezTo>
                  <a:cubicBezTo>
                    <a:pt x="127" y="8"/>
                    <a:pt x="174" y="16"/>
                    <a:pt x="174" y="16"/>
                  </a:cubicBezTo>
                  <a:cubicBezTo>
                    <a:pt x="97" y="76"/>
                    <a:pt x="97" y="76"/>
                    <a:pt x="97" y="76"/>
                  </a:cubicBezTo>
                  <a:cubicBezTo>
                    <a:pt x="77" y="83"/>
                    <a:pt x="77" y="83"/>
                    <a:pt x="77" y="83"/>
                  </a:cubicBezTo>
                  <a:lnTo>
                    <a:pt x="0" y="55"/>
                  </a:ln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" name="Freeform: Shape 18"/>
            <p:cNvSpPr/>
            <p:nvPr/>
          </p:nvSpPr>
          <p:spPr bwMode="auto">
            <a:xfrm>
              <a:off x="8926279" y="3519835"/>
              <a:ext cx="1712913" cy="76200"/>
            </a:xfrm>
            <a:custGeom>
              <a:avLst/>
              <a:gdLst>
                <a:gd name="T0" fmla="*/ 227 w 1079"/>
                <a:gd name="T1" fmla="*/ 48 h 48"/>
                <a:gd name="T2" fmla="*/ 0 w 1079"/>
                <a:gd name="T3" fmla="*/ 8 h 48"/>
                <a:gd name="T4" fmla="*/ 710 w 1079"/>
                <a:gd name="T5" fmla="*/ 0 h 48"/>
                <a:gd name="T6" fmla="*/ 1079 w 1079"/>
                <a:gd name="T7" fmla="*/ 38 h 48"/>
                <a:gd name="T8" fmla="*/ 227 w 1079"/>
                <a:gd name="T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9" h="48">
                  <a:moveTo>
                    <a:pt x="227" y="48"/>
                  </a:moveTo>
                  <a:lnTo>
                    <a:pt x="0" y="8"/>
                  </a:lnTo>
                  <a:lnTo>
                    <a:pt x="710" y="0"/>
                  </a:lnTo>
                  <a:lnTo>
                    <a:pt x="1079" y="38"/>
                  </a:lnTo>
                  <a:lnTo>
                    <a:pt x="227" y="48"/>
                  </a:ln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9" name="Freeform: Shape 19"/>
            <p:cNvSpPr/>
            <p:nvPr/>
          </p:nvSpPr>
          <p:spPr bwMode="auto">
            <a:xfrm>
              <a:off x="8915167" y="3580160"/>
              <a:ext cx="1724025" cy="263525"/>
            </a:xfrm>
            <a:custGeom>
              <a:avLst/>
              <a:gdLst>
                <a:gd name="T0" fmla="*/ 459 w 459"/>
                <a:gd name="T1" fmla="*/ 0 h 70"/>
                <a:gd name="T2" fmla="*/ 450 w 459"/>
                <a:gd name="T3" fmla="*/ 16 h 70"/>
                <a:gd name="T4" fmla="*/ 440 w 459"/>
                <a:gd name="T5" fmla="*/ 33 h 70"/>
                <a:gd name="T6" fmla="*/ 430 w 459"/>
                <a:gd name="T7" fmla="*/ 49 h 70"/>
                <a:gd name="T8" fmla="*/ 419 w 459"/>
                <a:gd name="T9" fmla="*/ 66 h 70"/>
                <a:gd name="T10" fmla="*/ 0 w 459"/>
                <a:gd name="T11" fmla="*/ 70 h 70"/>
                <a:gd name="T12" fmla="*/ 25 w 459"/>
                <a:gd name="T13" fmla="*/ 54 h 70"/>
                <a:gd name="T14" fmla="*/ 49 w 459"/>
                <a:gd name="T15" fmla="*/ 37 h 70"/>
                <a:gd name="T16" fmla="*/ 73 w 459"/>
                <a:gd name="T17" fmla="*/ 20 h 70"/>
                <a:gd name="T18" fmla="*/ 97 w 459"/>
                <a:gd name="T19" fmla="*/ 3 h 70"/>
                <a:gd name="T20" fmla="*/ 459 w 459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9" h="70">
                  <a:moveTo>
                    <a:pt x="459" y="0"/>
                  </a:moveTo>
                  <a:cubicBezTo>
                    <a:pt x="456" y="6"/>
                    <a:pt x="453" y="11"/>
                    <a:pt x="450" y="16"/>
                  </a:cubicBezTo>
                  <a:cubicBezTo>
                    <a:pt x="447" y="22"/>
                    <a:pt x="444" y="27"/>
                    <a:pt x="440" y="33"/>
                  </a:cubicBezTo>
                  <a:cubicBezTo>
                    <a:pt x="437" y="38"/>
                    <a:pt x="433" y="44"/>
                    <a:pt x="430" y="49"/>
                  </a:cubicBezTo>
                  <a:cubicBezTo>
                    <a:pt x="426" y="55"/>
                    <a:pt x="423" y="60"/>
                    <a:pt x="419" y="66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8" y="65"/>
                    <a:pt x="16" y="59"/>
                    <a:pt x="25" y="54"/>
                  </a:cubicBezTo>
                  <a:cubicBezTo>
                    <a:pt x="33" y="48"/>
                    <a:pt x="41" y="43"/>
                    <a:pt x="49" y="37"/>
                  </a:cubicBezTo>
                  <a:cubicBezTo>
                    <a:pt x="57" y="32"/>
                    <a:pt x="65" y="26"/>
                    <a:pt x="73" y="20"/>
                  </a:cubicBezTo>
                  <a:cubicBezTo>
                    <a:pt x="81" y="15"/>
                    <a:pt x="89" y="9"/>
                    <a:pt x="97" y="3"/>
                  </a:cubicBezTo>
                  <a:lnTo>
                    <a:pt x="459" y="0"/>
                  </a:ln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0" name="Freeform: Shape 20"/>
            <p:cNvSpPr/>
            <p:nvPr/>
          </p:nvSpPr>
          <p:spPr bwMode="auto">
            <a:xfrm>
              <a:off x="7570554" y="4256435"/>
              <a:ext cx="657225" cy="433388"/>
            </a:xfrm>
            <a:custGeom>
              <a:avLst/>
              <a:gdLst>
                <a:gd name="T0" fmla="*/ 175 w 175"/>
                <a:gd name="T1" fmla="*/ 45 h 115"/>
                <a:gd name="T2" fmla="*/ 127 w 175"/>
                <a:gd name="T3" fmla="*/ 0 h 115"/>
                <a:gd name="T4" fmla="*/ 0 w 175"/>
                <a:gd name="T5" fmla="*/ 57 h 115"/>
                <a:gd name="T6" fmla="*/ 20 w 175"/>
                <a:gd name="T7" fmla="*/ 115 h 115"/>
                <a:gd name="T8" fmla="*/ 141 w 175"/>
                <a:gd name="T9" fmla="*/ 68 h 115"/>
                <a:gd name="T10" fmla="*/ 175 w 175"/>
                <a:gd name="T11" fmla="*/ 4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5" h="115">
                  <a:moveTo>
                    <a:pt x="175" y="45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7" y="0"/>
                    <a:pt x="31" y="46"/>
                    <a:pt x="0" y="57"/>
                  </a:cubicBezTo>
                  <a:cubicBezTo>
                    <a:pt x="4" y="68"/>
                    <a:pt x="20" y="115"/>
                    <a:pt x="20" y="115"/>
                  </a:cubicBezTo>
                  <a:cubicBezTo>
                    <a:pt x="141" y="68"/>
                    <a:pt x="141" y="68"/>
                    <a:pt x="141" y="68"/>
                  </a:cubicBezTo>
                  <a:lnTo>
                    <a:pt x="175" y="45"/>
                  </a:lnTo>
                  <a:close/>
                </a:path>
              </a:pathLst>
            </a:custGeom>
            <a:solidFill>
              <a:srgbClr val="4D59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1" name="Freeform: Shape 21"/>
            <p:cNvSpPr/>
            <p:nvPr/>
          </p:nvSpPr>
          <p:spPr bwMode="auto">
            <a:xfrm>
              <a:off x="8046804" y="4242148"/>
              <a:ext cx="2103438" cy="195263"/>
            </a:xfrm>
            <a:custGeom>
              <a:avLst/>
              <a:gdLst>
                <a:gd name="T0" fmla="*/ 119 w 1325"/>
                <a:gd name="T1" fmla="*/ 123 h 123"/>
                <a:gd name="T2" fmla="*/ 0 w 1325"/>
                <a:gd name="T3" fmla="*/ 9 h 123"/>
                <a:gd name="T4" fmla="*/ 1003 w 1325"/>
                <a:gd name="T5" fmla="*/ 0 h 123"/>
                <a:gd name="T6" fmla="*/ 1325 w 1325"/>
                <a:gd name="T7" fmla="*/ 102 h 123"/>
                <a:gd name="T8" fmla="*/ 119 w 1325"/>
                <a:gd name="T9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5" h="123">
                  <a:moveTo>
                    <a:pt x="119" y="123"/>
                  </a:moveTo>
                  <a:lnTo>
                    <a:pt x="0" y="9"/>
                  </a:lnTo>
                  <a:lnTo>
                    <a:pt x="1003" y="0"/>
                  </a:lnTo>
                  <a:lnTo>
                    <a:pt x="1325" y="102"/>
                  </a:lnTo>
                  <a:lnTo>
                    <a:pt x="119" y="123"/>
                  </a:lnTo>
                  <a:close/>
                </a:path>
              </a:pathLst>
            </a:custGeom>
            <a:solidFill>
              <a:srgbClr val="4D59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2" name="Freeform: Shape 22"/>
            <p:cNvSpPr/>
            <p:nvPr/>
          </p:nvSpPr>
          <p:spPr bwMode="auto">
            <a:xfrm>
              <a:off x="7645167" y="4404073"/>
              <a:ext cx="2505075" cy="285750"/>
            </a:xfrm>
            <a:custGeom>
              <a:avLst/>
              <a:gdLst>
                <a:gd name="T0" fmla="*/ 667 w 667"/>
                <a:gd name="T1" fmla="*/ 0 h 76"/>
                <a:gd name="T2" fmla="*/ 651 w 667"/>
                <a:gd name="T3" fmla="*/ 17 h 76"/>
                <a:gd name="T4" fmla="*/ 634 w 667"/>
                <a:gd name="T5" fmla="*/ 34 h 76"/>
                <a:gd name="T6" fmla="*/ 615 w 667"/>
                <a:gd name="T7" fmla="*/ 51 h 76"/>
                <a:gd name="T8" fmla="*/ 596 w 667"/>
                <a:gd name="T9" fmla="*/ 67 h 76"/>
                <a:gd name="T10" fmla="*/ 0 w 667"/>
                <a:gd name="T11" fmla="*/ 76 h 76"/>
                <a:gd name="T12" fmla="*/ 39 w 667"/>
                <a:gd name="T13" fmla="*/ 59 h 76"/>
                <a:gd name="T14" fmla="*/ 78 w 667"/>
                <a:gd name="T15" fmla="*/ 42 h 76"/>
                <a:gd name="T16" fmla="*/ 116 w 667"/>
                <a:gd name="T17" fmla="*/ 25 h 76"/>
                <a:gd name="T18" fmla="*/ 154 w 667"/>
                <a:gd name="T19" fmla="*/ 6 h 76"/>
                <a:gd name="T20" fmla="*/ 667 w 667"/>
                <a:gd name="T21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7" h="76">
                  <a:moveTo>
                    <a:pt x="667" y="0"/>
                  </a:moveTo>
                  <a:cubicBezTo>
                    <a:pt x="662" y="6"/>
                    <a:pt x="656" y="11"/>
                    <a:pt x="651" y="17"/>
                  </a:cubicBezTo>
                  <a:cubicBezTo>
                    <a:pt x="645" y="22"/>
                    <a:pt x="639" y="28"/>
                    <a:pt x="634" y="34"/>
                  </a:cubicBezTo>
                  <a:cubicBezTo>
                    <a:pt x="628" y="39"/>
                    <a:pt x="622" y="45"/>
                    <a:pt x="615" y="51"/>
                  </a:cubicBezTo>
                  <a:cubicBezTo>
                    <a:pt x="609" y="56"/>
                    <a:pt x="603" y="62"/>
                    <a:pt x="596" y="67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13" y="70"/>
                    <a:pt x="26" y="65"/>
                    <a:pt x="39" y="59"/>
                  </a:cubicBezTo>
                  <a:cubicBezTo>
                    <a:pt x="52" y="54"/>
                    <a:pt x="65" y="48"/>
                    <a:pt x="78" y="42"/>
                  </a:cubicBezTo>
                  <a:cubicBezTo>
                    <a:pt x="91" y="36"/>
                    <a:pt x="104" y="31"/>
                    <a:pt x="116" y="25"/>
                  </a:cubicBezTo>
                  <a:cubicBezTo>
                    <a:pt x="129" y="19"/>
                    <a:pt x="141" y="12"/>
                    <a:pt x="154" y="6"/>
                  </a:cubicBezTo>
                  <a:lnTo>
                    <a:pt x="667" y="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4224160" y="4168771"/>
              <a:ext cx="852513" cy="1661496"/>
              <a:chOff x="5448301" y="-4763"/>
              <a:chExt cx="1096963" cy="1925638"/>
            </a:xfr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grpSpPr>
          <p:sp>
            <p:nvSpPr>
              <p:cNvPr id="35" name="Freeform: Shape 24"/>
              <p:cNvSpPr/>
              <p:nvPr/>
            </p:nvSpPr>
            <p:spPr bwMode="auto">
              <a:xfrm>
                <a:off x="5626101" y="66675"/>
                <a:ext cx="738188" cy="1135063"/>
              </a:xfrm>
              <a:custGeom>
                <a:avLst/>
                <a:gdLst>
                  <a:gd name="T0" fmla="*/ 206 w 427"/>
                  <a:gd name="T1" fmla="*/ 11 h 657"/>
                  <a:gd name="T2" fmla="*/ 413 w 427"/>
                  <a:gd name="T3" fmla="*/ 60 h 657"/>
                  <a:gd name="T4" fmla="*/ 410 w 427"/>
                  <a:gd name="T5" fmla="*/ 569 h 657"/>
                  <a:gd name="T6" fmla="*/ 306 w 427"/>
                  <a:gd name="T7" fmla="*/ 644 h 657"/>
                  <a:gd name="T8" fmla="*/ 42 w 427"/>
                  <a:gd name="T9" fmla="*/ 617 h 657"/>
                  <a:gd name="T10" fmla="*/ 21 w 427"/>
                  <a:gd name="T11" fmla="*/ 53 h 657"/>
                  <a:gd name="T12" fmla="*/ 206 w 427"/>
                  <a:gd name="T13" fmla="*/ 11 h 6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27" h="657">
                    <a:moveTo>
                      <a:pt x="206" y="11"/>
                    </a:moveTo>
                    <a:cubicBezTo>
                      <a:pt x="371" y="2"/>
                      <a:pt x="399" y="37"/>
                      <a:pt x="413" y="60"/>
                    </a:cubicBezTo>
                    <a:cubicBezTo>
                      <a:pt x="427" y="83"/>
                      <a:pt x="422" y="501"/>
                      <a:pt x="410" y="569"/>
                    </a:cubicBezTo>
                    <a:cubicBezTo>
                      <a:pt x="397" y="637"/>
                      <a:pt x="369" y="645"/>
                      <a:pt x="306" y="644"/>
                    </a:cubicBezTo>
                    <a:cubicBezTo>
                      <a:pt x="244" y="643"/>
                      <a:pt x="84" y="657"/>
                      <a:pt x="42" y="617"/>
                    </a:cubicBezTo>
                    <a:cubicBezTo>
                      <a:pt x="0" y="576"/>
                      <a:pt x="6" y="107"/>
                      <a:pt x="21" y="53"/>
                    </a:cubicBezTo>
                    <a:cubicBezTo>
                      <a:pt x="36" y="0"/>
                      <a:pt x="167" y="13"/>
                      <a:pt x="206" y="11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Freeform: Shape 25"/>
              <p:cNvSpPr/>
              <p:nvPr/>
            </p:nvSpPr>
            <p:spPr bwMode="auto">
              <a:xfrm>
                <a:off x="5645151" y="142875"/>
                <a:ext cx="698500" cy="1055688"/>
              </a:xfrm>
              <a:custGeom>
                <a:avLst/>
                <a:gdLst>
                  <a:gd name="T0" fmla="*/ 384 w 404"/>
                  <a:gd name="T1" fmla="*/ 374 h 611"/>
                  <a:gd name="T2" fmla="*/ 402 w 404"/>
                  <a:gd name="T3" fmla="*/ 366 h 611"/>
                  <a:gd name="T4" fmla="*/ 392 w 404"/>
                  <a:gd name="T5" fmla="*/ 278 h 611"/>
                  <a:gd name="T6" fmla="*/ 395 w 404"/>
                  <a:gd name="T7" fmla="*/ 229 h 611"/>
                  <a:gd name="T8" fmla="*/ 356 w 404"/>
                  <a:gd name="T9" fmla="*/ 209 h 611"/>
                  <a:gd name="T10" fmla="*/ 375 w 404"/>
                  <a:gd name="T11" fmla="*/ 75 h 611"/>
                  <a:gd name="T12" fmla="*/ 343 w 404"/>
                  <a:gd name="T13" fmla="*/ 10 h 611"/>
                  <a:gd name="T14" fmla="*/ 243 w 404"/>
                  <a:gd name="T15" fmla="*/ 25 h 611"/>
                  <a:gd name="T16" fmla="*/ 155 w 404"/>
                  <a:gd name="T17" fmla="*/ 18 h 611"/>
                  <a:gd name="T18" fmla="*/ 83 w 404"/>
                  <a:gd name="T19" fmla="*/ 2 h 611"/>
                  <a:gd name="T20" fmla="*/ 35 w 404"/>
                  <a:gd name="T21" fmla="*/ 206 h 611"/>
                  <a:gd name="T22" fmla="*/ 18 w 404"/>
                  <a:gd name="T23" fmla="*/ 348 h 611"/>
                  <a:gd name="T24" fmla="*/ 46 w 404"/>
                  <a:gd name="T25" fmla="*/ 583 h 611"/>
                  <a:gd name="T26" fmla="*/ 295 w 404"/>
                  <a:gd name="T27" fmla="*/ 600 h 611"/>
                  <a:gd name="T28" fmla="*/ 370 w 404"/>
                  <a:gd name="T29" fmla="*/ 586 h 611"/>
                  <a:gd name="T30" fmla="*/ 384 w 404"/>
                  <a:gd name="T31" fmla="*/ 374 h 6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04" h="611">
                    <a:moveTo>
                      <a:pt x="384" y="374"/>
                    </a:moveTo>
                    <a:cubicBezTo>
                      <a:pt x="387" y="369"/>
                      <a:pt x="396" y="366"/>
                      <a:pt x="402" y="366"/>
                    </a:cubicBezTo>
                    <a:cubicBezTo>
                      <a:pt x="394" y="337"/>
                      <a:pt x="383" y="309"/>
                      <a:pt x="392" y="278"/>
                    </a:cubicBezTo>
                    <a:cubicBezTo>
                      <a:pt x="398" y="261"/>
                      <a:pt x="404" y="241"/>
                      <a:pt x="395" y="229"/>
                    </a:cubicBezTo>
                    <a:cubicBezTo>
                      <a:pt x="387" y="215"/>
                      <a:pt x="356" y="220"/>
                      <a:pt x="356" y="209"/>
                    </a:cubicBezTo>
                    <a:cubicBezTo>
                      <a:pt x="357" y="163"/>
                      <a:pt x="383" y="124"/>
                      <a:pt x="375" y="75"/>
                    </a:cubicBezTo>
                    <a:cubicBezTo>
                      <a:pt x="370" y="50"/>
                      <a:pt x="368" y="18"/>
                      <a:pt x="343" y="10"/>
                    </a:cubicBezTo>
                    <a:cubicBezTo>
                      <a:pt x="309" y="0"/>
                      <a:pt x="280" y="34"/>
                      <a:pt x="243" y="25"/>
                    </a:cubicBezTo>
                    <a:cubicBezTo>
                      <a:pt x="212" y="16"/>
                      <a:pt x="183" y="27"/>
                      <a:pt x="155" y="18"/>
                    </a:cubicBezTo>
                    <a:cubicBezTo>
                      <a:pt x="130" y="12"/>
                      <a:pt x="107" y="4"/>
                      <a:pt x="83" y="2"/>
                    </a:cubicBezTo>
                    <a:cubicBezTo>
                      <a:pt x="0" y="32"/>
                      <a:pt x="58" y="149"/>
                      <a:pt x="35" y="206"/>
                    </a:cubicBezTo>
                    <a:cubicBezTo>
                      <a:pt x="20" y="245"/>
                      <a:pt x="5" y="302"/>
                      <a:pt x="18" y="348"/>
                    </a:cubicBezTo>
                    <a:cubicBezTo>
                      <a:pt x="42" y="425"/>
                      <a:pt x="27" y="505"/>
                      <a:pt x="46" y="583"/>
                    </a:cubicBezTo>
                    <a:cubicBezTo>
                      <a:pt x="103" y="611"/>
                      <a:pt x="239" y="599"/>
                      <a:pt x="295" y="600"/>
                    </a:cubicBezTo>
                    <a:cubicBezTo>
                      <a:pt x="329" y="601"/>
                      <a:pt x="353" y="598"/>
                      <a:pt x="370" y="586"/>
                    </a:cubicBezTo>
                    <a:cubicBezTo>
                      <a:pt x="382" y="518"/>
                      <a:pt x="372" y="446"/>
                      <a:pt x="384" y="374"/>
                    </a:cubicBezTo>
                    <a:close/>
                  </a:path>
                </a:pathLst>
              </a:custGeom>
              <a:solidFill>
                <a:srgbClr val="8B8A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Freeform: Shape 26"/>
              <p:cNvSpPr/>
              <p:nvPr/>
            </p:nvSpPr>
            <p:spPr bwMode="auto">
              <a:xfrm>
                <a:off x="5459414" y="550862"/>
                <a:ext cx="254000" cy="447675"/>
              </a:xfrm>
              <a:custGeom>
                <a:avLst/>
                <a:gdLst>
                  <a:gd name="T0" fmla="*/ 147 w 147"/>
                  <a:gd name="T1" fmla="*/ 21 h 259"/>
                  <a:gd name="T2" fmla="*/ 134 w 147"/>
                  <a:gd name="T3" fmla="*/ 111 h 259"/>
                  <a:gd name="T4" fmla="*/ 104 w 147"/>
                  <a:gd name="T5" fmla="*/ 130 h 259"/>
                  <a:gd name="T6" fmla="*/ 99 w 147"/>
                  <a:gd name="T7" fmla="*/ 172 h 259"/>
                  <a:gd name="T8" fmla="*/ 59 w 147"/>
                  <a:gd name="T9" fmla="*/ 255 h 259"/>
                  <a:gd name="T10" fmla="*/ 1 w 147"/>
                  <a:gd name="T11" fmla="*/ 126 h 259"/>
                  <a:gd name="T12" fmla="*/ 132 w 147"/>
                  <a:gd name="T13" fmla="*/ 0 h 259"/>
                  <a:gd name="T14" fmla="*/ 147 w 147"/>
                  <a:gd name="T15" fmla="*/ 2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7" h="259">
                    <a:moveTo>
                      <a:pt x="147" y="21"/>
                    </a:moveTo>
                    <a:cubicBezTo>
                      <a:pt x="134" y="111"/>
                      <a:pt x="134" y="111"/>
                      <a:pt x="134" y="111"/>
                    </a:cubicBezTo>
                    <a:cubicBezTo>
                      <a:pt x="134" y="111"/>
                      <a:pt x="120" y="129"/>
                      <a:pt x="104" y="130"/>
                    </a:cubicBezTo>
                    <a:cubicBezTo>
                      <a:pt x="104" y="130"/>
                      <a:pt x="104" y="163"/>
                      <a:pt x="99" y="172"/>
                    </a:cubicBezTo>
                    <a:cubicBezTo>
                      <a:pt x="94" y="181"/>
                      <a:pt x="64" y="259"/>
                      <a:pt x="59" y="255"/>
                    </a:cubicBezTo>
                    <a:cubicBezTo>
                      <a:pt x="0" y="206"/>
                      <a:pt x="1" y="126"/>
                      <a:pt x="1" y="126"/>
                    </a:cubicBezTo>
                    <a:cubicBezTo>
                      <a:pt x="1" y="126"/>
                      <a:pt x="50" y="29"/>
                      <a:pt x="132" y="0"/>
                    </a:cubicBezTo>
                    <a:lnTo>
                      <a:pt x="147" y="21"/>
                    </a:lnTo>
                    <a:close/>
                  </a:path>
                </a:pathLst>
              </a:custGeom>
              <a:solidFill>
                <a:srgbClr val="C8C8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Freeform: Shape 27"/>
              <p:cNvSpPr/>
              <p:nvPr/>
            </p:nvSpPr>
            <p:spPr bwMode="auto">
              <a:xfrm>
                <a:off x="5564189" y="587375"/>
                <a:ext cx="131763" cy="296863"/>
              </a:xfrm>
              <a:custGeom>
                <a:avLst/>
                <a:gdLst>
                  <a:gd name="T0" fmla="*/ 0 w 76"/>
                  <a:gd name="T1" fmla="*/ 104 h 172"/>
                  <a:gd name="T2" fmla="*/ 52 w 76"/>
                  <a:gd name="T3" fmla="*/ 12 h 172"/>
                  <a:gd name="T4" fmla="*/ 76 w 76"/>
                  <a:gd name="T5" fmla="*/ 0 h 172"/>
                  <a:gd name="T6" fmla="*/ 73 w 76"/>
                  <a:gd name="T7" fmla="*/ 90 h 172"/>
                  <a:gd name="T8" fmla="*/ 43 w 76"/>
                  <a:gd name="T9" fmla="*/ 109 h 172"/>
                  <a:gd name="T10" fmla="*/ 38 w 76"/>
                  <a:gd name="T11" fmla="*/ 151 h 172"/>
                  <a:gd name="T12" fmla="*/ 29 w 76"/>
                  <a:gd name="T13" fmla="*/ 172 h 172"/>
                  <a:gd name="T14" fmla="*/ 0 w 76"/>
                  <a:gd name="T15" fmla="*/ 104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6" h="172">
                    <a:moveTo>
                      <a:pt x="0" y="104"/>
                    </a:moveTo>
                    <a:cubicBezTo>
                      <a:pt x="53" y="99"/>
                      <a:pt x="47" y="48"/>
                      <a:pt x="52" y="12"/>
                    </a:cubicBezTo>
                    <a:cubicBezTo>
                      <a:pt x="55" y="7"/>
                      <a:pt x="70" y="2"/>
                      <a:pt x="76" y="0"/>
                    </a:cubicBezTo>
                    <a:cubicBezTo>
                      <a:pt x="73" y="90"/>
                      <a:pt x="73" y="90"/>
                      <a:pt x="73" y="90"/>
                    </a:cubicBezTo>
                    <a:cubicBezTo>
                      <a:pt x="73" y="90"/>
                      <a:pt x="59" y="108"/>
                      <a:pt x="43" y="109"/>
                    </a:cubicBezTo>
                    <a:cubicBezTo>
                      <a:pt x="43" y="109"/>
                      <a:pt x="43" y="142"/>
                      <a:pt x="38" y="151"/>
                    </a:cubicBezTo>
                    <a:cubicBezTo>
                      <a:pt x="36" y="154"/>
                      <a:pt x="33" y="162"/>
                      <a:pt x="29" y="172"/>
                    </a:cubicBezTo>
                    <a:cubicBezTo>
                      <a:pt x="25" y="147"/>
                      <a:pt x="18" y="124"/>
                      <a:pt x="0" y="104"/>
                    </a:cubicBezTo>
                    <a:close/>
                  </a:path>
                </a:pathLst>
              </a:custGeom>
              <a:solidFill>
                <a:srgbClr val="BCB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Freeform: Shape 28"/>
              <p:cNvSpPr/>
              <p:nvPr/>
            </p:nvSpPr>
            <p:spPr bwMode="auto">
              <a:xfrm>
                <a:off x="5475289" y="566737"/>
                <a:ext cx="206375" cy="412750"/>
              </a:xfrm>
              <a:custGeom>
                <a:avLst/>
                <a:gdLst>
                  <a:gd name="T0" fmla="*/ 1 w 120"/>
                  <a:gd name="T1" fmla="*/ 117 h 239"/>
                  <a:gd name="T2" fmla="*/ 119 w 120"/>
                  <a:gd name="T3" fmla="*/ 0 h 239"/>
                  <a:gd name="T4" fmla="*/ 120 w 120"/>
                  <a:gd name="T5" fmla="*/ 6 h 239"/>
                  <a:gd name="T6" fmla="*/ 20 w 120"/>
                  <a:gd name="T7" fmla="*/ 121 h 239"/>
                  <a:gd name="T8" fmla="*/ 61 w 120"/>
                  <a:gd name="T9" fmla="*/ 232 h 239"/>
                  <a:gd name="T10" fmla="*/ 56 w 120"/>
                  <a:gd name="T11" fmla="*/ 239 h 239"/>
                  <a:gd name="T12" fmla="*/ 1 w 120"/>
                  <a:gd name="T13" fmla="*/ 117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0" h="239">
                    <a:moveTo>
                      <a:pt x="1" y="117"/>
                    </a:moveTo>
                    <a:cubicBezTo>
                      <a:pt x="1" y="117"/>
                      <a:pt x="42" y="27"/>
                      <a:pt x="119" y="0"/>
                    </a:cubicBezTo>
                    <a:cubicBezTo>
                      <a:pt x="120" y="6"/>
                      <a:pt x="120" y="6"/>
                      <a:pt x="120" y="6"/>
                    </a:cubicBezTo>
                    <a:cubicBezTo>
                      <a:pt x="73" y="31"/>
                      <a:pt x="25" y="73"/>
                      <a:pt x="20" y="121"/>
                    </a:cubicBezTo>
                    <a:cubicBezTo>
                      <a:pt x="13" y="159"/>
                      <a:pt x="36" y="197"/>
                      <a:pt x="61" y="232"/>
                    </a:cubicBezTo>
                    <a:cubicBezTo>
                      <a:pt x="58" y="237"/>
                      <a:pt x="56" y="239"/>
                      <a:pt x="56" y="239"/>
                    </a:cubicBezTo>
                    <a:cubicBezTo>
                      <a:pt x="0" y="192"/>
                      <a:pt x="1" y="117"/>
                      <a:pt x="1" y="117"/>
                    </a:cubicBezTo>
                    <a:close/>
                  </a:path>
                </a:pathLst>
              </a:custGeom>
              <a:solidFill>
                <a:srgbClr val="D8D9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Freeform: Shape 29"/>
              <p:cNvSpPr/>
              <p:nvPr/>
            </p:nvSpPr>
            <p:spPr bwMode="auto">
              <a:xfrm>
                <a:off x="5448301" y="714375"/>
                <a:ext cx="217488" cy="114300"/>
              </a:xfrm>
              <a:custGeom>
                <a:avLst/>
                <a:gdLst>
                  <a:gd name="T0" fmla="*/ 120 w 126"/>
                  <a:gd name="T1" fmla="*/ 51 h 66"/>
                  <a:gd name="T2" fmla="*/ 100 w 126"/>
                  <a:gd name="T3" fmla="*/ 21 h 66"/>
                  <a:gd name="T4" fmla="*/ 16 w 126"/>
                  <a:gd name="T5" fmla="*/ 12 h 66"/>
                  <a:gd name="T6" fmla="*/ 17 w 126"/>
                  <a:gd name="T7" fmla="*/ 50 h 66"/>
                  <a:gd name="T8" fmla="*/ 68 w 126"/>
                  <a:gd name="T9" fmla="*/ 45 h 66"/>
                  <a:gd name="T10" fmla="*/ 120 w 126"/>
                  <a:gd name="T11" fmla="*/ 51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6" h="66">
                    <a:moveTo>
                      <a:pt x="120" y="51"/>
                    </a:moveTo>
                    <a:cubicBezTo>
                      <a:pt x="126" y="43"/>
                      <a:pt x="118" y="31"/>
                      <a:pt x="100" y="21"/>
                    </a:cubicBezTo>
                    <a:cubicBezTo>
                      <a:pt x="82" y="11"/>
                      <a:pt x="32" y="0"/>
                      <a:pt x="16" y="12"/>
                    </a:cubicBezTo>
                    <a:cubicBezTo>
                      <a:pt x="0" y="24"/>
                      <a:pt x="0" y="50"/>
                      <a:pt x="17" y="50"/>
                    </a:cubicBezTo>
                    <a:cubicBezTo>
                      <a:pt x="33" y="50"/>
                      <a:pt x="45" y="38"/>
                      <a:pt x="68" y="45"/>
                    </a:cubicBezTo>
                    <a:cubicBezTo>
                      <a:pt x="83" y="50"/>
                      <a:pt x="110" y="66"/>
                      <a:pt x="120" y="51"/>
                    </a:cubicBezTo>
                    <a:close/>
                  </a:path>
                </a:pathLst>
              </a:custGeom>
              <a:solidFill>
                <a:srgbClr val="787C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Freeform: Shape 30"/>
              <p:cNvSpPr/>
              <p:nvPr/>
            </p:nvSpPr>
            <p:spPr bwMode="auto">
              <a:xfrm>
                <a:off x="5457826" y="738187"/>
                <a:ext cx="36513" cy="52388"/>
              </a:xfrm>
              <a:custGeom>
                <a:avLst/>
                <a:gdLst>
                  <a:gd name="T0" fmla="*/ 12 w 21"/>
                  <a:gd name="T1" fmla="*/ 3 h 30"/>
                  <a:gd name="T2" fmla="*/ 21 w 21"/>
                  <a:gd name="T3" fmla="*/ 0 h 30"/>
                  <a:gd name="T4" fmla="*/ 11 w 21"/>
                  <a:gd name="T5" fmla="*/ 30 h 30"/>
                  <a:gd name="T6" fmla="*/ 12 w 21"/>
                  <a:gd name="T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" h="30">
                    <a:moveTo>
                      <a:pt x="12" y="3"/>
                    </a:moveTo>
                    <a:cubicBezTo>
                      <a:pt x="14" y="1"/>
                      <a:pt x="17" y="0"/>
                      <a:pt x="21" y="0"/>
                    </a:cubicBezTo>
                    <a:cubicBezTo>
                      <a:pt x="14" y="8"/>
                      <a:pt x="9" y="19"/>
                      <a:pt x="11" y="30"/>
                    </a:cubicBezTo>
                    <a:cubicBezTo>
                      <a:pt x="0" y="29"/>
                      <a:pt x="1" y="11"/>
                      <a:pt x="12" y="3"/>
                    </a:cubicBezTo>
                    <a:close/>
                  </a:path>
                </a:pathLst>
              </a:custGeom>
              <a:solidFill>
                <a:srgbClr val="AFAF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Freeform: Shape 31"/>
              <p:cNvSpPr/>
              <p:nvPr/>
            </p:nvSpPr>
            <p:spPr bwMode="auto">
              <a:xfrm>
                <a:off x="6281739" y="550862"/>
                <a:ext cx="255588" cy="447675"/>
              </a:xfrm>
              <a:custGeom>
                <a:avLst/>
                <a:gdLst>
                  <a:gd name="T0" fmla="*/ 0 w 148"/>
                  <a:gd name="T1" fmla="*/ 21 h 259"/>
                  <a:gd name="T2" fmla="*/ 13 w 148"/>
                  <a:gd name="T3" fmla="*/ 111 h 259"/>
                  <a:gd name="T4" fmla="*/ 44 w 148"/>
                  <a:gd name="T5" fmla="*/ 130 h 259"/>
                  <a:gd name="T6" fmla="*/ 54 w 148"/>
                  <a:gd name="T7" fmla="*/ 192 h 259"/>
                  <a:gd name="T8" fmla="*/ 88 w 148"/>
                  <a:gd name="T9" fmla="*/ 255 h 259"/>
                  <a:gd name="T10" fmla="*/ 146 w 148"/>
                  <a:gd name="T11" fmla="*/ 126 h 259"/>
                  <a:gd name="T12" fmla="*/ 16 w 148"/>
                  <a:gd name="T13" fmla="*/ 0 h 259"/>
                  <a:gd name="T14" fmla="*/ 0 w 148"/>
                  <a:gd name="T15" fmla="*/ 2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8" h="259">
                    <a:moveTo>
                      <a:pt x="0" y="21"/>
                    </a:moveTo>
                    <a:cubicBezTo>
                      <a:pt x="13" y="111"/>
                      <a:pt x="13" y="111"/>
                      <a:pt x="13" y="111"/>
                    </a:cubicBezTo>
                    <a:cubicBezTo>
                      <a:pt x="13" y="111"/>
                      <a:pt x="28" y="129"/>
                      <a:pt x="44" y="130"/>
                    </a:cubicBezTo>
                    <a:cubicBezTo>
                      <a:pt x="44" y="130"/>
                      <a:pt x="49" y="182"/>
                      <a:pt x="54" y="192"/>
                    </a:cubicBezTo>
                    <a:cubicBezTo>
                      <a:pt x="59" y="201"/>
                      <a:pt x="84" y="259"/>
                      <a:pt x="88" y="255"/>
                    </a:cubicBezTo>
                    <a:cubicBezTo>
                      <a:pt x="148" y="206"/>
                      <a:pt x="146" y="126"/>
                      <a:pt x="146" y="126"/>
                    </a:cubicBezTo>
                    <a:cubicBezTo>
                      <a:pt x="146" y="126"/>
                      <a:pt x="98" y="29"/>
                      <a:pt x="16" y="0"/>
                    </a:cubicBez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C8C8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Freeform: Shape 32"/>
              <p:cNvSpPr/>
              <p:nvPr/>
            </p:nvSpPr>
            <p:spPr bwMode="auto">
              <a:xfrm>
                <a:off x="6299201" y="587375"/>
                <a:ext cx="130175" cy="304800"/>
              </a:xfrm>
              <a:custGeom>
                <a:avLst/>
                <a:gdLst>
                  <a:gd name="T0" fmla="*/ 76 w 76"/>
                  <a:gd name="T1" fmla="*/ 104 h 177"/>
                  <a:gd name="T2" fmla="*/ 24 w 76"/>
                  <a:gd name="T3" fmla="*/ 12 h 177"/>
                  <a:gd name="T4" fmla="*/ 0 w 76"/>
                  <a:gd name="T5" fmla="*/ 0 h 177"/>
                  <a:gd name="T6" fmla="*/ 3 w 76"/>
                  <a:gd name="T7" fmla="*/ 90 h 177"/>
                  <a:gd name="T8" fmla="*/ 34 w 76"/>
                  <a:gd name="T9" fmla="*/ 109 h 177"/>
                  <a:gd name="T10" fmla="*/ 44 w 76"/>
                  <a:gd name="T11" fmla="*/ 171 h 177"/>
                  <a:gd name="T12" fmla="*/ 48 w 76"/>
                  <a:gd name="T13" fmla="*/ 172 h 177"/>
                  <a:gd name="T14" fmla="*/ 76 w 76"/>
                  <a:gd name="T15" fmla="*/ 104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6" h="177">
                    <a:moveTo>
                      <a:pt x="76" y="104"/>
                    </a:moveTo>
                    <a:cubicBezTo>
                      <a:pt x="24" y="99"/>
                      <a:pt x="30" y="48"/>
                      <a:pt x="24" y="12"/>
                    </a:cubicBezTo>
                    <a:cubicBezTo>
                      <a:pt x="21" y="7"/>
                      <a:pt x="7" y="2"/>
                      <a:pt x="0" y="0"/>
                    </a:cubicBezTo>
                    <a:cubicBezTo>
                      <a:pt x="3" y="90"/>
                      <a:pt x="3" y="90"/>
                      <a:pt x="3" y="90"/>
                    </a:cubicBezTo>
                    <a:cubicBezTo>
                      <a:pt x="3" y="90"/>
                      <a:pt x="18" y="108"/>
                      <a:pt x="34" y="109"/>
                    </a:cubicBezTo>
                    <a:cubicBezTo>
                      <a:pt x="34" y="109"/>
                      <a:pt x="39" y="161"/>
                      <a:pt x="44" y="171"/>
                    </a:cubicBezTo>
                    <a:cubicBezTo>
                      <a:pt x="46" y="173"/>
                      <a:pt x="46" y="177"/>
                      <a:pt x="48" y="172"/>
                    </a:cubicBezTo>
                    <a:cubicBezTo>
                      <a:pt x="52" y="147"/>
                      <a:pt x="59" y="124"/>
                      <a:pt x="76" y="104"/>
                    </a:cubicBezTo>
                    <a:close/>
                  </a:path>
                </a:pathLst>
              </a:custGeom>
              <a:solidFill>
                <a:srgbClr val="BCB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Freeform: Shape 33"/>
              <p:cNvSpPr/>
              <p:nvPr/>
            </p:nvSpPr>
            <p:spPr bwMode="auto">
              <a:xfrm>
                <a:off x="6313489" y="566737"/>
                <a:ext cx="207963" cy="412750"/>
              </a:xfrm>
              <a:custGeom>
                <a:avLst/>
                <a:gdLst>
                  <a:gd name="T0" fmla="*/ 119 w 120"/>
                  <a:gd name="T1" fmla="*/ 117 h 239"/>
                  <a:gd name="T2" fmla="*/ 0 w 120"/>
                  <a:gd name="T3" fmla="*/ 0 h 239"/>
                  <a:gd name="T4" fmla="*/ 0 w 120"/>
                  <a:gd name="T5" fmla="*/ 6 h 239"/>
                  <a:gd name="T6" fmla="*/ 100 w 120"/>
                  <a:gd name="T7" fmla="*/ 121 h 239"/>
                  <a:gd name="T8" fmla="*/ 58 w 120"/>
                  <a:gd name="T9" fmla="*/ 232 h 239"/>
                  <a:gd name="T10" fmla="*/ 64 w 120"/>
                  <a:gd name="T11" fmla="*/ 239 h 239"/>
                  <a:gd name="T12" fmla="*/ 119 w 120"/>
                  <a:gd name="T13" fmla="*/ 117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0" h="239">
                    <a:moveTo>
                      <a:pt x="119" y="117"/>
                    </a:moveTo>
                    <a:cubicBezTo>
                      <a:pt x="119" y="117"/>
                      <a:pt x="77" y="27"/>
                      <a:pt x="0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47" y="31"/>
                      <a:pt x="95" y="73"/>
                      <a:pt x="100" y="121"/>
                    </a:cubicBezTo>
                    <a:cubicBezTo>
                      <a:pt x="106" y="159"/>
                      <a:pt x="84" y="197"/>
                      <a:pt x="58" y="232"/>
                    </a:cubicBezTo>
                    <a:cubicBezTo>
                      <a:pt x="61" y="237"/>
                      <a:pt x="63" y="239"/>
                      <a:pt x="64" y="239"/>
                    </a:cubicBezTo>
                    <a:cubicBezTo>
                      <a:pt x="120" y="192"/>
                      <a:pt x="119" y="117"/>
                      <a:pt x="119" y="117"/>
                    </a:cubicBezTo>
                    <a:close/>
                  </a:path>
                </a:pathLst>
              </a:custGeom>
              <a:solidFill>
                <a:srgbClr val="D8D9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Freeform: Shape 34"/>
              <p:cNvSpPr/>
              <p:nvPr/>
            </p:nvSpPr>
            <p:spPr bwMode="auto">
              <a:xfrm>
                <a:off x="6329364" y="714375"/>
                <a:ext cx="215900" cy="114300"/>
              </a:xfrm>
              <a:custGeom>
                <a:avLst/>
                <a:gdLst>
                  <a:gd name="T0" fmla="*/ 5 w 125"/>
                  <a:gd name="T1" fmla="*/ 51 h 66"/>
                  <a:gd name="T2" fmla="*/ 25 w 125"/>
                  <a:gd name="T3" fmla="*/ 21 h 66"/>
                  <a:gd name="T4" fmla="*/ 110 w 125"/>
                  <a:gd name="T5" fmla="*/ 12 h 66"/>
                  <a:gd name="T6" fmla="*/ 109 w 125"/>
                  <a:gd name="T7" fmla="*/ 50 h 66"/>
                  <a:gd name="T8" fmla="*/ 57 w 125"/>
                  <a:gd name="T9" fmla="*/ 45 h 66"/>
                  <a:gd name="T10" fmla="*/ 5 w 125"/>
                  <a:gd name="T11" fmla="*/ 51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5" h="66">
                    <a:moveTo>
                      <a:pt x="5" y="51"/>
                    </a:moveTo>
                    <a:cubicBezTo>
                      <a:pt x="0" y="43"/>
                      <a:pt x="7" y="31"/>
                      <a:pt x="25" y="21"/>
                    </a:cubicBezTo>
                    <a:cubicBezTo>
                      <a:pt x="43" y="11"/>
                      <a:pt x="94" y="0"/>
                      <a:pt x="110" y="12"/>
                    </a:cubicBezTo>
                    <a:cubicBezTo>
                      <a:pt x="125" y="24"/>
                      <a:pt x="125" y="50"/>
                      <a:pt x="109" y="50"/>
                    </a:cubicBezTo>
                    <a:cubicBezTo>
                      <a:pt x="93" y="50"/>
                      <a:pt x="81" y="38"/>
                      <a:pt x="57" y="45"/>
                    </a:cubicBezTo>
                    <a:cubicBezTo>
                      <a:pt x="43" y="50"/>
                      <a:pt x="16" y="66"/>
                      <a:pt x="5" y="51"/>
                    </a:cubicBezTo>
                    <a:close/>
                  </a:path>
                </a:pathLst>
              </a:custGeom>
              <a:solidFill>
                <a:srgbClr val="787C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Freeform: Shape 35"/>
              <p:cNvSpPr/>
              <p:nvPr/>
            </p:nvSpPr>
            <p:spPr bwMode="auto">
              <a:xfrm>
                <a:off x="6502401" y="738187"/>
                <a:ext cx="34925" cy="52388"/>
              </a:xfrm>
              <a:custGeom>
                <a:avLst/>
                <a:gdLst>
                  <a:gd name="T0" fmla="*/ 9 w 20"/>
                  <a:gd name="T1" fmla="*/ 3 h 30"/>
                  <a:gd name="T2" fmla="*/ 0 w 20"/>
                  <a:gd name="T3" fmla="*/ 0 h 30"/>
                  <a:gd name="T4" fmla="*/ 9 w 20"/>
                  <a:gd name="T5" fmla="*/ 30 h 30"/>
                  <a:gd name="T6" fmla="*/ 9 w 20"/>
                  <a:gd name="T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" h="30">
                    <a:moveTo>
                      <a:pt x="9" y="3"/>
                    </a:moveTo>
                    <a:cubicBezTo>
                      <a:pt x="7" y="1"/>
                      <a:pt x="4" y="0"/>
                      <a:pt x="0" y="0"/>
                    </a:cubicBezTo>
                    <a:cubicBezTo>
                      <a:pt x="7" y="8"/>
                      <a:pt x="11" y="19"/>
                      <a:pt x="9" y="30"/>
                    </a:cubicBezTo>
                    <a:cubicBezTo>
                      <a:pt x="20" y="29"/>
                      <a:pt x="20" y="11"/>
                      <a:pt x="9" y="3"/>
                    </a:cubicBezTo>
                    <a:close/>
                  </a:path>
                </a:pathLst>
              </a:custGeom>
              <a:solidFill>
                <a:srgbClr val="AFAF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Freeform: Shape 36"/>
              <p:cNvSpPr/>
              <p:nvPr/>
            </p:nvSpPr>
            <p:spPr bwMode="auto">
              <a:xfrm>
                <a:off x="5676901" y="84137"/>
                <a:ext cx="627063" cy="73025"/>
              </a:xfrm>
              <a:custGeom>
                <a:avLst/>
                <a:gdLst>
                  <a:gd name="T0" fmla="*/ 363 w 363"/>
                  <a:gd name="T1" fmla="*/ 33 h 42"/>
                  <a:gd name="T2" fmla="*/ 181 w 363"/>
                  <a:gd name="T3" fmla="*/ 10 h 42"/>
                  <a:gd name="T4" fmla="*/ 0 w 363"/>
                  <a:gd name="T5" fmla="*/ 42 h 42"/>
                  <a:gd name="T6" fmla="*/ 363 w 363"/>
                  <a:gd name="T7" fmla="*/ 3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3" h="42">
                    <a:moveTo>
                      <a:pt x="363" y="33"/>
                    </a:moveTo>
                    <a:cubicBezTo>
                      <a:pt x="338" y="17"/>
                      <a:pt x="289" y="4"/>
                      <a:pt x="181" y="10"/>
                    </a:cubicBezTo>
                    <a:cubicBezTo>
                      <a:pt x="144" y="12"/>
                      <a:pt x="27" y="0"/>
                      <a:pt x="0" y="42"/>
                    </a:cubicBezTo>
                    <a:cubicBezTo>
                      <a:pt x="115" y="3"/>
                      <a:pt x="244" y="32"/>
                      <a:pt x="363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Freeform: Shape 37"/>
              <p:cNvSpPr/>
              <p:nvPr/>
            </p:nvSpPr>
            <p:spPr bwMode="auto">
              <a:xfrm>
                <a:off x="5626101" y="528637"/>
                <a:ext cx="144463" cy="260350"/>
              </a:xfrm>
              <a:custGeom>
                <a:avLst/>
                <a:gdLst>
                  <a:gd name="T0" fmla="*/ 49 w 83"/>
                  <a:gd name="T1" fmla="*/ 3 h 151"/>
                  <a:gd name="T2" fmla="*/ 82 w 83"/>
                  <a:gd name="T3" fmla="*/ 32 h 151"/>
                  <a:gd name="T4" fmla="*/ 58 w 83"/>
                  <a:gd name="T5" fmla="*/ 83 h 151"/>
                  <a:gd name="T6" fmla="*/ 57 w 83"/>
                  <a:gd name="T7" fmla="*/ 138 h 151"/>
                  <a:gd name="T8" fmla="*/ 34 w 83"/>
                  <a:gd name="T9" fmla="*/ 144 h 151"/>
                  <a:gd name="T10" fmla="*/ 1 w 83"/>
                  <a:gd name="T11" fmla="*/ 65 h 151"/>
                  <a:gd name="T12" fmla="*/ 49 w 83"/>
                  <a:gd name="T13" fmla="*/ 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151">
                    <a:moveTo>
                      <a:pt x="49" y="3"/>
                    </a:moveTo>
                    <a:cubicBezTo>
                      <a:pt x="63" y="3"/>
                      <a:pt x="80" y="21"/>
                      <a:pt x="82" y="32"/>
                    </a:cubicBezTo>
                    <a:cubicBezTo>
                      <a:pt x="83" y="44"/>
                      <a:pt x="59" y="55"/>
                      <a:pt x="58" y="83"/>
                    </a:cubicBezTo>
                    <a:cubicBezTo>
                      <a:pt x="57" y="111"/>
                      <a:pt x="53" y="132"/>
                      <a:pt x="57" y="138"/>
                    </a:cubicBezTo>
                    <a:cubicBezTo>
                      <a:pt x="61" y="144"/>
                      <a:pt x="43" y="151"/>
                      <a:pt x="34" y="144"/>
                    </a:cubicBezTo>
                    <a:cubicBezTo>
                      <a:pt x="26" y="138"/>
                      <a:pt x="2" y="114"/>
                      <a:pt x="1" y="65"/>
                    </a:cubicBezTo>
                    <a:cubicBezTo>
                      <a:pt x="0" y="43"/>
                      <a:pt x="10" y="0"/>
                      <a:pt x="49" y="3"/>
                    </a:cubicBezTo>
                    <a:close/>
                  </a:path>
                </a:pathLst>
              </a:custGeom>
              <a:solidFill>
                <a:srgbClr val="787C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Freeform: Shape 38"/>
              <p:cNvSpPr/>
              <p:nvPr/>
            </p:nvSpPr>
            <p:spPr bwMode="auto">
              <a:xfrm>
                <a:off x="5643564" y="573087"/>
                <a:ext cx="127000" cy="215900"/>
              </a:xfrm>
              <a:custGeom>
                <a:avLst/>
                <a:gdLst>
                  <a:gd name="T0" fmla="*/ 25 w 73"/>
                  <a:gd name="T1" fmla="*/ 94 h 125"/>
                  <a:gd name="T2" fmla="*/ 0 w 73"/>
                  <a:gd name="T3" fmla="*/ 85 h 125"/>
                  <a:gd name="T4" fmla="*/ 24 w 73"/>
                  <a:gd name="T5" fmla="*/ 118 h 125"/>
                  <a:gd name="T6" fmla="*/ 47 w 73"/>
                  <a:gd name="T7" fmla="*/ 112 h 125"/>
                  <a:gd name="T8" fmla="*/ 48 w 73"/>
                  <a:gd name="T9" fmla="*/ 57 h 125"/>
                  <a:gd name="T10" fmla="*/ 72 w 73"/>
                  <a:gd name="T11" fmla="*/ 6 h 125"/>
                  <a:gd name="T12" fmla="*/ 70 w 73"/>
                  <a:gd name="T13" fmla="*/ 0 h 125"/>
                  <a:gd name="T14" fmla="*/ 25 w 73"/>
                  <a:gd name="T15" fmla="*/ 94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3" h="125">
                    <a:moveTo>
                      <a:pt x="25" y="94"/>
                    </a:moveTo>
                    <a:cubicBezTo>
                      <a:pt x="21" y="98"/>
                      <a:pt x="8" y="93"/>
                      <a:pt x="0" y="85"/>
                    </a:cubicBezTo>
                    <a:cubicBezTo>
                      <a:pt x="8" y="104"/>
                      <a:pt x="19" y="114"/>
                      <a:pt x="24" y="118"/>
                    </a:cubicBezTo>
                    <a:cubicBezTo>
                      <a:pt x="33" y="125"/>
                      <a:pt x="51" y="118"/>
                      <a:pt x="47" y="112"/>
                    </a:cubicBezTo>
                    <a:cubicBezTo>
                      <a:pt x="43" y="106"/>
                      <a:pt x="47" y="85"/>
                      <a:pt x="48" y="57"/>
                    </a:cubicBezTo>
                    <a:cubicBezTo>
                      <a:pt x="49" y="29"/>
                      <a:pt x="73" y="18"/>
                      <a:pt x="72" y="6"/>
                    </a:cubicBezTo>
                    <a:cubicBezTo>
                      <a:pt x="72" y="4"/>
                      <a:pt x="71" y="2"/>
                      <a:pt x="70" y="0"/>
                    </a:cubicBezTo>
                    <a:cubicBezTo>
                      <a:pt x="40" y="17"/>
                      <a:pt x="33" y="16"/>
                      <a:pt x="25" y="94"/>
                    </a:cubicBezTo>
                    <a:close/>
                  </a:path>
                </a:pathLst>
              </a:custGeom>
              <a:solidFill>
                <a:srgbClr val="5E62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Freeform: Shape 39"/>
              <p:cNvSpPr/>
              <p:nvPr/>
            </p:nvSpPr>
            <p:spPr bwMode="auto">
              <a:xfrm>
                <a:off x="5659439" y="538162"/>
                <a:ext cx="98425" cy="60325"/>
              </a:xfrm>
              <a:custGeom>
                <a:avLst/>
                <a:gdLst>
                  <a:gd name="T0" fmla="*/ 0 w 57"/>
                  <a:gd name="T1" fmla="*/ 15 h 35"/>
                  <a:gd name="T2" fmla="*/ 30 w 57"/>
                  <a:gd name="T3" fmla="*/ 1 h 35"/>
                  <a:gd name="T4" fmla="*/ 56 w 57"/>
                  <a:gd name="T5" fmla="*/ 25 h 35"/>
                  <a:gd name="T6" fmla="*/ 48 w 57"/>
                  <a:gd name="T7" fmla="*/ 35 h 35"/>
                  <a:gd name="T8" fmla="*/ 0 w 57"/>
                  <a:gd name="T9" fmla="*/ 1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35">
                    <a:moveTo>
                      <a:pt x="0" y="15"/>
                    </a:moveTo>
                    <a:cubicBezTo>
                      <a:pt x="6" y="6"/>
                      <a:pt x="16" y="0"/>
                      <a:pt x="30" y="1"/>
                    </a:cubicBezTo>
                    <a:cubicBezTo>
                      <a:pt x="41" y="1"/>
                      <a:pt x="55" y="15"/>
                      <a:pt x="56" y="25"/>
                    </a:cubicBezTo>
                    <a:cubicBezTo>
                      <a:pt x="57" y="28"/>
                      <a:pt x="53" y="31"/>
                      <a:pt x="48" y="35"/>
                    </a:cubicBezTo>
                    <a:cubicBezTo>
                      <a:pt x="43" y="15"/>
                      <a:pt x="23" y="5"/>
                      <a:pt x="0" y="15"/>
                    </a:cubicBezTo>
                    <a:close/>
                  </a:path>
                </a:pathLst>
              </a:custGeom>
              <a:solidFill>
                <a:srgbClr val="AFAF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1" name="Freeform: Shape 40"/>
              <p:cNvSpPr/>
              <p:nvPr/>
            </p:nvSpPr>
            <p:spPr bwMode="auto">
              <a:xfrm>
                <a:off x="6242051" y="519112"/>
                <a:ext cx="141288" cy="255588"/>
              </a:xfrm>
              <a:custGeom>
                <a:avLst/>
                <a:gdLst>
                  <a:gd name="T0" fmla="*/ 43 w 82"/>
                  <a:gd name="T1" fmla="*/ 2 h 148"/>
                  <a:gd name="T2" fmla="*/ 5 w 82"/>
                  <a:gd name="T3" fmla="*/ 23 h 148"/>
                  <a:gd name="T4" fmla="*/ 16 w 82"/>
                  <a:gd name="T5" fmla="*/ 78 h 148"/>
                  <a:gd name="T6" fmla="*/ 5 w 82"/>
                  <a:gd name="T7" fmla="*/ 132 h 148"/>
                  <a:gd name="T8" fmla="*/ 26 w 82"/>
                  <a:gd name="T9" fmla="*/ 143 h 148"/>
                  <a:gd name="T10" fmla="*/ 76 w 82"/>
                  <a:gd name="T11" fmla="*/ 73 h 148"/>
                  <a:gd name="T12" fmla="*/ 43 w 82"/>
                  <a:gd name="T13" fmla="*/ 2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148">
                    <a:moveTo>
                      <a:pt x="43" y="2"/>
                    </a:moveTo>
                    <a:cubicBezTo>
                      <a:pt x="29" y="0"/>
                      <a:pt x="8" y="12"/>
                      <a:pt x="5" y="23"/>
                    </a:cubicBezTo>
                    <a:cubicBezTo>
                      <a:pt x="1" y="34"/>
                      <a:pt x="21" y="50"/>
                      <a:pt x="16" y="78"/>
                    </a:cubicBezTo>
                    <a:cubicBezTo>
                      <a:pt x="11" y="106"/>
                      <a:pt x="10" y="127"/>
                      <a:pt x="5" y="132"/>
                    </a:cubicBezTo>
                    <a:cubicBezTo>
                      <a:pt x="0" y="137"/>
                      <a:pt x="16" y="148"/>
                      <a:pt x="26" y="143"/>
                    </a:cubicBezTo>
                    <a:cubicBezTo>
                      <a:pt x="36" y="139"/>
                      <a:pt x="64" y="121"/>
                      <a:pt x="76" y="73"/>
                    </a:cubicBezTo>
                    <a:cubicBezTo>
                      <a:pt x="82" y="52"/>
                      <a:pt x="81" y="8"/>
                      <a:pt x="43" y="2"/>
                    </a:cubicBezTo>
                    <a:close/>
                  </a:path>
                </a:pathLst>
              </a:custGeom>
              <a:solidFill>
                <a:srgbClr val="787C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2" name="Freeform: Shape 41"/>
              <p:cNvSpPr/>
              <p:nvPr/>
            </p:nvSpPr>
            <p:spPr bwMode="auto">
              <a:xfrm>
                <a:off x="6242051" y="550862"/>
                <a:ext cx="98425" cy="223838"/>
              </a:xfrm>
              <a:custGeom>
                <a:avLst/>
                <a:gdLst>
                  <a:gd name="T0" fmla="*/ 30 w 57"/>
                  <a:gd name="T1" fmla="*/ 101 h 130"/>
                  <a:gd name="T2" fmla="*/ 57 w 57"/>
                  <a:gd name="T3" fmla="*/ 98 h 130"/>
                  <a:gd name="T4" fmla="*/ 26 w 57"/>
                  <a:gd name="T5" fmla="*/ 125 h 130"/>
                  <a:gd name="T6" fmla="*/ 5 w 57"/>
                  <a:gd name="T7" fmla="*/ 114 h 130"/>
                  <a:gd name="T8" fmla="*/ 16 w 57"/>
                  <a:gd name="T9" fmla="*/ 60 h 130"/>
                  <a:gd name="T10" fmla="*/ 5 w 57"/>
                  <a:gd name="T11" fmla="*/ 5 h 130"/>
                  <a:gd name="T12" fmla="*/ 8 w 57"/>
                  <a:gd name="T13" fmla="*/ 0 h 130"/>
                  <a:gd name="T14" fmla="*/ 30 w 57"/>
                  <a:gd name="T15" fmla="*/ 101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130">
                    <a:moveTo>
                      <a:pt x="30" y="101"/>
                    </a:moveTo>
                    <a:cubicBezTo>
                      <a:pt x="33" y="106"/>
                      <a:pt x="48" y="104"/>
                      <a:pt x="57" y="98"/>
                    </a:cubicBezTo>
                    <a:cubicBezTo>
                      <a:pt x="45" y="115"/>
                      <a:pt x="32" y="122"/>
                      <a:pt x="26" y="125"/>
                    </a:cubicBezTo>
                    <a:cubicBezTo>
                      <a:pt x="16" y="130"/>
                      <a:pt x="0" y="119"/>
                      <a:pt x="5" y="114"/>
                    </a:cubicBezTo>
                    <a:cubicBezTo>
                      <a:pt x="10" y="109"/>
                      <a:pt x="11" y="88"/>
                      <a:pt x="16" y="60"/>
                    </a:cubicBezTo>
                    <a:cubicBezTo>
                      <a:pt x="21" y="32"/>
                      <a:pt x="1" y="16"/>
                      <a:pt x="5" y="5"/>
                    </a:cubicBezTo>
                    <a:cubicBezTo>
                      <a:pt x="5" y="4"/>
                      <a:pt x="6" y="2"/>
                      <a:pt x="8" y="0"/>
                    </a:cubicBezTo>
                    <a:cubicBezTo>
                      <a:pt x="33" y="23"/>
                      <a:pt x="40" y="24"/>
                      <a:pt x="30" y="101"/>
                    </a:cubicBezTo>
                    <a:close/>
                  </a:path>
                </a:pathLst>
              </a:custGeom>
              <a:solidFill>
                <a:srgbClr val="5E62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3" name="Freeform: Shape 42"/>
              <p:cNvSpPr/>
              <p:nvPr/>
            </p:nvSpPr>
            <p:spPr bwMode="auto">
              <a:xfrm>
                <a:off x="6261101" y="527050"/>
                <a:ext cx="98425" cy="52388"/>
              </a:xfrm>
              <a:custGeom>
                <a:avLst/>
                <a:gdLst>
                  <a:gd name="T0" fmla="*/ 57 w 57"/>
                  <a:gd name="T1" fmla="*/ 22 h 31"/>
                  <a:gd name="T2" fmla="*/ 31 w 57"/>
                  <a:gd name="T3" fmla="*/ 2 h 31"/>
                  <a:gd name="T4" fmla="*/ 1 w 57"/>
                  <a:gd name="T5" fmla="*/ 19 h 31"/>
                  <a:gd name="T6" fmla="*/ 7 w 57"/>
                  <a:gd name="T7" fmla="*/ 31 h 31"/>
                  <a:gd name="T8" fmla="*/ 57 w 57"/>
                  <a:gd name="T9" fmla="*/ 2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31">
                    <a:moveTo>
                      <a:pt x="57" y="22"/>
                    </a:moveTo>
                    <a:cubicBezTo>
                      <a:pt x="53" y="12"/>
                      <a:pt x="45" y="4"/>
                      <a:pt x="31" y="2"/>
                    </a:cubicBezTo>
                    <a:cubicBezTo>
                      <a:pt x="21" y="0"/>
                      <a:pt x="4" y="10"/>
                      <a:pt x="1" y="19"/>
                    </a:cubicBezTo>
                    <a:cubicBezTo>
                      <a:pt x="0" y="22"/>
                      <a:pt x="3" y="26"/>
                      <a:pt x="7" y="31"/>
                    </a:cubicBezTo>
                    <a:cubicBezTo>
                      <a:pt x="16" y="12"/>
                      <a:pt x="37" y="7"/>
                      <a:pt x="57" y="22"/>
                    </a:cubicBezTo>
                    <a:close/>
                  </a:path>
                </a:pathLst>
              </a:custGeom>
              <a:solidFill>
                <a:srgbClr val="AFAF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4" name="Freeform: Shape 43"/>
              <p:cNvSpPr/>
              <p:nvPr/>
            </p:nvSpPr>
            <p:spPr bwMode="auto">
              <a:xfrm>
                <a:off x="5940426" y="334962"/>
                <a:ext cx="188913" cy="133350"/>
              </a:xfrm>
              <a:custGeom>
                <a:avLst/>
                <a:gdLst>
                  <a:gd name="T0" fmla="*/ 2 w 109"/>
                  <a:gd name="T1" fmla="*/ 30 h 77"/>
                  <a:gd name="T2" fmla="*/ 74 w 109"/>
                  <a:gd name="T3" fmla="*/ 0 h 77"/>
                  <a:gd name="T4" fmla="*/ 54 w 109"/>
                  <a:gd name="T5" fmla="*/ 56 h 77"/>
                  <a:gd name="T6" fmla="*/ 2 w 109"/>
                  <a:gd name="T7" fmla="*/ 3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9" h="77">
                    <a:moveTo>
                      <a:pt x="2" y="30"/>
                    </a:moveTo>
                    <a:cubicBezTo>
                      <a:pt x="29" y="33"/>
                      <a:pt x="52" y="22"/>
                      <a:pt x="74" y="0"/>
                    </a:cubicBezTo>
                    <a:cubicBezTo>
                      <a:pt x="74" y="0"/>
                      <a:pt x="109" y="34"/>
                      <a:pt x="54" y="56"/>
                    </a:cubicBezTo>
                    <a:cubicBezTo>
                      <a:pt x="0" y="77"/>
                      <a:pt x="2" y="30"/>
                      <a:pt x="2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5" name="Freeform: Shape 44"/>
              <p:cNvSpPr/>
              <p:nvPr/>
            </p:nvSpPr>
            <p:spPr bwMode="auto">
              <a:xfrm>
                <a:off x="5764214" y="166687"/>
                <a:ext cx="53975" cy="23813"/>
              </a:xfrm>
              <a:custGeom>
                <a:avLst/>
                <a:gdLst>
                  <a:gd name="T0" fmla="*/ 21 w 31"/>
                  <a:gd name="T1" fmla="*/ 6 h 13"/>
                  <a:gd name="T2" fmla="*/ 31 w 31"/>
                  <a:gd name="T3" fmla="*/ 6 h 13"/>
                  <a:gd name="T4" fmla="*/ 30 w 31"/>
                  <a:gd name="T5" fmla="*/ 11 h 13"/>
                  <a:gd name="T6" fmla="*/ 10 w 31"/>
                  <a:gd name="T7" fmla="*/ 13 h 13"/>
                  <a:gd name="T8" fmla="*/ 0 w 31"/>
                  <a:gd name="T9" fmla="*/ 1 h 13"/>
                  <a:gd name="T10" fmla="*/ 21 w 31"/>
                  <a:gd name="T11" fmla="*/ 6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13">
                    <a:moveTo>
                      <a:pt x="21" y="6"/>
                    </a:moveTo>
                    <a:cubicBezTo>
                      <a:pt x="24" y="8"/>
                      <a:pt x="28" y="8"/>
                      <a:pt x="31" y="6"/>
                    </a:cubicBezTo>
                    <a:cubicBezTo>
                      <a:pt x="31" y="8"/>
                      <a:pt x="30" y="10"/>
                      <a:pt x="30" y="11"/>
                    </a:cubicBezTo>
                    <a:cubicBezTo>
                      <a:pt x="30" y="11"/>
                      <a:pt x="22" y="10"/>
                      <a:pt x="10" y="13"/>
                    </a:cubicBezTo>
                    <a:cubicBezTo>
                      <a:pt x="10" y="13"/>
                      <a:pt x="2" y="7"/>
                      <a:pt x="0" y="1"/>
                    </a:cubicBezTo>
                    <a:cubicBezTo>
                      <a:pt x="7" y="0"/>
                      <a:pt x="14" y="2"/>
                      <a:pt x="21" y="6"/>
                    </a:cubicBezTo>
                    <a:close/>
                  </a:path>
                </a:pathLst>
              </a:custGeom>
              <a:solidFill>
                <a:srgbClr val="A1A1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6" name="Freeform: Shape 45"/>
              <p:cNvSpPr/>
              <p:nvPr/>
            </p:nvSpPr>
            <p:spPr bwMode="auto">
              <a:xfrm>
                <a:off x="5756276" y="125412"/>
                <a:ext cx="58738" cy="39688"/>
              </a:xfrm>
              <a:custGeom>
                <a:avLst/>
                <a:gdLst>
                  <a:gd name="T0" fmla="*/ 16 w 34"/>
                  <a:gd name="T1" fmla="*/ 2 h 23"/>
                  <a:gd name="T2" fmla="*/ 34 w 34"/>
                  <a:gd name="T3" fmla="*/ 23 h 23"/>
                  <a:gd name="T4" fmla="*/ 0 w 34"/>
                  <a:gd name="T5" fmla="*/ 0 h 23"/>
                  <a:gd name="T6" fmla="*/ 16 w 34"/>
                  <a:gd name="T7" fmla="*/ 2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23">
                    <a:moveTo>
                      <a:pt x="16" y="2"/>
                    </a:moveTo>
                    <a:cubicBezTo>
                      <a:pt x="27" y="4"/>
                      <a:pt x="32" y="14"/>
                      <a:pt x="34" y="23"/>
                    </a:cubicBezTo>
                    <a:cubicBezTo>
                      <a:pt x="24" y="14"/>
                      <a:pt x="13" y="5"/>
                      <a:pt x="0" y="0"/>
                    </a:cubicBezTo>
                    <a:cubicBezTo>
                      <a:pt x="4" y="0"/>
                      <a:pt x="9" y="0"/>
                      <a:pt x="16" y="2"/>
                    </a:cubicBezTo>
                    <a:close/>
                  </a:path>
                </a:pathLst>
              </a:custGeom>
              <a:solidFill>
                <a:srgbClr val="D8D9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7" name="Freeform: Shape 46"/>
              <p:cNvSpPr/>
              <p:nvPr/>
            </p:nvSpPr>
            <p:spPr bwMode="auto">
              <a:xfrm>
                <a:off x="5705476" y="-4763"/>
                <a:ext cx="576263" cy="552450"/>
              </a:xfrm>
              <a:custGeom>
                <a:avLst/>
                <a:gdLst>
                  <a:gd name="T0" fmla="*/ 2 w 333"/>
                  <a:gd name="T1" fmla="*/ 163 h 320"/>
                  <a:gd name="T2" fmla="*/ 169 w 333"/>
                  <a:gd name="T3" fmla="*/ 319 h 320"/>
                  <a:gd name="T4" fmla="*/ 332 w 333"/>
                  <a:gd name="T5" fmla="*/ 158 h 320"/>
                  <a:gd name="T6" fmla="*/ 165 w 333"/>
                  <a:gd name="T7" fmla="*/ 2 h 320"/>
                  <a:gd name="T8" fmla="*/ 2 w 333"/>
                  <a:gd name="T9" fmla="*/ 163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3" h="320">
                    <a:moveTo>
                      <a:pt x="2" y="163"/>
                    </a:moveTo>
                    <a:cubicBezTo>
                      <a:pt x="5" y="278"/>
                      <a:pt x="78" y="320"/>
                      <a:pt x="169" y="319"/>
                    </a:cubicBezTo>
                    <a:cubicBezTo>
                      <a:pt x="260" y="317"/>
                      <a:pt x="330" y="279"/>
                      <a:pt x="332" y="158"/>
                    </a:cubicBezTo>
                    <a:cubicBezTo>
                      <a:pt x="333" y="70"/>
                      <a:pt x="256" y="0"/>
                      <a:pt x="165" y="2"/>
                    </a:cubicBezTo>
                    <a:cubicBezTo>
                      <a:pt x="74" y="3"/>
                      <a:pt x="0" y="75"/>
                      <a:pt x="2" y="163"/>
                    </a:cubicBezTo>
                    <a:close/>
                  </a:path>
                </a:pathLst>
              </a:custGeom>
              <a:solidFill>
                <a:srgbClr val="BCB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Freeform: Shape 47"/>
              <p:cNvSpPr/>
              <p:nvPr/>
            </p:nvSpPr>
            <p:spPr bwMode="auto">
              <a:xfrm>
                <a:off x="5748339" y="84137"/>
                <a:ext cx="41275" cy="26988"/>
              </a:xfrm>
              <a:custGeom>
                <a:avLst/>
                <a:gdLst>
                  <a:gd name="T0" fmla="*/ 0 w 24"/>
                  <a:gd name="T1" fmla="*/ 12 h 15"/>
                  <a:gd name="T2" fmla="*/ 14 w 24"/>
                  <a:gd name="T3" fmla="*/ 2 h 15"/>
                  <a:gd name="T4" fmla="*/ 24 w 24"/>
                  <a:gd name="T5" fmla="*/ 15 h 15"/>
                  <a:gd name="T6" fmla="*/ 0 w 24"/>
                  <a:gd name="T7" fmla="*/ 12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15">
                    <a:moveTo>
                      <a:pt x="0" y="12"/>
                    </a:moveTo>
                    <a:cubicBezTo>
                      <a:pt x="0" y="12"/>
                      <a:pt x="7" y="3"/>
                      <a:pt x="14" y="2"/>
                    </a:cubicBezTo>
                    <a:cubicBezTo>
                      <a:pt x="22" y="0"/>
                      <a:pt x="24" y="15"/>
                      <a:pt x="24" y="15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BCB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Freeform: Shape 48"/>
              <p:cNvSpPr/>
              <p:nvPr/>
            </p:nvSpPr>
            <p:spPr bwMode="auto">
              <a:xfrm>
                <a:off x="5761039" y="87312"/>
                <a:ext cx="15875" cy="20638"/>
              </a:xfrm>
              <a:custGeom>
                <a:avLst/>
                <a:gdLst>
                  <a:gd name="T0" fmla="*/ 9 w 9"/>
                  <a:gd name="T1" fmla="*/ 0 h 12"/>
                  <a:gd name="T2" fmla="*/ 7 w 9"/>
                  <a:gd name="T3" fmla="*/ 0 h 12"/>
                  <a:gd name="T4" fmla="*/ 0 w 9"/>
                  <a:gd name="T5" fmla="*/ 11 h 12"/>
                  <a:gd name="T6" fmla="*/ 8 w 9"/>
                  <a:gd name="T7" fmla="*/ 12 h 12"/>
                  <a:gd name="T8" fmla="*/ 9 w 9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12">
                    <a:moveTo>
                      <a:pt x="9" y="0"/>
                    </a:moveTo>
                    <a:cubicBezTo>
                      <a:pt x="8" y="0"/>
                      <a:pt x="8" y="0"/>
                      <a:pt x="7" y="0"/>
                    </a:cubicBezTo>
                    <a:cubicBezTo>
                      <a:pt x="4" y="3"/>
                      <a:pt x="1" y="6"/>
                      <a:pt x="0" y="11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9" y="8"/>
                      <a:pt x="9" y="4"/>
                      <a:pt x="9" y="0"/>
                    </a:cubicBezTo>
                    <a:close/>
                  </a:path>
                </a:pathLst>
              </a:custGeom>
              <a:solidFill>
                <a:srgbClr val="D8D9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Freeform: Shape 49"/>
              <p:cNvSpPr/>
              <p:nvPr/>
            </p:nvSpPr>
            <p:spPr bwMode="auto">
              <a:xfrm>
                <a:off x="5738814" y="100012"/>
                <a:ext cx="53975" cy="66675"/>
              </a:xfrm>
              <a:custGeom>
                <a:avLst/>
                <a:gdLst>
                  <a:gd name="T0" fmla="*/ 29 w 31"/>
                  <a:gd name="T1" fmla="*/ 6 h 39"/>
                  <a:gd name="T2" fmla="*/ 24 w 31"/>
                  <a:gd name="T3" fmla="*/ 37 h 39"/>
                  <a:gd name="T4" fmla="*/ 2 w 31"/>
                  <a:gd name="T5" fmla="*/ 33 h 39"/>
                  <a:gd name="T6" fmla="*/ 6 w 31"/>
                  <a:gd name="T7" fmla="*/ 2 h 39"/>
                  <a:gd name="T8" fmla="*/ 29 w 31"/>
                  <a:gd name="T9" fmla="*/ 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9">
                    <a:moveTo>
                      <a:pt x="29" y="6"/>
                    </a:moveTo>
                    <a:cubicBezTo>
                      <a:pt x="31" y="12"/>
                      <a:pt x="29" y="36"/>
                      <a:pt x="24" y="37"/>
                    </a:cubicBezTo>
                    <a:cubicBezTo>
                      <a:pt x="19" y="39"/>
                      <a:pt x="5" y="38"/>
                      <a:pt x="2" y="33"/>
                    </a:cubicBezTo>
                    <a:cubicBezTo>
                      <a:pt x="0" y="28"/>
                      <a:pt x="0" y="3"/>
                      <a:pt x="6" y="2"/>
                    </a:cubicBezTo>
                    <a:cubicBezTo>
                      <a:pt x="12" y="0"/>
                      <a:pt x="28" y="2"/>
                      <a:pt x="29" y="6"/>
                    </a:cubicBezTo>
                    <a:close/>
                  </a:path>
                </a:pathLst>
              </a:custGeom>
              <a:solidFill>
                <a:srgbClr val="D8D9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Freeform: Shape 50"/>
              <p:cNvSpPr/>
              <p:nvPr/>
            </p:nvSpPr>
            <p:spPr bwMode="auto">
              <a:xfrm>
                <a:off x="5740401" y="101600"/>
                <a:ext cx="52388" cy="63500"/>
              </a:xfrm>
              <a:custGeom>
                <a:avLst/>
                <a:gdLst>
                  <a:gd name="T0" fmla="*/ 28 w 30"/>
                  <a:gd name="T1" fmla="*/ 6 h 37"/>
                  <a:gd name="T2" fmla="*/ 23 w 30"/>
                  <a:gd name="T3" fmla="*/ 36 h 37"/>
                  <a:gd name="T4" fmla="*/ 2 w 30"/>
                  <a:gd name="T5" fmla="*/ 32 h 37"/>
                  <a:gd name="T6" fmla="*/ 5 w 30"/>
                  <a:gd name="T7" fmla="*/ 1 h 37"/>
                  <a:gd name="T8" fmla="*/ 28 w 30"/>
                  <a:gd name="T9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7">
                    <a:moveTo>
                      <a:pt x="28" y="6"/>
                    </a:moveTo>
                    <a:cubicBezTo>
                      <a:pt x="30" y="12"/>
                      <a:pt x="27" y="34"/>
                      <a:pt x="23" y="36"/>
                    </a:cubicBezTo>
                    <a:cubicBezTo>
                      <a:pt x="18" y="37"/>
                      <a:pt x="4" y="36"/>
                      <a:pt x="2" y="32"/>
                    </a:cubicBezTo>
                    <a:cubicBezTo>
                      <a:pt x="0" y="27"/>
                      <a:pt x="0" y="3"/>
                      <a:pt x="5" y="1"/>
                    </a:cubicBezTo>
                    <a:cubicBezTo>
                      <a:pt x="11" y="0"/>
                      <a:pt x="26" y="2"/>
                      <a:pt x="28" y="6"/>
                    </a:cubicBezTo>
                    <a:close/>
                  </a:path>
                </a:pathLst>
              </a:custGeom>
              <a:solidFill>
                <a:srgbClr val="BCB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Freeform: Shape 51"/>
              <p:cNvSpPr/>
              <p:nvPr/>
            </p:nvSpPr>
            <p:spPr bwMode="auto">
              <a:xfrm>
                <a:off x="5743576" y="111125"/>
                <a:ext cx="44450" cy="49213"/>
              </a:xfrm>
              <a:custGeom>
                <a:avLst/>
                <a:gdLst>
                  <a:gd name="T0" fmla="*/ 23 w 25"/>
                  <a:gd name="T1" fmla="*/ 3 h 29"/>
                  <a:gd name="T2" fmla="*/ 19 w 25"/>
                  <a:gd name="T3" fmla="*/ 28 h 29"/>
                  <a:gd name="T4" fmla="*/ 2 w 25"/>
                  <a:gd name="T5" fmla="*/ 25 h 29"/>
                  <a:gd name="T6" fmla="*/ 4 w 25"/>
                  <a:gd name="T7" fmla="*/ 1 h 29"/>
                  <a:gd name="T8" fmla="*/ 23 w 25"/>
                  <a:gd name="T9" fmla="*/ 3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9">
                    <a:moveTo>
                      <a:pt x="23" y="3"/>
                    </a:moveTo>
                    <a:cubicBezTo>
                      <a:pt x="25" y="8"/>
                      <a:pt x="23" y="26"/>
                      <a:pt x="19" y="28"/>
                    </a:cubicBezTo>
                    <a:cubicBezTo>
                      <a:pt x="15" y="29"/>
                      <a:pt x="4" y="28"/>
                      <a:pt x="2" y="25"/>
                    </a:cubicBezTo>
                    <a:cubicBezTo>
                      <a:pt x="0" y="21"/>
                      <a:pt x="0" y="2"/>
                      <a:pt x="4" y="1"/>
                    </a:cubicBezTo>
                    <a:cubicBezTo>
                      <a:pt x="9" y="0"/>
                      <a:pt x="22" y="0"/>
                      <a:pt x="23" y="3"/>
                    </a:cubicBezTo>
                    <a:close/>
                  </a:path>
                </a:pathLst>
              </a:custGeom>
              <a:solidFill>
                <a:srgbClr val="A1A1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Freeform: Shape 52"/>
              <p:cNvSpPr/>
              <p:nvPr/>
            </p:nvSpPr>
            <p:spPr bwMode="auto">
              <a:xfrm>
                <a:off x="5753101" y="119062"/>
                <a:ext cx="26988" cy="31750"/>
              </a:xfrm>
              <a:custGeom>
                <a:avLst/>
                <a:gdLst>
                  <a:gd name="T0" fmla="*/ 14 w 16"/>
                  <a:gd name="T1" fmla="*/ 2 h 18"/>
                  <a:gd name="T2" fmla="*/ 12 w 16"/>
                  <a:gd name="T3" fmla="*/ 18 h 18"/>
                  <a:gd name="T4" fmla="*/ 1 w 16"/>
                  <a:gd name="T5" fmla="*/ 16 h 18"/>
                  <a:gd name="T6" fmla="*/ 2 w 16"/>
                  <a:gd name="T7" fmla="*/ 1 h 18"/>
                  <a:gd name="T8" fmla="*/ 14 w 16"/>
                  <a:gd name="T9" fmla="*/ 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8">
                    <a:moveTo>
                      <a:pt x="14" y="2"/>
                    </a:moveTo>
                    <a:cubicBezTo>
                      <a:pt x="16" y="5"/>
                      <a:pt x="14" y="17"/>
                      <a:pt x="12" y="18"/>
                    </a:cubicBezTo>
                    <a:cubicBezTo>
                      <a:pt x="10" y="18"/>
                      <a:pt x="2" y="18"/>
                      <a:pt x="1" y="16"/>
                    </a:cubicBezTo>
                    <a:cubicBezTo>
                      <a:pt x="0" y="13"/>
                      <a:pt x="0" y="1"/>
                      <a:pt x="2" y="1"/>
                    </a:cubicBezTo>
                    <a:cubicBezTo>
                      <a:pt x="5" y="0"/>
                      <a:pt x="14" y="0"/>
                      <a:pt x="14" y="2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Freeform: Shape 53"/>
              <p:cNvSpPr/>
              <p:nvPr/>
            </p:nvSpPr>
            <p:spPr bwMode="auto">
              <a:xfrm>
                <a:off x="5748339" y="112712"/>
                <a:ext cx="11113" cy="12700"/>
              </a:xfrm>
              <a:custGeom>
                <a:avLst/>
                <a:gdLst>
                  <a:gd name="T0" fmla="*/ 0 w 7"/>
                  <a:gd name="T1" fmla="*/ 8 h 8"/>
                  <a:gd name="T2" fmla="*/ 2 w 7"/>
                  <a:gd name="T3" fmla="*/ 3 h 8"/>
                  <a:gd name="T4" fmla="*/ 7 w 7"/>
                  <a:gd name="T5" fmla="*/ 2 h 8"/>
                  <a:gd name="T6" fmla="*/ 2 w 7"/>
                  <a:gd name="T7" fmla="*/ 4 h 8"/>
                  <a:gd name="T8" fmla="*/ 0 w 7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8">
                    <a:moveTo>
                      <a:pt x="0" y="8"/>
                    </a:moveTo>
                    <a:cubicBezTo>
                      <a:pt x="0" y="8"/>
                      <a:pt x="0" y="4"/>
                      <a:pt x="2" y="3"/>
                    </a:cubicBezTo>
                    <a:cubicBezTo>
                      <a:pt x="3" y="1"/>
                      <a:pt x="7" y="0"/>
                      <a:pt x="7" y="2"/>
                    </a:cubicBezTo>
                    <a:cubicBezTo>
                      <a:pt x="7" y="4"/>
                      <a:pt x="4" y="3"/>
                      <a:pt x="2" y="4"/>
                    </a:cubicBezTo>
                    <a:cubicBezTo>
                      <a:pt x="0" y="5"/>
                      <a:pt x="0" y="8"/>
                      <a:pt x="0" y="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5" name="Freeform: Shape 54"/>
              <p:cNvSpPr/>
              <p:nvPr/>
            </p:nvSpPr>
            <p:spPr bwMode="auto">
              <a:xfrm>
                <a:off x="5762626" y="114300"/>
                <a:ext cx="6350" cy="3175"/>
              </a:xfrm>
              <a:custGeom>
                <a:avLst/>
                <a:gdLst>
                  <a:gd name="T0" fmla="*/ 0 w 3"/>
                  <a:gd name="T1" fmla="*/ 1 h 2"/>
                  <a:gd name="T2" fmla="*/ 1 w 3"/>
                  <a:gd name="T3" fmla="*/ 2 h 2"/>
                  <a:gd name="T4" fmla="*/ 3 w 3"/>
                  <a:gd name="T5" fmla="*/ 1 h 2"/>
                  <a:gd name="T6" fmla="*/ 2 w 3"/>
                  <a:gd name="T7" fmla="*/ 0 h 2"/>
                  <a:gd name="T8" fmla="*/ 0 w 3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0" y="1"/>
                    </a:moveTo>
                    <a:cubicBezTo>
                      <a:pt x="0" y="1"/>
                      <a:pt x="1" y="2"/>
                      <a:pt x="1" y="2"/>
                    </a:cubicBezTo>
                    <a:cubicBezTo>
                      <a:pt x="2" y="2"/>
                      <a:pt x="3" y="2"/>
                      <a:pt x="3" y="1"/>
                    </a:cubicBezTo>
                    <a:cubicBezTo>
                      <a:pt x="3" y="1"/>
                      <a:pt x="2" y="0"/>
                      <a:pt x="2" y="0"/>
                    </a:cubicBezTo>
                    <a:cubicBezTo>
                      <a:pt x="1" y="0"/>
                      <a:pt x="0" y="0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Freeform: Shape 55"/>
              <p:cNvSpPr/>
              <p:nvPr/>
            </p:nvSpPr>
            <p:spPr bwMode="auto">
              <a:xfrm>
                <a:off x="6192839" y="90487"/>
                <a:ext cx="41275" cy="26988"/>
              </a:xfrm>
              <a:custGeom>
                <a:avLst/>
                <a:gdLst>
                  <a:gd name="T0" fmla="*/ 24 w 24"/>
                  <a:gd name="T1" fmla="*/ 10 h 16"/>
                  <a:gd name="T2" fmla="*/ 9 w 24"/>
                  <a:gd name="T3" fmla="*/ 0 h 16"/>
                  <a:gd name="T4" fmla="*/ 0 w 24"/>
                  <a:gd name="T5" fmla="*/ 16 h 16"/>
                  <a:gd name="T6" fmla="*/ 24 w 24"/>
                  <a:gd name="T7" fmla="*/ 1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16">
                    <a:moveTo>
                      <a:pt x="24" y="10"/>
                    </a:moveTo>
                    <a:cubicBezTo>
                      <a:pt x="24" y="10"/>
                      <a:pt x="17" y="1"/>
                      <a:pt x="9" y="0"/>
                    </a:cubicBezTo>
                    <a:cubicBezTo>
                      <a:pt x="1" y="0"/>
                      <a:pt x="0" y="16"/>
                      <a:pt x="0" y="16"/>
                    </a:cubicBezTo>
                    <a:lnTo>
                      <a:pt x="24" y="10"/>
                    </a:lnTo>
                    <a:close/>
                  </a:path>
                </a:pathLst>
              </a:custGeom>
              <a:solidFill>
                <a:srgbClr val="BCB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7" name="Freeform: Shape 56"/>
              <p:cNvSpPr/>
              <p:nvPr/>
            </p:nvSpPr>
            <p:spPr bwMode="auto">
              <a:xfrm>
                <a:off x="6203951" y="90487"/>
                <a:ext cx="17463" cy="23813"/>
              </a:xfrm>
              <a:custGeom>
                <a:avLst/>
                <a:gdLst>
                  <a:gd name="T0" fmla="*/ 0 w 10"/>
                  <a:gd name="T1" fmla="*/ 1 h 14"/>
                  <a:gd name="T2" fmla="*/ 2 w 10"/>
                  <a:gd name="T3" fmla="*/ 0 h 14"/>
                  <a:gd name="T4" fmla="*/ 10 w 10"/>
                  <a:gd name="T5" fmla="*/ 12 h 14"/>
                  <a:gd name="T6" fmla="*/ 2 w 10"/>
                  <a:gd name="T7" fmla="*/ 14 h 14"/>
                  <a:gd name="T8" fmla="*/ 0 w 10"/>
                  <a:gd name="T9" fmla="*/ 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14">
                    <a:moveTo>
                      <a:pt x="0" y="1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5" y="4"/>
                      <a:pt x="8" y="7"/>
                      <a:pt x="10" y="12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" y="10"/>
                      <a:pt x="1" y="5"/>
                      <a:pt x="0" y="1"/>
                    </a:cubicBezTo>
                    <a:close/>
                  </a:path>
                </a:pathLst>
              </a:custGeom>
              <a:solidFill>
                <a:srgbClr val="D8D9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Freeform: Shape 57"/>
              <p:cNvSpPr/>
              <p:nvPr/>
            </p:nvSpPr>
            <p:spPr bwMode="auto">
              <a:xfrm>
                <a:off x="6191251" y="103187"/>
                <a:ext cx="57150" cy="76200"/>
              </a:xfrm>
              <a:custGeom>
                <a:avLst/>
                <a:gdLst>
                  <a:gd name="T0" fmla="*/ 1 w 33"/>
                  <a:gd name="T1" fmla="*/ 8 h 44"/>
                  <a:gd name="T2" fmla="*/ 9 w 33"/>
                  <a:gd name="T3" fmla="*/ 42 h 44"/>
                  <a:gd name="T4" fmla="*/ 31 w 33"/>
                  <a:gd name="T5" fmla="*/ 36 h 44"/>
                  <a:gd name="T6" fmla="*/ 24 w 33"/>
                  <a:gd name="T7" fmla="*/ 1 h 44"/>
                  <a:gd name="T8" fmla="*/ 1 w 33"/>
                  <a:gd name="T9" fmla="*/ 8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44">
                    <a:moveTo>
                      <a:pt x="1" y="8"/>
                    </a:moveTo>
                    <a:cubicBezTo>
                      <a:pt x="0" y="15"/>
                      <a:pt x="4" y="40"/>
                      <a:pt x="9" y="42"/>
                    </a:cubicBezTo>
                    <a:cubicBezTo>
                      <a:pt x="14" y="44"/>
                      <a:pt x="29" y="41"/>
                      <a:pt x="31" y="36"/>
                    </a:cubicBezTo>
                    <a:cubicBezTo>
                      <a:pt x="33" y="30"/>
                      <a:pt x="30" y="2"/>
                      <a:pt x="24" y="1"/>
                    </a:cubicBezTo>
                    <a:cubicBezTo>
                      <a:pt x="18" y="0"/>
                      <a:pt x="3" y="3"/>
                      <a:pt x="1" y="8"/>
                    </a:cubicBezTo>
                    <a:close/>
                  </a:path>
                </a:pathLst>
              </a:custGeom>
              <a:solidFill>
                <a:srgbClr val="D8D9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9" name="Freeform: Shape 58"/>
              <p:cNvSpPr/>
              <p:nvPr/>
            </p:nvSpPr>
            <p:spPr bwMode="auto">
              <a:xfrm>
                <a:off x="6192839" y="104775"/>
                <a:ext cx="53975" cy="73025"/>
              </a:xfrm>
              <a:custGeom>
                <a:avLst/>
                <a:gdLst>
                  <a:gd name="T0" fmla="*/ 1 w 31"/>
                  <a:gd name="T1" fmla="*/ 8 h 42"/>
                  <a:gd name="T2" fmla="*/ 9 w 31"/>
                  <a:gd name="T3" fmla="*/ 40 h 42"/>
                  <a:gd name="T4" fmla="*/ 29 w 31"/>
                  <a:gd name="T5" fmla="*/ 34 h 42"/>
                  <a:gd name="T6" fmla="*/ 23 w 31"/>
                  <a:gd name="T7" fmla="*/ 1 h 42"/>
                  <a:gd name="T8" fmla="*/ 1 w 31"/>
                  <a:gd name="T9" fmla="*/ 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42">
                    <a:moveTo>
                      <a:pt x="1" y="8"/>
                    </a:moveTo>
                    <a:cubicBezTo>
                      <a:pt x="0" y="14"/>
                      <a:pt x="4" y="39"/>
                      <a:pt x="9" y="40"/>
                    </a:cubicBezTo>
                    <a:cubicBezTo>
                      <a:pt x="13" y="42"/>
                      <a:pt x="27" y="39"/>
                      <a:pt x="29" y="34"/>
                    </a:cubicBezTo>
                    <a:cubicBezTo>
                      <a:pt x="31" y="29"/>
                      <a:pt x="29" y="2"/>
                      <a:pt x="23" y="1"/>
                    </a:cubicBezTo>
                    <a:cubicBezTo>
                      <a:pt x="17" y="0"/>
                      <a:pt x="2" y="3"/>
                      <a:pt x="1" y="8"/>
                    </a:cubicBezTo>
                    <a:close/>
                  </a:path>
                </a:pathLst>
              </a:custGeom>
              <a:solidFill>
                <a:srgbClr val="BCB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0" name="Freeform: Shape 59"/>
              <p:cNvSpPr/>
              <p:nvPr/>
            </p:nvSpPr>
            <p:spPr bwMode="auto">
              <a:xfrm>
                <a:off x="6196014" y="114300"/>
                <a:ext cx="46038" cy="57150"/>
              </a:xfrm>
              <a:custGeom>
                <a:avLst/>
                <a:gdLst>
                  <a:gd name="T0" fmla="*/ 2 w 26"/>
                  <a:gd name="T1" fmla="*/ 5 h 33"/>
                  <a:gd name="T2" fmla="*/ 8 w 26"/>
                  <a:gd name="T3" fmla="*/ 32 h 33"/>
                  <a:gd name="T4" fmla="*/ 25 w 26"/>
                  <a:gd name="T5" fmla="*/ 27 h 33"/>
                  <a:gd name="T6" fmla="*/ 20 w 26"/>
                  <a:gd name="T7" fmla="*/ 1 h 33"/>
                  <a:gd name="T8" fmla="*/ 2 w 26"/>
                  <a:gd name="T9" fmla="*/ 5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3">
                    <a:moveTo>
                      <a:pt x="2" y="5"/>
                    </a:moveTo>
                    <a:cubicBezTo>
                      <a:pt x="0" y="11"/>
                      <a:pt x="4" y="31"/>
                      <a:pt x="8" y="32"/>
                    </a:cubicBezTo>
                    <a:cubicBezTo>
                      <a:pt x="12" y="33"/>
                      <a:pt x="23" y="31"/>
                      <a:pt x="25" y="27"/>
                    </a:cubicBezTo>
                    <a:cubicBezTo>
                      <a:pt x="26" y="23"/>
                      <a:pt x="25" y="2"/>
                      <a:pt x="20" y="1"/>
                    </a:cubicBezTo>
                    <a:cubicBezTo>
                      <a:pt x="16" y="0"/>
                      <a:pt x="3" y="1"/>
                      <a:pt x="2" y="5"/>
                    </a:cubicBezTo>
                    <a:close/>
                  </a:path>
                </a:pathLst>
              </a:custGeom>
              <a:solidFill>
                <a:srgbClr val="A1A1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1" name="Freeform: Shape 60"/>
              <p:cNvSpPr/>
              <p:nvPr/>
            </p:nvSpPr>
            <p:spPr bwMode="auto">
              <a:xfrm>
                <a:off x="6205539" y="123825"/>
                <a:ext cx="26988" cy="36513"/>
              </a:xfrm>
              <a:custGeom>
                <a:avLst/>
                <a:gdLst>
                  <a:gd name="T0" fmla="*/ 1 w 16"/>
                  <a:gd name="T1" fmla="*/ 3 h 21"/>
                  <a:gd name="T2" fmla="*/ 5 w 16"/>
                  <a:gd name="T3" fmla="*/ 20 h 21"/>
                  <a:gd name="T4" fmla="*/ 15 w 16"/>
                  <a:gd name="T5" fmla="*/ 17 h 21"/>
                  <a:gd name="T6" fmla="*/ 12 w 16"/>
                  <a:gd name="T7" fmla="*/ 0 h 21"/>
                  <a:gd name="T8" fmla="*/ 1 w 16"/>
                  <a:gd name="T9" fmla="*/ 3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1">
                    <a:moveTo>
                      <a:pt x="1" y="3"/>
                    </a:moveTo>
                    <a:cubicBezTo>
                      <a:pt x="0" y="7"/>
                      <a:pt x="2" y="19"/>
                      <a:pt x="5" y="20"/>
                    </a:cubicBezTo>
                    <a:cubicBezTo>
                      <a:pt x="7" y="21"/>
                      <a:pt x="14" y="20"/>
                      <a:pt x="15" y="17"/>
                    </a:cubicBezTo>
                    <a:cubicBezTo>
                      <a:pt x="16" y="14"/>
                      <a:pt x="15" y="1"/>
                      <a:pt x="12" y="0"/>
                    </a:cubicBezTo>
                    <a:cubicBezTo>
                      <a:pt x="9" y="0"/>
                      <a:pt x="1" y="1"/>
                      <a:pt x="1" y="3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2" name="Freeform: Shape 61"/>
              <p:cNvSpPr/>
              <p:nvPr/>
            </p:nvSpPr>
            <p:spPr bwMode="auto">
              <a:xfrm>
                <a:off x="6224589" y="117475"/>
                <a:ext cx="12700" cy="14288"/>
              </a:xfrm>
              <a:custGeom>
                <a:avLst/>
                <a:gdLst>
                  <a:gd name="T0" fmla="*/ 7 w 7"/>
                  <a:gd name="T1" fmla="*/ 8 h 8"/>
                  <a:gd name="T2" fmla="*/ 5 w 7"/>
                  <a:gd name="T3" fmla="*/ 2 h 8"/>
                  <a:gd name="T4" fmla="*/ 0 w 7"/>
                  <a:gd name="T5" fmla="*/ 2 h 8"/>
                  <a:gd name="T6" fmla="*/ 5 w 7"/>
                  <a:gd name="T7" fmla="*/ 3 h 8"/>
                  <a:gd name="T8" fmla="*/ 7 w 7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8">
                    <a:moveTo>
                      <a:pt x="7" y="8"/>
                    </a:moveTo>
                    <a:cubicBezTo>
                      <a:pt x="7" y="8"/>
                      <a:pt x="7" y="3"/>
                      <a:pt x="5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4"/>
                      <a:pt x="2" y="2"/>
                      <a:pt x="5" y="3"/>
                    </a:cubicBezTo>
                    <a:cubicBezTo>
                      <a:pt x="7" y="5"/>
                      <a:pt x="7" y="8"/>
                      <a:pt x="7" y="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3" name="Freeform: Shape 62"/>
              <p:cNvSpPr/>
              <p:nvPr/>
            </p:nvSpPr>
            <p:spPr bwMode="auto">
              <a:xfrm>
                <a:off x="6215064" y="119062"/>
                <a:ext cx="4763" cy="3175"/>
              </a:xfrm>
              <a:custGeom>
                <a:avLst/>
                <a:gdLst>
                  <a:gd name="T0" fmla="*/ 2 w 2"/>
                  <a:gd name="T1" fmla="*/ 1 h 2"/>
                  <a:gd name="T2" fmla="*/ 1 w 2"/>
                  <a:gd name="T3" fmla="*/ 2 h 2"/>
                  <a:gd name="T4" fmla="*/ 0 w 2"/>
                  <a:gd name="T5" fmla="*/ 1 h 2"/>
                  <a:gd name="T6" fmla="*/ 1 w 2"/>
                  <a:gd name="T7" fmla="*/ 0 h 2"/>
                  <a:gd name="T8" fmla="*/ 2 w 2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1"/>
                      <a:pt x="2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" y="0"/>
                      <a:pt x="2" y="0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4" name="Freeform: Shape 63"/>
              <p:cNvSpPr/>
              <p:nvPr/>
            </p:nvSpPr>
            <p:spPr bwMode="auto">
              <a:xfrm>
                <a:off x="5721351" y="269875"/>
                <a:ext cx="558800" cy="277813"/>
              </a:xfrm>
              <a:custGeom>
                <a:avLst/>
                <a:gdLst>
                  <a:gd name="T0" fmla="*/ 19 w 323"/>
                  <a:gd name="T1" fmla="*/ 79 h 161"/>
                  <a:gd name="T2" fmla="*/ 311 w 323"/>
                  <a:gd name="T3" fmla="*/ 41 h 161"/>
                  <a:gd name="T4" fmla="*/ 323 w 323"/>
                  <a:gd name="T5" fmla="*/ 0 h 161"/>
                  <a:gd name="T6" fmla="*/ 160 w 323"/>
                  <a:gd name="T7" fmla="*/ 160 h 161"/>
                  <a:gd name="T8" fmla="*/ 0 w 323"/>
                  <a:gd name="T9" fmla="*/ 54 h 161"/>
                  <a:gd name="T10" fmla="*/ 19 w 323"/>
                  <a:gd name="T11" fmla="*/ 79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3" h="161">
                    <a:moveTo>
                      <a:pt x="19" y="79"/>
                    </a:moveTo>
                    <a:cubicBezTo>
                      <a:pt x="104" y="150"/>
                      <a:pt x="258" y="148"/>
                      <a:pt x="311" y="41"/>
                    </a:cubicBezTo>
                    <a:cubicBezTo>
                      <a:pt x="317" y="28"/>
                      <a:pt x="321" y="14"/>
                      <a:pt x="323" y="0"/>
                    </a:cubicBezTo>
                    <a:cubicBezTo>
                      <a:pt x="321" y="120"/>
                      <a:pt x="251" y="158"/>
                      <a:pt x="160" y="160"/>
                    </a:cubicBezTo>
                    <a:cubicBezTo>
                      <a:pt x="84" y="161"/>
                      <a:pt x="20" y="131"/>
                      <a:pt x="0" y="54"/>
                    </a:cubicBezTo>
                    <a:cubicBezTo>
                      <a:pt x="4" y="63"/>
                      <a:pt x="10" y="72"/>
                      <a:pt x="19" y="79"/>
                    </a:cubicBezTo>
                    <a:close/>
                  </a:path>
                </a:pathLst>
              </a:custGeom>
              <a:solidFill>
                <a:srgbClr val="A1A1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5" name="Freeform: Shape 64"/>
              <p:cNvSpPr/>
              <p:nvPr/>
            </p:nvSpPr>
            <p:spPr bwMode="auto">
              <a:xfrm>
                <a:off x="5808664" y="0"/>
                <a:ext cx="385763" cy="114300"/>
              </a:xfrm>
              <a:custGeom>
                <a:avLst/>
                <a:gdLst>
                  <a:gd name="T0" fmla="*/ 224 w 224"/>
                  <a:gd name="T1" fmla="*/ 66 h 66"/>
                  <a:gd name="T2" fmla="*/ 18 w 224"/>
                  <a:gd name="T3" fmla="*/ 46 h 66"/>
                  <a:gd name="T4" fmla="*/ 0 w 224"/>
                  <a:gd name="T5" fmla="*/ 54 h 66"/>
                  <a:gd name="T6" fmla="*/ 93 w 224"/>
                  <a:gd name="T7" fmla="*/ 6 h 66"/>
                  <a:gd name="T8" fmla="*/ 224 w 224"/>
                  <a:gd name="T9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4" h="66">
                    <a:moveTo>
                      <a:pt x="224" y="66"/>
                    </a:moveTo>
                    <a:cubicBezTo>
                      <a:pt x="164" y="28"/>
                      <a:pt x="85" y="24"/>
                      <a:pt x="18" y="46"/>
                    </a:cubicBezTo>
                    <a:cubicBezTo>
                      <a:pt x="11" y="48"/>
                      <a:pt x="5" y="51"/>
                      <a:pt x="0" y="54"/>
                    </a:cubicBezTo>
                    <a:cubicBezTo>
                      <a:pt x="22" y="28"/>
                      <a:pt x="55" y="10"/>
                      <a:pt x="93" y="6"/>
                    </a:cubicBezTo>
                    <a:cubicBezTo>
                      <a:pt x="148" y="0"/>
                      <a:pt x="198" y="25"/>
                      <a:pt x="224" y="66"/>
                    </a:cubicBezTo>
                    <a:close/>
                  </a:path>
                </a:pathLst>
              </a:custGeom>
              <a:solidFill>
                <a:srgbClr val="D8D9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6" name="Freeform: Shape 65"/>
              <p:cNvSpPr/>
              <p:nvPr/>
            </p:nvSpPr>
            <p:spPr bwMode="auto">
              <a:xfrm>
                <a:off x="5740401" y="38100"/>
                <a:ext cx="490538" cy="471488"/>
              </a:xfrm>
              <a:custGeom>
                <a:avLst/>
                <a:gdLst>
                  <a:gd name="T0" fmla="*/ 2 w 284"/>
                  <a:gd name="T1" fmla="*/ 138 h 273"/>
                  <a:gd name="T2" fmla="*/ 145 w 284"/>
                  <a:gd name="T3" fmla="*/ 272 h 273"/>
                  <a:gd name="T4" fmla="*/ 284 w 284"/>
                  <a:gd name="T5" fmla="*/ 134 h 273"/>
                  <a:gd name="T6" fmla="*/ 141 w 284"/>
                  <a:gd name="T7" fmla="*/ 1 h 273"/>
                  <a:gd name="T8" fmla="*/ 2 w 284"/>
                  <a:gd name="T9" fmla="*/ 138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4" h="273">
                    <a:moveTo>
                      <a:pt x="2" y="138"/>
                    </a:moveTo>
                    <a:cubicBezTo>
                      <a:pt x="5" y="237"/>
                      <a:pt x="67" y="273"/>
                      <a:pt x="145" y="272"/>
                    </a:cubicBezTo>
                    <a:cubicBezTo>
                      <a:pt x="222" y="270"/>
                      <a:pt x="282" y="238"/>
                      <a:pt x="284" y="134"/>
                    </a:cubicBezTo>
                    <a:cubicBezTo>
                      <a:pt x="284" y="59"/>
                      <a:pt x="219" y="0"/>
                      <a:pt x="141" y="1"/>
                    </a:cubicBezTo>
                    <a:cubicBezTo>
                      <a:pt x="63" y="2"/>
                      <a:pt x="0" y="63"/>
                      <a:pt x="2" y="138"/>
                    </a:cubicBezTo>
                    <a:close/>
                  </a:path>
                </a:pathLst>
              </a:custGeom>
              <a:solidFill>
                <a:srgbClr val="6E6D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7" name="Freeform: Shape 66"/>
              <p:cNvSpPr/>
              <p:nvPr/>
            </p:nvSpPr>
            <p:spPr bwMode="auto">
              <a:xfrm>
                <a:off x="5749926" y="46037"/>
                <a:ext cx="471488" cy="454025"/>
              </a:xfrm>
              <a:custGeom>
                <a:avLst/>
                <a:gdLst>
                  <a:gd name="T0" fmla="*/ 2 w 273"/>
                  <a:gd name="T1" fmla="*/ 133 h 263"/>
                  <a:gd name="T2" fmla="*/ 139 w 273"/>
                  <a:gd name="T3" fmla="*/ 261 h 263"/>
                  <a:gd name="T4" fmla="*/ 272 w 273"/>
                  <a:gd name="T5" fmla="*/ 129 h 263"/>
                  <a:gd name="T6" fmla="*/ 135 w 273"/>
                  <a:gd name="T7" fmla="*/ 1 h 263"/>
                  <a:gd name="T8" fmla="*/ 2 w 273"/>
                  <a:gd name="T9" fmla="*/ 133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3" h="263">
                    <a:moveTo>
                      <a:pt x="2" y="133"/>
                    </a:moveTo>
                    <a:cubicBezTo>
                      <a:pt x="4" y="228"/>
                      <a:pt x="64" y="263"/>
                      <a:pt x="139" y="261"/>
                    </a:cubicBezTo>
                    <a:cubicBezTo>
                      <a:pt x="214" y="260"/>
                      <a:pt x="271" y="229"/>
                      <a:pt x="272" y="129"/>
                    </a:cubicBezTo>
                    <a:cubicBezTo>
                      <a:pt x="273" y="57"/>
                      <a:pt x="210" y="0"/>
                      <a:pt x="135" y="1"/>
                    </a:cubicBezTo>
                    <a:cubicBezTo>
                      <a:pt x="60" y="2"/>
                      <a:pt x="0" y="61"/>
                      <a:pt x="2" y="133"/>
                    </a:cubicBezTo>
                    <a:close/>
                  </a:path>
                </a:pathLst>
              </a:custGeom>
              <a:solidFill>
                <a:srgbClr val="302F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8" name="Freeform: Shape 67"/>
              <p:cNvSpPr/>
              <p:nvPr/>
            </p:nvSpPr>
            <p:spPr bwMode="auto">
              <a:xfrm>
                <a:off x="5754689" y="112712"/>
                <a:ext cx="466725" cy="385763"/>
              </a:xfrm>
              <a:custGeom>
                <a:avLst/>
                <a:gdLst>
                  <a:gd name="T0" fmla="*/ 169 w 270"/>
                  <a:gd name="T1" fmla="*/ 164 h 224"/>
                  <a:gd name="T2" fmla="*/ 230 w 270"/>
                  <a:gd name="T3" fmla="*/ 0 h 224"/>
                  <a:gd name="T4" fmla="*/ 269 w 270"/>
                  <a:gd name="T5" fmla="*/ 91 h 224"/>
                  <a:gd name="T6" fmla="*/ 136 w 270"/>
                  <a:gd name="T7" fmla="*/ 223 h 224"/>
                  <a:gd name="T8" fmla="*/ 0 w 270"/>
                  <a:gd name="T9" fmla="*/ 108 h 224"/>
                  <a:gd name="T10" fmla="*/ 169 w 270"/>
                  <a:gd name="T11" fmla="*/ 164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70" h="224">
                    <a:moveTo>
                      <a:pt x="169" y="164"/>
                    </a:moveTo>
                    <a:cubicBezTo>
                      <a:pt x="236" y="142"/>
                      <a:pt x="255" y="62"/>
                      <a:pt x="230" y="0"/>
                    </a:cubicBezTo>
                    <a:cubicBezTo>
                      <a:pt x="254" y="23"/>
                      <a:pt x="270" y="55"/>
                      <a:pt x="269" y="91"/>
                    </a:cubicBezTo>
                    <a:cubicBezTo>
                      <a:pt x="268" y="191"/>
                      <a:pt x="211" y="222"/>
                      <a:pt x="136" y="223"/>
                    </a:cubicBezTo>
                    <a:cubicBezTo>
                      <a:pt x="65" y="224"/>
                      <a:pt x="7" y="193"/>
                      <a:pt x="0" y="108"/>
                    </a:cubicBezTo>
                    <a:cubicBezTo>
                      <a:pt x="34" y="161"/>
                      <a:pt x="104" y="186"/>
                      <a:pt x="169" y="164"/>
                    </a:cubicBez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9" name="Freeform: Shape 68"/>
              <p:cNvSpPr/>
              <p:nvPr/>
            </p:nvSpPr>
            <p:spPr bwMode="auto">
              <a:xfrm>
                <a:off x="5789614" y="269875"/>
                <a:ext cx="425450" cy="223838"/>
              </a:xfrm>
              <a:custGeom>
                <a:avLst/>
                <a:gdLst>
                  <a:gd name="T0" fmla="*/ 112 w 247"/>
                  <a:gd name="T1" fmla="*/ 118 h 130"/>
                  <a:gd name="T2" fmla="*/ 247 w 247"/>
                  <a:gd name="T3" fmla="*/ 0 h 130"/>
                  <a:gd name="T4" fmla="*/ 247 w 247"/>
                  <a:gd name="T5" fmla="*/ 0 h 130"/>
                  <a:gd name="T6" fmla="*/ 116 w 247"/>
                  <a:gd name="T7" fmla="*/ 130 h 130"/>
                  <a:gd name="T8" fmla="*/ 0 w 247"/>
                  <a:gd name="T9" fmla="*/ 76 h 130"/>
                  <a:gd name="T10" fmla="*/ 112 w 247"/>
                  <a:gd name="T11" fmla="*/ 118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7" h="130">
                    <a:moveTo>
                      <a:pt x="112" y="118"/>
                    </a:moveTo>
                    <a:cubicBezTo>
                      <a:pt x="184" y="117"/>
                      <a:pt x="241" y="88"/>
                      <a:pt x="247" y="0"/>
                    </a:cubicBezTo>
                    <a:cubicBezTo>
                      <a:pt x="247" y="0"/>
                      <a:pt x="247" y="0"/>
                      <a:pt x="247" y="0"/>
                    </a:cubicBezTo>
                    <a:cubicBezTo>
                      <a:pt x="246" y="98"/>
                      <a:pt x="189" y="129"/>
                      <a:pt x="116" y="130"/>
                    </a:cubicBezTo>
                    <a:cubicBezTo>
                      <a:pt x="66" y="130"/>
                      <a:pt x="24" y="115"/>
                      <a:pt x="0" y="76"/>
                    </a:cubicBezTo>
                    <a:cubicBezTo>
                      <a:pt x="26" y="106"/>
                      <a:pt x="66" y="118"/>
                      <a:pt x="112" y="118"/>
                    </a:cubicBez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0" name="Freeform: Shape 69"/>
              <p:cNvSpPr/>
              <p:nvPr/>
            </p:nvSpPr>
            <p:spPr bwMode="auto">
              <a:xfrm>
                <a:off x="5838826" y="60325"/>
                <a:ext cx="361950" cy="260350"/>
              </a:xfrm>
              <a:custGeom>
                <a:avLst/>
                <a:gdLst>
                  <a:gd name="T0" fmla="*/ 197 w 209"/>
                  <a:gd name="T1" fmla="*/ 113 h 151"/>
                  <a:gd name="T2" fmla="*/ 105 w 209"/>
                  <a:gd name="T3" fmla="*/ 83 h 151"/>
                  <a:gd name="T4" fmla="*/ 11 w 209"/>
                  <a:gd name="T5" fmla="*/ 56 h 151"/>
                  <a:gd name="T6" fmla="*/ 125 w 209"/>
                  <a:gd name="T7" fmla="*/ 16 h 151"/>
                  <a:gd name="T8" fmla="*/ 197 w 209"/>
                  <a:gd name="T9" fmla="*/ 11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9" h="151">
                    <a:moveTo>
                      <a:pt x="197" y="113"/>
                    </a:moveTo>
                    <a:cubicBezTo>
                      <a:pt x="185" y="151"/>
                      <a:pt x="156" y="99"/>
                      <a:pt x="105" y="83"/>
                    </a:cubicBezTo>
                    <a:cubicBezTo>
                      <a:pt x="53" y="67"/>
                      <a:pt x="0" y="94"/>
                      <a:pt x="11" y="56"/>
                    </a:cubicBezTo>
                    <a:cubicBezTo>
                      <a:pt x="23" y="18"/>
                      <a:pt x="74" y="0"/>
                      <a:pt x="125" y="16"/>
                    </a:cubicBezTo>
                    <a:cubicBezTo>
                      <a:pt x="176" y="32"/>
                      <a:pt x="209" y="75"/>
                      <a:pt x="197" y="113"/>
                    </a:cubicBezTo>
                    <a:close/>
                  </a:path>
                </a:pathLst>
              </a:custGeom>
              <a:solidFill>
                <a:srgbClr val="4A4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1" name="Freeform: Shape 70"/>
              <p:cNvSpPr/>
              <p:nvPr/>
            </p:nvSpPr>
            <p:spPr bwMode="auto">
              <a:xfrm>
                <a:off x="6029326" y="92075"/>
                <a:ext cx="134938" cy="139700"/>
              </a:xfrm>
              <a:custGeom>
                <a:avLst/>
                <a:gdLst>
                  <a:gd name="T0" fmla="*/ 75 w 78"/>
                  <a:gd name="T1" fmla="*/ 81 h 81"/>
                  <a:gd name="T2" fmla="*/ 51 w 78"/>
                  <a:gd name="T3" fmla="*/ 18 h 81"/>
                  <a:gd name="T4" fmla="*/ 1 w 78"/>
                  <a:gd name="T5" fmla="*/ 21 h 81"/>
                  <a:gd name="T6" fmla="*/ 43 w 78"/>
                  <a:gd name="T7" fmla="*/ 41 h 81"/>
                  <a:gd name="T8" fmla="*/ 75 w 78"/>
                  <a:gd name="T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81">
                    <a:moveTo>
                      <a:pt x="75" y="81"/>
                    </a:moveTo>
                    <a:cubicBezTo>
                      <a:pt x="75" y="81"/>
                      <a:pt x="78" y="36"/>
                      <a:pt x="51" y="18"/>
                    </a:cubicBezTo>
                    <a:cubicBezTo>
                      <a:pt x="25" y="0"/>
                      <a:pt x="3" y="11"/>
                      <a:pt x="1" y="21"/>
                    </a:cubicBezTo>
                    <a:cubicBezTo>
                      <a:pt x="0" y="31"/>
                      <a:pt x="22" y="33"/>
                      <a:pt x="43" y="41"/>
                    </a:cubicBezTo>
                    <a:cubicBezTo>
                      <a:pt x="63" y="50"/>
                      <a:pt x="75" y="81"/>
                      <a:pt x="75" y="81"/>
                    </a:cubicBezTo>
                    <a:close/>
                  </a:path>
                </a:pathLst>
              </a:custGeom>
              <a:solidFill>
                <a:srgbClr val="BFBE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2" name="Freeform: Shape 71"/>
              <p:cNvSpPr/>
              <p:nvPr/>
            </p:nvSpPr>
            <p:spPr bwMode="auto">
              <a:xfrm>
                <a:off x="5949951" y="101600"/>
                <a:ext cx="41275" cy="34925"/>
              </a:xfrm>
              <a:custGeom>
                <a:avLst/>
                <a:gdLst>
                  <a:gd name="T0" fmla="*/ 24 w 24"/>
                  <a:gd name="T1" fmla="*/ 10 h 20"/>
                  <a:gd name="T2" fmla="*/ 12 w 24"/>
                  <a:gd name="T3" fmla="*/ 20 h 20"/>
                  <a:gd name="T4" fmla="*/ 0 w 24"/>
                  <a:gd name="T5" fmla="*/ 10 h 20"/>
                  <a:gd name="T6" fmla="*/ 12 w 24"/>
                  <a:gd name="T7" fmla="*/ 0 h 20"/>
                  <a:gd name="T8" fmla="*/ 24 w 24"/>
                  <a:gd name="T9" fmla="*/ 1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0">
                    <a:moveTo>
                      <a:pt x="24" y="10"/>
                    </a:moveTo>
                    <a:cubicBezTo>
                      <a:pt x="24" y="16"/>
                      <a:pt x="18" y="20"/>
                      <a:pt x="12" y="20"/>
                    </a:cubicBezTo>
                    <a:cubicBezTo>
                      <a:pt x="5" y="20"/>
                      <a:pt x="0" y="15"/>
                      <a:pt x="0" y="10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9" y="1"/>
                      <a:pt x="24" y="5"/>
                      <a:pt x="24" y="10"/>
                    </a:cubicBezTo>
                    <a:close/>
                  </a:path>
                </a:pathLst>
              </a:custGeom>
              <a:solidFill>
                <a:srgbClr val="BFBE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4" name="Freeform: Shape 73"/>
              <p:cNvSpPr/>
              <p:nvPr/>
            </p:nvSpPr>
            <p:spPr bwMode="auto">
              <a:xfrm>
                <a:off x="5708651" y="960437"/>
                <a:ext cx="579438" cy="333375"/>
              </a:xfrm>
              <a:custGeom>
                <a:avLst/>
                <a:gdLst>
                  <a:gd name="T0" fmla="*/ 3 w 336"/>
                  <a:gd name="T1" fmla="*/ 6 h 193"/>
                  <a:gd name="T2" fmla="*/ 8 w 336"/>
                  <a:gd name="T3" fmla="*/ 93 h 193"/>
                  <a:gd name="T4" fmla="*/ 186 w 336"/>
                  <a:gd name="T5" fmla="*/ 179 h 193"/>
                  <a:gd name="T6" fmla="*/ 335 w 336"/>
                  <a:gd name="T7" fmla="*/ 73 h 193"/>
                  <a:gd name="T8" fmla="*/ 333 w 336"/>
                  <a:gd name="T9" fmla="*/ 0 h 193"/>
                  <a:gd name="T10" fmla="*/ 3 w 336"/>
                  <a:gd name="T11" fmla="*/ 6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6" h="193">
                    <a:moveTo>
                      <a:pt x="3" y="6"/>
                    </a:moveTo>
                    <a:cubicBezTo>
                      <a:pt x="1" y="41"/>
                      <a:pt x="0" y="79"/>
                      <a:pt x="8" y="93"/>
                    </a:cubicBezTo>
                    <a:cubicBezTo>
                      <a:pt x="38" y="145"/>
                      <a:pt x="130" y="193"/>
                      <a:pt x="186" y="179"/>
                    </a:cubicBezTo>
                    <a:cubicBezTo>
                      <a:pt x="243" y="165"/>
                      <a:pt x="332" y="134"/>
                      <a:pt x="335" y="73"/>
                    </a:cubicBezTo>
                    <a:cubicBezTo>
                      <a:pt x="336" y="57"/>
                      <a:pt x="334" y="28"/>
                      <a:pt x="333" y="0"/>
                    </a:cubicBezTo>
                    <a:cubicBezTo>
                      <a:pt x="228" y="25"/>
                      <a:pt x="113" y="12"/>
                      <a:pt x="3" y="6"/>
                    </a:cubicBezTo>
                    <a:close/>
                  </a:path>
                </a:pathLst>
              </a:custGeom>
              <a:solidFill>
                <a:srgbClr val="BCB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5" name="Freeform: Shape 74"/>
              <p:cNvSpPr/>
              <p:nvPr/>
            </p:nvSpPr>
            <p:spPr bwMode="auto">
              <a:xfrm>
                <a:off x="5711826" y="1068387"/>
                <a:ext cx="574675" cy="225425"/>
              </a:xfrm>
              <a:custGeom>
                <a:avLst/>
                <a:gdLst>
                  <a:gd name="T0" fmla="*/ 152 w 333"/>
                  <a:gd name="T1" fmla="*/ 76 h 130"/>
                  <a:gd name="T2" fmla="*/ 0 w 333"/>
                  <a:gd name="T3" fmla="*/ 0 h 130"/>
                  <a:gd name="T4" fmla="*/ 6 w 333"/>
                  <a:gd name="T5" fmla="*/ 30 h 130"/>
                  <a:gd name="T6" fmla="*/ 184 w 333"/>
                  <a:gd name="T7" fmla="*/ 116 h 130"/>
                  <a:gd name="T8" fmla="*/ 333 w 333"/>
                  <a:gd name="T9" fmla="*/ 10 h 130"/>
                  <a:gd name="T10" fmla="*/ 333 w 333"/>
                  <a:gd name="T11" fmla="*/ 8 h 130"/>
                  <a:gd name="T12" fmla="*/ 180 w 333"/>
                  <a:gd name="T13" fmla="*/ 83 h 130"/>
                  <a:gd name="T14" fmla="*/ 152 w 333"/>
                  <a:gd name="T15" fmla="*/ 76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33" h="130">
                    <a:moveTo>
                      <a:pt x="152" y="76"/>
                    </a:moveTo>
                    <a:cubicBezTo>
                      <a:pt x="108" y="44"/>
                      <a:pt x="60" y="66"/>
                      <a:pt x="0" y="0"/>
                    </a:cubicBezTo>
                    <a:cubicBezTo>
                      <a:pt x="1" y="13"/>
                      <a:pt x="3" y="24"/>
                      <a:pt x="6" y="30"/>
                    </a:cubicBezTo>
                    <a:cubicBezTo>
                      <a:pt x="36" y="82"/>
                      <a:pt x="128" y="130"/>
                      <a:pt x="184" y="116"/>
                    </a:cubicBezTo>
                    <a:cubicBezTo>
                      <a:pt x="241" y="102"/>
                      <a:pt x="330" y="71"/>
                      <a:pt x="333" y="10"/>
                    </a:cubicBezTo>
                    <a:cubicBezTo>
                      <a:pt x="333" y="9"/>
                      <a:pt x="333" y="9"/>
                      <a:pt x="333" y="8"/>
                    </a:cubicBezTo>
                    <a:cubicBezTo>
                      <a:pt x="277" y="12"/>
                      <a:pt x="221" y="43"/>
                      <a:pt x="180" y="83"/>
                    </a:cubicBezTo>
                    <a:cubicBezTo>
                      <a:pt x="171" y="88"/>
                      <a:pt x="160" y="82"/>
                      <a:pt x="152" y="76"/>
                    </a:cubicBezTo>
                    <a:close/>
                  </a:path>
                </a:pathLst>
              </a:custGeom>
              <a:solidFill>
                <a:srgbClr val="AFAF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6" name="Freeform: Shape 75"/>
              <p:cNvSpPr/>
              <p:nvPr/>
            </p:nvSpPr>
            <p:spPr bwMode="auto">
              <a:xfrm>
                <a:off x="5713414" y="960437"/>
                <a:ext cx="571500" cy="76200"/>
              </a:xfrm>
              <a:custGeom>
                <a:avLst/>
                <a:gdLst>
                  <a:gd name="T0" fmla="*/ 331 w 331"/>
                  <a:gd name="T1" fmla="*/ 13 h 44"/>
                  <a:gd name="T2" fmla="*/ 330 w 331"/>
                  <a:gd name="T3" fmla="*/ 0 h 44"/>
                  <a:gd name="T4" fmla="*/ 0 w 331"/>
                  <a:gd name="T5" fmla="*/ 6 h 44"/>
                  <a:gd name="T6" fmla="*/ 0 w 331"/>
                  <a:gd name="T7" fmla="*/ 16 h 44"/>
                  <a:gd name="T8" fmla="*/ 331 w 331"/>
                  <a:gd name="T9" fmla="*/ 1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1" h="44">
                    <a:moveTo>
                      <a:pt x="331" y="13"/>
                    </a:moveTo>
                    <a:cubicBezTo>
                      <a:pt x="331" y="9"/>
                      <a:pt x="330" y="4"/>
                      <a:pt x="330" y="0"/>
                    </a:cubicBezTo>
                    <a:cubicBezTo>
                      <a:pt x="225" y="25"/>
                      <a:pt x="110" y="12"/>
                      <a:pt x="0" y="6"/>
                    </a:cubicBezTo>
                    <a:cubicBezTo>
                      <a:pt x="0" y="10"/>
                      <a:pt x="0" y="13"/>
                      <a:pt x="0" y="16"/>
                    </a:cubicBezTo>
                    <a:cubicBezTo>
                      <a:pt x="108" y="34"/>
                      <a:pt x="224" y="44"/>
                      <a:pt x="331" y="13"/>
                    </a:cubicBezTo>
                    <a:close/>
                  </a:path>
                </a:pathLst>
              </a:custGeom>
              <a:solidFill>
                <a:srgbClr val="B227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7" name="Freeform: Shape 76"/>
              <p:cNvSpPr/>
              <p:nvPr/>
            </p:nvSpPr>
            <p:spPr bwMode="auto">
              <a:xfrm>
                <a:off x="6018214" y="552450"/>
                <a:ext cx="266700" cy="180975"/>
              </a:xfrm>
              <a:custGeom>
                <a:avLst/>
                <a:gdLst>
                  <a:gd name="T0" fmla="*/ 125 w 154"/>
                  <a:gd name="T1" fmla="*/ 4 h 105"/>
                  <a:gd name="T2" fmla="*/ 0 w 154"/>
                  <a:gd name="T3" fmla="*/ 15 h 105"/>
                  <a:gd name="T4" fmla="*/ 16 w 154"/>
                  <a:gd name="T5" fmla="*/ 27 h 105"/>
                  <a:gd name="T6" fmla="*/ 129 w 154"/>
                  <a:gd name="T7" fmla="*/ 56 h 105"/>
                  <a:gd name="T8" fmla="*/ 154 w 154"/>
                  <a:gd name="T9" fmla="*/ 105 h 105"/>
                  <a:gd name="T10" fmla="*/ 150 w 154"/>
                  <a:gd name="T11" fmla="*/ 67 h 105"/>
                  <a:gd name="T12" fmla="*/ 125 w 154"/>
                  <a:gd name="T13" fmla="*/ 4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4" h="105">
                    <a:moveTo>
                      <a:pt x="125" y="4"/>
                    </a:moveTo>
                    <a:cubicBezTo>
                      <a:pt x="118" y="0"/>
                      <a:pt x="57" y="10"/>
                      <a:pt x="0" y="15"/>
                    </a:cubicBezTo>
                    <a:cubicBezTo>
                      <a:pt x="3" y="22"/>
                      <a:pt x="10" y="27"/>
                      <a:pt x="16" y="27"/>
                    </a:cubicBezTo>
                    <a:cubicBezTo>
                      <a:pt x="56" y="30"/>
                      <a:pt x="102" y="15"/>
                      <a:pt x="129" y="56"/>
                    </a:cubicBezTo>
                    <a:cubicBezTo>
                      <a:pt x="140" y="70"/>
                      <a:pt x="149" y="87"/>
                      <a:pt x="154" y="105"/>
                    </a:cubicBezTo>
                    <a:cubicBezTo>
                      <a:pt x="153" y="90"/>
                      <a:pt x="152" y="76"/>
                      <a:pt x="150" y="67"/>
                    </a:cubicBezTo>
                    <a:cubicBezTo>
                      <a:pt x="140" y="26"/>
                      <a:pt x="136" y="9"/>
                      <a:pt x="125" y="4"/>
                    </a:cubicBezTo>
                    <a:close/>
                  </a:path>
                </a:pathLst>
              </a:custGeom>
              <a:solidFill>
                <a:srgbClr val="D8D9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8" name="Freeform: Shape 77"/>
              <p:cNvSpPr/>
              <p:nvPr/>
            </p:nvSpPr>
            <p:spPr bwMode="auto">
              <a:xfrm>
                <a:off x="5775326" y="476250"/>
                <a:ext cx="433388" cy="96838"/>
              </a:xfrm>
              <a:custGeom>
                <a:avLst/>
                <a:gdLst>
                  <a:gd name="T0" fmla="*/ 12 w 251"/>
                  <a:gd name="T1" fmla="*/ 7 h 56"/>
                  <a:gd name="T2" fmla="*/ 8 w 251"/>
                  <a:gd name="T3" fmla="*/ 30 h 56"/>
                  <a:gd name="T4" fmla="*/ 70 w 251"/>
                  <a:gd name="T5" fmla="*/ 53 h 56"/>
                  <a:gd name="T6" fmla="*/ 196 w 251"/>
                  <a:gd name="T7" fmla="*/ 49 h 56"/>
                  <a:gd name="T8" fmla="*/ 245 w 251"/>
                  <a:gd name="T9" fmla="*/ 24 h 56"/>
                  <a:gd name="T10" fmla="*/ 246 w 251"/>
                  <a:gd name="T11" fmla="*/ 4 h 56"/>
                  <a:gd name="T12" fmla="*/ 137 w 251"/>
                  <a:gd name="T13" fmla="*/ 24 h 56"/>
                  <a:gd name="T14" fmla="*/ 12 w 251"/>
                  <a:gd name="T15" fmla="*/ 7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56">
                    <a:moveTo>
                      <a:pt x="12" y="7"/>
                    </a:moveTo>
                    <a:cubicBezTo>
                      <a:pt x="0" y="13"/>
                      <a:pt x="3" y="24"/>
                      <a:pt x="8" y="30"/>
                    </a:cubicBezTo>
                    <a:cubicBezTo>
                      <a:pt x="13" y="36"/>
                      <a:pt x="35" y="49"/>
                      <a:pt x="70" y="53"/>
                    </a:cubicBezTo>
                    <a:cubicBezTo>
                      <a:pt x="105" y="56"/>
                      <a:pt x="177" y="53"/>
                      <a:pt x="196" y="49"/>
                    </a:cubicBezTo>
                    <a:cubicBezTo>
                      <a:pt x="224" y="42"/>
                      <a:pt x="239" y="33"/>
                      <a:pt x="245" y="24"/>
                    </a:cubicBezTo>
                    <a:cubicBezTo>
                      <a:pt x="249" y="19"/>
                      <a:pt x="251" y="8"/>
                      <a:pt x="246" y="4"/>
                    </a:cubicBezTo>
                    <a:cubicBezTo>
                      <a:pt x="241" y="0"/>
                      <a:pt x="199" y="24"/>
                      <a:pt x="137" y="24"/>
                    </a:cubicBezTo>
                    <a:cubicBezTo>
                      <a:pt x="37" y="23"/>
                      <a:pt x="16" y="6"/>
                      <a:pt x="12" y="7"/>
                    </a:cubicBezTo>
                    <a:close/>
                  </a:path>
                </a:pathLst>
              </a:custGeom>
              <a:solidFill>
                <a:srgbClr val="787C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9" name="Freeform: Shape 78"/>
              <p:cNvSpPr/>
              <p:nvPr/>
            </p:nvSpPr>
            <p:spPr bwMode="auto">
              <a:xfrm>
                <a:off x="5788026" y="514350"/>
                <a:ext cx="414338" cy="58738"/>
              </a:xfrm>
              <a:custGeom>
                <a:avLst/>
                <a:gdLst>
                  <a:gd name="T0" fmla="*/ 191 w 240"/>
                  <a:gd name="T1" fmla="*/ 22 h 34"/>
                  <a:gd name="T2" fmla="*/ 60 w 240"/>
                  <a:gd name="T3" fmla="*/ 26 h 34"/>
                  <a:gd name="T4" fmla="*/ 0 w 240"/>
                  <a:gd name="T5" fmla="*/ 7 h 34"/>
                  <a:gd name="T6" fmla="*/ 1 w 240"/>
                  <a:gd name="T7" fmla="*/ 8 h 34"/>
                  <a:gd name="T8" fmla="*/ 63 w 240"/>
                  <a:gd name="T9" fmla="*/ 31 h 34"/>
                  <a:gd name="T10" fmla="*/ 189 w 240"/>
                  <a:gd name="T11" fmla="*/ 27 h 34"/>
                  <a:gd name="T12" fmla="*/ 238 w 240"/>
                  <a:gd name="T13" fmla="*/ 2 h 34"/>
                  <a:gd name="T14" fmla="*/ 240 w 240"/>
                  <a:gd name="T15" fmla="*/ 0 h 34"/>
                  <a:gd name="T16" fmla="*/ 191 w 240"/>
                  <a:gd name="T17" fmla="*/ 2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0" h="34">
                    <a:moveTo>
                      <a:pt x="191" y="22"/>
                    </a:moveTo>
                    <a:cubicBezTo>
                      <a:pt x="170" y="27"/>
                      <a:pt x="97" y="29"/>
                      <a:pt x="60" y="26"/>
                    </a:cubicBezTo>
                    <a:cubicBezTo>
                      <a:pt x="31" y="23"/>
                      <a:pt x="10" y="14"/>
                      <a:pt x="0" y="7"/>
                    </a:cubicBezTo>
                    <a:cubicBezTo>
                      <a:pt x="0" y="8"/>
                      <a:pt x="1" y="8"/>
                      <a:pt x="1" y="8"/>
                    </a:cubicBezTo>
                    <a:cubicBezTo>
                      <a:pt x="6" y="14"/>
                      <a:pt x="28" y="27"/>
                      <a:pt x="63" y="31"/>
                    </a:cubicBezTo>
                    <a:cubicBezTo>
                      <a:pt x="98" y="34"/>
                      <a:pt x="170" y="31"/>
                      <a:pt x="189" y="27"/>
                    </a:cubicBezTo>
                    <a:cubicBezTo>
                      <a:pt x="217" y="20"/>
                      <a:pt x="232" y="11"/>
                      <a:pt x="238" y="2"/>
                    </a:cubicBezTo>
                    <a:cubicBezTo>
                      <a:pt x="239" y="2"/>
                      <a:pt x="239" y="1"/>
                      <a:pt x="240" y="0"/>
                    </a:cubicBezTo>
                    <a:cubicBezTo>
                      <a:pt x="232" y="8"/>
                      <a:pt x="217" y="16"/>
                      <a:pt x="191" y="22"/>
                    </a:cubicBezTo>
                    <a:close/>
                  </a:path>
                </a:pathLst>
              </a:custGeom>
              <a:solidFill>
                <a:srgbClr val="5354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0" name="Freeform: Shape 79"/>
              <p:cNvSpPr/>
              <p:nvPr/>
            </p:nvSpPr>
            <p:spPr bwMode="auto">
              <a:xfrm>
                <a:off x="5788026" y="484187"/>
                <a:ext cx="412750" cy="53975"/>
              </a:xfrm>
              <a:custGeom>
                <a:avLst/>
                <a:gdLst>
                  <a:gd name="T0" fmla="*/ 191 w 239"/>
                  <a:gd name="T1" fmla="*/ 21 h 32"/>
                  <a:gd name="T2" fmla="*/ 60 w 239"/>
                  <a:gd name="T3" fmla="*/ 24 h 32"/>
                  <a:gd name="T4" fmla="*/ 0 w 239"/>
                  <a:gd name="T5" fmla="*/ 7 h 32"/>
                  <a:gd name="T6" fmla="*/ 0 w 239"/>
                  <a:gd name="T7" fmla="*/ 7 h 32"/>
                  <a:gd name="T8" fmla="*/ 63 w 239"/>
                  <a:gd name="T9" fmla="*/ 28 h 32"/>
                  <a:gd name="T10" fmla="*/ 189 w 239"/>
                  <a:gd name="T11" fmla="*/ 25 h 32"/>
                  <a:gd name="T12" fmla="*/ 238 w 239"/>
                  <a:gd name="T13" fmla="*/ 2 h 32"/>
                  <a:gd name="T14" fmla="*/ 239 w 239"/>
                  <a:gd name="T15" fmla="*/ 0 h 32"/>
                  <a:gd name="T16" fmla="*/ 191 w 239"/>
                  <a:gd name="T1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32">
                    <a:moveTo>
                      <a:pt x="191" y="21"/>
                    </a:moveTo>
                    <a:cubicBezTo>
                      <a:pt x="170" y="25"/>
                      <a:pt x="96" y="27"/>
                      <a:pt x="60" y="24"/>
                    </a:cubicBezTo>
                    <a:cubicBezTo>
                      <a:pt x="30" y="21"/>
                      <a:pt x="10" y="1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5" y="12"/>
                      <a:pt x="28" y="25"/>
                      <a:pt x="63" y="28"/>
                    </a:cubicBezTo>
                    <a:cubicBezTo>
                      <a:pt x="98" y="32"/>
                      <a:pt x="169" y="29"/>
                      <a:pt x="189" y="25"/>
                    </a:cubicBezTo>
                    <a:cubicBezTo>
                      <a:pt x="217" y="18"/>
                      <a:pt x="231" y="10"/>
                      <a:pt x="238" y="2"/>
                    </a:cubicBezTo>
                    <a:cubicBezTo>
                      <a:pt x="238" y="1"/>
                      <a:pt x="239" y="1"/>
                      <a:pt x="239" y="0"/>
                    </a:cubicBezTo>
                    <a:cubicBezTo>
                      <a:pt x="232" y="7"/>
                      <a:pt x="217" y="15"/>
                      <a:pt x="191" y="21"/>
                    </a:cubicBezTo>
                    <a:close/>
                  </a:path>
                </a:pathLst>
              </a:custGeom>
              <a:solidFill>
                <a:srgbClr val="A4A4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1" name="Freeform: Shape 80"/>
              <p:cNvSpPr/>
              <p:nvPr/>
            </p:nvSpPr>
            <p:spPr bwMode="auto">
              <a:xfrm>
                <a:off x="5816601" y="612775"/>
                <a:ext cx="369888" cy="261938"/>
              </a:xfrm>
              <a:custGeom>
                <a:avLst/>
                <a:gdLst>
                  <a:gd name="T0" fmla="*/ 114 w 214"/>
                  <a:gd name="T1" fmla="*/ 4 h 152"/>
                  <a:gd name="T2" fmla="*/ 17 w 214"/>
                  <a:gd name="T3" fmla="*/ 15 h 152"/>
                  <a:gd name="T4" fmla="*/ 10 w 214"/>
                  <a:gd name="T5" fmla="*/ 87 h 152"/>
                  <a:gd name="T6" fmla="*/ 55 w 214"/>
                  <a:gd name="T7" fmla="*/ 151 h 152"/>
                  <a:gd name="T8" fmla="*/ 176 w 214"/>
                  <a:gd name="T9" fmla="*/ 147 h 152"/>
                  <a:gd name="T10" fmla="*/ 212 w 214"/>
                  <a:gd name="T11" fmla="*/ 80 h 152"/>
                  <a:gd name="T12" fmla="*/ 187 w 214"/>
                  <a:gd name="T13" fmla="*/ 3 h 152"/>
                  <a:gd name="T14" fmla="*/ 114 w 214"/>
                  <a:gd name="T15" fmla="*/ 4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4" h="152">
                    <a:moveTo>
                      <a:pt x="114" y="4"/>
                    </a:moveTo>
                    <a:cubicBezTo>
                      <a:pt x="76" y="4"/>
                      <a:pt x="26" y="0"/>
                      <a:pt x="17" y="15"/>
                    </a:cubicBezTo>
                    <a:cubicBezTo>
                      <a:pt x="8" y="30"/>
                      <a:pt x="10" y="64"/>
                      <a:pt x="10" y="87"/>
                    </a:cubicBezTo>
                    <a:cubicBezTo>
                      <a:pt x="11" y="109"/>
                      <a:pt x="0" y="152"/>
                      <a:pt x="55" y="151"/>
                    </a:cubicBezTo>
                    <a:cubicBezTo>
                      <a:pt x="115" y="150"/>
                      <a:pt x="160" y="151"/>
                      <a:pt x="176" y="147"/>
                    </a:cubicBezTo>
                    <a:cubicBezTo>
                      <a:pt x="192" y="144"/>
                      <a:pt x="214" y="142"/>
                      <a:pt x="212" y="80"/>
                    </a:cubicBezTo>
                    <a:cubicBezTo>
                      <a:pt x="210" y="18"/>
                      <a:pt x="209" y="6"/>
                      <a:pt x="187" y="3"/>
                    </a:cubicBezTo>
                    <a:cubicBezTo>
                      <a:pt x="165" y="1"/>
                      <a:pt x="132" y="3"/>
                      <a:pt x="114" y="4"/>
                    </a:cubicBezTo>
                    <a:close/>
                  </a:path>
                </a:pathLst>
              </a:custGeom>
              <a:solidFill>
                <a:srgbClr val="7B7B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2" name="Freeform: Shape 81"/>
              <p:cNvSpPr/>
              <p:nvPr/>
            </p:nvSpPr>
            <p:spPr bwMode="auto">
              <a:xfrm>
                <a:off x="5829301" y="612775"/>
                <a:ext cx="357188" cy="254000"/>
              </a:xfrm>
              <a:custGeom>
                <a:avLst/>
                <a:gdLst>
                  <a:gd name="T0" fmla="*/ 110 w 207"/>
                  <a:gd name="T1" fmla="*/ 4 h 147"/>
                  <a:gd name="T2" fmla="*/ 16 w 207"/>
                  <a:gd name="T3" fmla="*/ 15 h 147"/>
                  <a:gd name="T4" fmla="*/ 10 w 207"/>
                  <a:gd name="T5" fmla="*/ 84 h 147"/>
                  <a:gd name="T6" fmla="*/ 53 w 207"/>
                  <a:gd name="T7" fmla="*/ 147 h 147"/>
                  <a:gd name="T8" fmla="*/ 170 w 207"/>
                  <a:gd name="T9" fmla="*/ 143 h 147"/>
                  <a:gd name="T10" fmla="*/ 205 w 207"/>
                  <a:gd name="T11" fmla="*/ 78 h 147"/>
                  <a:gd name="T12" fmla="*/ 181 w 207"/>
                  <a:gd name="T13" fmla="*/ 3 h 147"/>
                  <a:gd name="T14" fmla="*/ 110 w 207"/>
                  <a:gd name="T15" fmla="*/ 4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7" h="147">
                    <a:moveTo>
                      <a:pt x="110" y="4"/>
                    </a:moveTo>
                    <a:cubicBezTo>
                      <a:pt x="73" y="4"/>
                      <a:pt x="24" y="0"/>
                      <a:pt x="16" y="15"/>
                    </a:cubicBezTo>
                    <a:cubicBezTo>
                      <a:pt x="8" y="30"/>
                      <a:pt x="10" y="62"/>
                      <a:pt x="10" y="84"/>
                    </a:cubicBezTo>
                    <a:cubicBezTo>
                      <a:pt x="10" y="106"/>
                      <a:pt x="0" y="147"/>
                      <a:pt x="53" y="147"/>
                    </a:cubicBezTo>
                    <a:cubicBezTo>
                      <a:pt x="111" y="146"/>
                      <a:pt x="154" y="146"/>
                      <a:pt x="170" y="143"/>
                    </a:cubicBezTo>
                    <a:cubicBezTo>
                      <a:pt x="186" y="139"/>
                      <a:pt x="207" y="138"/>
                      <a:pt x="205" y="78"/>
                    </a:cubicBezTo>
                    <a:cubicBezTo>
                      <a:pt x="203" y="18"/>
                      <a:pt x="202" y="6"/>
                      <a:pt x="181" y="3"/>
                    </a:cubicBezTo>
                    <a:cubicBezTo>
                      <a:pt x="160" y="1"/>
                      <a:pt x="128" y="3"/>
                      <a:pt x="110" y="4"/>
                    </a:cubicBezTo>
                    <a:close/>
                  </a:path>
                </a:pathLst>
              </a:custGeom>
              <a:solidFill>
                <a:srgbClr val="A1A1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3" name="Freeform: Shape 82"/>
              <p:cNvSpPr/>
              <p:nvPr/>
            </p:nvSpPr>
            <p:spPr bwMode="auto">
              <a:xfrm>
                <a:off x="5859464" y="628650"/>
                <a:ext cx="311150" cy="222250"/>
              </a:xfrm>
              <a:custGeom>
                <a:avLst/>
                <a:gdLst>
                  <a:gd name="T0" fmla="*/ 96 w 180"/>
                  <a:gd name="T1" fmla="*/ 3 h 129"/>
                  <a:gd name="T2" fmla="*/ 14 w 180"/>
                  <a:gd name="T3" fmla="*/ 13 h 129"/>
                  <a:gd name="T4" fmla="*/ 8 w 180"/>
                  <a:gd name="T5" fmla="*/ 74 h 129"/>
                  <a:gd name="T6" fmla="*/ 46 w 180"/>
                  <a:gd name="T7" fmla="*/ 128 h 129"/>
                  <a:gd name="T8" fmla="*/ 148 w 180"/>
                  <a:gd name="T9" fmla="*/ 125 h 129"/>
                  <a:gd name="T10" fmla="*/ 178 w 180"/>
                  <a:gd name="T11" fmla="*/ 68 h 129"/>
                  <a:gd name="T12" fmla="*/ 157 w 180"/>
                  <a:gd name="T13" fmla="*/ 3 h 129"/>
                  <a:gd name="T14" fmla="*/ 96 w 180"/>
                  <a:gd name="T15" fmla="*/ 3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0" h="129">
                    <a:moveTo>
                      <a:pt x="96" y="3"/>
                    </a:moveTo>
                    <a:cubicBezTo>
                      <a:pt x="64" y="4"/>
                      <a:pt x="21" y="0"/>
                      <a:pt x="14" y="13"/>
                    </a:cubicBezTo>
                    <a:cubicBezTo>
                      <a:pt x="7" y="26"/>
                      <a:pt x="8" y="54"/>
                      <a:pt x="8" y="74"/>
                    </a:cubicBezTo>
                    <a:cubicBezTo>
                      <a:pt x="8" y="93"/>
                      <a:pt x="0" y="129"/>
                      <a:pt x="46" y="128"/>
                    </a:cubicBezTo>
                    <a:cubicBezTo>
                      <a:pt x="96" y="127"/>
                      <a:pt x="134" y="128"/>
                      <a:pt x="148" y="125"/>
                    </a:cubicBezTo>
                    <a:cubicBezTo>
                      <a:pt x="162" y="122"/>
                      <a:pt x="180" y="120"/>
                      <a:pt x="178" y="68"/>
                    </a:cubicBezTo>
                    <a:cubicBezTo>
                      <a:pt x="177" y="16"/>
                      <a:pt x="176" y="5"/>
                      <a:pt x="157" y="3"/>
                    </a:cubicBezTo>
                    <a:cubicBezTo>
                      <a:pt x="139" y="2"/>
                      <a:pt x="111" y="3"/>
                      <a:pt x="96" y="3"/>
                    </a:cubicBezTo>
                    <a:close/>
                  </a:path>
                </a:pathLst>
              </a:custGeom>
              <a:solidFill>
                <a:srgbClr val="BBBC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4" name="Freeform: Shape 83"/>
              <p:cNvSpPr/>
              <p:nvPr/>
            </p:nvSpPr>
            <p:spPr bwMode="auto">
              <a:xfrm>
                <a:off x="5886451" y="631825"/>
                <a:ext cx="263525" cy="84138"/>
              </a:xfrm>
              <a:custGeom>
                <a:avLst/>
                <a:gdLst>
                  <a:gd name="T0" fmla="*/ 137 w 153"/>
                  <a:gd name="T1" fmla="*/ 6 h 49"/>
                  <a:gd name="T2" fmla="*/ 81 w 153"/>
                  <a:gd name="T3" fmla="*/ 6 h 49"/>
                  <a:gd name="T4" fmla="*/ 6 w 153"/>
                  <a:gd name="T5" fmla="*/ 14 h 49"/>
                  <a:gd name="T6" fmla="*/ 0 w 153"/>
                  <a:gd name="T7" fmla="*/ 49 h 49"/>
                  <a:gd name="T8" fmla="*/ 30 w 153"/>
                  <a:gd name="T9" fmla="*/ 23 h 49"/>
                  <a:gd name="T10" fmla="*/ 153 w 153"/>
                  <a:gd name="T11" fmla="*/ 22 h 49"/>
                  <a:gd name="T12" fmla="*/ 137 w 153"/>
                  <a:gd name="T13" fmla="*/ 6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3" h="49">
                    <a:moveTo>
                      <a:pt x="137" y="6"/>
                    </a:moveTo>
                    <a:cubicBezTo>
                      <a:pt x="120" y="4"/>
                      <a:pt x="95" y="6"/>
                      <a:pt x="81" y="6"/>
                    </a:cubicBezTo>
                    <a:cubicBezTo>
                      <a:pt x="51" y="6"/>
                      <a:pt x="12" y="3"/>
                      <a:pt x="6" y="14"/>
                    </a:cubicBezTo>
                    <a:cubicBezTo>
                      <a:pt x="1" y="22"/>
                      <a:pt x="0" y="36"/>
                      <a:pt x="0" y="49"/>
                    </a:cubicBezTo>
                    <a:cubicBezTo>
                      <a:pt x="6" y="35"/>
                      <a:pt x="14" y="24"/>
                      <a:pt x="30" y="23"/>
                    </a:cubicBezTo>
                    <a:cubicBezTo>
                      <a:pt x="69" y="22"/>
                      <a:pt x="121" y="0"/>
                      <a:pt x="153" y="22"/>
                    </a:cubicBezTo>
                    <a:cubicBezTo>
                      <a:pt x="151" y="10"/>
                      <a:pt x="146" y="7"/>
                      <a:pt x="137" y="6"/>
                    </a:cubicBezTo>
                    <a:close/>
                  </a:path>
                </a:pathLst>
              </a:custGeom>
              <a:solidFill>
                <a:srgbClr val="D8D9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5" name="Freeform: Shape 84"/>
              <p:cNvSpPr/>
              <p:nvPr/>
            </p:nvSpPr>
            <p:spPr bwMode="auto">
              <a:xfrm>
                <a:off x="5913439" y="655637"/>
                <a:ext cx="80963" cy="82550"/>
              </a:xfrm>
              <a:custGeom>
                <a:avLst/>
                <a:gdLst>
                  <a:gd name="T0" fmla="*/ 47 w 47"/>
                  <a:gd name="T1" fmla="*/ 24 h 48"/>
                  <a:gd name="T2" fmla="*/ 23 w 47"/>
                  <a:gd name="T3" fmla="*/ 48 h 48"/>
                  <a:gd name="T4" fmla="*/ 0 w 47"/>
                  <a:gd name="T5" fmla="*/ 24 h 48"/>
                  <a:gd name="T6" fmla="*/ 24 w 47"/>
                  <a:gd name="T7" fmla="*/ 0 h 48"/>
                  <a:gd name="T8" fmla="*/ 47 w 47"/>
                  <a:gd name="T9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48">
                    <a:moveTo>
                      <a:pt x="47" y="24"/>
                    </a:moveTo>
                    <a:cubicBezTo>
                      <a:pt x="47" y="38"/>
                      <a:pt x="36" y="48"/>
                      <a:pt x="23" y="48"/>
                    </a:cubicBezTo>
                    <a:cubicBezTo>
                      <a:pt x="10" y="47"/>
                      <a:pt x="0" y="37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7" y="1"/>
                      <a:pt x="47" y="11"/>
                      <a:pt x="47" y="24"/>
                    </a:cubicBezTo>
                    <a:close/>
                  </a:path>
                </a:pathLst>
              </a:custGeom>
              <a:solidFill>
                <a:srgbClr val="8917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6" name="Freeform: Shape 85"/>
              <p:cNvSpPr/>
              <p:nvPr/>
            </p:nvSpPr>
            <p:spPr bwMode="auto">
              <a:xfrm>
                <a:off x="5921376" y="661987"/>
                <a:ext cx="71438" cy="68263"/>
              </a:xfrm>
              <a:custGeom>
                <a:avLst/>
                <a:gdLst>
                  <a:gd name="T0" fmla="*/ 40 w 41"/>
                  <a:gd name="T1" fmla="*/ 20 h 40"/>
                  <a:gd name="T2" fmla="*/ 20 w 41"/>
                  <a:gd name="T3" fmla="*/ 40 h 40"/>
                  <a:gd name="T4" fmla="*/ 0 w 41"/>
                  <a:gd name="T5" fmla="*/ 20 h 40"/>
                  <a:gd name="T6" fmla="*/ 21 w 41"/>
                  <a:gd name="T7" fmla="*/ 0 h 40"/>
                  <a:gd name="T8" fmla="*/ 40 w 41"/>
                  <a:gd name="T9" fmla="*/ 2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40">
                    <a:moveTo>
                      <a:pt x="40" y="20"/>
                    </a:moveTo>
                    <a:cubicBezTo>
                      <a:pt x="40" y="32"/>
                      <a:pt x="31" y="40"/>
                      <a:pt x="20" y="40"/>
                    </a:cubicBez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10" y="0"/>
                      <a:pt x="21" y="0"/>
                    </a:cubicBezTo>
                    <a:cubicBezTo>
                      <a:pt x="32" y="0"/>
                      <a:pt x="41" y="9"/>
                      <a:pt x="40" y="20"/>
                    </a:cubicBezTo>
                    <a:close/>
                  </a:path>
                </a:pathLst>
              </a:custGeom>
              <a:solidFill>
                <a:srgbClr val="B227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7" name="Freeform: Shape 86"/>
              <p:cNvSpPr/>
              <p:nvPr/>
            </p:nvSpPr>
            <p:spPr bwMode="auto">
              <a:xfrm>
                <a:off x="5924551" y="765175"/>
                <a:ext cx="63500" cy="61913"/>
              </a:xfrm>
              <a:custGeom>
                <a:avLst/>
                <a:gdLst>
                  <a:gd name="T0" fmla="*/ 37 w 37"/>
                  <a:gd name="T1" fmla="*/ 18 h 36"/>
                  <a:gd name="T2" fmla="*/ 18 w 37"/>
                  <a:gd name="T3" fmla="*/ 36 h 36"/>
                  <a:gd name="T4" fmla="*/ 1 w 37"/>
                  <a:gd name="T5" fmla="*/ 17 h 36"/>
                  <a:gd name="T6" fmla="*/ 19 w 37"/>
                  <a:gd name="T7" fmla="*/ 0 h 36"/>
                  <a:gd name="T8" fmla="*/ 37 w 37"/>
                  <a:gd name="T9" fmla="*/ 18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36">
                    <a:moveTo>
                      <a:pt x="37" y="18"/>
                    </a:moveTo>
                    <a:cubicBezTo>
                      <a:pt x="36" y="28"/>
                      <a:pt x="28" y="36"/>
                      <a:pt x="18" y="36"/>
                    </a:cubicBezTo>
                    <a:cubicBezTo>
                      <a:pt x="8" y="36"/>
                      <a:pt x="0" y="27"/>
                      <a:pt x="1" y="17"/>
                    </a:cubicBezTo>
                    <a:cubicBezTo>
                      <a:pt x="1" y="7"/>
                      <a:pt x="9" y="0"/>
                      <a:pt x="19" y="0"/>
                    </a:cubicBezTo>
                    <a:cubicBezTo>
                      <a:pt x="29" y="0"/>
                      <a:pt x="37" y="8"/>
                      <a:pt x="37" y="18"/>
                    </a:cubicBezTo>
                    <a:close/>
                  </a:path>
                </a:pathLst>
              </a:custGeom>
              <a:solidFill>
                <a:srgbClr val="8917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8" name="Freeform: Shape 87"/>
              <p:cNvSpPr/>
              <p:nvPr/>
            </p:nvSpPr>
            <p:spPr bwMode="auto">
              <a:xfrm>
                <a:off x="5935664" y="768350"/>
                <a:ext cx="52388" cy="52388"/>
              </a:xfrm>
              <a:custGeom>
                <a:avLst/>
                <a:gdLst>
                  <a:gd name="T0" fmla="*/ 29 w 30"/>
                  <a:gd name="T1" fmla="*/ 16 h 30"/>
                  <a:gd name="T2" fmla="*/ 14 w 30"/>
                  <a:gd name="T3" fmla="*/ 30 h 30"/>
                  <a:gd name="T4" fmla="*/ 0 w 30"/>
                  <a:gd name="T5" fmla="*/ 15 h 30"/>
                  <a:gd name="T6" fmla="*/ 15 w 30"/>
                  <a:gd name="T7" fmla="*/ 1 h 30"/>
                  <a:gd name="T8" fmla="*/ 29 w 30"/>
                  <a:gd name="T9" fmla="*/ 1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0">
                    <a:moveTo>
                      <a:pt x="29" y="16"/>
                    </a:moveTo>
                    <a:cubicBezTo>
                      <a:pt x="29" y="24"/>
                      <a:pt x="23" y="30"/>
                      <a:pt x="14" y="30"/>
                    </a:cubicBezTo>
                    <a:cubicBezTo>
                      <a:pt x="6" y="30"/>
                      <a:pt x="0" y="23"/>
                      <a:pt x="0" y="15"/>
                    </a:cubicBezTo>
                    <a:cubicBezTo>
                      <a:pt x="0" y="7"/>
                      <a:pt x="7" y="0"/>
                      <a:pt x="15" y="1"/>
                    </a:cubicBezTo>
                    <a:cubicBezTo>
                      <a:pt x="23" y="1"/>
                      <a:pt x="30" y="7"/>
                      <a:pt x="29" y="16"/>
                    </a:cubicBezTo>
                    <a:close/>
                  </a:path>
                </a:pathLst>
              </a:custGeom>
              <a:solidFill>
                <a:srgbClr val="B227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9" name="Freeform: Shape 88"/>
              <p:cNvSpPr/>
              <p:nvPr/>
            </p:nvSpPr>
            <p:spPr bwMode="auto">
              <a:xfrm>
                <a:off x="6061076" y="671512"/>
                <a:ext cx="92075" cy="34925"/>
              </a:xfrm>
              <a:custGeom>
                <a:avLst/>
                <a:gdLst>
                  <a:gd name="T0" fmla="*/ 54 w 54"/>
                  <a:gd name="T1" fmla="*/ 10 h 20"/>
                  <a:gd name="T2" fmla="*/ 44 w 54"/>
                  <a:gd name="T3" fmla="*/ 20 h 20"/>
                  <a:gd name="T4" fmla="*/ 10 w 54"/>
                  <a:gd name="T5" fmla="*/ 20 h 20"/>
                  <a:gd name="T6" fmla="*/ 0 w 54"/>
                  <a:gd name="T7" fmla="*/ 10 h 20"/>
                  <a:gd name="T8" fmla="*/ 0 w 54"/>
                  <a:gd name="T9" fmla="*/ 10 h 20"/>
                  <a:gd name="T10" fmla="*/ 10 w 54"/>
                  <a:gd name="T11" fmla="*/ 1 h 20"/>
                  <a:gd name="T12" fmla="*/ 44 w 54"/>
                  <a:gd name="T13" fmla="*/ 0 h 20"/>
                  <a:gd name="T14" fmla="*/ 54 w 54"/>
                  <a:gd name="T15" fmla="*/ 1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4" h="20">
                    <a:moveTo>
                      <a:pt x="54" y="10"/>
                    </a:moveTo>
                    <a:cubicBezTo>
                      <a:pt x="54" y="16"/>
                      <a:pt x="49" y="20"/>
                      <a:pt x="44" y="20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4" y="20"/>
                      <a:pt x="0" y="16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5"/>
                      <a:pt x="4" y="1"/>
                      <a:pt x="10" y="1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9" y="0"/>
                      <a:pt x="53" y="5"/>
                      <a:pt x="54" y="10"/>
                    </a:cubicBezTo>
                    <a:close/>
                  </a:path>
                </a:pathLst>
              </a:custGeom>
              <a:solidFill>
                <a:srgbClr val="B227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0" name="Freeform: Shape 89"/>
              <p:cNvSpPr/>
              <p:nvPr/>
            </p:nvSpPr>
            <p:spPr bwMode="auto">
              <a:xfrm>
                <a:off x="6061076" y="735012"/>
                <a:ext cx="92075" cy="34925"/>
              </a:xfrm>
              <a:custGeom>
                <a:avLst/>
                <a:gdLst>
                  <a:gd name="T0" fmla="*/ 54 w 54"/>
                  <a:gd name="T1" fmla="*/ 10 h 20"/>
                  <a:gd name="T2" fmla="*/ 44 w 54"/>
                  <a:gd name="T3" fmla="*/ 20 h 20"/>
                  <a:gd name="T4" fmla="*/ 10 w 54"/>
                  <a:gd name="T5" fmla="*/ 20 h 20"/>
                  <a:gd name="T6" fmla="*/ 0 w 54"/>
                  <a:gd name="T7" fmla="*/ 10 h 20"/>
                  <a:gd name="T8" fmla="*/ 0 w 54"/>
                  <a:gd name="T9" fmla="*/ 10 h 20"/>
                  <a:gd name="T10" fmla="*/ 10 w 54"/>
                  <a:gd name="T11" fmla="*/ 1 h 20"/>
                  <a:gd name="T12" fmla="*/ 44 w 54"/>
                  <a:gd name="T13" fmla="*/ 0 h 20"/>
                  <a:gd name="T14" fmla="*/ 54 w 54"/>
                  <a:gd name="T15" fmla="*/ 1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4" h="20">
                    <a:moveTo>
                      <a:pt x="54" y="10"/>
                    </a:moveTo>
                    <a:cubicBezTo>
                      <a:pt x="54" y="15"/>
                      <a:pt x="49" y="20"/>
                      <a:pt x="44" y="20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4" y="20"/>
                      <a:pt x="0" y="16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5"/>
                      <a:pt x="4" y="1"/>
                      <a:pt x="10" y="1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9" y="0"/>
                      <a:pt x="54" y="5"/>
                      <a:pt x="54" y="10"/>
                    </a:cubicBezTo>
                    <a:close/>
                  </a:path>
                </a:pathLst>
              </a:custGeom>
              <a:solidFill>
                <a:srgbClr val="6D6E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1" name="Freeform: Shape 90"/>
              <p:cNvSpPr/>
              <p:nvPr/>
            </p:nvSpPr>
            <p:spPr bwMode="auto">
              <a:xfrm>
                <a:off x="6084889" y="1787525"/>
                <a:ext cx="271463" cy="122238"/>
              </a:xfrm>
              <a:custGeom>
                <a:avLst/>
                <a:gdLst>
                  <a:gd name="T0" fmla="*/ 3 w 157"/>
                  <a:gd name="T1" fmla="*/ 0 h 71"/>
                  <a:gd name="T2" fmla="*/ 4 w 157"/>
                  <a:gd name="T3" fmla="*/ 34 h 71"/>
                  <a:gd name="T4" fmla="*/ 84 w 157"/>
                  <a:gd name="T5" fmla="*/ 71 h 71"/>
                  <a:gd name="T6" fmla="*/ 155 w 157"/>
                  <a:gd name="T7" fmla="*/ 40 h 71"/>
                  <a:gd name="T8" fmla="*/ 147 w 157"/>
                  <a:gd name="T9" fmla="*/ 1 h 71"/>
                  <a:gd name="T10" fmla="*/ 3 w 157"/>
                  <a:gd name="T11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7" h="71">
                    <a:moveTo>
                      <a:pt x="3" y="0"/>
                    </a:moveTo>
                    <a:cubicBezTo>
                      <a:pt x="3" y="0"/>
                      <a:pt x="0" y="17"/>
                      <a:pt x="4" y="34"/>
                    </a:cubicBezTo>
                    <a:cubicBezTo>
                      <a:pt x="7" y="51"/>
                      <a:pt x="39" y="71"/>
                      <a:pt x="84" y="71"/>
                    </a:cubicBezTo>
                    <a:cubicBezTo>
                      <a:pt x="130" y="71"/>
                      <a:pt x="152" y="59"/>
                      <a:pt x="155" y="40"/>
                    </a:cubicBezTo>
                    <a:cubicBezTo>
                      <a:pt x="157" y="21"/>
                      <a:pt x="147" y="1"/>
                      <a:pt x="147" y="1"/>
                    </a:cubicBez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787C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2" name="Freeform: Shape 91"/>
              <p:cNvSpPr/>
              <p:nvPr/>
            </p:nvSpPr>
            <p:spPr bwMode="auto">
              <a:xfrm>
                <a:off x="6022976" y="1112837"/>
                <a:ext cx="339725" cy="776288"/>
              </a:xfrm>
              <a:custGeom>
                <a:avLst/>
                <a:gdLst>
                  <a:gd name="T0" fmla="*/ 141 w 197"/>
                  <a:gd name="T1" fmla="*/ 0 h 449"/>
                  <a:gd name="T2" fmla="*/ 151 w 197"/>
                  <a:gd name="T3" fmla="*/ 201 h 449"/>
                  <a:gd name="T4" fmla="*/ 162 w 197"/>
                  <a:gd name="T5" fmla="*/ 345 h 449"/>
                  <a:gd name="T6" fmla="*/ 187 w 197"/>
                  <a:gd name="T7" fmla="*/ 414 h 449"/>
                  <a:gd name="T8" fmla="*/ 45 w 197"/>
                  <a:gd name="T9" fmla="*/ 413 h 449"/>
                  <a:gd name="T10" fmla="*/ 44 w 197"/>
                  <a:gd name="T11" fmla="*/ 342 h 449"/>
                  <a:gd name="T12" fmla="*/ 0 w 197"/>
                  <a:gd name="T13" fmla="*/ 72 h 449"/>
                  <a:gd name="T14" fmla="*/ 141 w 197"/>
                  <a:gd name="T15" fmla="*/ 0 h 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7" h="449">
                    <a:moveTo>
                      <a:pt x="141" y="0"/>
                    </a:moveTo>
                    <a:cubicBezTo>
                      <a:pt x="141" y="0"/>
                      <a:pt x="149" y="70"/>
                      <a:pt x="151" y="201"/>
                    </a:cubicBezTo>
                    <a:cubicBezTo>
                      <a:pt x="152" y="332"/>
                      <a:pt x="162" y="345"/>
                      <a:pt x="162" y="345"/>
                    </a:cubicBezTo>
                    <a:cubicBezTo>
                      <a:pt x="162" y="345"/>
                      <a:pt x="197" y="380"/>
                      <a:pt x="187" y="414"/>
                    </a:cubicBezTo>
                    <a:cubicBezTo>
                      <a:pt x="178" y="448"/>
                      <a:pt x="66" y="449"/>
                      <a:pt x="45" y="413"/>
                    </a:cubicBezTo>
                    <a:cubicBezTo>
                      <a:pt x="24" y="377"/>
                      <a:pt x="43" y="350"/>
                      <a:pt x="44" y="342"/>
                    </a:cubicBezTo>
                    <a:cubicBezTo>
                      <a:pt x="46" y="335"/>
                      <a:pt x="35" y="188"/>
                      <a:pt x="0" y="72"/>
                    </a:cubicBezTo>
                    <a:lnTo>
                      <a:pt x="141" y="0"/>
                    </a:lnTo>
                    <a:close/>
                  </a:path>
                </a:pathLst>
              </a:custGeom>
              <a:solidFill>
                <a:srgbClr val="C8C8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3" name="Freeform: Shape 92"/>
              <p:cNvSpPr/>
              <p:nvPr/>
            </p:nvSpPr>
            <p:spPr bwMode="auto">
              <a:xfrm>
                <a:off x="6022976" y="1157287"/>
                <a:ext cx="160338" cy="711200"/>
              </a:xfrm>
              <a:custGeom>
                <a:avLst/>
                <a:gdLst>
                  <a:gd name="T0" fmla="*/ 87 w 93"/>
                  <a:gd name="T1" fmla="*/ 329 h 412"/>
                  <a:gd name="T2" fmla="*/ 63 w 93"/>
                  <a:gd name="T3" fmla="*/ 310 h 412"/>
                  <a:gd name="T4" fmla="*/ 75 w 93"/>
                  <a:gd name="T5" fmla="*/ 190 h 412"/>
                  <a:gd name="T6" fmla="*/ 51 w 93"/>
                  <a:gd name="T7" fmla="*/ 59 h 412"/>
                  <a:gd name="T8" fmla="*/ 93 w 93"/>
                  <a:gd name="T9" fmla="*/ 1 h 412"/>
                  <a:gd name="T10" fmla="*/ 93 w 93"/>
                  <a:gd name="T11" fmla="*/ 0 h 412"/>
                  <a:gd name="T12" fmla="*/ 0 w 93"/>
                  <a:gd name="T13" fmla="*/ 47 h 412"/>
                  <a:gd name="T14" fmla="*/ 44 w 93"/>
                  <a:gd name="T15" fmla="*/ 317 h 412"/>
                  <a:gd name="T16" fmla="*/ 45 w 93"/>
                  <a:gd name="T17" fmla="*/ 388 h 412"/>
                  <a:gd name="T18" fmla="*/ 87 w 93"/>
                  <a:gd name="T19" fmla="*/ 412 h 412"/>
                  <a:gd name="T20" fmla="*/ 60 w 93"/>
                  <a:gd name="T21" fmla="*/ 349 h 412"/>
                  <a:gd name="T22" fmla="*/ 87 w 93"/>
                  <a:gd name="T23" fmla="*/ 32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3" h="412">
                    <a:moveTo>
                      <a:pt x="87" y="329"/>
                    </a:moveTo>
                    <a:cubicBezTo>
                      <a:pt x="79" y="321"/>
                      <a:pt x="65" y="318"/>
                      <a:pt x="63" y="310"/>
                    </a:cubicBezTo>
                    <a:cubicBezTo>
                      <a:pt x="48" y="270"/>
                      <a:pt x="48" y="221"/>
                      <a:pt x="75" y="190"/>
                    </a:cubicBezTo>
                    <a:cubicBezTo>
                      <a:pt x="34" y="173"/>
                      <a:pt x="43" y="102"/>
                      <a:pt x="51" y="59"/>
                    </a:cubicBezTo>
                    <a:cubicBezTo>
                      <a:pt x="55" y="34"/>
                      <a:pt x="83" y="25"/>
                      <a:pt x="93" y="1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35" y="163"/>
                      <a:pt x="46" y="310"/>
                      <a:pt x="44" y="317"/>
                    </a:cubicBezTo>
                    <a:cubicBezTo>
                      <a:pt x="43" y="325"/>
                      <a:pt x="24" y="352"/>
                      <a:pt x="45" y="388"/>
                    </a:cubicBezTo>
                    <a:cubicBezTo>
                      <a:pt x="52" y="400"/>
                      <a:pt x="68" y="408"/>
                      <a:pt x="87" y="412"/>
                    </a:cubicBezTo>
                    <a:cubicBezTo>
                      <a:pt x="71" y="396"/>
                      <a:pt x="60" y="373"/>
                      <a:pt x="60" y="349"/>
                    </a:cubicBezTo>
                    <a:cubicBezTo>
                      <a:pt x="60" y="329"/>
                      <a:pt x="77" y="335"/>
                      <a:pt x="87" y="329"/>
                    </a:cubicBezTo>
                    <a:close/>
                  </a:path>
                </a:pathLst>
              </a:custGeom>
              <a:solidFill>
                <a:srgbClr val="BCB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4" name="Freeform: Shape 93"/>
              <p:cNvSpPr/>
              <p:nvPr/>
            </p:nvSpPr>
            <p:spPr bwMode="auto">
              <a:xfrm>
                <a:off x="6169026" y="1119187"/>
                <a:ext cx="114300" cy="577850"/>
              </a:xfrm>
              <a:custGeom>
                <a:avLst/>
                <a:gdLst>
                  <a:gd name="T0" fmla="*/ 32 w 66"/>
                  <a:gd name="T1" fmla="*/ 289 h 335"/>
                  <a:gd name="T2" fmla="*/ 66 w 66"/>
                  <a:gd name="T3" fmla="*/ 335 h 335"/>
                  <a:gd name="T4" fmla="*/ 58 w 66"/>
                  <a:gd name="T5" fmla="*/ 201 h 335"/>
                  <a:gd name="T6" fmla="*/ 48 w 66"/>
                  <a:gd name="T7" fmla="*/ 0 h 335"/>
                  <a:gd name="T8" fmla="*/ 1 w 66"/>
                  <a:gd name="T9" fmla="*/ 24 h 335"/>
                  <a:gd name="T10" fmla="*/ 1 w 66"/>
                  <a:gd name="T11" fmla="*/ 25 h 335"/>
                  <a:gd name="T12" fmla="*/ 0 w 66"/>
                  <a:gd name="T13" fmla="*/ 26 h 335"/>
                  <a:gd name="T14" fmla="*/ 32 w 66"/>
                  <a:gd name="T15" fmla="*/ 289 h 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335">
                    <a:moveTo>
                      <a:pt x="32" y="289"/>
                    </a:moveTo>
                    <a:cubicBezTo>
                      <a:pt x="39" y="308"/>
                      <a:pt x="49" y="328"/>
                      <a:pt x="66" y="335"/>
                    </a:cubicBezTo>
                    <a:cubicBezTo>
                      <a:pt x="63" y="319"/>
                      <a:pt x="59" y="284"/>
                      <a:pt x="58" y="201"/>
                    </a:cubicBezTo>
                    <a:cubicBezTo>
                      <a:pt x="56" y="70"/>
                      <a:pt x="48" y="0"/>
                      <a:pt x="48" y="0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1" y="24"/>
                      <a:pt x="1" y="25"/>
                      <a:pt x="1" y="25"/>
                    </a:cubicBezTo>
                    <a:cubicBezTo>
                      <a:pt x="1" y="25"/>
                      <a:pt x="1" y="25"/>
                      <a:pt x="0" y="26"/>
                    </a:cubicBezTo>
                    <a:cubicBezTo>
                      <a:pt x="47" y="98"/>
                      <a:pt x="9" y="206"/>
                      <a:pt x="32" y="289"/>
                    </a:cubicBezTo>
                    <a:close/>
                  </a:path>
                </a:pathLst>
              </a:custGeom>
              <a:solidFill>
                <a:srgbClr val="D8D9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5" name="Freeform: Shape 94"/>
              <p:cNvSpPr/>
              <p:nvPr/>
            </p:nvSpPr>
            <p:spPr bwMode="auto">
              <a:xfrm>
                <a:off x="6178551" y="1747837"/>
                <a:ext cx="147638" cy="73025"/>
              </a:xfrm>
              <a:custGeom>
                <a:avLst/>
                <a:gdLst>
                  <a:gd name="T0" fmla="*/ 0 w 86"/>
                  <a:gd name="T1" fmla="*/ 13 h 43"/>
                  <a:gd name="T2" fmla="*/ 50 w 86"/>
                  <a:gd name="T3" fmla="*/ 41 h 43"/>
                  <a:gd name="T4" fmla="*/ 81 w 86"/>
                  <a:gd name="T5" fmla="*/ 23 h 43"/>
                  <a:gd name="T6" fmla="*/ 81 w 86"/>
                  <a:gd name="T7" fmla="*/ 0 h 43"/>
                  <a:gd name="T8" fmla="*/ 0 w 86"/>
                  <a:gd name="T9" fmla="*/ 1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43">
                    <a:moveTo>
                      <a:pt x="0" y="13"/>
                    </a:moveTo>
                    <a:cubicBezTo>
                      <a:pt x="14" y="28"/>
                      <a:pt x="31" y="36"/>
                      <a:pt x="50" y="41"/>
                    </a:cubicBezTo>
                    <a:cubicBezTo>
                      <a:pt x="65" y="43"/>
                      <a:pt x="77" y="36"/>
                      <a:pt x="81" y="23"/>
                    </a:cubicBezTo>
                    <a:cubicBezTo>
                      <a:pt x="86" y="16"/>
                      <a:pt x="85" y="8"/>
                      <a:pt x="81" y="0"/>
                    </a:cubicBezTo>
                    <a:cubicBezTo>
                      <a:pt x="62" y="21"/>
                      <a:pt x="26" y="25"/>
                      <a:pt x="0" y="13"/>
                    </a:cubicBezTo>
                    <a:close/>
                  </a:path>
                </a:pathLst>
              </a:custGeom>
              <a:solidFill>
                <a:srgbClr val="D8D9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6" name="Freeform: Shape 95"/>
              <p:cNvSpPr/>
              <p:nvPr/>
            </p:nvSpPr>
            <p:spPr bwMode="auto">
              <a:xfrm>
                <a:off x="5657851" y="1797050"/>
                <a:ext cx="271463" cy="123825"/>
              </a:xfrm>
              <a:custGeom>
                <a:avLst/>
                <a:gdLst>
                  <a:gd name="T0" fmla="*/ 154 w 157"/>
                  <a:gd name="T1" fmla="*/ 0 h 72"/>
                  <a:gd name="T2" fmla="*/ 153 w 157"/>
                  <a:gd name="T3" fmla="*/ 35 h 72"/>
                  <a:gd name="T4" fmla="*/ 72 w 157"/>
                  <a:gd name="T5" fmla="*/ 72 h 72"/>
                  <a:gd name="T6" fmla="*/ 2 w 157"/>
                  <a:gd name="T7" fmla="*/ 41 h 72"/>
                  <a:gd name="T8" fmla="*/ 10 w 157"/>
                  <a:gd name="T9" fmla="*/ 2 h 72"/>
                  <a:gd name="T10" fmla="*/ 154 w 157"/>
                  <a:gd name="T11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7" h="72">
                    <a:moveTo>
                      <a:pt x="154" y="0"/>
                    </a:moveTo>
                    <a:cubicBezTo>
                      <a:pt x="154" y="0"/>
                      <a:pt x="157" y="18"/>
                      <a:pt x="153" y="35"/>
                    </a:cubicBezTo>
                    <a:cubicBezTo>
                      <a:pt x="149" y="52"/>
                      <a:pt x="118" y="72"/>
                      <a:pt x="72" y="72"/>
                    </a:cubicBezTo>
                    <a:cubicBezTo>
                      <a:pt x="27" y="72"/>
                      <a:pt x="4" y="60"/>
                      <a:pt x="2" y="41"/>
                    </a:cubicBezTo>
                    <a:cubicBezTo>
                      <a:pt x="0" y="22"/>
                      <a:pt x="10" y="2"/>
                      <a:pt x="10" y="2"/>
                    </a:cubicBezTo>
                    <a:lnTo>
                      <a:pt x="154" y="0"/>
                    </a:lnTo>
                    <a:close/>
                  </a:path>
                </a:pathLst>
              </a:custGeom>
              <a:solidFill>
                <a:srgbClr val="787C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7" name="Freeform: Shape 96"/>
              <p:cNvSpPr/>
              <p:nvPr/>
            </p:nvSpPr>
            <p:spPr bwMode="auto">
              <a:xfrm>
                <a:off x="5651501" y="1716087"/>
                <a:ext cx="295275" cy="184150"/>
              </a:xfrm>
              <a:custGeom>
                <a:avLst/>
                <a:gdLst>
                  <a:gd name="T0" fmla="*/ 36 w 171"/>
                  <a:gd name="T1" fmla="*/ 0 h 107"/>
                  <a:gd name="T2" fmla="*/ 35 w 171"/>
                  <a:gd name="T3" fmla="*/ 3 h 107"/>
                  <a:gd name="T4" fmla="*/ 9 w 171"/>
                  <a:gd name="T5" fmla="*/ 72 h 107"/>
                  <a:gd name="T6" fmla="*/ 151 w 171"/>
                  <a:gd name="T7" fmla="*/ 71 h 107"/>
                  <a:gd name="T8" fmla="*/ 153 w 171"/>
                  <a:gd name="T9" fmla="*/ 2 h 107"/>
                  <a:gd name="T10" fmla="*/ 36 w 171"/>
                  <a:gd name="T11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1" h="107">
                    <a:moveTo>
                      <a:pt x="36" y="0"/>
                    </a:moveTo>
                    <a:cubicBezTo>
                      <a:pt x="35" y="2"/>
                      <a:pt x="35" y="3"/>
                      <a:pt x="35" y="3"/>
                    </a:cubicBezTo>
                    <a:cubicBezTo>
                      <a:pt x="35" y="3"/>
                      <a:pt x="0" y="38"/>
                      <a:pt x="9" y="72"/>
                    </a:cubicBezTo>
                    <a:cubicBezTo>
                      <a:pt x="19" y="106"/>
                      <a:pt x="131" y="107"/>
                      <a:pt x="151" y="71"/>
                    </a:cubicBezTo>
                    <a:cubicBezTo>
                      <a:pt x="171" y="38"/>
                      <a:pt x="157" y="12"/>
                      <a:pt x="153" y="2"/>
                    </a:cubicBezTo>
                    <a:cubicBezTo>
                      <a:pt x="119" y="21"/>
                      <a:pt x="74" y="15"/>
                      <a:pt x="36" y="0"/>
                    </a:cubicBezTo>
                    <a:close/>
                  </a:path>
                </a:pathLst>
              </a:custGeom>
              <a:solidFill>
                <a:srgbClr val="C8C8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8" name="Freeform: Shape 97"/>
              <p:cNvSpPr/>
              <p:nvPr/>
            </p:nvSpPr>
            <p:spPr bwMode="auto">
              <a:xfrm>
                <a:off x="5840414" y="1719262"/>
                <a:ext cx="106363" cy="160338"/>
              </a:xfrm>
              <a:custGeom>
                <a:avLst/>
                <a:gdLst>
                  <a:gd name="T0" fmla="*/ 26 w 61"/>
                  <a:gd name="T1" fmla="*/ 30 h 93"/>
                  <a:gd name="T2" fmla="*/ 0 w 61"/>
                  <a:gd name="T3" fmla="*/ 93 h 93"/>
                  <a:gd name="T4" fmla="*/ 41 w 61"/>
                  <a:gd name="T5" fmla="*/ 69 h 93"/>
                  <a:gd name="T6" fmla="*/ 43 w 61"/>
                  <a:gd name="T7" fmla="*/ 0 h 93"/>
                  <a:gd name="T8" fmla="*/ 3 w 61"/>
                  <a:gd name="T9" fmla="*/ 12 h 93"/>
                  <a:gd name="T10" fmla="*/ 26 w 61"/>
                  <a:gd name="T11" fmla="*/ 3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1" h="93">
                    <a:moveTo>
                      <a:pt x="26" y="30"/>
                    </a:moveTo>
                    <a:cubicBezTo>
                      <a:pt x="26" y="54"/>
                      <a:pt x="15" y="77"/>
                      <a:pt x="0" y="93"/>
                    </a:cubicBezTo>
                    <a:cubicBezTo>
                      <a:pt x="19" y="88"/>
                      <a:pt x="35" y="81"/>
                      <a:pt x="41" y="69"/>
                    </a:cubicBezTo>
                    <a:cubicBezTo>
                      <a:pt x="61" y="36"/>
                      <a:pt x="47" y="10"/>
                      <a:pt x="43" y="0"/>
                    </a:cubicBezTo>
                    <a:cubicBezTo>
                      <a:pt x="31" y="7"/>
                      <a:pt x="17" y="11"/>
                      <a:pt x="3" y="12"/>
                    </a:cubicBezTo>
                    <a:cubicBezTo>
                      <a:pt x="12" y="15"/>
                      <a:pt x="26" y="12"/>
                      <a:pt x="26" y="30"/>
                    </a:cubicBezTo>
                    <a:close/>
                  </a:path>
                </a:pathLst>
              </a:custGeom>
              <a:solidFill>
                <a:srgbClr val="BCB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9" name="Freeform: Shape 98"/>
              <p:cNvSpPr/>
              <p:nvPr/>
            </p:nvSpPr>
            <p:spPr bwMode="auto">
              <a:xfrm>
                <a:off x="5684839" y="1758950"/>
                <a:ext cx="150813" cy="74613"/>
              </a:xfrm>
              <a:custGeom>
                <a:avLst/>
                <a:gdLst>
                  <a:gd name="T0" fmla="*/ 87 w 87"/>
                  <a:gd name="T1" fmla="*/ 13 h 43"/>
                  <a:gd name="T2" fmla="*/ 36 w 87"/>
                  <a:gd name="T3" fmla="*/ 41 h 43"/>
                  <a:gd name="T4" fmla="*/ 5 w 87"/>
                  <a:gd name="T5" fmla="*/ 23 h 43"/>
                  <a:gd name="T6" fmla="*/ 5 w 87"/>
                  <a:gd name="T7" fmla="*/ 0 h 43"/>
                  <a:gd name="T8" fmla="*/ 87 w 87"/>
                  <a:gd name="T9" fmla="*/ 1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43">
                    <a:moveTo>
                      <a:pt x="87" y="13"/>
                    </a:moveTo>
                    <a:cubicBezTo>
                      <a:pt x="72" y="28"/>
                      <a:pt x="56" y="35"/>
                      <a:pt x="36" y="41"/>
                    </a:cubicBezTo>
                    <a:cubicBezTo>
                      <a:pt x="22" y="43"/>
                      <a:pt x="10" y="35"/>
                      <a:pt x="5" y="23"/>
                    </a:cubicBezTo>
                    <a:cubicBezTo>
                      <a:pt x="0" y="16"/>
                      <a:pt x="2" y="8"/>
                      <a:pt x="5" y="0"/>
                    </a:cubicBezTo>
                    <a:cubicBezTo>
                      <a:pt x="25" y="21"/>
                      <a:pt x="60" y="25"/>
                      <a:pt x="87" y="13"/>
                    </a:cubicBezTo>
                    <a:close/>
                  </a:path>
                </a:pathLst>
              </a:custGeom>
              <a:solidFill>
                <a:srgbClr val="D8D9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0" name="Freeform: Shape 99"/>
              <p:cNvSpPr/>
              <p:nvPr/>
            </p:nvSpPr>
            <p:spPr bwMode="auto">
              <a:xfrm>
                <a:off x="6013451" y="1085850"/>
                <a:ext cx="292100" cy="196850"/>
              </a:xfrm>
              <a:custGeom>
                <a:avLst/>
                <a:gdLst>
                  <a:gd name="T0" fmla="*/ 159 w 169"/>
                  <a:gd name="T1" fmla="*/ 0 h 114"/>
                  <a:gd name="T2" fmla="*/ 76 w 169"/>
                  <a:gd name="T3" fmla="*/ 52 h 114"/>
                  <a:gd name="T4" fmla="*/ 5 w 169"/>
                  <a:gd name="T5" fmla="*/ 83 h 114"/>
                  <a:gd name="T6" fmla="*/ 58 w 169"/>
                  <a:gd name="T7" fmla="*/ 99 h 114"/>
                  <a:gd name="T8" fmla="*/ 146 w 169"/>
                  <a:gd name="T9" fmla="*/ 55 h 114"/>
                  <a:gd name="T10" fmla="*/ 159 w 169"/>
                  <a:gd name="T11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9" h="114">
                    <a:moveTo>
                      <a:pt x="159" y="0"/>
                    </a:moveTo>
                    <a:cubicBezTo>
                      <a:pt x="159" y="0"/>
                      <a:pt x="108" y="37"/>
                      <a:pt x="76" y="52"/>
                    </a:cubicBezTo>
                    <a:cubicBezTo>
                      <a:pt x="43" y="68"/>
                      <a:pt x="10" y="74"/>
                      <a:pt x="5" y="83"/>
                    </a:cubicBezTo>
                    <a:cubicBezTo>
                      <a:pt x="0" y="93"/>
                      <a:pt x="5" y="114"/>
                      <a:pt x="58" y="99"/>
                    </a:cubicBezTo>
                    <a:cubicBezTo>
                      <a:pt x="111" y="84"/>
                      <a:pt x="132" y="71"/>
                      <a:pt x="146" y="55"/>
                    </a:cubicBezTo>
                    <a:cubicBezTo>
                      <a:pt x="157" y="42"/>
                      <a:pt x="169" y="23"/>
                      <a:pt x="159" y="0"/>
                    </a:cubicBezTo>
                    <a:close/>
                  </a:path>
                </a:pathLst>
              </a:custGeom>
              <a:solidFill>
                <a:srgbClr val="787C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1" name="Freeform: Shape 100"/>
              <p:cNvSpPr/>
              <p:nvPr/>
            </p:nvSpPr>
            <p:spPr bwMode="auto">
              <a:xfrm>
                <a:off x="6192839" y="1098550"/>
                <a:ext cx="98425" cy="66675"/>
              </a:xfrm>
              <a:custGeom>
                <a:avLst/>
                <a:gdLst>
                  <a:gd name="T0" fmla="*/ 52 w 57"/>
                  <a:gd name="T1" fmla="*/ 0 h 39"/>
                  <a:gd name="T2" fmla="*/ 0 w 57"/>
                  <a:gd name="T3" fmla="*/ 36 h 39"/>
                  <a:gd name="T4" fmla="*/ 30 w 57"/>
                  <a:gd name="T5" fmla="*/ 24 h 39"/>
                  <a:gd name="T6" fmla="*/ 44 w 57"/>
                  <a:gd name="T7" fmla="*/ 27 h 39"/>
                  <a:gd name="T8" fmla="*/ 47 w 57"/>
                  <a:gd name="T9" fmla="*/ 39 h 39"/>
                  <a:gd name="T10" fmla="*/ 52 w 57"/>
                  <a:gd name="T11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" h="39">
                    <a:moveTo>
                      <a:pt x="52" y="0"/>
                    </a:moveTo>
                    <a:cubicBezTo>
                      <a:pt x="52" y="0"/>
                      <a:pt x="23" y="24"/>
                      <a:pt x="0" y="36"/>
                    </a:cubicBezTo>
                    <a:cubicBezTo>
                      <a:pt x="10" y="32"/>
                      <a:pt x="20" y="27"/>
                      <a:pt x="30" y="24"/>
                    </a:cubicBezTo>
                    <a:cubicBezTo>
                      <a:pt x="35" y="23"/>
                      <a:pt x="40" y="23"/>
                      <a:pt x="44" y="27"/>
                    </a:cubicBezTo>
                    <a:cubicBezTo>
                      <a:pt x="47" y="30"/>
                      <a:pt x="48" y="35"/>
                      <a:pt x="47" y="39"/>
                    </a:cubicBezTo>
                    <a:cubicBezTo>
                      <a:pt x="54" y="29"/>
                      <a:pt x="57" y="14"/>
                      <a:pt x="52" y="0"/>
                    </a:cubicBezTo>
                    <a:close/>
                  </a:path>
                </a:pathLst>
              </a:custGeom>
              <a:solidFill>
                <a:srgbClr val="A1A1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2" name="Freeform: Shape 101"/>
              <p:cNvSpPr/>
              <p:nvPr/>
            </p:nvSpPr>
            <p:spPr bwMode="auto">
              <a:xfrm>
                <a:off x="6078539" y="1670050"/>
                <a:ext cx="258763" cy="98425"/>
              </a:xfrm>
              <a:custGeom>
                <a:avLst/>
                <a:gdLst>
                  <a:gd name="T0" fmla="*/ 64 w 149"/>
                  <a:gd name="T1" fmla="*/ 21 h 57"/>
                  <a:gd name="T2" fmla="*/ 124 w 149"/>
                  <a:gd name="T3" fmla="*/ 0 h 57"/>
                  <a:gd name="T4" fmla="*/ 134 w 149"/>
                  <a:gd name="T5" fmla="*/ 35 h 57"/>
                  <a:gd name="T6" fmla="*/ 25 w 149"/>
                  <a:gd name="T7" fmla="*/ 41 h 57"/>
                  <a:gd name="T8" fmla="*/ 11 w 149"/>
                  <a:gd name="T9" fmla="*/ 2 h 57"/>
                  <a:gd name="T10" fmla="*/ 64 w 149"/>
                  <a:gd name="T11" fmla="*/ 2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9" h="57">
                    <a:moveTo>
                      <a:pt x="64" y="21"/>
                    </a:moveTo>
                    <a:cubicBezTo>
                      <a:pt x="91" y="23"/>
                      <a:pt x="120" y="9"/>
                      <a:pt x="124" y="0"/>
                    </a:cubicBezTo>
                    <a:cubicBezTo>
                      <a:pt x="124" y="0"/>
                      <a:pt x="149" y="18"/>
                      <a:pt x="134" y="35"/>
                    </a:cubicBezTo>
                    <a:cubicBezTo>
                      <a:pt x="119" y="51"/>
                      <a:pt x="50" y="57"/>
                      <a:pt x="25" y="41"/>
                    </a:cubicBezTo>
                    <a:cubicBezTo>
                      <a:pt x="0" y="25"/>
                      <a:pt x="6" y="6"/>
                      <a:pt x="11" y="2"/>
                    </a:cubicBezTo>
                    <a:cubicBezTo>
                      <a:pt x="11" y="2"/>
                      <a:pt x="32" y="19"/>
                      <a:pt x="64" y="21"/>
                    </a:cubicBezTo>
                    <a:close/>
                  </a:path>
                </a:pathLst>
              </a:custGeom>
              <a:solidFill>
                <a:srgbClr val="787C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3" name="Freeform: Shape 102"/>
              <p:cNvSpPr/>
              <p:nvPr/>
            </p:nvSpPr>
            <p:spPr bwMode="auto">
              <a:xfrm>
                <a:off x="6281739" y="1679575"/>
                <a:ext cx="42863" cy="46038"/>
              </a:xfrm>
              <a:custGeom>
                <a:avLst/>
                <a:gdLst>
                  <a:gd name="T0" fmla="*/ 7 w 25"/>
                  <a:gd name="T1" fmla="*/ 0 h 26"/>
                  <a:gd name="T2" fmla="*/ 0 w 25"/>
                  <a:gd name="T3" fmla="*/ 7 h 26"/>
                  <a:gd name="T4" fmla="*/ 12 w 25"/>
                  <a:gd name="T5" fmla="*/ 26 h 26"/>
                  <a:gd name="T6" fmla="*/ 15 w 25"/>
                  <a:gd name="T7" fmla="*/ 23 h 26"/>
                  <a:gd name="T8" fmla="*/ 7 w 25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6">
                    <a:moveTo>
                      <a:pt x="7" y="0"/>
                    </a:moveTo>
                    <a:cubicBezTo>
                      <a:pt x="7" y="2"/>
                      <a:pt x="4" y="4"/>
                      <a:pt x="0" y="7"/>
                    </a:cubicBezTo>
                    <a:cubicBezTo>
                      <a:pt x="7" y="10"/>
                      <a:pt x="12" y="18"/>
                      <a:pt x="12" y="26"/>
                    </a:cubicBezTo>
                    <a:cubicBezTo>
                      <a:pt x="13" y="25"/>
                      <a:pt x="14" y="24"/>
                      <a:pt x="15" y="23"/>
                    </a:cubicBezTo>
                    <a:cubicBezTo>
                      <a:pt x="25" y="12"/>
                      <a:pt x="7" y="0"/>
                      <a:pt x="7" y="0"/>
                    </a:cubicBezTo>
                    <a:close/>
                  </a:path>
                </a:pathLst>
              </a:custGeom>
              <a:solidFill>
                <a:srgbClr val="A1A1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4" name="Freeform: Shape 103"/>
              <p:cNvSpPr/>
              <p:nvPr/>
            </p:nvSpPr>
            <p:spPr bwMode="auto">
              <a:xfrm>
                <a:off x="6051551" y="1385887"/>
                <a:ext cx="249238" cy="142875"/>
              </a:xfrm>
              <a:custGeom>
                <a:avLst/>
                <a:gdLst>
                  <a:gd name="T0" fmla="*/ 11 w 144"/>
                  <a:gd name="T1" fmla="*/ 35 h 82"/>
                  <a:gd name="T2" fmla="*/ 95 w 144"/>
                  <a:gd name="T3" fmla="*/ 24 h 82"/>
                  <a:gd name="T4" fmla="*/ 141 w 144"/>
                  <a:gd name="T5" fmla="*/ 26 h 82"/>
                  <a:gd name="T6" fmla="*/ 121 w 144"/>
                  <a:gd name="T7" fmla="*/ 64 h 82"/>
                  <a:gd name="T8" fmla="*/ 26 w 144"/>
                  <a:gd name="T9" fmla="*/ 69 h 82"/>
                  <a:gd name="T10" fmla="*/ 11 w 144"/>
                  <a:gd name="T11" fmla="*/ 35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4" h="82">
                    <a:moveTo>
                      <a:pt x="11" y="35"/>
                    </a:moveTo>
                    <a:cubicBezTo>
                      <a:pt x="24" y="42"/>
                      <a:pt x="60" y="39"/>
                      <a:pt x="95" y="24"/>
                    </a:cubicBezTo>
                    <a:cubicBezTo>
                      <a:pt x="130" y="9"/>
                      <a:pt x="137" y="0"/>
                      <a:pt x="141" y="26"/>
                    </a:cubicBezTo>
                    <a:cubicBezTo>
                      <a:pt x="144" y="42"/>
                      <a:pt x="139" y="59"/>
                      <a:pt x="121" y="64"/>
                    </a:cubicBezTo>
                    <a:cubicBezTo>
                      <a:pt x="104" y="69"/>
                      <a:pt x="53" y="82"/>
                      <a:pt x="26" y="69"/>
                    </a:cubicBezTo>
                    <a:cubicBezTo>
                      <a:pt x="0" y="57"/>
                      <a:pt x="11" y="35"/>
                      <a:pt x="11" y="35"/>
                    </a:cubicBezTo>
                    <a:close/>
                  </a:path>
                </a:pathLst>
              </a:custGeom>
              <a:solidFill>
                <a:srgbClr val="787C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5" name="Freeform: Shape 104"/>
              <p:cNvSpPr/>
              <p:nvPr/>
            </p:nvSpPr>
            <p:spPr bwMode="auto">
              <a:xfrm>
                <a:off x="6261101" y="1408112"/>
                <a:ext cx="34925" cy="76200"/>
              </a:xfrm>
              <a:custGeom>
                <a:avLst/>
                <a:gdLst>
                  <a:gd name="T0" fmla="*/ 18 w 20"/>
                  <a:gd name="T1" fmla="*/ 15 h 44"/>
                  <a:gd name="T2" fmla="*/ 0 w 20"/>
                  <a:gd name="T3" fmla="*/ 5 h 44"/>
                  <a:gd name="T4" fmla="*/ 6 w 20"/>
                  <a:gd name="T5" fmla="*/ 44 h 44"/>
                  <a:gd name="T6" fmla="*/ 18 w 20"/>
                  <a:gd name="T7" fmla="*/ 15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" h="44">
                    <a:moveTo>
                      <a:pt x="18" y="15"/>
                    </a:moveTo>
                    <a:cubicBezTo>
                      <a:pt x="16" y="0"/>
                      <a:pt x="12" y="0"/>
                      <a:pt x="0" y="5"/>
                    </a:cubicBezTo>
                    <a:cubicBezTo>
                      <a:pt x="8" y="16"/>
                      <a:pt x="9" y="31"/>
                      <a:pt x="6" y="44"/>
                    </a:cubicBezTo>
                    <a:cubicBezTo>
                      <a:pt x="17" y="39"/>
                      <a:pt x="20" y="27"/>
                      <a:pt x="18" y="15"/>
                    </a:cubicBezTo>
                    <a:close/>
                  </a:path>
                </a:pathLst>
              </a:custGeom>
              <a:solidFill>
                <a:srgbClr val="A1A1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6" name="Freeform: Shape 105"/>
              <p:cNvSpPr/>
              <p:nvPr/>
            </p:nvSpPr>
            <p:spPr bwMode="auto">
              <a:xfrm>
                <a:off x="5699126" y="1157287"/>
                <a:ext cx="325438" cy="600075"/>
              </a:xfrm>
              <a:custGeom>
                <a:avLst/>
                <a:gdLst>
                  <a:gd name="T0" fmla="*/ 188 w 188"/>
                  <a:gd name="T1" fmla="*/ 44 h 348"/>
                  <a:gd name="T2" fmla="*/ 24 w 188"/>
                  <a:gd name="T3" fmla="*/ 0 h 348"/>
                  <a:gd name="T4" fmla="*/ 0 w 188"/>
                  <a:gd name="T5" fmla="*/ 325 h 348"/>
                  <a:gd name="T6" fmla="*/ 128 w 188"/>
                  <a:gd name="T7" fmla="*/ 323 h 348"/>
                  <a:gd name="T8" fmla="*/ 188 w 188"/>
                  <a:gd name="T9" fmla="*/ 44 h 3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348">
                    <a:moveTo>
                      <a:pt x="188" y="44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8" y="167"/>
                      <a:pt x="0" y="325"/>
                    </a:cubicBezTo>
                    <a:cubicBezTo>
                      <a:pt x="39" y="348"/>
                      <a:pt x="91" y="348"/>
                      <a:pt x="128" y="323"/>
                    </a:cubicBezTo>
                    <a:cubicBezTo>
                      <a:pt x="123" y="270"/>
                      <a:pt x="168" y="113"/>
                      <a:pt x="188" y="44"/>
                    </a:cubicBezTo>
                    <a:close/>
                  </a:path>
                </a:pathLst>
              </a:custGeom>
              <a:solidFill>
                <a:srgbClr val="C8C8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7" name="Freeform: Shape 106"/>
              <p:cNvSpPr/>
              <p:nvPr/>
            </p:nvSpPr>
            <p:spPr bwMode="auto">
              <a:xfrm>
                <a:off x="5705476" y="1160462"/>
                <a:ext cx="111125" cy="587375"/>
              </a:xfrm>
              <a:custGeom>
                <a:avLst/>
                <a:gdLst>
                  <a:gd name="T0" fmla="*/ 32 w 64"/>
                  <a:gd name="T1" fmla="*/ 271 h 340"/>
                  <a:gd name="T2" fmla="*/ 61 w 64"/>
                  <a:gd name="T3" fmla="*/ 15 h 340"/>
                  <a:gd name="T4" fmla="*/ 64 w 64"/>
                  <a:gd name="T5" fmla="*/ 10 h 340"/>
                  <a:gd name="T6" fmla="*/ 27 w 64"/>
                  <a:gd name="T7" fmla="*/ 0 h 340"/>
                  <a:gd name="T8" fmla="*/ 3 w 64"/>
                  <a:gd name="T9" fmla="*/ 328 h 340"/>
                  <a:gd name="T10" fmla="*/ 0 w 64"/>
                  <a:gd name="T11" fmla="*/ 340 h 340"/>
                  <a:gd name="T12" fmla="*/ 32 w 64"/>
                  <a:gd name="T13" fmla="*/ 271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340">
                    <a:moveTo>
                      <a:pt x="32" y="271"/>
                    </a:moveTo>
                    <a:cubicBezTo>
                      <a:pt x="40" y="185"/>
                      <a:pt x="37" y="100"/>
                      <a:pt x="61" y="15"/>
                    </a:cubicBezTo>
                    <a:cubicBezTo>
                      <a:pt x="62" y="13"/>
                      <a:pt x="63" y="11"/>
                      <a:pt x="64" y="1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32" y="170"/>
                      <a:pt x="3" y="328"/>
                    </a:cubicBezTo>
                    <a:cubicBezTo>
                      <a:pt x="2" y="332"/>
                      <a:pt x="1" y="336"/>
                      <a:pt x="0" y="340"/>
                    </a:cubicBezTo>
                    <a:cubicBezTo>
                      <a:pt x="19" y="323"/>
                      <a:pt x="30" y="301"/>
                      <a:pt x="32" y="271"/>
                    </a:cubicBezTo>
                    <a:close/>
                  </a:path>
                </a:pathLst>
              </a:custGeom>
              <a:solidFill>
                <a:srgbClr val="D8D9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8" name="Freeform: Shape 107"/>
              <p:cNvSpPr/>
              <p:nvPr/>
            </p:nvSpPr>
            <p:spPr bwMode="auto">
              <a:xfrm>
                <a:off x="5873751" y="1196975"/>
                <a:ext cx="150813" cy="530225"/>
              </a:xfrm>
              <a:custGeom>
                <a:avLst/>
                <a:gdLst>
                  <a:gd name="T0" fmla="*/ 87 w 87"/>
                  <a:gd name="T1" fmla="*/ 21 h 307"/>
                  <a:gd name="T2" fmla="*/ 10 w 87"/>
                  <a:gd name="T3" fmla="*/ 0 h 307"/>
                  <a:gd name="T4" fmla="*/ 19 w 87"/>
                  <a:gd name="T5" fmla="*/ 191 h 307"/>
                  <a:gd name="T6" fmla="*/ 0 w 87"/>
                  <a:gd name="T7" fmla="*/ 302 h 307"/>
                  <a:gd name="T8" fmla="*/ 15 w 87"/>
                  <a:gd name="T9" fmla="*/ 307 h 307"/>
                  <a:gd name="T10" fmla="*/ 27 w 87"/>
                  <a:gd name="T11" fmla="*/ 300 h 307"/>
                  <a:gd name="T12" fmla="*/ 87 w 87"/>
                  <a:gd name="T13" fmla="*/ 21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7" h="307">
                    <a:moveTo>
                      <a:pt x="87" y="21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58" y="48"/>
                      <a:pt x="36" y="132"/>
                      <a:pt x="19" y="191"/>
                    </a:cubicBezTo>
                    <a:cubicBezTo>
                      <a:pt x="11" y="222"/>
                      <a:pt x="13" y="268"/>
                      <a:pt x="0" y="302"/>
                    </a:cubicBezTo>
                    <a:cubicBezTo>
                      <a:pt x="6" y="303"/>
                      <a:pt x="11" y="304"/>
                      <a:pt x="15" y="307"/>
                    </a:cubicBezTo>
                    <a:cubicBezTo>
                      <a:pt x="19" y="305"/>
                      <a:pt x="23" y="302"/>
                      <a:pt x="27" y="300"/>
                    </a:cubicBezTo>
                    <a:cubicBezTo>
                      <a:pt x="22" y="247"/>
                      <a:pt x="67" y="90"/>
                      <a:pt x="87" y="21"/>
                    </a:cubicBezTo>
                    <a:close/>
                  </a:path>
                </a:pathLst>
              </a:custGeom>
              <a:solidFill>
                <a:srgbClr val="BCB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9" name="Freeform: Shape 108"/>
              <p:cNvSpPr/>
              <p:nvPr/>
            </p:nvSpPr>
            <p:spPr bwMode="auto">
              <a:xfrm>
                <a:off x="5713414" y="1128712"/>
                <a:ext cx="319088" cy="152400"/>
              </a:xfrm>
              <a:custGeom>
                <a:avLst/>
                <a:gdLst>
                  <a:gd name="T0" fmla="*/ 8 w 185"/>
                  <a:gd name="T1" fmla="*/ 0 h 88"/>
                  <a:gd name="T2" fmla="*/ 100 w 185"/>
                  <a:gd name="T3" fmla="*/ 38 h 88"/>
                  <a:gd name="T4" fmla="*/ 179 w 185"/>
                  <a:gd name="T5" fmla="*/ 57 h 88"/>
                  <a:gd name="T6" fmla="*/ 126 w 185"/>
                  <a:gd name="T7" fmla="*/ 82 h 88"/>
                  <a:gd name="T8" fmla="*/ 29 w 185"/>
                  <a:gd name="T9" fmla="*/ 52 h 88"/>
                  <a:gd name="T10" fmla="*/ 8 w 185"/>
                  <a:gd name="T11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5" h="88">
                    <a:moveTo>
                      <a:pt x="8" y="0"/>
                    </a:moveTo>
                    <a:cubicBezTo>
                      <a:pt x="8" y="0"/>
                      <a:pt x="65" y="28"/>
                      <a:pt x="100" y="38"/>
                    </a:cubicBezTo>
                    <a:cubicBezTo>
                      <a:pt x="136" y="48"/>
                      <a:pt x="172" y="49"/>
                      <a:pt x="179" y="57"/>
                    </a:cubicBezTo>
                    <a:cubicBezTo>
                      <a:pt x="185" y="66"/>
                      <a:pt x="183" y="88"/>
                      <a:pt x="126" y="82"/>
                    </a:cubicBezTo>
                    <a:cubicBezTo>
                      <a:pt x="69" y="75"/>
                      <a:pt x="46" y="66"/>
                      <a:pt x="29" y="52"/>
                    </a:cubicBezTo>
                    <a:cubicBezTo>
                      <a:pt x="15" y="41"/>
                      <a:pt x="0" y="24"/>
                      <a:pt x="8" y="0"/>
                    </a:cubicBezTo>
                    <a:close/>
                  </a:path>
                </a:pathLst>
              </a:custGeom>
              <a:solidFill>
                <a:srgbClr val="787C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0" name="Freeform: Shape 109"/>
              <p:cNvSpPr/>
              <p:nvPr/>
            </p:nvSpPr>
            <p:spPr bwMode="auto">
              <a:xfrm>
                <a:off x="5726114" y="1139825"/>
                <a:ext cx="107950" cy="65088"/>
              </a:xfrm>
              <a:custGeom>
                <a:avLst/>
                <a:gdLst>
                  <a:gd name="T0" fmla="*/ 4 w 62"/>
                  <a:gd name="T1" fmla="*/ 0 h 38"/>
                  <a:gd name="T2" fmla="*/ 62 w 62"/>
                  <a:gd name="T3" fmla="*/ 28 h 38"/>
                  <a:gd name="T4" fmla="*/ 30 w 62"/>
                  <a:gd name="T5" fmla="*/ 20 h 38"/>
                  <a:gd name="T6" fmla="*/ 15 w 62"/>
                  <a:gd name="T7" fmla="*/ 25 h 38"/>
                  <a:gd name="T8" fmla="*/ 14 w 62"/>
                  <a:gd name="T9" fmla="*/ 38 h 38"/>
                  <a:gd name="T10" fmla="*/ 4 w 62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" h="38">
                    <a:moveTo>
                      <a:pt x="4" y="0"/>
                    </a:moveTo>
                    <a:cubicBezTo>
                      <a:pt x="4" y="0"/>
                      <a:pt x="36" y="19"/>
                      <a:pt x="62" y="28"/>
                    </a:cubicBezTo>
                    <a:cubicBezTo>
                      <a:pt x="51" y="25"/>
                      <a:pt x="41" y="22"/>
                      <a:pt x="30" y="20"/>
                    </a:cubicBezTo>
                    <a:cubicBezTo>
                      <a:pt x="24" y="21"/>
                      <a:pt x="19" y="21"/>
                      <a:pt x="15" y="25"/>
                    </a:cubicBezTo>
                    <a:cubicBezTo>
                      <a:pt x="13" y="30"/>
                      <a:pt x="13" y="34"/>
                      <a:pt x="14" y="38"/>
                    </a:cubicBezTo>
                    <a:cubicBezTo>
                      <a:pt x="6" y="29"/>
                      <a:pt x="0" y="15"/>
                      <a:pt x="4" y="0"/>
                    </a:cubicBezTo>
                    <a:close/>
                  </a:path>
                </a:pathLst>
              </a:custGeom>
              <a:solidFill>
                <a:srgbClr val="A1A1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1" name="Freeform: Shape 110"/>
              <p:cNvSpPr/>
              <p:nvPr/>
            </p:nvSpPr>
            <p:spPr bwMode="auto">
              <a:xfrm>
                <a:off x="5659439" y="1679575"/>
                <a:ext cx="280988" cy="100013"/>
              </a:xfrm>
              <a:custGeom>
                <a:avLst/>
                <a:gdLst>
                  <a:gd name="T0" fmla="*/ 93 w 163"/>
                  <a:gd name="T1" fmla="*/ 22 h 58"/>
                  <a:gd name="T2" fmla="*/ 27 w 163"/>
                  <a:gd name="T3" fmla="*/ 0 h 58"/>
                  <a:gd name="T4" fmla="*/ 16 w 163"/>
                  <a:gd name="T5" fmla="*/ 35 h 58"/>
                  <a:gd name="T6" fmla="*/ 135 w 163"/>
                  <a:gd name="T7" fmla="*/ 42 h 58"/>
                  <a:gd name="T8" fmla="*/ 151 w 163"/>
                  <a:gd name="T9" fmla="*/ 4 h 58"/>
                  <a:gd name="T10" fmla="*/ 93 w 163"/>
                  <a:gd name="T11" fmla="*/ 22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3" h="58">
                    <a:moveTo>
                      <a:pt x="93" y="22"/>
                    </a:moveTo>
                    <a:cubicBezTo>
                      <a:pt x="63" y="24"/>
                      <a:pt x="30" y="9"/>
                      <a:pt x="27" y="0"/>
                    </a:cubicBezTo>
                    <a:cubicBezTo>
                      <a:pt x="27" y="0"/>
                      <a:pt x="0" y="18"/>
                      <a:pt x="16" y="35"/>
                    </a:cubicBezTo>
                    <a:cubicBezTo>
                      <a:pt x="32" y="52"/>
                      <a:pt x="107" y="58"/>
                      <a:pt x="135" y="42"/>
                    </a:cubicBezTo>
                    <a:cubicBezTo>
                      <a:pt x="163" y="27"/>
                      <a:pt x="156" y="8"/>
                      <a:pt x="151" y="4"/>
                    </a:cubicBezTo>
                    <a:cubicBezTo>
                      <a:pt x="151" y="4"/>
                      <a:pt x="127" y="21"/>
                      <a:pt x="93" y="22"/>
                    </a:cubicBezTo>
                    <a:close/>
                  </a:path>
                </a:pathLst>
              </a:custGeom>
              <a:solidFill>
                <a:srgbClr val="787C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2" name="Freeform: Shape 111"/>
              <p:cNvSpPr/>
              <p:nvPr/>
            </p:nvSpPr>
            <p:spPr bwMode="auto">
              <a:xfrm>
                <a:off x="5675314" y="1690687"/>
                <a:ext cx="46038" cy="44450"/>
              </a:xfrm>
              <a:custGeom>
                <a:avLst/>
                <a:gdLst>
                  <a:gd name="T0" fmla="*/ 19 w 27"/>
                  <a:gd name="T1" fmla="*/ 0 h 26"/>
                  <a:gd name="T2" fmla="*/ 27 w 27"/>
                  <a:gd name="T3" fmla="*/ 7 h 26"/>
                  <a:gd name="T4" fmla="*/ 14 w 27"/>
                  <a:gd name="T5" fmla="*/ 26 h 26"/>
                  <a:gd name="T6" fmla="*/ 11 w 27"/>
                  <a:gd name="T7" fmla="*/ 24 h 26"/>
                  <a:gd name="T8" fmla="*/ 19 w 27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6">
                    <a:moveTo>
                      <a:pt x="19" y="0"/>
                    </a:moveTo>
                    <a:cubicBezTo>
                      <a:pt x="20" y="2"/>
                      <a:pt x="23" y="5"/>
                      <a:pt x="27" y="7"/>
                    </a:cubicBezTo>
                    <a:cubicBezTo>
                      <a:pt x="19" y="10"/>
                      <a:pt x="14" y="18"/>
                      <a:pt x="14" y="26"/>
                    </a:cubicBezTo>
                    <a:cubicBezTo>
                      <a:pt x="13" y="25"/>
                      <a:pt x="11" y="24"/>
                      <a:pt x="11" y="24"/>
                    </a:cubicBezTo>
                    <a:cubicBezTo>
                      <a:pt x="0" y="12"/>
                      <a:pt x="19" y="0"/>
                      <a:pt x="19" y="0"/>
                    </a:cubicBezTo>
                    <a:close/>
                  </a:path>
                </a:pathLst>
              </a:custGeom>
              <a:solidFill>
                <a:srgbClr val="A1A1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3" name="Freeform: Shape 112"/>
              <p:cNvSpPr/>
              <p:nvPr/>
            </p:nvSpPr>
            <p:spPr bwMode="auto">
              <a:xfrm>
                <a:off x="5715001" y="1387475"/>
                <a:ext cx="265113" cy="147638"/>
              </a:xfrm>
              <a:custGeom>
                <a:avLst/>
                <a:gdLst>
                  <a:gd name="T0" fmla="*/ 142 w 154"/>
                  <a:gd name="T1" fmla="*/ 40 h 85"/>
                  <a:gd name="T2" fmla="*/ 53 w 154"/>
                  <a:gd name="T3" fmla="*/ 25 h 85"/>
                  <a:gd name="T4" fmla="*/ 3 w 154"/>
                  <a:gd name="T5" fmla="*/ 25 h 85"/>
                  <a:gd name="T6" fmla="*/ 23 w 154"/>
                  <a:gd name="T7" fmla="*/ 65 h 85"/>
                  <a:gd name="T8" fmla="*/ 125 w 154"/>
                  <a:gd name="T9" fmla="*/ 74 h 85"/>
                  <a:gd name="T10" fmla="*/ 142 w 154"/>
                  <a:gd name="T11" fmla="*/ 4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4" h="85">
                    <a:moveTo>
                      <a:pt x="142" y="40"/>
                    </a:moveTo>
                    <a:cubicBezTo>
                      <a:pt x="128" y="47"/>
                      <a:pt x="90" y="42"/>
                      <a:pt x="53" y="25"/>
                    </a:cubicBezTo>
                    <a:cubicBezTo>
                      <a:pt x="15" y="9"/>
                      <a:pt x="7" y="0"/>
                      <a:pt x="3" y="25"/>
                    </a:cubicBezTo>
                    <a:cubicBezTo>
                      <a:pt x="0" y="42"/>
                      <a:pt x="5" y="59"/>
                      <a:pt x="23" y="65"/>
                    </a:cubicBezTo>
                    <a:cubicBezTo>
                      <a:pt x="42" y="71"/>
                      <a:pt x="96" y="85"/>
                      <a:pt x="125" y="74"/>
                    </a:cubicBezTo>
                    <a:cubicBezTo>
                      <a:pt x="154" y="62"/>
                      <a:pt x="142" y="40"/>
                      <a:pt x="142" y="40"/>
                    </a:cubicBezTo>
                    <a:close/>
                  </a:path>
                </a:pathLst>
              </a:custGeom>
              <a:solidFill>
                <a:srgbClr val="787C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4" name="Freeform: Shape 113"/>
              <p:cNvSpPr/>
              <p:nvPr/>
            </p:nvSpPr>
            <p:spPr bwMode="auto">
              <a:xfrm>
                <a:off x="5719764" y="1408112"/>
                <a:ext cx="38100" cy="77788"/>
              </a:xfrm>
              <a:custGeom>
                <a:avLst/>
                <a:gdLst>
                  <a:gd name="T0" fmla="*/ 2 w 22"/>
                  <a:gd name="T1" fmla="*/ 16 h 45"/>
                  <a:gd name="T2" fmla="*/ 22 w 22"/>
                  <a:gd name="T3" fmla="*/ 6 h 45"/>
                  <a:gd name="T4" fmla="*/ 15 w 22"/>
                  <a:gd name="T5" fmla="*/ 45 h 45"/>
                  <a:gd name="T6" fmla="*/ 2 w 22"/>
                  <a:gd name="T7" fmla="*/ 1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2" h="45">
                    <a:moveTo>
                      <a:pt x="2" y="16"/>
                    </a:moveTo>
                    <a:cubicBezTo>
                      <a:pt x="5" y="1"/>
                      <a:pt x="9" y="0"/>
                      <a:pt x="22" y="6"/>
                    </a:cubicBezTo>
                    <a:cubicBezTo>
                      <a:pt x="13" y="17"/>
                      <a:pt x="11" y="32"/>
                      <a:pt x="15" y="45"/>
                    </a:cubicBezTo>
                    <a:cubicBezTo>
                      <a:pt x="3" y="40"/>
                      <a:pt x="0" y="27"/>
                      <a:pt x="2" y="16"/>
                    </a:cubicBezTo>
                    <a:close/>
                  </a:path>
                </a:pathLst>
              </a:custGeom>
              <a:solidFill>
                <a:srgbClr val="A1A1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5" name="Freeform: Shape 114"/>
              <p:cNvSpPr/>
              <p:nvPr/>
            </p:nvSpPr>
            <p:spPr bwMode="auto">
              <a:xfrm>
                <a:off x="5624514" y="1011237"/>
                <a:ext cx="119063" cy="68263"/>
              </a:xfrm>
              <a:custGeom>
                <a:avLst/>
                <a:gdLst>
                  <a:gd name="T0" fmla="*/ 7 w 69"/>
                  <a:gd name="T1" fmla="*/ 17 h 39"/>
                  <a:gd name="T2" fmla="*/ 62 w 69"/>
                  <a:gd name="T3" fmla="*/ 34 h 39"/>
                  <a:gd name="T4" fmla="*/ 61 w 69"/>
                  <a:gd name="T5" fmla="*/ 14 h 39"/>
                  <a:gd name="T6" fmla="*/ 23 w 69"/>
                  <a:gd name="T7" fmla="*/ 4 h 39"/>
                  <a:gd name="T8" fmla="*/ 7 w 69"/>
                  <a:gd name="T9" fmla="*/ 1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39">
                    <a:moveTo>
                      <a:pt x="7" y="17"/>
                    </a:moveTo>
                    <a:cubicBezTo>
                      <a:pt x="14" y="26"/>
                      <a:pt x="54" y="39"/>
                      <a:pt x="62" y="34"/>
                    </a:cubicBezTo>
                    <a:cubicBezTo>
                      <a:pt x="69" y="29"/>
                      <a:pt x="66" y="15"/>
                      <a:pt x="61" y="14"/>
                    </a:cubicBezTo>
                    <a:cubicBezTo>
                      <a:pt x="55" y="13"/>
                      <a:pt x="27" y="9"/>
                      <a:pt x="23" y="4"/>
                    </a:cubicBezTo>
                    <a:cubicBezTo>
                      <a:pt x="19" y="0"/>
                      <a:pt x="0" y="8"/>
                      <a:pt x="7" y="17"/>
                    </a:cubicBezTo>
                    <a:close/>
                  </a:path>
                </a:pathLst>
              </a:custGeom>
              <a:solidFill>
                <a:srgbClr val="C8C8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6" name="Freeform: Shape 115"/>
              <p:cNvSpPr/>
              <p:nvPr/>
            </p:nvSpPr>
            <p:spPr bwMode="auto">
              <a:xfrm>
                <a:off x="5630864" y="1012825"/>
                <a:ext cx="111125" cy="65088"/>
              </a:xfrm>
              <a:custGeom>
                <a:avLst/>
                <a:gdLst>
                  <a:gd name="T0" fmla="*/ 3 w 65"/>
                  <a:gd name="T1" fmla="*/ 16 h 37"/>
                  <a:gd name="T2" fmla="*/ 50 w 65"/>
                  <a:gd name="T3" fmla="*/ 35 h 37"/>
                  <a:gd name="T4" fmla="*/ 59 w 65"/>
                  <a:gd name="T5" fmla="*/ 34 h 37"/>
                  <a:gd name="T6" fmla="*/ 64 w 65"/>
                  <a:gd name="T7" fmla="*/ 20 h 37"/>
                  <a:gd name="T8" fmla="*/ 58 w 65"/>
                  <a:gd name="T9" fmla="*/ 12 h 37"/>
                  <a:gd name="T10" fmla="*/ 55 w 65"/>
                  <a:gd name="T11" fmla="*/ 12 h 37"/>
                  <a:gd name="T12" fmla="*/ 21 w 65"/>
                  <a:gd name="T13" fmla="*/ 3 h 37"/>
                  <a:gd name="T14" fmla="*/ 6 w 65"/>
                  <a:gd name="T15" fmla="*/ 4 h 37"/>
                  <a:gd name="T16" fmla="*/ 3 w 65"/>
                  <a:gd name="T17" fmla="*/ 16 h 37"/>
                  <a:gd name="T18" fmla="*/ 58 w 65"/>
                  <a:gd name="T19" fmla="*/ 32 h 37"/>
                  <a:gd name="T20" fmla="*/ 5 w 65"/>
                  <a:gd name="T21" fmla="*/ 15 h 37"/>
                  <a:gd name="T22" fmla="*/ 5 w 65"/>
                  <a:gd name="T23" fmla="*/ 15 h 37"/>
                  <a:gd name="T24" fmla="*/ 8 w 65"/>
                  <a:gd name="T25" fmla="*/ 6 h 37"/>
                  <a:gd name="T26" fmla="*/ 19 w 65"/>
                  <a:gd name="T27" fmla="*/ 4 h 37"/>
                  <a:gd name="T28" fmla="*/ 54 w 65"/>
                  <a:gd name="T29" fmla="*/ 14 h 37"/>
                  <a:gd name="T30" fmla="*/ 57 w 65"/>
                  <a:gd name="T31" fmla="*/ 14 h 37"/>
                  <a:gd name="T32" fmla="*/ 62 w 65"/>
                  <a:gd name="T33" fmla="*/ 20 h 37"/>
                  <a:gd name="T34" fmla="*/ 58 w 65"/>
                  <a:gd name="T35" fmla="*/ 32 h 37"/>
                  <a:gd name="T36" fmla="*/ 3 w 65"/>
                  <a:gd name="T37" fmla="*/ 16 h 37"/>
                  <a:gd name="T38" fmla="*/ 3 w 65"/>
                  <a:gd name="T39" fmla="*/ 1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5" h="37">
                    <a:moveTo>
                      <a:pt x="3" y="16"/>
                    </a:moveTo>
                    <a:cubicBezTo>
                      <a:pt x="9" y="23"/>
                      <a:pt x="35" y="33"/>
                      <a:pt x="50" y="35"/>
                    </a:cubicBezTo>
                    <a:cubicBezTo>
                      <a:pt x="54" y="35"/>
                      <a:pt x="57" y="35"/>
                      <a:pt x="59" y="34"/>
                    </a:cubicBezTo>
                    <a:cubicBezTo>
                      <a:pt x="64" y="30"/>
                      <a:pt x="65" y="24"/>
                      <a:pt x="64" y="20"/>
                    </a:cubicBezTo>
                    <a:cubicBezTo>
                      <a:pt x="63" y="16"/>
                      <a:pt x="61" y="13"/>
                      <a:pt x="58" y="12"/>
                    </a:cubicBezTo>
                    <a:cubicBezTo>
                      <a:pt x="55" y="12"/>
                      <a:pt x="55" y="12"/>
                      <a:pt x="55" y="12"/>
                    </a:cubicBezTo>
                    <a:cubicBezTo>
                      <a:pt x="46" y="11"/>
                      <a:pt x="24" y="7"/>
                      <a:pt x="21" y="3"/>
                    </a:cubicBezTo>
                    <a:cubicBezTo>
                      <a:pt x="18" y="0"/>
                      <a:pt x="11" y="1"/>
                      <a:pt x="6" y="4"/>
                    </a:cubicBezTo>
                    <a:cubicBezTo>
                      <a:pt x="1" y="8"/>
                      <a:pt x="0" y="13"/>
                      <a:pt x="3" y="16"/>
                    </a:cubicBezTo>
                    <a:close/>
                    <a:moveTo>
                      <a:pt x="58" y="32"/>
                    </a:moveTo>
                    <a:cubicBezTo>
                      <a:pt x="51" y="37"/>
                      <a:pt x="12" y="24"/>
                      <a:pt x="5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1" y="11"/>
                      <a:pt x="6" y="7"/>
                      <a:pt x="8" y="6"/>
                    </a:cubicBezTo>
                    <a:cubicBezTo>
                      <a:pt x="12" y="3"/>
                      <a:pt x="18" y="2"/>
                      <a:pt x="19" y="4"/>
                    </a:cubicBezTo>
                    <a:cubicBezTo>
                      <a:pt x="23" y="8"/>
                      <a:pt x="39" y="11"/>
                      <a:pt x="54" y="14"/>
                    </a:cubicBezTo>
                    <a:cubicBezTo>
                      <a:pt x="57" y="14"/>
                      <a:pt x="57" y="14"/>
                      <a:pt x="57" y="14"/>
                    </a:cubicBezTo>
                    <a:cubicBezTo>
                      <a:pt x="59" y="15"/>
                      <a:pt x="61" y="17"/>
                      <a:pt x="62" y="20"/>
                    </a:cubicBezTo>
                    <a:cubicBezTo>
                      <a:pt x="63" y="24"/>
                      <a:pt x="62" y="29"/>
                      <a:pt x="58" y="32"/>
                    </a:cubicBezTo>
                    <a:close/>
                    <a:moveTo>
                      <a:pt x="3" y="16"/>
                    </a:moveTo>
                    <a:cubicBezTo>
                      <a:pt x="3" y="16"/>
                      <a:pt x="3" y="16"/>
                      <a:pt x="3" y="16"/>
                    </a:cubicBezTo>
                    <a:close/>
                  </a:path>
                </a:pathLst>
              </a:custGeom>
              <a:solidFill>
                <a:srgbClr val="9195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7" name="Freeform: Shape 116"/>
              <p:cNvSpPr/>
              <p:nvPr/>
            </p:nvSpPr>
            <p:spPr bwMode="auto">
              <a:xfrm>
                <a:off x="5651501" y="1001712"/>
                <a:ext cx="112713" cy="49213"/>
              </a:xfrm>
              <a:custGeom>
                <a:avLst/>
                <a:gdLst>
                  <a:gd name="T0" fmla="*/ 8 w 66"/>
                  <a:gd name="T1" fmla="*/ 19 h 29"/>
                  <a:gd name="T2" fmla="*/ 53 w 66"/>
                  <a:gd name="T3" fmla="*/ 24 h 29"/>
                  <a:gd name="T4" fmla="*/ 51 w 66"/>
                  <a:gd name="T5" fmla="*/ 11 h 29"/>
                  <a:gd name="T6" fmla="*/ 20 w 66"/>
                  <a:gd name="T7" fmla="*/ 4 h 29"/>
                  <a:gd name="T8" fmla="*/ 8 w 66"/>
                  <a:gd name="T9" fmla="*/ 1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29">
                    <a:moveTo>
                      <a:pt x="8" y="19"/>
                    </a:moveTo>
                    <a:cubicBezTo>
                      <a:pt x="18" y="25"/>
                      <a:pt x="46" y="29"/>
                      <a:pt x="53" y="24"/>
                    </a:cubicBezTo>
                    <a:cubicBezTo>
                      <a:pt x="60" y="19"/>
                      <a:pt x="66" y="13"/>
                      <a:pt x="51" y="11"/>
                    </a:cubicBezTo>
                    <a:cubicBezTo>
                      <a:pt x="36" y="9"/>
                      <a:pt x="27" y="8"/>
                      <a:pt x="20" y="4"/>
                    </a:cubicBezTo>
                    <a:cubicBezTo>
                      <a:pt x="13" y="0"/>
                      <a:pt x="0" y="13"/>
                      <a:pt x="8" y="19"/>
                    </a:cubicBezTo>
                    <a:close/>
                  </a:path>
                </a:pathLst>
              </a:custGeom>
              <a:solidFill>
                <a:srgbClr val="C8C8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8" name="Freeform: Shape 117"/>
              <p:cNvSpPr/>
              <p:nvPr/>
            </p:nvSpPr>
            <p:spPr bwMode="auto">
              <a:xfrm>
                <a:off x="5656264" y="1003300"/>
                <a:ext cx="101600" cy="46038"/>
              </a:xfrm>
              <a:custGeom>
                <a:avLst/>
                <a:gdLst>
                  <a:gd name="T0" fmla="*/ 4 w 59"/>
                  <a:gd name="T1" fmla="*/ 18 h 27"/>
                  <a:gd name="T2" fmla="*/ 29 w 59"/>
                  <a:gd name="T3" fmla="*/ 26 h 27"/>
                  <a:gd name="T4" fmla="*/ 50 w 59"/>
                  <a:gd name="T5" fmla="*/ 23 h 27"/>
                  <a:gd name="T6" fmla="*/ 58 w 59"/>
                  <a:gd name="T7" fmla="*/ 14 h 27"/>
                  <a:gd name="T8" fmla="*/ 48 w 59"/>
                  <a:gd name="T9" fmla="*/ 9 h 27"/>
                  <a:gd name="T10" fmla="*/ 18 w 59"/>
                  <a:gd name="T11" fmla="*/ 2 h 27"/>
                  <a:gd name="T12" fmla="*/ 4 w 59"/>
                  <a:gd name="T13" fmla="*/ 7 h 27"/>
                  <a:gd name="T14" fmla="*/ 4 w 59"/>
                  <a:gd name="T15" fmla="*/ 18 h 27"/>
                  <a:gd name="T16" fmla="*/ 49 w 59"/>
                  <a:gd name="T17" fmla="*/ 22 h 27"/>
                  <a:gd name="T18" fmla="*/ 5 w 59"/>
                  <a:gd name="T19" fmla="*/ 17 h 27"/>
                  <a:gd name="T20" fmla="*/ 5 w 59"/>
                  <a:gd name="T21" fmla="*/ 17 h 27"/>
                  <a:gd name="T22" fmla="*/ 5 w 59"/>
                  <a:gd name="T23" fmla="*/ 8 h 27"/>
                  <a:gd name="T24" fmla="*/ 17 w 59"/>
                  <a:gd name="T25" fmla="*/ 4 h 27"/>
                  <a:gd name="T26" fmla="*/ 48 w 59"/>
                  <a:gd name="T27" fmla="*/ 11 h 27"/>
                  <a:gd name="T28" fmla="*/ 56 w 59"/>
                  <a:gd name="T29" fmla="*/ 14 h 27"/>
                  <a:gd name="T30" fmla="*/ 49 w 59"/>
                  <a:gd name="T31" fmla="*/ 22 h 27"/>
                  <a:gd name="T32" fmla="*/ 4 w 59"/>
                  <a:gd name="T33" fmla="*/ 18 h 27"/>
                  <a:gd name="T34" fmla="*/ 4 w 59"/>
                  <a:gd name="T35" fmla="*/ 18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9" h="27">
                    <a:moveTo>
                      <a:pt x="4" y="18"/>
                    </a:moveTo>
                    <a:cubicBezTo>
                      <a:pt x="10" y="22"/>
                      <a:pt x="20" y="25"/>
                      <a:pt x="29" y="26"/>
                    </a:cubicBezTo>
                    <a:cubicBezTo>
                      <a:pt x="38" y="26"/>
                      <a:pt x="47" y="26"/>
                      <a:pt x="50" y="23"/>
                    </a:cubicBezTo>
                    <a:cubicBezTo>
                      <a:pt x="55" y="20"/>
                      <a:pt x="59" y="17"/>
                      <a:pt x="58" y="14"/>
                    </a:cubicBezTo>
                    <a:cubicBezTo>
                      <a:pt x="57" y="11"/>
                      <a:pt x="54" y="10"/>
                      <a:pt x="48" y="9"/>
                    </a:cubicBezTo>
                    <a:cubicBezTo>
                      <a:pt x="34" y="7"/>
                      <a:pt x="25" y="6"/>
                      <a:pt x="18" y="2"/>
                    </a:cubicBezTo>
                    <a:cubicBezTo>
                      <a:pt x="13" y="0"/>
                      <a:pt x="7" y="3"/>
                      <a:pt x="4" y="7"/>
                    </a:cubicBezTo>
                    <a:cubicBezTo>
                      <a:pt x="0" y="12"/>
                      <a:pt x="1" y="16"/>
                      <a:pt x="4" y="18"/>
                    </a:cubicBezTo>
                    <a:close/>
                    <a:moveTo>
                      <a:pt x="49" y="22"/>
                    </a:moveTo>
                    <a:cubicBezTo>
                      <a:pt x="42" y="27"/>
                      <a:pt x="15" y="23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2" y="15"/>
                      <a:pt x="3" y="11"/>
                      <a:pt x="5" y="8"/>
                    </a:cubicBezTo>
                    <a:cubicBezTo>
                      <a:pt x="8" y="5"/>
                      <a:pt x="13" y="2"/>
                      <a:pt x="17" y="4"/>
                    </a:cubicBezTo>
                    <a:cubicBezTo>
                      <a:pt x="24" y="7"/>
                      <a:pt x="34" y="9"/>
                      <a:pt x="48" y="11"/>
                    </a:cubicBezTo>
                    <a:cubicBezTo>
                      <a:pt x="54" y="12"/>
                      <a:pt x="56" y="13"/>
                      <a:pt x="56" y="14"/>
                    </a:cubicBezTo>
                    <a:cubicBezTo>
                      <a:pt x="57" y="17"/>
                      <a:pt x="51" y="21"/>
                      <a:pt x="49" y="22"/>
                    </a:cubicBezTo>
                    <a:close/>
                    <a:moveTo>
                      <a:pt x="4" y="18"/>
                    </a:moveTo>
                    <a:cubicBezTo>
                      <a:pt x="4" y="18"/>
                      <a:pt x="4" y="18"/>
                      <a:pt x="4" y="18"/>
                    </a:cubicBezTo>
                    <a:close/>
                  </a:path>
                </a:pathLst>
              </a:custGeom>
              <a:solidFill>
                <a:srgbClr val="9195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9" name="Freeform: Shape 118"/>
              <p:cNvSpPr/>
              <p:nvPr/>
            </p:nvSpPr>
            <p:spPr bwMode="auto">
              <a:xfrm>
                <a:off x="5681664" y="987425"/>
                <a:ext cx="95250" cy="38100"/>
              </a:xfrm>
              <a:custGeom>
                <a:avLst/>
                <a:gdLst>
                  <a:gd name="T0" fmla="*/ 5 w 55"/>
                  <a:gd name="T1" fmla="*/ 5 h 22"/>
                  <a:gd name="T2" fmla="*/ 14 w 55"/>
                  <a:gd name="T3" fmla="*/ 19 h 22"/>
                  <a:gd name="T4" fmla="*/ 51 w 55"/>
                  <a:gd name="T5" fmla="*/ 17 h 22"/>
                  <a:gd name="T6" fmla="*/ 29 w 55"/>
                  <a:gd name="T7" fmla="*/ 3 h 22"/>
                  <a:gd name="T8" fmla="*/ 5 w 55"/>
                  <a:gd name="T9" fmla="*/ 5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2">
                    <a:moveTo>
                      <a:pt x="5" y="5"/>
                    </a:moveTo>
                    <a:cubicBezTo>
                      <a:pt x="0" y="9"/>
                      <a:pt x="2" y="16"/>
                      <a:pt x="14" y="19"/>
                    </a:cubicBezTo>
                    <a:cubicBezTo>
                      <a:pt x="27" y="22"/>
                      <a:pt x="47" y="21"/>
                      <a:pt x="51" y="17"/>
                    </a:cubicBezTo>
                    <a:cubicBezTo>
                      <a:pt x="55" y="12"/>
                      <a:pt x="45" y="7"/>
                      <a:pt x="29" y="3"/>
                    </a:cubicBezTo>
                    <a:cubicBezTo>
                      <a:pt x="14" y="0"/>
                      <a:pt x="5" y="5"/>
                      <a:pt x="5" y="5"/>
                    </a:cubicBezTo>
                    <a:close/>
                  </a:path>
                </a:pathLst>
              </a:custGeom>
              <a:solidFill>
                <a:srgbClr val="C8C8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0" name="Freeform: Shape 119"/>
              <p:cNvSpPr/>
              <p:nvPr/>
            </p:nvSpPr>
            <p:spPr bwMode="auto">
              <a:xfrm>
                <a:off x="5683251" y="985837"/>
                <a:ext cx="90488" cy="41275"/>
              </a:xfrm>
              <a:custGeom>
                <a:avLst/>
                <a:gdLst>
                  <a:gd name="T0" fmla="*/ 0 w 52"/>
                  <a:gd name="T1" fmla="*/ 12 h 24"/>
                  <a:gd name="T2" fmla="*/ 13 w 52"/>
                  <a:gd name="T3" fmla="*/ 21 h 24"/>
                  <a:gd name="T4" fmla="*/ 51 w 52"/>
                  <a:gd name="T5" fmla="*/ 18 h 24"/>
                  <a:gd name="T6" fmla="*/ 51 w 52"/>
                  <a:gd name="T7" fmla="*/ 14 h 24"/>
                  <a:gd name="T8" fmla="*/ 29 w 52"/>
                  <a:gd name="T9" fmla="*/ 3 h 24"/>
                  <a:gd name="T10" fmla="*/ 4 w 52"/>
                  <a:gd name="T11" fmla="*/ 5 h 24"/>
                  <a:gd name="T12" fmla="*/ 4 w 52"/>
                  <a:gd name="T13" fmla="*/ 5 h 24"/>
                  <a:gd name="T14" fmla="*/ 0 w 52"/>
                  <a:gd name="T15" fmla="*/ 12 h 24"/>
                  <a:gd name="T16" fmla="*/ 49 w 52"/>
                  <a:gd name="T17" fmla="*/ 17 h 24"/>
                  <a:gd name="T18" fmla="*/ 14 w 52"/>
                  <a:gd name="T19" fmla="*/ 19 h 24"/>
                  <a:gd name="T20" fmla="*/ 2 w 52"/>
                  <a:gd name="T21" fmla="*/ 12 h 24"/>
                  <a:gd name="T22" fmla="*/ 5 w 52"/>
                  <a:gd name="T23" fmla="*/ 7 h 24"/>
                  <a:gd name="T24" fmla="*/ 22 w 52"/>
                  <a:gd name="T25" fmla="*/ 4 h 24"/>
                  <a:gd name="T26" fmla="*/ 28 w 52"/>
                  <a:gd name="T27" fmla="*/ 5 h 24"/>
                  <a:gd name="T28" fmla="*/ 49 w 52"/>
                  <a:gd name="T29" fmla="*/ 15 h 24"/>
                  <a:gd name="T30" fmla="*/ 49 w 52"/>
                  <a:gd name="T31" fmla="*/ 17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2" h="24">
                    <a:moveTo>
                      <a:pt x="0" y="12"/>
                    </a:moveTo>
                    <a:cubicBezTo>
                      <a:pt x="1" y="16"/>
                      <a:pt x="6" y="19"/>
                      <a:pt x="13" y="21"/>
                    </a:cubicBezTo>
                    <a:cubicBezTo>
                      <a:pt x="26" y="24"/>
                      <a:pt x="46" y="23"/>
                      <a:pt x="51" y="18"/>
                    </a:cubicBezTo>
                    <a:cubicBezTo>
                      <a:pt x="52" y="17"/>
                      <a:pt x="52" y="15"/>
                      <a:pt x="51" y="14"/>
                    </a:cubicBezTo>
                    <a:cubicBezTo>
                      <a:pt x="50" y="10"/>
                      <a:pt x="41" y="6"/>
                      <a:pt x="29" y="3"/>
                    </a:cubicBezTo>
                    <a:cubicBezTo>
                      <a:pt x="13" y="0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1" y="7"/>
                      <a:pt x="0" y="10"/>
                      <a:pt x="0" y="12"/>
                    </a:cubicBezTo>
                    <a:close/>
                    <a:moveTo>
                      <a:pt x="49" y="17"/>
                    </a:moveTo>
                    <a:cubicBezTo>
                      <a:pt x="46" y="21"/>
                      <a:pt x="26" y="22"/>
                      <a:pt x="14" y="19"/>
                    </a:cubicBezTo>
                    <a:cubicBezTo>
                      <a:pt x="7" y="18"/>
                      <a:pt x="3" y="15"/>
                      <a:pt x="2" y="12"/>
                    </a:cubicBezTo>
                    <a:cubicBezTo>
                      <a:pt x="2" y="10"/>
                      <a:pt x="3" y="8"/>
                      <a:pt x="5" y="7"/>
                    </a:cubicBezTo>
                    <a:cubicBezTo>
                      <a:pt x="5" y="6"/>
                      <a:pt x="11" y="3"/>
                      <a:pt x="22" y="4"/>
                    </a:cubicBezTo>
                    <a:cubicBezTo>
                      <a:pt x="24" y="4"/>
                      <a:pt x="26" y="5"/>
                      <a:pt x="28" y="5"/>
                    </a:cubicBezTo>
                    <a:cubicBezTo>
                      <a:pt x="40" y="8"/>
                      <a:pt x="48" y="11"/>
                      <a:pt x="49" y="15"/>
                    </a:cubicBezTo>
                    <a:cubicBezTo>
                      <a:pt x="50" y="15"/>
                      <a:pt x="50" y="16"/>
                      <a:pt x="49" y="17"/>
                    </a:cubicBezTo>
                    <a:close/>
                  </a:path>
                </a:pathLst>
              </a:custGeom>
              <a:solidFill>
                <a:srgbClr val="9195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1" name="Freeform: Shape 120"/>
              <p:cNvSpPr/>
              <p:nvPr/>
            </p:nvSpPr>
            <p:spPr bwMode="auto">
              <a:xfrm>
                <a:off x="5667376" y="922337"/>
                <a:ext cx="123825" cy="85725"/>
              </a:xfrm>
              <a:custGeom>
                <a:avLst/>
                <a:gdLst>
                  <a:gd name="T0" fmla="*/ 10 w 71"/>
                  <a:gd name="T1" fmla="*/ 34 h 50"/>
                  <a:gd name="T2" fmla="*/ 55 w 71"/>
                  <a:gd name="T3" fmla="*/ 50 h 50"/>
                  <a:gd name="T4" fmla="*/ 61 w 71"/>
                  <a:gd name="T5" fmla="*/ 31 h 50"/>
                  <a:gd name="T6" fmla="*/ 19 w 71"/>
                  <a:gd name="T7" fmla="*/ 7 h 50"/>
                  <a:gd name="T8" fmla="*/ 10 w 71"/>
                  <a:gd name="T9" fmla="*/ 34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50">
                    <a:moveTo>
                      <a:pt x="10" y="34"/>
                    </a:moveTo>
                    <a:cubicBezTo>
                      <a:pt x="15" y="38"/>
                      <a:pt x="43" y="50"/>
                      <a:pt x="55" y="50"/>
                    </a:cubicBezTo>
                    <a:cubicBezTo>
                      <a:pt x="67" y="50"/>
                      <a:pt x="71" y="36"/>
                      <a:pt x="61" y="31"/>
                    </a:cubicBezTo>
                    <a:cubicBezTo>
                      <a:pt x="50" y="26"/>
                      <a:pt x="22" y="13"/>
                      <a:pt x="19" y="7"/>
                    </a:cubicBezTo>
                    <a:cubicBezTo>
                      <a:pt x="16" y="0"/>
                      <a:pt x="0" y="29"/>
                      <a:pt x="10" y="34"/>
                    </a:cubicBezTo>
                    <a:close/>
                  </a:path>
                </a:pathLst>
              </a:custGeom>
              <a:solidFill>
                <a:srgbClr val="C8C8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2" name="Freeform: Shape 121"/>
              <p:cNvSpPr/>
              <p:nvPr/>
            </p:nvSpPr>
            <p:spPr bwMode="auto">
              <a:xfrm>
                <a:off x="5675314" y="930275"/>
                <a:ext cx="112713" cy="79375"/>
              </a:xfrm>
              <a:custGeom>
                <a:avLst/>
                <a:gdLst>
                  <a:gd name="T0" fmla="*/ 5 w 65"/>
                  <a:gd name="T1" fmla="*/ 30 h 46"/>
                  <a:gd name="T2" fmla="*/ 49 w 65"/>
                  <a:gd name="T3" fmla="*/ 46 h 46"/>
                  <a:gd name="T4" fmla="*/ 51 w 65"/>
                  <a:gd name="T5" fmla="*/ 46 h 46"/>
                  <a:gd name="T6" fmla="*/ 63 w 65"/>
                  <a:gd name="T7" fmla="*/ 38 h 46"/>
                  <a:gd name="T8" fmla="*/ 57 w 65"/>
                  <a:gd name="T9" fmla="*/ 25 h 46"/>
                  <a:gd name="T10" fmla="*/ 51 w 65"/>
                  <a:gd name="T11" fmla="*/ 22 h 46"/>
                  <a:gd name="T12" fmla="*/ 16 w 65"/>
                  <a:gd name="T13" fmla="*/ 1 h 46"/>
                  <a:gd name="T14" fmla="*/ 14 w 65"/>
                  <a:gd name="T15" fmla="*/ 0 h 46"/>
                  <a:gd name="T16" fmla="*/ 3 w 65"/>
                  <a:gd name="T17" fmla="*/ 15 h 46"/>
                  <a:gd name="T18" fmla="*/ 5 w 65"/>
                  <a:gd name="T19" fmla="*/ 30 h 46"/>
                  <a:gd name="T20" fmla="*/ 61 w 65"/>
                  <a:gd name="T21" fmla="*/ 37 h 46"/>
                  <a:gd name="T22" fmla="*/ 51 w 65"/>
                  <a:gd name="T23" fmla="*/ 44 h 46"/>
                  <a:gd name="T24" fmla="*/ 6 w 65"/>
                  <a:gd name="T25" fmla="*/ 28 h 46"/>
                  <a:gd name="T26" fmla="*/ 6 w 65"/>
                  <a:gd name="T27" fmla="*/ 28 h 46"/>
                  <a:gd name="T28" fmla="*/ 5 w 65"/>
                  <a:gd name="T29" fmla="*/ 16 h 46"/>
                  <a:gd name="T30" fmla="*/ 14 w 65"/>
                  <a:gd name="T31" fmla="*/ 2 h 46"/>
                  <a:gd name="T32" fmla="*/ 14 w 65"/>
                  <a:gd name="T33" fmla="*/ 2 h 46"/>
                  <a:gd name="T34" fmla="*/ 51 w 65"/>
                  <a:gd name="T35" fmla="*/ 24 h 46"/>
                  <a:gd name="T36" fmla="*/ 56 w 65"/>
                  <a:gd name="T37" fmla="*/ 27 h 46"/>
                  <a:gd name="T38" fmla="*/ 61 w 65"/>
                  <a:gd name="T39" fmla="*/ 37 h 46"/>
                  <a:gd name="T40" fmla="*/ 5 w 65"/>
                  <a:gd name="T41" fmla="*/ 30 h 46"/>
                  <a:gd name="T42" fmla="*/ 5 w 65"/>
                  <a:gd name="T43" fmla="*/ 3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5" h="46">
                    <a:moveTo>
                      <a:pt x="5" y="30"/>
                    </a:moveTo>
                    <a:cubicBezTo>
                      <a:pt x="10" y="33"/>
                      <a:pt x="36" y="44"/>
                      <a:pt x="49" y="46"/>
                    </a:cubicBezTo>
                    <a:cubicBezTo>
                      <a:pt x="50" y="46"/>
                      <a:pt x="50" y="46"/>
                      <a:pt x="51" y="46"/>
                    </a:cubicBezTo>
                    <a:cubicBezTo>
                      <a:pt x="57" y="46"/>
                      <a:pt x="62" y="43"/>
                      <a:pt x="63" y="38"/>
                    </a:cubicBezTo>
                    <a:cubicBezTo>
                      <a:pt x="65" y="33"/>
                      <a:pt x="62" y="28"/>
                      <a:pt x="57" y="25"/>
                    </a:cubicBezTo>
                    <a:cubicBezTo>
                      <a:pt x="51" y="22"/>
                      <a:pt x="51" y="22"/>
                      <a:pt x="51" y="22"/>
                    </a:cubicBezTo>
                    <a:cubicBezTo>
                      <a:pt x="39" y="17"/>
                      <a:pt x="19" y="7"/>
                      <a:pt x="16" y="1"/>
                    </a:cubicBezTo>
                    <a:cubicBezTo>
                      <a:pt x="15" y="0"/>
                      <a:pt x="14" y="0"/>
                      <a:pt x="14" y="0"/>
                    </a:cubicBezTo>
                    <a:cubicBezTo>
                      <a:pt x="10" y="0"/>
                      <a:pt x="5" y="8"/>
                      <a:pt x="3" y="15"/>
                    </a:cubicBezTo>
                    <a:cubicBezTo>
                      <a:pt x="1" y="20"/>
                      <a:pt x="0" y="27"/>
                      <a:pt x="5" y="30"/>
                    </a:cubicBezTo>
                    <a:close/>
                    <a:moveTo>
                      <a:pt x="61" y="37"/>
                    </a:moveTo>
                    <a:cubicBezTo>
                      <a:pt x="60" y="40"/>
                      <a:pt x="57" y="44"/>
                      <a:pt x="51" y="44"/>
                    </a:cubicBezTo>
                    <a:cubicBezTo>
                      <a:pt x="39" y="44"/>
                      <a:pt x="11" y="32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3" y="27"/>
                      <a:pt x="3" y="22"/>
                      <a:pt x="5" y="16"/>
                    </a:cubicBezTo>
                    <a:cubicBezTo>
                      <a:pt x="7" y="8"/>
                      <a:pt x="12" y="2"/>
                      <a:pt x="14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7" y="8"/>
                      <a:pt x="37" y="18"/>
                      <a:pt x="51" y="24"/>
                    </a:cubicBezTo>
                    <a:cubicBezTo>
                      <a:pt x="56" y="27"/>
                      <a:pt x="56" y="27"/>
                      <a:pt x="56" y="27"/>
                    </a:cubicBezTo>
                    <a:cubicBezTo>
                      <a:pt x="62" y="29"/>
                      <a:pt x="62" y="34"/>
                      <a:pt x="61" y="37"/>
                    </a:cubicBezTo>
                    <a:close/>
                    <a:moveTo>
                      <a:pt x="5" y="30"/>
                    </a:moveTo>
                    <a:cubicBezTo>
                      <a:pt x="5" y="30"/>
                      <a:pt x="5" y="30"/>
                      <a:pt x="5" y="30"/>
                    </a:cubicBezTo>
                    <a:close/>
                  </a:path>
                </a:pathLst>
              </a:custGeom>
              <a:solidFill>
                <a:srgbClr val="9195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3" name="Freeform: Shape 122"/>
              <p:cNvSpPr/>
              <p:nvPr/>
            </p:nvSpPr>
            <p:spPr bwMode="auto">
              <a:xfrm>
                <a:off x="5583239" y="858837"/>
                <a:ext cx="136525" cy="209550"/>
              </a:xfrm>
              <a:custGeom>
                <a:avLst/>
                <a:gdLst>
                  <a:gd name="T0" fmla="*/ 0 w 79"/>
                  <a:gd name="T1" fmla="*/ 77 h 122"/>
                  <a:gd name="T2" fmla="*/ 41 w 79"/>
                  <a:gd name="T3" fmla="*/ 117 h 122"/>
                  <a:gd name="T4" fmla="*/ 74 w 79"/>
                  <a:gd name="T5" fmla="*/ 72 h 122"/>
                  <a:gd name="T6" fmla="*/ 73 w 79"/>
                  <a:gd name="T7" fmla="*/ 20 h 122"/>
                  <a:gd name="T8" fmla="*/ 31 w 79"/>
                  <a:gd name="T9" fmla="*/ 2 h 122"/>
                  <a:gd name="T10" fmla="*/ 0 w 79"/>
                  <a:gd name="T11" fmla="*/ 77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" h="122">
                    <a:moveTo>
                      <a:pt x="0" y="77"/>
                    </a:moveTo>
                    <a:cubicBezTo>
                      <a:pt x="4" y="90"/>
                      <a:pt x="32" y="122"/>
                      <a:pt x="41" y="117"/>
                    </a:cubicBezTo>
                    <a:cubicBezTo>
                      <a:pt x="50" y="111"/>
                      <a:pt x="70" y="89"/>
                      <a:pt x="74" y="72"/>
                    </a:cubicBezTo>
                    <a:cubicBezTo>
                      <a:pt x="78" y="56"/>
                      <a:pt x="79" y="24"/>
                      <a:pt x="73" y="20"/>
                    </a:cubicBezTo>
                    <a:cubicBezTo>
                      <a:pt x="67" y="16"/>
                      <a:pt x="45" y="0"/>
                      <a:pt x="31" y="2"/>
                    </a:cubicBezTo>
                    <a:cubicBezTo>
                      <a:pt x="18" y="4"/>
                      <a:pt x="0" y="77"/>
                      <a:pt x="0" y="77"/>
                    </a:cubicBezTo>
                    <a:close/>
                  </a:path>
                </a:pathLst>
              </a:custGeom>
              <a:solidFill>
                <a:srgbClr val="9195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4" name="Freeform: Shape 123"/>
              <p:cNvSpPr/>
              <p:nvPr/>
            </p:nvSpPr>
            <p:spPr bwMode="auto">
              <a:xfrm>
                <a:off x="5586414" y="858837"/>
                <a:ext cx="128588" cy="122238"/>
              </a:xfrm>
              <a:custGeom>
                <a:avLst/>
                <a:gdLst>
                  <a:gd name="T0" fmla="*/ 29 w 74"/>
                  <a:gd name="T1" fmla="*/ 2 h 71"/>
                  <a:gd name="T2" fmla="*/ 0 w 74"/>
                  <a:gd name="T3" fmla="*/ 71 h 71"/>
                  <a:gd name="T4" fmla="*/ 39 w 74"/>
                  <a:gd name="T5" fmla="*/ 28 h 71"/>
                  <a:gd name="T6" fmla="*/ 74 w 74"/>
                  <a:gd name="T7" fmla="*/ 30 h 71"/>
                  <a:gd name="T8" fmla="*/ 71 w 74"/>
                  <a:gd name="T9" fmla="*/ 20 h 71"/>
                  <a:gd name="T10" fmla="*/ 29 w 74"/>
                  <a:gd name="T11" fmla="*/ 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1">
                    <a:moveTo>
                      <a:pt x="29" y="2"/>
                    </a:moveTo>
                    <a:cubicBezTo>
                      <a:pt x="18" y="4"/>
                      <a:pt x="4" y="54"/>
                      <a:pt x="0" y="71"/>
                    </a:cubicBezTo>
                    <a:cubicBezTo>
                      <a:pt x="21" y="57"/>
                      <a:pt x="29" y="46"/>
                      <a:pt x="39" y="28"/>
                    </a:cubicBezTo>
                    <a:cubicBezTo>
                      <a:pt x="45" y="16"/>
                      <a:pt x="59" y="23"/>
                      <a:pt x="74" y="30"/>
                    </a:cubicBezTo>
                    <a:cubicBezTo>
                      <a:pt x="73" y="25"/>
                      <a:pt x="73" y="21"/>
                      <a:pt x="71" y="20"/>
                    </a:cubicBezTo>
                    <a:cubicBezTo>
                      <a:pt x="65" y="16"/>
                      <a:pt x="43" y="0"/>
                      <a:pt x="29" y="2"/>
                    </a:cubicBezTo>
                    <a:close/>
                  </a:path>
                </a:pathLst>
              </a:custGeom>
              <a:solidFill>
                <a:srgbClr val="8488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5" name="Freeform: Shape 124"/>
              <p:cNvSpPr/>
              <p:nvPr/>
            </p:nvSpPr>
            <p:spPr bwMode="auto">
              <a:xfrm>
                <a:off x="5605464" y="912812"/>
                <a:ext cx="104775" cy="142875"/>
              </a:xfrm>
              <a:custGeom>
                <a:avLst/>
                <a:gdLst>
                  <a:gd name="T0" fmla="*/ 0 w 60"/>
                  <a:gd name="T1" fmla="*/ 59 h 82"/>
                  <a:gd name="T2" fmla="*/ 26 w 60"/>
                  <a:gd name="T3" fmla="*/ 78 h 82"/>
                  <a:gd name="T4" fmla="*/ 56 w 60"/>
                  <a:gd name="T5" fmla="*/ 38 h 82"/>
                  <a:gd name="T6" fmla="*/ 60 w 60"/>
                  <a:gd name="T7" fmla="*/ 17 h 82"/>
                  <a:gd name="T8" fmla="*/ 29 w 60"/>
                  <a:gd name="T9" fmla="*/ 0 h 82"/>
                  <a:gd name="T10" fmla="*/ 0 w 60"/>
                  <a:gd name="T11" fmla="*/ 59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0" h="82">
                    <a:moveTo>
                      <a:pt x="0" y="59"/>
                    </a:moveTo>
                    <a:cubicBezTo>
                      <a:pt x="9" y="70"/>
                      <a:pt x="21" y="82"/>
                      <a:pt x="26" y="78"/>
                    </a:cubicBezTo>
                    <a:cubicBezTo>
                      <a:pt x="34" y="74"/>
                      <a:pt x="53" y="53"/>
                      <a:pt x="56" y="38"/>
                    </a:cubicBezTo>
                    <a:cubicBezTo>
                      <a:pt x="58" y="33"/>
                      <a:pt x="59" y="26"/>
                      <a:pt x="60" y="17"/>
                    </a:cubicBezTo>
                    <a:cubicBezTo>
                      <a:pt x="48" y="14"/>
                      <a:pt x="38" y="7"/>
                      <a:pt x="29" y="0"/>
                    </a:cubicBezTo>
                    <a:cubicBezTo>
                      <a:pt x="24" y="21"/>
                      <a:pt x="20" y="46"/>
                      <a:pt x="0" y="59"/>
                    </a:cubicBezTo>
                    <a:close/>
                  </a:path>
                </a:pathLst>
              </a:custGeom>
              <a:solidFill>
                <a:srgbClr val="AAAD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6" name="Freeform: Shape 125"/>
              <p:cNvSpPr/>
              <p:nvPr/>
            </p:nvSpPr>
            <p:spPr bwMode="auto">
              <a:xfrm>
                <a:off x="5541964" y="852487"/>
                <a:ext cx="109538" cy="173038"/>
              </a:xfrm>
              <a:custGeom>
                <a:avLst/>
                <a:gdLst>
                  <a:gd name="T0" fmla="*/ 19 w 63"/>
                  <a:gd name="T1" fmla="*/ 35 h 100"/>
                  <a:gd name="T2" fmla="*/ 4 w 63"/>
                  <a:gd name="T3" fmla="*/ 83 h 100"/>
                  <a:gd name="T4" fmla="*/ 39 w 63"/>
                  <a:gd name="T5" fmla="*/ 84 h 100"/>
                  <a:gd name="T6" fmla="*/ 62 w 63"/>
                  <a:gd name="T7" fmla="*/ 21 h 100"/>
                  <a:gd name="T8" fmla="*/ 51 w 63"/>
                  <a:gd name="T9" fmla="*/ 2 h 100"/>
                  <a:gd name="T10" fmla="*/ 19 w 63"/>
                  <a:gd name="T11" fmla="*/ 35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3" h="100">
                    <a:moveTo>
                      <a:pt x="19" y="35"/>
                    </a:moveTo>
                    <a:cubicBezTo>
                      <a:pt x="11" y="48"/>
                      <a:pt x="0" y="76"/>
                      <a:pt x="4" y="83"/>
                    </a:cubicBezTo>
                    <a:cubicBezTo>
                      <a:pt x="10" y="91"/>
                      <a:pt x="33" y="100"/>
                      <a:pt x="39" y="84"/>
                    </a:cubicBezTo>
                    <a:cubicBezTo>
                      <a:pt x="46" y="68"/>
                      <a:pt x="60" y="32"/>
                      <a:pt x="62" y="21"/>
                    </a:cubicBezTo>
                    <a:cubicBezTo>
                      <a:pt x="63" y="10"/>
                      <a:pt x="62" y="0"/>
                      <a:pt x="51" y="2"/>
                    </a:cubicBezTo>
                    <a:cubicBezTo>
                      <a:pt x="40" y="4"/>
                      <a:pt x="26" y="24"/>
                      <a:pt x="19" y="35"/>
                    </a:cubicBezTo>
                    <a:close/>
                  </a:path>
                </a:pathLst>
              </a:custGeom>
              <a:solidFill>
                <a:srgbClr val="787C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7" name="Freeform: Shape 126"/>
              <p:cNvSpPr/>
              <p:nvPr/>
            </p:nvSpPr>
            <p:spPr bwMode="auto">
              <a:xfrm>
                <a:off x="5580064" y="852487"/>
                <a:ext cx="71438" cy="55563"/>
              </a:xfrm>
              <a:custGeom>
                <a:avLst/>
                <a:gdLst>
                  <a:gd name="T0" fmla="*/ 29 w 41"/>
                  <a:gd name="T1" fmla="*/ 2 h 32"/>
                  <a:gd name="T2" fmla="*/ 0 w 41"/>
                  <a:gd name="T3" fmla="*/ 30 h 32"/>
                  <a:gd name="T4" fmla="*/ 25 w 41"/>
                  <a:gd name="T5" fmla="*/ 21 h 32"/>
                  <a:gd name="T6" fmla="*/ 37 w 41"/>
                  <a:gd name="T7" fmla="*/ 32 h 32"/>
                  <a:gd name="T8" fmla="*/ 40 w 41"/>
                  <a:gd name="T9" fmla="*/ 21 h 32"/>
                  <a:gd name="T10" fmla="*/ 29 w 41"/>
                  <a:gd name="T11" fmla="*/ 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32">
                    <a:moveTo>
                      <a:pt x="29" y="2"/>
                    </a:moveTo>
                    <a:cubicBezTo>
                      <a:pt x="19" y="3"/>
                      <a:pt x="7" y="19"/>
                      <a:pt x="0" y="30"/>
                    </a:cubicBezTo>
                    <a:cubicBezTo>
                      <a:pt x="6" y="23"/>
                      <a:pt x="13" y="18"/>
                      <a:pt x="25" y="21"/>
                    </a:cubicBezTo>
                    <a:cubicBezTo>
                      <a:pt x="30" y="21"/>
                      <a:pt x="34" y="26"/>
                      <a:pt x="37" y="32"/>
                    </a:cubicBezTo>
                    <a:cubicBezTo>
                      <a:pt x="39" y="27"/>
                      <a:pt x="40" y="24"/>
                      <a:pt x="40" y="21"/>
                    </a:cubicBezTo>
                    <a:cubicBezTo>
                      <a:pt x="41" y="10"/>
                      <a:pt x="40" y="0"/>
                      <a:pt x="29" y="2"/>
                    </a:cubicBezTo>
                    <a:close/>
                  </a:path>
                </a:pathLst>
              </a:custGeom>
              <a:solidFill>
                <a:srgbClr val="6B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8" name="Freeform: Shape 127"/>
              <p:cNvSpPr/>
              <p:nvPr/>
            </p:nvSpPr>
            <p:spPr bwMode="auto">
              <a:xfrm>
                <a:off x="6251576" y="1030287"/>
                <a:ext cx="122238" cy="68263"/>
              </a:xfrm>
              <a:custGeom>
                <a:avLst/>
                <a:gdLst>
                  <a:gd name="T0" fmla="*/ 62 w 70"/>
                  <a:gd name="T1" fmla="*/ 17 h 39"/>
                  <a:gd name="T2" fmla="*/ 8 w 70"/>
                  <a:gd name="T3" fmla="*/ 34 h 39"/>
                  <a:gd name="T4" fmla="*/ 9 w 70"/>
                  <a:gd name="T5" fmla="*/ 15 h 39"/>
                  <a:gd name="T6" fmla="*/ 46 w 70"/>
                  <a:gd name="T7" fmla="*/ 5 h 39"/>
                  <a:gd name="T8" fmla="*/ 62 w 70"/>
                  <a:gd name="T9" fmla="*/ 1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" h="39">
                    <a:moveTo>
                      <a:pt x="62" y="17"/>
                    </a:moveTo>
                    <a:cubicBezTo>
                      <a:pt x="55" y="26"/>
                      <a:pt x="16" y="39"/>
                      <a:pt x="8" y="34"/>
                    </a:cubicBezTo>
                    <a:cubicBezTo>
                      <a:pt x="0" y="29"/>
                      <a:pt x="3" y="16"/>
                      <a:pt x="9" y="15"/>
                    </a:cubicBezTo>
                    <a:cubicBezTo>
                      <a:pt x="15" y="14"/>
                      <a:pt x="42" y="10"/>
                      <a:pt x="46" y="5"/>
                    </a:cubicBezTo>
                    <a:cubicBezTo>
                      <a:pt x="50" y="0"/>
                      <a:pt x="70" y="9"/>
                      <a:pt x="62" y="17"/>
                    </a:cubicBezTo>
                    <a:close/>
                  </a:path>
                </a:pathLst>
              </a:custGeom>
              <a:solidFill>
                <a:srgbClr val="C8C8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9" name="Freeform: Shape 128"/>
              <p:cNvSpPr/>
              <p:nvPr/>
            </p:nvSpPr>
            <p:spPr bwMode="auto">
              <a:xfrm>
                <a:off x="6253164" y="1031875"/>
                <a:ext cx="112713" cy="65088"/>
              </a:xfrm>
              <a:custGeom>
                <a:avLst/>
                <a:gdLst>
                  <a:gd name="T0" fmla="*/ 59 w 65"/>
                  <a:gd name="T1" fmla="*/ 5 h 37"/>
                  <a:gd name="T2" fmla="*/ 44 w 65"/>
                  <a:gd name="T3" fmla="*/ 3 h 37"/>
                  <a:gd name="T4" fmla="*/ 11 w 65"/>
                  <a:gd name="T5" fmla="*/ 13 h 37"/>
                  <a:gd name="T6" fmla="*/ 8 w 65"/>
                  <a:gd name="T7" fmla="*/ 13 h 37"/>
                  <a:gd name="T8" fmla="*/ 1 w 65"/>
                  <a:gd name="T9" fmla="*/ 20 h 37"/>
                  <a:gd name="T10" fmla="*/ 6 w 65"/>
                  <a:gd name="T11" fmla="*/ 34 h 37"/>
                  <a:gd name="T12" fmla="*/ 16 w 65"/>
                  <a:gd name="T13" fmla="*/ 35 h 37"/>
                  <a:gd name="T14" fmla="*/ 62 w 65"/>
                  <a:gd name="T15" fmla="*/ 17 h 37"/>
                  <a:gd name="T16" fmla="*/ 59 w 65"/>
                  <a:gd name="T17" fmla="*/ 5 h 37"/>
                  <a:gd name="T18" fmla="*/ 3 w 65"/>
                  <a:gd name="T19" fmla="*/ 21 h 37"/>
                  <a:gd name="T20" fmla="*/ 8 w 65"/>
                  <a:gd name="T21" fmla="*/ 15 h 37"/>
                  <a:gd name="T22" fmla="*/ 11 w 65"/>
                  <a:gd name="T23" fmla="*/ 14 h 37"/>
                  <a:gd name="T24" fmla="*/ 46 w 65"/>
                  <a:gd name="T25" fmla="*/ 4 h 37"/>
                  <a:gd name="T26" fmla="*/ 58 w 65"/>
                  <a:gd name="T27" fmla="*/ 6 h 37"/>
                  <a:gd name="T28" fmla="*/ 60 w 65"/>
                  <a:gd name="T29" fmla="*/ 16 h 37"/>
                  <a:gd name="T30" fmla="*/ 60 w 65"/>
                  <a:gd name="T31" fmla="*/ 16 h 37"/>
                  <a:gd name="T32" fmla="*/ 7 w 65"/>
                  <a:gd name="T33" fmla="*/ 33 h 37"/>
                  <a:gd name="T34" fmla="*/ 3 w 65"/>
                  <a:gd name="T35" fmla="*/ 21 h 37"/>
                  <a:gd name="T36" fmla="*/ 62 w 65"/>
                  <a:gd name="T37" fmla="*/ 17 h 37"/>
                  <a:gd name="T38" fmla="*/ 62 w 65"/>
                  <a:gd name="T39" fmla="*/ 1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5" h="37">
                    <a:moveTo>
                      <a:pt x="59" y="5"/>
                    </a:moveTo>
                    <a:cubicBezTo>
                      <a:pt x="54" y="2"/>
                      <a:pt x="47" y="0"/>
                      <a:pt x="44" y="3"/>
                    </a:cubicBezTo>
                    <a:cubicBezTo>
                      <a:pt x="41" y="7"/>
                      <a:pt x="19" y="11"/>
                      <a:pt x="11" y="13"/>
                    </a:cubicBezTo>
                    <a:cubicBezTo>
                      <a:pt x="8" y="13"/>
                      <a:pt x="8" y="13"/>
                      <a:pt x="8" y="13"/>
                    </a:cubicBezTo>
                    <a:cubicBezTo>
                      <a:pt x="5" y="14"/>
                      <a:pt x="2" y="16"/>
                      <a:pt x="1" y="20"/>
                    </a:cubicBezTo>
                    <a:cubicBezTo>
                      <a:pt x="0" y="25"/>
                      <a:pt x="1" y="31"/>
                      <a:pt x="6" y="34"/>
                    </a:cubicBezTo>
                    <a:cubicBezTo>
                      <a:pt x="8" y="35"/>
                      <a:pt x="12" y="36"/>
                      <a:pt x="16" y="35"/>
                    </a:cubicBezTo>
                    <a:cubicBezTo>
                      <a:pt x="31" y="34"/>
                      <a:pt x="56" y="24"/>
                      <a:pt x="62" y="17"/>
                    </a:cubicBezTo>
                    <a:cubicBezTo>
                      <a:pt x="65" y="13"/>
                      <a:pt x="64" y="9"/>
                      <a:pt x="59" y="5"/>
                    </a:cubicBezTo>
                    <a:close/>
                    <a:moveTo>
                      <a:pt x="3" y="21"/>
                    </a:moveTo>
                    <a:cubicBezTo>
                      <a:pt x="4" y="18"/>
                      <a:pt x="6" y="15"/>
                      <a:pt x="8" y="15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26" y="12"/>
                      <a:pt x="42" y="8"/>
                      <a:pt x="46" y="4"/>
                    </a:cubicBezTo>
                    <a:cubicBezTo>
                      <a:pt x="48" y="3"/>
                      <a:pt x="53" y="4"/>
                      <a:pt x="58" y="6"/>
                    </a:cubicBezTo>
                    <a:cubicBezTo>
                      <a:pt x="60" y="8"/>
                      <a:pt x="64" y="12"/>
                      <a:pt x="60" y="16"/>
                    </a:cubicBezTo>
                    <a:cubicBezTo>
                      <a:pt x="60" y="16"/>
                      <a:pt x="60" y="16"/>
                      <a:pt x="60" y="16"/>
                    </a:cubicBezTo>
                    <a:cubicBezTo>
                      <a:pt x="53" y="25"/>
                      <a:pt x="14" y="37"/>
                      <a:pt x="7" y="33"/>
                    </a:cubicBezTo>
                    <a:cubicBezTo>
                      <a:pt x="3" y="30"/>
                      <a:pt x="2" y="25"/>
                      <a:pt x="3" y="21"/>
                    </a:cubicBezTo>
                    <a:close/>
                    <a:moveTo>
                      <a:pt x="62" y="17"/>
                    </a:moveTo>
                    <a:cubicBezTo>
                      <a:pt x="62" y="17"/>
                      <a:pt x="62" y="17"/>
                      <a:pt x="62" y="17"/>
                    </a:cubicBezTo>
                    <a:close/>
                  </a:path>
                </a:pathLst>
              </a:custGeom>
              <a:solidFill>
                <a:srgbClr val="9195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0" name="Freeform: Shape 129"/>
              <p:cNvSpPr/>
              <p:nvPr/>
            </p:nvSpPr>
            <p:spPr bwMode="auto">
              <a:xfrm>
                <a:off x="6230939" y="1022350"/>
                <a:ext cx="114300" cy="47625"/>
              </a:xfrm>
              <a:custGeom>
                <a:avLst/>
                <a:gdLst>
                  <a:gd name="T0" fmla="*/ 59 w 66"/>
                  <a:gd name="T1" fmla="*/ 18 h 28"/>
                  <a:gd name="T2" fmla="*/ 14 w 66"/>
                  <a:gd name="T3" fmla="*/ 23 h 28"/>
                  <a:gd name="T4" fmla="*/ 15 w 66"/>
                  <a:gd name="T5" fmla="*/ 11 h 28"/>
                  <a:gd name="T6" fmla="*/ 46 w 66"/>
                  <a:gd name="T7" fmla="*/ 4 h 28"/>
                  <a:gd name="T8" fmla="*/ 59 w 66"/>
                  <a:gd name="T9" fmla="*/ 1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28">
                    <a:moveTo>
                      <a:pt x="59" y="18"/>
                    </a:moveTo>
                    <a:cubicBezTo>
                      <a:pt x="49" y="25"/>
                      <a:pt x="21" y="28"/>
                      <a:pt x="14" y="23"/>
                    </a:cubicBezTo>
                    <a:cubicBezTo>
                      <a:pt x="6" y="18"/>
                      <a:pt x="0" y="13"/>
                      <a:pt x="15" y="11"/>
                    </a:cubicBezTo>
                    <a:cubicBezTo>
                      <a:pt x="30" y="9"/>
                      <a:pt x="39" y="7"/>
                      <a:pt x="46" y="4"/>
                    </a:cubicBezTo>
                    <a:cubicBezTo>
                      <a:pt x="54" y="0"/>
                      <a:pt x="66" y="13"/>
                      <a:pt x="59" y="18"/>
                    </a:cubicBezTo>
                    <a:close/>
                  </a:path>
                </a:pathLst>
              </a:custGeom>
              <a:solidFill>
                <a:srgbClr val="C8C8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1" name="Freeform: Shape 130"/>
              <p:cNvSpPr/>
              <p:nvPr/>
            </p:nvSpPr>
            <p:spPr bwMode="auto">
              <a:xfrm>
                <a:off x="6238876" y="1023937"/>
                <a:ext cx="101600" cy="44450"/>
              </a:xfrm>
              <a:custGeom>
                <a:avLst/>
                <a:gdLst>
                  <a:gd name="T0" fmla="*/ 56 w 59"/>
                  <a:gd name="T1" fmla="*/ 7 h 26"/>
                  <a:gd name="T2" fmla="*/ 42 w 59"/>
                  <a:gd name="T3" fmla="*/ 2 h 26"/>
                  <a:gd name="T4" fmla="*/ 11 w 59"/>
                  <a:gd name="T5" fmla="*/ 9 h 26"/>
                  <a:gd name="T6" fmla="*/ 1 w 59"/>
                  <a:gd name="T7" fmla="*/ 13 h 26"/>
                  <a:gd name="T8" fmla="*/ 9 w 59"/>
                  <a:gd name="T9" fmla="*/ 23 h 26"/>
                  <a:gd name="T10" fmla="*/ 30 w 59"/>
                  <a:gd name="T11" fmla="*/ 25 h 26"/>
                  <a:gd name="T12" fmla="*/ 55 w 59"/>
                  <a:gd name="T13" fmla="*/ 18 h 26"/>
                  <a:gd name="T14" fmla="*/ 56 w 59"/>
                  <a:gd name="T15" fmla="*/ 7 h 26"/>
                  <a:gd name="T16" fmla="*/ 3 w 59"/>
                  <a:gd name="T17" fmla="*/ 14 h 26"/>
                  <a:gd name="T18" fmla="*/ 11 w 59"/>
                  <a:gd name="T19" fmla="*/ 10 h 26"/>
                  <a:gd name="T20" fmla="*/ 43 w 59"/>
                  <a:gd name="T21" fmla="*/ 3 h 26"/>
                  <a:gd name="T22" fmla="*/ 54 w 59"/>
                  <a:gd name="T23" fmla="*/ 8 h 26"/>
                  <a:gd name="T24" fmla="*/ 54 w 59"/>
                  <a:gd name="T25" fmla="*/ 16 h 26"/>
                  <a:gd name="T26" fmla="*/ 54 w 59"/>
                  <a:gd name="T27" fmla="*/ 16 h 26"/>
                  <a:gd name="T28" fmla="*/ 10 w 59"/>
                  <a:gd name="T29" fmla="*/ 22 h 26"/>
                  <a:gd name="T30" fmla="*/ 3 w 59"/>
                  <a:gd name="T31" fmla="*/ 14 h 26"/>
                  <a:gd name="T32" fmla="*/ 55 w 59"/>
                  <a:gd name="T33" fmla="*/ 18 h 26"/>
                  <a:gd name="T34" fmla="*/ 55 w 59"/>
                  <a:gd name="T35" fmla="*/ 18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9" h="26">
                    <a:moveTo>
                      <a:pt x="56" y="7"/>
                    </a:moveTo>
                    <a:cubicBezTo>
                      <a:pt x="52" y="3"/>
                      <a:pt x="46" y="0"/>
                      <a:pt x="42" y="2"/>
                    </a:cubicBezTo>
                    <a:cubicBezTo>
                      <a:pt x="34" y="5"/>
                      <a:pt x="25" y="7"/>
                      <a:pt x="11" y="9"/>
                    </a:cubicBezTo>
                    <a:cubicBezTo>
                      <a:pt x="5" y="10"/>
                      <a:pt x="2" y="11"/>
                      <a:pt x="1" y="13"/>
                    </a:cubicBezTo>
                    <a:cubicBezTo>
                      <a:pt x="0" y="16"/>
                      <a:pt x="5" y="20"/>
                      <a:pt x="9" y="23"/>
                    </a:cubicBezTo>
                    <a:cubicBezTo>
                      <a:pt x="13" y="25"/>
                      <a:pt x="21" y="26"/>
                      <a:pt x="30" y="25"/>
                    </a:cubicBezTo>
                    <a:cubicBezTo>
                      <a:pt x="40" y="24"/>
                      <a:pt x="50" y="22"/>
                      <a:pt x="55" y="18"/>
                    </a:cubicBezTo>
                    <a:cubicBezTo>
                      <a:pt x="59" y="15"/>
                      <a:pt x="59" y="11"/>
                      <a:pt x="56" y="7"/>
                    </a:cubicBezTo>
                    <a:close/>
                    <a:moveTo>
                      <a:pt x="3" y="14"/>
                    </a:moveTo>
                    <a:cubicBezTo>
                      <a:pt x="3" y="13"/>
                      <a:pt x="5" y="11"/>
                      <a:pt x="11" y="10"/>
                    </a:cubicBezTo>
                    <a:cubicBezTo>
                      <a:pt x="26" y="8"/>
                      <a:pt x="35" y="7"/>
                      <a:pt x="43" y="3"/>
                    </a:cubicBezTo>
                    <a:cubicBezTo>
                      <a:pt x="46" y="2"/>
                      <a:pt x="51" y="4"/>
                      <a:pt x="54" y="8"/>
                    </a:cubicBezTo>
                    <a:cubicBezTo>
                      <a:pt x="56" y="11"/>
                      <a:pt x="57" y="14"/>
                      <a:pt x="54" y="16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44" y="23"/>
                      <a:pt x="17" y="26"/>
                      <a:pt x="10" y="22"/>
                    </a:cubicBezTo>
                    <a:cubicBezTo>
                      <a:pt x="8" y="20"/>
                      <a:pt x="2" y="16"/>
                      <a:pt x="3" y="14"/>
                    </a:cubicBezTo>
                    <a:close/>
                    <a:moveTo>
                      <a:pt x="55" y="18"/>
                    </a:moveTo>
                    <a:cubicBezTo>
                      <a:pt x="55" y="18"/>
                      <a:pt x="55" y="18"/>
                      <a:pt x="55" y="18"/>
                    </a:cubicBezTo>
                    <a:close/>
                  </a:path>
                </a:pathLst>
              </a:custGeom>
              <a:solidFill>
                <a:srgbClr val="9195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2" name="Freeform: Shape 131"/>
              <p:cNvSpPr/>
              <p:nvPr/>
            </p:nvSpPr>
            <p:spPr bwMode="auto">
              <a:xfrm>
                <a:off x="6221414" y="1008062"/>
                <a:ext cx="95250" cy="38100"/>
              </a:xfrm>
              <a:custGeom>
                <a:avLst/>
                <a:gdLst>
                  <a:gd name="T0" fmla="*/ 49 w 55"/>
                  <a:gd name="T1" fmla="*/ 4 h 22"/>
                  <a:gd name="T2" fmla="*/ 40 w 55"/>
                  <a:gd name="T3" fmla="*/ 19 h 22"/>
                  <a:gd name="T4" fmla="*/ 4 w 55"/>
                  <a:gd name="T5" fmla="*/ 16 h 22"/>
                  <a:gd name="T6" fmla="*/ 25 w 55"/>
                  <a:gd name="T7" fmla="*/ 3 h 22"/>
                  <a:gd name="T8" fmla="*/ 49 w 55"/>
                  <a:gd name="T9" fmla="*/ 4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2">
                    <a:moveTo>
                      <a:pt x="49" y="4"/>
                    </a:moveTo>
                    <a:cubicBezTo>
                      <a:pt x="55" y="8"/>
                      <a:pt x="53" y="16"/>
                      <a:pt x="40" y="19"/>
                    </a:cubicBezTo>
                    <a:cubicBezTo>
                      <a:pt x="28" y="22"/>
                      <a:pt x="7" y="21"/>
                      <a:pt x="4" y="16"/>
                    </a:cubicBezTo>
                    <a:cubicBezTo>
                      <a:pt x="0" y="12"/>
                      <a:pt x="9" y="6"/>
                      <a:pt x="25" y="3"/>
                    </a:cubicBezTo>
                    <a:cubicBezTo>
                      <a:pt x="41" y="0"/>
                      <a:pt x="49" y="4"/>
                      <a:pt x="49" y="4"/>
                    </a:cubicBezTo>
                    <a:close/>
                  </a:path>
                </a:pathLst>
              </a:custGeom>
              <a:solidFill>
                <a:srgbClr val="C8C8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3" name="Freeform: Shape 132"/>
              <p:cNvSpPr/>
              <p:nvPr/>
            </p:nvSpPr>
            <p:spPr bwMode="auto">
              <a:xfrm>
                <a:off x="6223001" y="1006475"/>
                <a:ext cx="90488" cy="41275"/>
              </a:xfrm>
              <a:custGeom>
                <a:avLst/>
                <a:gdLst>
                  <a:gd name="T0" fmla="*/ 49 w 53"/>
                  <a:gd name="T1" fmla="*/ 5 h 24"/>
                  <a:gd name="T2" fmla="*/ 49 w 53"/>
                  <a:gd name="T3" fmla="*/ 5 h 24"/>
                  <a:gd name="T4" fmla="*/ 24 w 53"/>
                  <a:gd name="T5" fmla="*/ 3 h 24"/>
                  <a:gd name="T6" fmla="*/ 1 w 53"/>
                  <a:gd name="T7" fmla="*/ 13 h 24"/>
                  <a:gd name="T8" fmla="*/ 2 w 53"/>
                  <a:gd name="T9" fmla="*/ 18 h 24"/>
                  <a:gd name="T10" fmla="*/ 39 w 53"/>
                  <a:gd name="T11" fmla="*/ 21 h 24"/>
                  <a:gd name="T12" fmla="*/ 52 w 53"/>
                  <a:gd name="T13" fmla="*/ 12 h 24"/>
                  <a:gd name="T14" fmla="*/ 49 w 53"/>
                  <a:gd name="T15" fmla="*/ 5 h 24"/>
                  <a:gd name="T16" fmla="*/ 3 w 53"/>
                  <a:gd name="T17" fmla="*/ 14 h 24"/>
                  <a:gd name="T18" fmla="*/ 24 w 53"/>
                  <a:gd name="T19" fmla="*/ 5 h 24"/>
                  <a:gd name="T20" fmla="*/ 30 w 53"/>
                  <a:gd name="T21" fmla="*/ 4 h 24"/>
                  <a:gd name="T22" fmla="*/ 48 w 53"/>
                  <a:gd name="T23" fmla="*/ 6 h 24"/>
                  <a:gd name="T24" fmla="*/ 50 w 53"/>
                  <a:gd name="T25" fmla="*/ 11 h 24"/>
                  <a:gd name="T26" fmla="*/ 39 w 53"/>
                  <a:gd name="T27" fmla="*/ 19 h 24"/>
                  <a:gd name="T28" fmla="*/ 3 w 53"/>
                  <a:gd name="T29" fmla="*/ 17 h 24"/>
                  <a:gd name="T30" fmla="*/ 3 w 53"/>
                  <a:gd name="T31" fmla="*/ 1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3" h="24">
                    <a:moveTo>
                      <a:pt x="49" y="5"/>
                    </a:moveTo>
                    <a:cubicBezTo>
                      <a:pt x="49" y="5"/>
                      <a:pt x="49" y="5"/>
                      <a:pt x="49" y="5"/>
                    </a:cubicBezTo>
                    <a:cubicBezTo>
                      <a:pt x="48" y="4"/>
                      <a:pt x="40" y="0"/>
                      <a:pt x="24" y="3"/>
                    </a:cubicBezTo>
                    <a:cubicBezTo>
                      <a:pt x="11" y="6"/>
                      <a:pt x="3" y="9"/>
                      <a:pt x="1" y="13"/>
                    </a:cubicBezTo>
                    <a:cubicBezTo>
                      <a:pt x="0" y="15"/>
                      <a:pt x="1" y="16"/>
                      <a:pt x="2" y="18"/>
                    </a:cubicBezTo>
                    <a:cubicBezTo>
                      <a:pt x="6" y="23"/>
                      <a:pt x="26" y="24"/>
                      <a:pt x="39" y="21"/>
                    </a:cubicBezTo>
                    <a:cubicBezTo>
                      <a:pt x="46" y="19"/>
                      <a:pt x="51" y="16"/>
                      <a:pt x="52" y="12"/>
                    </a:cubicBezTo>
                    <a:cubicBezTo>
                      <a:pt x="53" y="9"/>
                      <a:pt x="51" y="7"/>
                      <a:pt x="49" y="5"/>
                    </a:cubicBezTo>
                    <a:close/>
                    <a:moveTo>
                      <a:pt x="3" y="14"/>
                    </a:moveTo>
                    <a:cubicBezTo>
                      <a:pt x="4" y="11"/>
                      <a:pt x="13" y="7"/>
                      <a:pt x="24" y="5"/>
                    </a:cubicBezTo>
                    <a:cubicBezTo>
                      <a:pt x="26" y="4"/>
                      <a:pt x="28" y="4"/>
                      <a:pt x="30" y="4"/>
                    </a:cubicBezTo>
                    <a:cubicBezTo>
                      <a:pt x="41" y="3"/>
                      <a:pt x="47" y="6"/>
                      <a:pt x="48" y="6"/>
                    </a:cubicBezTo>
                    <a:cubicBezTo>
                      <a:pt x="50" y="7"/>
                      <a:pt x="50" y="9"/>
                      <a:pt x="50" y="11"/>
                    </a:cubicBezTo>
                    <a:cubicBezTo>
                      <a:pt x="49" y="15"/>
                      <a:pt x="45" y="17"/>
                      <a:pt x="39" y="19"/>
                    </a:cubicBezTo>
                    <a:cubicBezTo>
                      <a:pt x="26" y="22"/>
                      <a:pt x="7" y="21"/>
                      <a:pt x="3" y="17"/>
                    </a:cubicBezTo>
                    <a:cubicBezTo>
                      <a:pt x="3" y="16"/>
                      <a:pt x="3" y="15"/>
                      <a:pt x="3" y="14"/>
                    </a:cubicBezTo>
                    <a:close/>
                  </a:path>
                </a:pathLst>
              </a:custGeom>
              <a:solidFill>
                <a:srgbClr val="9195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4" name="Freeform: Shape 133"/>
              <p:cNvSpPr/>
              <p:nvPr/>
            </p:nvSpPr>
            <p:spPr bwMode="auto">
              <a:xfrm>
                <a:off x="6205539" y="942975"/>
                <a:ext cx="122238" cy="84138"/>
              </a:xfrm>
              <a:custGeom>
                <a:avLst/>
                <a:gdLst>
                  <a:gd name="T0" fmla="*/ 62 w 71"/>
                  <a:gd name="T1" fmla="*/ 34 h 49"/>
                  <a:gd name="T2" fmla="*/ 16 w 71"/>
                  <a:gd name="T3" fmla="*/ 49 h 49"/>
                  <a:gd name="T4" fmla="*/ 11 w 71"/>
                  <a:gd name="T5" fmla="*/ 30 h 49"/>
                  <a:gd name="T6" fmla="*/ 52 w 71"/>
                  <a:gd name="T7" fmla="*/ 6 h 49"/>
                  <a:gd name="T8" fmla="*/ 62 w 71"/>
                  <a:gd name="T9" fmla="*/ 3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9">
                    <a:moveTo>
                      <a:pt x="62" y="34"/>
                    </a:moveTo>
                    <a:cubicBezTo>
                      <a:pt x="56" y="37"/>
                      <a:pt x="28" y="49"/>
                      <a:pt x="16" y="49"/>
                    </a:cubicBezTo>
                    <a:cubicBezTo>
                      <a:pt x="4" y="49"/>
                      <a:pt x="0" y="36"/>
                      <a:pt x="11" y="30"/>
                    </a:cubicBezTo>
                    <a:cubicBezTo>
                      <a:pt x="21" y="25"/>
                      <a:pt x="49" y="13"/>
                      <a:pt x="52" y="6"/>
                    </a:cubicBezTo>
                    <a:cubicBezTo>
                      <a:pt x="56" y="0"/>
                      <a:pt x="71" y="28"/>
                      <a:pt x="62" y="34"/>
                    </a:cubicBezTo>
                    <a:close/>
                  </a:path>
                </a:pathLst>
              </a:custGeom>
              <a:solidFill>
                <a:srgbClr val="C8C8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5" name="Freeform: Shape 134"/>
              <p:cNvSpPr/>
              <p:nvPr/>
            </p:nvSpPr>
            <p:spPr bwMode="auto">
              <a:xfrm>
                <a:off x="6208714" y="949325"/>
                <a:ext cx="112713" cy="79375"/>
              </a:xfrm>
              <a:custGeom>
                <a:avLst/>
                <a:gdLst>
                  <a:gd name="T0" fmla="*/ 63 w 65"/>
                  <a:gd name="T1" fmla="*/ 16 h 46"/>
                  <a:gd name="T2" fmla="*/ 52 w 65"/>
                  <a:gd name="T3" fmla="*/ 1 h 46"/>
                  <a:gd name="T4" fmla="*/ 49 w 65"/>
                  <a:gd name="T5" fmla="*/ 2 h 46"/>
                  <a:gd name="T6" fmla="*/ 14 w 65"/>
                  <a:gd name="T7" fmla="*/ 23 h 46"/>
                  <a:gd name="T8" fmla="*/ 8 w 65"/>
                  <a:gd name="T9" fmla="*/ 26 h 46"/>
                  <a:gd name="T10" fmla="*/ 2 w 65"/>
                  <a:gd name="T11" fmla="*/ 38 h 46"/>
                  <a:gd name="T12" fmla="*/ 14 w 65"/>
                  <a:gd name="T13" fmla="*/ 46 h 46"/>
                  <a:gd name="T14" fmla="*/ 16 w 65"/>
                  <a:gd name="T15" fmla="*/ 46 h 46"/>
                  <a:gd name="T16" fmla="*/ 60 w 65"/>
                  <a:gd name="T17" fmla="*/ 31 h 46"/>
                  <a:gd name="T18" fmla="*/ 63 w 65"/>
                  <a:gd name="T19" fmla="*/ 16 h 46"/>
                  <a:gd name="T20" fmla="*/ 9 w 65"/>
                  <a:gd name="T21" fmla="*/ 27 h 46"/>
                  <a:gd name="T22" fmla="*/ 15 w 65"/>
                  <a:gd name="T23" fmla="*/ 25 h 46"/>
                  <a:gd name="T24" fmla="*/ 51 w 65"/>
                  <a:gd name="T25" fmla="*/ 3 h 46"/>
                  <a:gd name="T26" fmla="*/ 52 w 65"/>
                  <a:gd name="T27" fmla="*/ 2 h 46"/>
                  <a:gd name="T28" fmla="*/ 61 w 65"/>
                  <a:gd name="T29" fmla="*/ 16 h 46"/>
                  <a:gd name="T30" fmla="*/ 59 w 65"/>
                  <a:gd name="T31" fmla="*/ 29 h 46"/>
                  <a:gd name="T32" fmla="*/ 59 w 65"/>
                  <a:gd name="T33" fmla="*/ 29 h 46"/>
                  <a:gd name="T34" fmla="*/ 14 w 65"/>
                  <a:gd name="T35" fmla="*/ 44 h 46"/>
                  <a:gd name="T36" fmla="*/ 4 w 65"/>
                  <a:gd name="T37" fmla="*/ 38 h 46"/>
                  <a:gd name="T38" fmla="*/ 9 w 65"/>
                  <a:gd name="T39" fmla="*/ 27 h 46"/>
                  <a:gd name="T40" fmla="*/ 60 w 65"/>
                  <a:gd name="T41" fmla="*/ 31 h 46"/>
                  <a:gd name="T42" fmla="*/ 60 w 65"/>
                  <a:gd name="T43" fmla="*/ 31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5" h="46">
                    <a:moveTo>
                      <a:pt x="63" y="16"/>
                    </a:moveTo>
                    <a:cubicBezTo>
                      <a:pt x="60" y="9"/>
                      <a:pt x="55" y="1"/>
                      <a:pt x="52" y="1"/>
                    </a:cubicBezTo>
                    <a:cubicBezTo>
                      <a:pt x="51" y="0"/>
                      <a:pt x="50" y="1"/>
                      <a:pt x="49" y="2"/>
                    </a:cubicBezTo>
                    <a:cubicBezTo>
                      <a:pt x="47" y="7"/>
                      <a:pt x="26" y="17"/>
                      <a:pt x="14" y="23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3" y="28"/>
                      <a:pt x="0" y="33"/>
                      <a:pt x="2" y="38"/>
                    </a:cubicBezTo>
                    <a:cubicBezTo>
                      <a:pt x="3" y="43"/>
                      <a:pt x="8" y="46"/>
                      <a:pt x="14" y="46"/>
                    </a:cubicBezTo>
                    <a:cubicBezTo>
                      <a:pt x="15" y="46"/>
                      <a:pt x="16" y="46"/>
                      <a:pt x="16" y="46"/>
                    </a:cubicBezTo>
                    <a:cubicBezTo>
                      <a:pt x="30" y="45"/>
                      <a:pt x="55" y="34"/>
                      <a:pt x="60" y="31"/>
                    </a:cubicBezTo>
                    <a:cubicBezTo>
                      <a:pt x="65" y="28"/>
                      <a:pt x="64" y="20"/>
                      <a:pt x="63" y="16"/>
                    </a:cubicBezTo>
                    <a:close/>
                    <a:moveTo>
                      <a:pt x="9" y="27"/>
                    </a:moveTo>
                    <a:cubicBezTo>
                      <a:pt x="15" y="25"/>
                      <a:pt x="15" y="25"/>
                      <a:pt x="15" y="25"/>
                    </a:cubicBezTo>
                    <a:cubicBezTo>
                      <a:pt x="28" y="18"/>
                      <a:pt x="48" y="9"/>
                      <a:pt x="51" y="3"/>
                    </a:cubicBezTo>
                    <a:cubicBezTo>
                      <a:pt x="51" y="2"/>
                      <a:pt x="52" y="2"/>
                      <a:pt x="52" y="2"/>
                    </a:cubicBezTo>
                    <a:cubicBezTo>
                      <a:pt x="54" y="2"/>
                      <a:pt x="58" y="9"/>
                      <a:pt x="61" y="16"/>
                    </a:cubicBezTo>
                    <a:cubicBezTo>
                      <a:pt x="63" y="23"/>
                      <a:pt x="62" y="27"/>
                      <a:pt x="59" y="29"/>
                    </a:cubicBezTo>
                    <a:cubicBezTo>
                      <a:pt x="59" y="29"/>
                      <a:pt x="59" y="29"/>
                      <a:pt x="59" y="29"/>
                    </a:cubicBezTo>
                    <a:cubicBezTo>
                      <a:pt x="54" y="32"/>
                      <a:pt x="26" y="44"/>
                      <a:pt x="14" y="44"/>
                    </a:cubicBezTo>
                    <a:cubicBezTo>
                      <a:pt x="8" y="44"/>
                      <a:pt x="5" y="41"/>
                      <a:pt x="4" y="38"/>
                    </a:cubicBezTo>
                    <a:cubicBezTo>
                      <a:pt x="3" y="35"/>
                      <a:pt x="4" y="30"/>
                      <a:pt x="9" y="27"/>
                    </a:cubicBezTo>
                    <a:close/>
                    <a:moveTo>
                      <a:pt x="60" y="31"/>
                    </a:moveTo>
                    <a:cubicBezTo>
                      <a:pt x="60" y="31"/>
                      <a:pt x="60" y="31"/>
                      <a:pt x="60" y="31"/>
                    </a:cubicBezTo>
                    <a:close/>
                  </a:path>
                </a:pathLst>
              </a:custGeom>
              <a:solidFill>
                <a:srgbClr val="9195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6" name="Freeform: Shape 135"/>
              <p:cNvSpPr/>
              <p:nvPr/>
            </p:nvSpPr>
            <p:spPr bwMode="auto">
              <a:xfrm>
                <a:off x="6276976" y="876300"/>
                <a:ext cx="136525" cy="212725"/>
              </a:xfrm>
              <a:custGeom>
                <a:avLst/>
                <a:gdLst>
                  <a:gd name="T0" fmla="*/ 79 w 79"/>
                  <a:gd name="T1" fmla="*/ 78 h 123"/>
                  <a:gd name="T2" fmla="*/ 39 w 79"/>
                  <a:gd name="T3" fmla="*/ 117 h 123"/>
                  <a:gd name="T4" fmla="*/ 5 w 79"/>
                  <a:gd name="T5" fmla="*/ 73 h 123"/>
                  <a:gd name="T6" fmla="*/ 6 w 79"/>
                  <a:gd name="T7" fmla="*/ 20 h 123"/>
                  <a:gd name="T8" fmla="*/ 48 w 79"/>
                  <a:gd name="T9" fmla="*/ 3 h 123"/>
                  <a:gd name="T10" fmla="*/ 79 w 79"/>
                  <a:gd name="T11" fmla="*/ 78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" h="123">
                    <a:moveTo>
                      <a:pt x="79" y="78"/>
                    </a:moveTo>
                    <a:cubicBezTo>
                      <a:pt x="75" y="91"/>
                      <a:pt x="47" y="123"/>
                      <a:pt x="39" y="117"/>
                    </a:cubicBezTo>
                    <a:cubicBezTo>
                      <a:pt x="30" y="112"/>
                      <a:pt x="9" y="89"/>
                      <a:pt x="5" y="73"/>
                    </a:cubicBezTo>
                    <a:cubicBezTo>
                      <a:pt x="1" y="56"/>
                      <a:pt x="0" y="24"/>
                      <a:pt x="6" y="20"/>
                    </a:cubicBezTo>
                    <a:cubicBezTo>
                      <a:pt x="13" y="17"/>
                      <a:pt x="35" y="0"/>
                      <a:pt x="48" y="3"/>
                    </a:cubicBezTo>
                    <a:cubicBezTo>
                      <a:pt x="61" y="5"/>
                      <a:pt x="79" y="78"/>
                      <a:pt x="79" y="78"/>
                    </a:cubicBezTo>
                    <a:close/>
                  </a:path>
                </a:pathLst>
              </a:custGeom>
              <a:solidFill>
                <a:srgbClr val="9195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7" name="Freeform: Shape 136"/>
              <p:cNvSpPr/>
              <p:nvPr/>
            </p:nvSpPr>
            <p:spPr bwMode="auto">
              <a:xfrm>
                <a:off x="6283326" y="876300"/>
                <a:ext cx="127000" cy="125413"/>
              </a:xfrm>
              <a:custGeom>
                <a:avLst/>
                <a:gdLst>
                  <a:gd name="T0" fmla="*/ 44 w 74"/>
                  <a:gd name="T1" fmla="*/ 3 h 72"/>
                  <a:gd name="T2" fmla="*/ 74 w 74"/>
                  <a:gd name="T3" fmla="*/ 72 h 72"/>
                  <a:gd name="T4" fmla="*/ 34 w 74"/>
                  <a:gd name="T5" fmla="*/ 28 h 72"/>
                  <a:gd name="T6" fmla="*/ 0 w 74"/>
                  <a:gd name="T7" fmla="*/ 30 h 72"/>
                  <a:gd name="T8" fmla="*/ 2 w 74"/>
                  <a:gd name="T9" fmla="*/ 20 h 72"/>
                  <a:gd name="T10" fmla="*/ 44 w 74"/>
                  <a:gd name="T11" fmla="*/ 3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2">
                    <a:moveTo>
                      <a:pt x="44" y="3"/>
                    </a:moveTo>
                    <a:cubicBezTo>
                      <a:pt x="55" y="5"/>
                      <a:pt x="69" y="54"/>
                      <a:pt x="74" y="72"/>
                    </a:cubicBezTo>
                    <a:cubicBezTo>
                      <a:pt x="53" y="58"/>
                      <a:pt x="44" y="47"/>
                      <a:pt x="34" y="28"/>
                    </a:cubicBezTo>
                    <a:cubicBezTo>
                      <a:pt x="29" y="17"/>
                      <a:pt x="14" y="23"/>
                      <a:pt x="0" y="30"/>
                    </a:cubicBezTo>
                    <a:cubicBezTo>
                      <a:pt x="0" y="25"/>
                      <a:pt x="1" y="21"/>
                      <a:pt x="2" y="20"/>
                    </a:cubicBezTo>
                    <a:cubicBezTo>
                      <a:pt x="9" y="17"/>
                      <a:pt x="31" y="0"/>
                      <a:pt x="44" y="3"/>
                    </a:cubicBezTo>
                    <a:close/>
                  </a:path>
                </a:pathLst>
              </a:custGeom>
              <a:solidFill>
                <a:srgbClr val="8488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8" name="Freeform: Shape 137"/>
              <p:cNvSpPr/>
              <p:nvPr/>
            </p:nvSpPr>
            <p:spPr bwMode="auto">
              <a:xfrm>
                <a:off x="6286501" y="933450"/>
                <a:ext cx="104775" cy="139700"/>
              </a:xfrm>
              <a:custGeom>
                <a:avLst/>
                <a:gdLst>
                  <a:gd name="T0" fmla="*/ 61 w 61"/>
                  <a:gd name="T1" fmla="*/ 58 h 81"/>
                  <a:gd name="T2" fmla="*/ 34 w 61"/>
                  <a:gd name="T3" fmla="*/ 78 h 81"/>
                  <a:gd name="T4" fmla="*/ 4 w 61"/>
                  <a:gd name="T5" fmla="*/ 38 h 81"/>
                  <a:gd name="T6" fmla="*/ 0 w 61"/>
                  <a:gd name="T7" fmla="*/ 17 h 81"/>
                  <a:gd name="T8" fmla="*/ 32 w 61"/>
                  <a:gd name="T9" fmla="*/ 0 h 81"/>
                  <a:gd name="T10" fmla="*/ 61 w 61"/>
                  <a:gd name="T11" fmla="*/ 58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1" h="81">
                    <a:moveTo>
                      <a:pt x="61" y="58"/>
                    </a:moveTo>
                    <a:cubicBezTo>
                      <a:pt x="52" y="70"/>
                      <a:pt x="39" y="81"/>
                      <a:pt x="34" y="78"/>
                    </a:cubicBezTo>
                    <a:cubicBezTo>
                      <a:pt x="26" y="73"/>
                      <a:pt x="8" y="53"/>
                      <a:pt x="4" y="38"/>
                    </a:cubicBezTo>
                    <a:cubicBezTo>
                      <a:pt x="3" y="33"/>
                      <a:pt x="1" y="25"/>
                      <a:pt x="0" y="17"/>
                    </a:cubicBezTo>
                    <a:cubicBezTo>
                      <a:pt x="12" y="13"/>
                      <a:pt x="22" y="7"/>
                      <a:pt x="32" y="0"/>
                    </a:cubicBezTo>
                    <a:cubicBezTo>
                      <a:pt x="37" y="21"/>
                      <a:pt x="40" y="45"/>
                      <a:pt x="61" y="58"/>
                    </a:cubicBezTo>
                    <a:close/>
                  </a:path>
                </a:pathLst>
              </a:custGeom>
              <a:solidFill>
                <a:srgbClr val="AAAD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9" name="Freeform: Shape 138"/>
              <p:cNvSpPr/>
              <p:nvPr/>
            </p:nvSpPr>
            <p:spPr bwMode="auto">
              <a:xfrm>
                <a:off x="6345239" y="871537"/>
                <a:ext cx="109538" cy="174625"/>
              </a:xfrm>
              <a:custGeom>
                <a:avLst/>
                <a:gdLst>
                  <a:gd name="T0" fmla="*/ 44 w 63"/>
                  <a:gd name="T1" fmla="*/ 35 h 101"/>
                  <a:gd name="T2" fmla="*/ 59 w 63"/>
                  <a:gd name="T3" fmla="*/ 83 h 101"/>
                  <a:gd name="T4" fmla="*/ 24 w 63"/>
                  <a:gd name="T5" fmla="*/ 85 h 101"/>
                  <a:gd name="T6" fmla="*/ 1 w 63"/>
                  <a:gd name="T7" fmla="*/ 22 h 101"/>
                  <a:gd name="T8" fmla="*/ 13 w 63"/>
                  <a:gd name="T9" fmla="*/ 2 h 101"/>
                  <a:gd name="T10" fmla="*/ 44 w 63"/>
                  <a:gd name="T11" fmla="*/ 35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3" h="101">
                    <a:moveTo>
                      <a:pt x="44" y="35"/>
                    </a:moveTo>
                    <a:cubicBezTo>
                      <a:pt x="52" y="48"/>
                      <a:pt x="63" y="77"/>
                      <a:pt x="59" y="83"/>
                    </a:cubicBezTo>
                    <a:cubicBezTo>
                      <a:pt x="53" y="91"/>
                      <a:pt x="31" y="101"/>
                      <a:pt x="24" y="85"/>
                    </a:cubicBezTo>
                    <a:cubicBezTo>
                      <a:pt x="18" y="69"/>
                      <a:pt x="3" y="33"/>
                      <a:pt x="1" y="22"/>
                    </a:cubicBezTo>
                    <a:cubicBezTo>
                      <a:pt x="0" y="11"/>
                      <a:pt x="1" y="0"/>
                      <a:pt x="13" y="2"/>
                    </a:cubicBezTo>
                    <a:cubicBezTo>
                      <a:pt x="24" y="4"/>
                      <a:pt x="37" y="24"/>
                      <a:pt x="44" y="35"/>
                    </a:cubicBezTo>
                    <a:close/>
                  </a:path>
                </a:pathLst>
              </a:custGeom>
              <a:solidFill>
                <a:srgbClr val="787C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0" name="Freeform: Shape 139"/>
              <p:cNvSpPr/>
              <p:nvPr/>
            </p:nvSpPr>
            <p:spPr bwMode="auto">
              <a:xfrm>
                <a:off x="6345239" y="871537"/>
                <a:ext cx="71438" cy="57150"/>
              </a:xfrm>
              <a:custGeom>
                <a:avLst/>
                <a:gdLst>
                  <a:gd name="T0" fmla="*/ 13 w 41"/>
                  <a:gd name="T1" fmla="*/ 2 h 33"/>
                  <a:gd name="T2" fmla="*/ 41 w 41"/>
                  <a:gd name="T3" fmla="*/ 31 h 33"/>
                  <a:gd name="T4" fmla="*/ 16 w 41"/>
                  <a:gd name="T5" fmla="*/ 21 h 33"/>
                  <a:gd name="T6" fmla="*/ 4 w 41"/>
                  <a:gd name="T7" fmla="*/ 33 h 33"/>
                  <a:gd name="T8" fmla="*/ 1 w 41"/>
                  <a:gd name="T9" fmla="*/ 22 h 33"/>
                  <a:gd name="T10" fmla="*/ 13 w 41"/>
                  <a:gd name="T11" fmla="*/ 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33">
                    <a:moveTo>
                      <a:pt x="13" y="2"/>
                    </a:moveTo>
                    <a:cubicBezTo>
                      <a:pt x="22" y="4"/>
                      <a:pt x="34" y="20"/>
                      <a:pt x="41" y="31"/>
                    </a:cubicBezTo>
                    <a:cubicBezTo>
                      <a:pt x="35" y="24"/>
                      <a:pt x="28" y="19"/>
                      <a:pt x="16" y="21"/>
                    </a:cubicBezTo>
                    <a:cubicBezTo>
                      <a:pt x="11" y="22"/>
                      <a:pt x="7" y="27"/>
                      <a:pt x="4" y="33"/>
                    </a:cubicBezTo>
                    <a:cubicBezTo>
                      <a:pt x="3" y="28"/>
                      <a:pt x="2" y="24"/>
                      <a:pt x="1" y="22"/>
                    </a:cubicBezTo>
                    <a:cubicBezTo>
                      <a:pt x="0" y="11"/>
                      <a:pt x="1" y="0"/>
                      <a:pt x="13" y="2"/>
                    </a:cubicBezTo>
                    <a:close/>
                  </a:path>
                </a:pathLst>
              </a:custGeom>
              <a:solidFill>
                <a:srgbClr val="6B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24" name="Group 1"/>
            <p:cNvGrpSpPr/>
            <p:nvPr/>
          </p:nvGrpSpPr>
          <p:grpSpPr>
            <a:xfrm>
              <a:off x="719667" y="5221138"/>
              <a:ext cx="2866262" cy="841577"/>
              <a:chOff x="809160" y="4943488"/>
              <a:chExt cx="2675160" cy="841577"/>
            </a:xfrm>
          </p:grpSpPr>
          <p:sp>
            <p:nvSpPr>
              <p:cNvPr id="33" name="TextBox 146"/>
              <p:cNvSpPr txBox="1"/>
              <p:nvPr/>
            </p:nvSpPr>
            <p:spPr>
              <a:xfrm>
                <a:off x="809160" y="4943488"/>
                <a:ext cx="2675160" cy="337909"/>
              </a:xfrm>
              <a:prstGeom prst="rect">
                <a:avLst/>
              </a:prstGeom>
            </p:spPr>
            <p:txBody>
              <a:bodyPr vert="horz" wrap="none" lIns="144000" tIns="0" rIns="144000" bIns="0" anchor="ctr" anchorCtr="0">
                <a:normAutofit/>
              </a:bodyPr>
              <a:lstStyle/>
              <a:p>
                <a:pPr marL="0" indent="0" algn="r">
                  <a:spcBef>
                    <a:spcPct val="0"/>
                  </a:spcBef>
                  <a:buNone/>
                </a:pPr>
                <a:r>
                  <a:rPr lang="zh-CN" altLang="en-US" sz="1200" b="1">
                    <a:solidFill>
                      <a:srgbClr val="4D5985"/>
                    </a:solidFill>
                  </a:rPr>
                  <a:t>标题文本预设</a:t>
                </a:r>
                <a:endParaRPr lang="zh-CN" altLang="en-US" sz="1200" b="1">
                  <a:solidFill>
                    <a:srgbClr val="4D5985"/>
                  </a:solidFill>
                </a:endParaRPr>
              </a:p>
            </p:txBody>
          </p:sp>
          <p:sp>
            <p:nvSpPr>
              <p:cNvPr id="34" name="TextBox 147"/>
              <p:cNvSpPr txBox="1"/>
              <p:nvPr/>
            </p:nvSpPr>
            <p:spPr>
              <a:xfrm>
                <a:off x="809160" y="5281397"/>
                <a:ext cx="2675160" cy="503668"/>
              </a:xfrm>
              <a:prstGeom prst="rect">
                <a:avLst/>
              </a:prstGeom>
            </p:spPr>
            <p:txBody>
              <a:bodyPr vert="horz" wrap="square" lIns="144000" tIns="0" rIns="144000" bIns="0" anchor="t" anchorCtr="0">
                <a:normAutofit fontScale="70000" lnSpcReduction="20000"/>
              </a:bodyPr>
              <a:lstStyle/>
              <a:p>
                <a:pPr marL="0" lvl="0" indent="0" algn="r" defTabSz="913765">
                  <a:lnSpc>
                    <a:spcPct val="120000"/>
                  </a:lnSpc>
                  <a:buNone/>
                </a:pPr>
                <a:r>
                  <a:rPr lang="zh-CN" altLang="en-US" sz="1050">
                    <a:solidFill>
                      <a:schemeClr val="dk1">
                        <a:lumMod val="100000"/>
                      </a:schemeClr>
                    </a:solidFill>
                  </a:rPr>
                  <a:t>此部分内容作为文字</a:t>
                </a:r>
                <a:endParaRPr lang="zh-CN" altLang="en-US" sz="1050">
                  <a:solidFill>
                    <a:schemeClr val="dk1">
                      <a:lumMod val="100000"/>
                    </a:schemeClr>
                  </a:solidFill>
                </a:endParaRPr>
              </a:p>
              <a:p>
                <a:pPr marL="0" lvl="0" indent="0" algn="r" defTabSz="913765">
                  <a:lnSpc>
                    <a:spcPct val="120000"/>
                  </a:lnSpc>
                  <a:buNone/>
                </a:pPr>
                <a:r>
                  <a:rPr lang="zh-CN" altLang="en-US" sz="1050">
                    <a:solidFill>
                      <a:schemeClr val="dk1">
                        <a:lumMod val="100000"/>
                      </a:schemeClr>
                    </a:solidFill>
                  </a:rPr>
                  <a:t>排版占位显示</a:t>
                </a:r>
                <a:br>
                  <a:rPr lang="zh-CN" altLang="en-US" sz="1050">
                    <a:solidFill>
                      <a:schemeClr val="dk1">
                        <a:lumMod val="100000"/>
                      </a:schemeClr>
                    </a:solidFill>
                  </a:rPr>
                </a:br>
                <a:r>
                  <a:rPr lang="zh-CN" altLang="en-US" sz="1050">
                    <a:solidFill>
                      <a:schemeClr val="dk1">
                        <a:lumMod val="100000"/>
                      </a:schemeClr>
                    </a:solidFill>
                  </a:rPr>
                  <a:t>（建议使用主题字体）</a:t>
                </a:r>
                <a:endParaRPr lang="zh-CN" altLang="en-US" sz="1050">
                  <a:solidFill>
                    <a:schemeClr val="dk1">
                      <a:lumMod val="100000"/>
                    </a:schemeClr>
                  </a:solidFill>
                </a:endParaRPr>
              </a:p>
            </p:txBody>
          </p:sp>
        </p:grpSp>
        <p:sp>
          <p:nvSpPr>
            <p:cNvPr id="25" name="TextBox 149"/>
            <p:cNvSpPr txBox="1"/>
            <p:nvPr/>
          </p:nvSpPr>
          <p:spPr>
            <a:xfrm>
              <a:off x="5222916" y="4548834"/>
              <a:ext cx="1537072" cy="337909"/>
            </a:xfrm>
            <a:prstGeom prst="rect">
              <a:avLst/>
            </a:prstGeom>
          </p:spPr>
          <p:txBody>
            <a:bodyPr vert="horz" wrap="none" lIns="144000" tIns="0" rIns="144000" bIns="0" anchor="ctr" anchorCtr="0">
              <a:normAutofit/>
            </a:bodyPr>
            <a:lstStyle/>
            <a:p>
              <a:pPr marL="0" indent="0" algn="r">
                <a:spcBef>
                  <a:spcPct val="0"/>
                </a:spcBef>
                <a:buNone/>
              </a:pPr>
              <a:r>
                <a:rPr lang="zh-CN" altLang="en-US" sz="1200" b="1">
                  <a:solidFill>
                    <a:srgbClr val="4D5985"/>
                  </a:solidFill>
                </a:rPr>
                <a:t>标题文本预设</a:t>
              </a:r>
              <a:endParaRPr lang="zh-CN" altLang="en-US" sz="1200" b="1">
                <a:solidFill>
                  <a:srgbClr val="4D5985"/>
                </a:solidFill>
              </a:endParaRPr>
            </a:p>
          </p:txBody>
        </p:sp>
        <p:sp>
          <p:nvSpPr>
            <p:cNvPr id="26" name="TextBox 157"/>
            <p:cNvSpPr txBox="1"/>
            <p:nvPr/>
          </p:nvSpPr>
          <p:spPr>
            <a:xfrm>
              <a:off x="6505301" y="3927978"/>
              <a:ext cx="1537072" cy="337909"/>
            </a:xfrm>
            <a:prstGeom prst="rect">
              <a:avLst/>
            </a:prstGeom>
          </p:spPr>
          <p:txBody>
            <a:bodyPr vert="horz" wrap="none" lIns="144000" tIns="0" rIns="144000" bIns="0" anchor="ctr" anchorCtr="0">
              <a:normAutofit/>
            </a:bodyPr>
            <a:lstStyle/>
            <a:p>
              <a:pPr marL="0" indent="0" algn="r">
                <a:spcBef>
                  <a:spcPct val="0"/>
                </a:spcBef>
                <a:buNone/>
              </a:pPr>
              <a:r>
                <a:rPr lang="zh-CN" altLang="en-US" sz="1200" b="1">
                  <a:solidFill>
                    <a:srgbClr val="4D5985"/>
                  </a:solidFill>
                </a:rPr>
                <a:t>标题文本预设</a:t>
              </a:r>
              <a:endParaRPr lang="zh-CN" altLang="en-US" sz="1200" b="1">
                <a:solidFill>
                  <a:srgbClr val="4D5985"/>
                </a:solidFill>
              </a:endParaRPr>
            </a:p>
          </p:txBody>
        </p:sp>
        <p:sp>
          <p:nvSpPr>
            <p:cNvPr id="27" name="TextBox 158"/>
            <p:cNvSpPr txBox="1"/>
            <p:nvPr/>
          </p:nvSpPr>
          <p:spPr>
            <a:xfrm>
              <a:off x="7377417" y="3179430"/>
              <a:ext cx="1537072" cy="337909"/>
            </a:xfrm>
            <a:prstGeom prst="rect">
              <a:avLst/>
            </a:prstGeom>
          </p:spPr>
          <p:txBody>
            <a:bodyPr vert="horz" wrap="none" lIns="144000" tIns="0" rIns="144000" bIns="0" anchor="ctr" anchorCtr="0">
              <a:normAutofit/>
            </a:bodyPr>
            <a:lstStyle/>
            <a:p>
              <a:pPr marL="0" indent="0" algn="r">
                <a:spcBef>
                  <a:spcPct val="0"/>
                </a:spcBef>
                <a:buNone/>
              </a:pPr>
              <a:r>
                <a:rPr lang="zh-CN" altLang="en-US" sz="1200" b="1">
                  <a:solidFill>
                    <a:srgbClr val="4D5985"/>
                  </a:solidFill>
                </a:rPr>
                <a:t>标题文本预设</a:t>
              </a:r>
              <a:endParaRPr lang="zh-CN" altLang="en-US" sz="1200" b="1">
                <a:solidFill>
                  <a:srgbClr val="4D5985"/>
                </a:solidFill>
              </a:endParaRPr>
            </a:p>
          </p:txBody>
        </p:sp>
        <p:sp>
          <p:nvSpPr>
            <p:cNvPr id="28" name="TextBox 159"/>
            <p:cNvSpPr txBox="1"/>
            <p:nvPr/>
          </p:nvSpPr>
          <p:spPr>
            <a:xfrm>
              <a:off x="8002776" y="2494311"/>
              <a:ext cx="1537072" cy="337909"/>
            </a:xfrm>
            <a:prstGeom prst="rect">
              <a:avLst/>
            </a:prstGeom>
          </p:spPr>
          <p:txBody>
            <a:bodyPr vert="horz" wrap="none" lIns="144000" tIns="0" rIns="144000" bIns="0" anchor="ctr" anchorCtr="0">
              <a:normAutofit/>
            </a:bodyPr>
            <a:lstStyle/>
            <a:p>
              <a:pPr marL="0" indent="0" algn="r">
                <a:spcBef>
                  <a:spcPct val="0"/>
                </a:spcBef>
                <a:buNone/>
              </a:pPr>
              <a:r>
                <a:rPr lang="zh-CN" altLang="en-US" sz="1200" b="1">
                  <a:solidFill>
                    <a:srgbClr val="4D5985"/>
                  </a:solidFill>
                </a:rPr>
                <a:t>标题文本预设</a:t>
              </a:r>
              <a:endParaRPr lang="zh-CN" altLang="en-US" sz="1200" b="1">
                <a:solidFill>
                  <a:srgbClr val="4D5985"/>
                </a:solidFill>
              </a:endParaRPr>
            </a:p>
          </p:txBody>
        </p:sp>
        <p:sp>
          <p:nvSpPr>
            <p:cNvPr id="29" name="TextBox 160"/>
            <p:cNvSpPr txBox="1"/>
            <p:nvPr/>
          </p:nvSpPr>
          <p:spPr>
            <a:xfrm>
              <a:off x="8361541" y="1843550"/>
              <a:ext cx="1537072" cy="337909"/>
            </a:xfrm>
            <a:prstGeom prst="rect">
              <a:avLst/>
            </a:prstGeom>
          </p:spPr>
          <p:txBody>
            <a:bodyPr vert="horz" wrap="none" lIns="144000" tIns="0" rIns="144000" bIns="0" anchor="ctr" anchorCtr="0">
              <a:normAutofit/>
            </a:bodyPr>
            <a:lstStyle/>
            <a:p>
              <a:pPr marL="0" indent="0" algn="r">
                <a:spcBef>
                  <a:spcPct val="0"/>
                </a:spcBef>
                <a:buNone/>
              </a:pPr>
              <a:r>
                <a:rPr lang="zh-CN" altLang="en-US" sz="1200" b="1">
                  <a:solidFill>
                    <a:srgbClr val="4D5985"/>
                  </a:solidFill>
                </a:rPr>
                <a:t>标题文本预设</a:t>
              </a:r>
              <a:endParaRPr lang="zh-CN" altLang="en-US" sz="1200" b="1">
                <a:solidFill>
                  <a:srgbClr val="4D5985"/>
                </a:solidFill>
              </a:endParaRPr>
            </a:p>
          </p:txBody>
        </p:sp>
        <p:sp>
          <p:nvSpPr>
            <p:cNvPr id="30" name="TextBox 161"/>
            <p:cNvSpPr txBox="1"/>
            <p:nvPr/>
          </p:nvSpPr>
          <p:spPr>
            <a:xfrm>
              <a:off x="8677454" y="1175879"/>
              <a:ext cx="1537072" cy="337909"/>
            </a:xfrm>
            <a:prstGeom prst="rect">
              <a:avLst/>
            </a:prstGeom>
          </p:spPr>
          <p:txBody>
            <a:bodyPr vert="horz" wrap="none" lIns="144000" tIns="0" rIns="144000" bIns="0" anchor="ctr" anchorCtr="0">
              <a:normAutofit/>
            </a:bodyPr>
            <a:lstStyle/>
            <a:p>
              <a:pPr marL="0" indent="0" algn="r">
                <a:spcBef>
                  <a:spcPct val="0"/>
                </a:spcBef>
                <a:buNone/>
              </a:pPr>
              <a:r>
                <a:rPr lang="zh-CN" altLang="en-US" sz="1200" b="1">
                  <a:solidFill>
                    <a:srgbClr val="4D5985"/>
                  </a:solidFill>
                </a:rPr>
                <a:t>标题文本预设</a:t>
              </a:r>
              <a:endParaRPr lang="zh-CN" altLang="en-US" sz="1200" b="1">
                <a:solidFill>
                  <a:srgbClr val="4D5985"/>
                </a:solidFill>
              </a:endParaRPr>
            </a:p>
          </p:txBody>
        </p:sp>
        <p:sp>
          <p:nvSpPr>
            <p:cNvPr id="31" name="TextBox 162"/>
            <p:cNvSpPr txBox="1"/>
            <p:nvPr/>
          </p:nvSpPr>
          <p:spPr>
            <a:xfrm>
              <a:off x="833630" y="1790812"/>
              <a:ext cx="2031289" cy="461647"/>
            </a:xfrm>
            <a:prstGeom prst="rect">
              <a:avLst/>
            </a:prstGeom>
            <a:noFill/>
          </p:spPr>
          <p:txBody>
            <a:bodyPr wrap="none" lIns="91422" tIns="45711" rIns="91422" bIns="45711">
              <a:normAutofit fontScale="62500" lnSpcReduction="20000"/>
            </a:bodyPr>
            <a:lstStyle/>
            <a:p>
              <a:r>
                <a:rPr lang="zh-CN" altLang="en-US" sz="2400" b="1">
                  <a:solidFill>
                    <a:srgbClr val="4D5985"/>
                  </a:solidFill>
                </a:rPr>
                <a:t>标题文本预设</a:t>
              </a:r>
              <a:endParaRPr lang="zh-CN" altLang="en-US" sz="2400" b="1">
                <a:solidFill>
                  <a:srgbClr val="4D5985"/>
                </a:solidFill>
              </a:endParaRPr>
            </a:p>
          </p:txBody>
        </p:sp>
        <p:sp>
          <p:nvSpPr>
            <p:cNvPr id="32" name="TextBox 163"/>
            <p:cNvSpPr txBox="1"/>
            <p:nvPr/>
          </p:nvSpPr>
          <p:spPr>
            <a:xfrm>
              <a:off x="835838" y="2252918"/>
              <a:ext cx="6161960" cy="613341"/>
            </a:xfrm>
            <a:prstGeom prst="rect">
              <a:avLst/>
            </a:prstGeom>
            <a:noFill/>
          </p:spPr>
          <p:txBody>
            <a:bodyPr wrap="square" lIns="91422" tIns="45711" rIns="91422" bIns="45711">
              <a:normAutofit fontScale="85000" lnSpcReduction="200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/>
                <a:t>此部分内容作为文字排版占位显示（建议使用主题字体）</a:t>
              </a:r>
              <a:br>
                <a:rPr lang="zh-CN" altLang="en-US" sz="1200"/>
              </a:br>
              <a:r>
                <a:rPr lang="zh-CN" altLang="en-US" sz="1200"/>
                <a:t>如需更改请在（设置形状格式）菜单下（文本选项）中调整</a:t>
              </a:r>
              <a:endParaRPr lang="zh-CN" altLang="en-US" sz="1200"/>
            </a:p>
          </p:txBody>
        </p:sp>
      </p:grpSp>
      <p:sp>
        <p:nvSpPr>
          <p:cNvPr id="151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点击输入标题内容</a:t>
            </a:r>
            <a:endParaRPr lang="zh-CN" altLang="en-US" sz="18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322779" y="1129162"/>
            <a:ext cx="4003244" cy="3049332"/>
            <a:chOff x="2345004" y="1140592"/>
            <a:chExt cx="4003244" cy="3049332"/>
          </a:xfrm>
        </p:grpSpPr>
        <p:grpSp>
          <p:nvGrpSpPr>
            <p:cNvPr id="4" name="Group 1"/>
            <p:cNvGrpSpPr/>
            <p:nvPr/>
          </p:nvGrpSpPr>
          <p:grpSpPr>
            <a:xfrm>
              <a:off x="2773633" y="1514121"/>
              <a:ext cx="3103120" cy="2622176"/>
              <a:chOff x="6472238" y="2170113"/>
              <a:chExt cx="1271587" cy="1101725"/>
            </a:xfrm>
            <a:solidFill>
              <a:schemeClr val="accent5"/>
            </a:solidFill>
          </p:grpSpPr>
          <p:sp>
            <p:nvSpPr>
              <p:cNvPr id="14" name="Freeform: Shape 2"/>
              <p:cNvSpPr/>
              <p:nvPr/>
            </p:nvSpPr>
            <p:spPr bwMode="auto">
              <a:xfrm>
                <a:off x="6950075" y="2170113"/>
                <a:ext cx="536575" cy="741363"/>
              </a:xfrm>
              <a:custGeom>
                <a:avLst/>
                <a:gdLst>
                  <a:gd name="T0" fmla="*/ 119 w 298"/>
                  <a:gd name="T1" fmla="*/ 292 h 411"/>
                  <a:gd name="T2" fmla="*/ 122 w 298"/>
                  <a:gd name="T3" fmla="*/ 297 h 411"/>
                  <a:gd name="T4" fmla="*/ 288 w 298"/>
                  <a:gd name="T5" fmla="*/ 410 h 411"/>
                  <a:gd name="T6" fmla="*/ 291 w 298"/>
                  <a:gd name="T7" fmla="*/ 411 h 411"/>
                  <a:gd name="T8" fmla="*/ 294 w 298"/>
                  <a:gd name="T9" fmla="*/ 410 h 411"/>
                  <a:gd name="T10" fmla="*/ 297 w 298"/>
                  <a:gd name="T11" fmla="*/ 404 h 411"/>
                  <a:gd name="T12" fmla="*/ 274 w 298"/>
                  <a:gd name="T13" fmla="*/ 205 h 411"/>
                  <a:gd name="T14" fmla="*/ 270 w 298"/>
                  <a:gd name="T15" fmla="*/ 200 h 411"/>
                  <a:gd name="T16" fmla="*/ 264 w 298"/>
                  <a:gd name="T17" fmla="*/ 201 h 411"/>
                  <a:gd name="T18" fmla="*/ 234 w 298"/>
                  <a:gd name="T19" fmla="*/ 219 h 411"/>
                  <a:gd name="T20" fmla="*/ 99 w 298"/>
                  <a:gd name="T21" fmla="*/ 3 h 411"/>
                  <a:gd name="T22" fmla="*/ 94 w 298"/>
                  <a:gd name="T23" fmla="*/ 1 h 411"/>
                  <a:gd name="T24" fmla="*/ 88 w 298"/>
                  <a:gd name="T25" fmla="*/ 3 h 411"/>
                  <a:gd name="T26" fmla="*/ 3 w 298"/>
                  <a:gd name="T27" fmla="*/ 117 h 411"/>
                  <a:gd name="T28" fmla="*/ 4 w 298"/>
                  <a:gd name="T29" fmla="*/ 126 h 411"/>
                  <a:gd name="T30" fmla="*/ 13 w 298"/>
                  <a:gd name="T31" fmla="*/ 125 h 411"/>
                  <a:gd name="T32" fmla="*/ 93 w 298"/>
                  <a:gd name="T33" fmla="*/ 18 h 411"/>
                  <a:gd name="T34" fmla="*/ 223 w 298"/>
                  <a:gd name="T35" fmla="*/ 226 h 411"/>
                  <a:gd name="T36" fmla="*/ 200 w 298"/>
                  <a:gd name="T37" fmla="*/ 240 h 411"/>
                  <a:gd name="T38" fmla="*/ 96 w 298"/>
                  <a:gd name="T39" fmla="*/ 73 h 411"/>
                  <a:gd name="T40" fmla="*/ 91 w 298"/>
                  <a:gd name="T41" fmla="*/ 70 h 411"/>
                  <a:gd name="T42" fmla="*/ 85 w 298"/>
                  <a:gd name="T43" fmla="*/ 73 h 411"/>
                  <a:gd name="T44" fmla="*/ 34 w 298"/>
                  <a:gd name="T45" fmla="*/ 141 h 411"/>
                  <a:gd name="T46" fmla="*/ 35 w 298"/>
                  <a:gd name="T47" fmla="*/ 150 h 411"/>
                  <a:gd name="T48" fmla="*/ 44 w 298"/>
                  <a:gd name="T49" fmla="*/ 148 h 411"/>
                  <a:gd name="T50" fmla="*/ 90 w 298"/>
                  <a:gd name="T51" fmla="*/ 88 h 411"/>
                  <a:gd name="T52" fmla="*/ 189 w 298"/>
                  <a:gd name="T53" fmla="*/ 246 h 411"/>
                  <a:gd name="T54" fmla="*/ 166 w 298"/>
                  <a:gd name="T55" fmla="*/ 260 h 411"/>
                  <a:gd name="T56" fmla="*/ 93 w 298"/>
                  <a:gd name="T57" fmla="*/ 143 h 411"/>
                  <a:gd name="T58" fmla="*/ 88 w 298"/>
                  <a:gd name="T59" fmla="*/ 140 h 411"/>
                  <a:gd name="T60" fmla="*/ 82 w 298"/>
                  <a:gd name="T61" fmla="*/ 143 h 411"/>
                  <a:gd name="T62" fmla="*/ 66 w 298"/>
                  <a:gd name="T63" fmla="*/ 165 h 411"/>
                  <a:gd name="T64" fmla="*/ 67 w 298"/>
                  <a:gd name="T65" fmla="*/ 174 h 411"/>
                  <a:gd name="T66" fmla="*/ 76 w 298"/>
                  <a:gd name="T67" fmla="*/ 172 h 411"/>
                  <a:gd name="T68" fmla="*/ 87 w 298"/>
                  <a:gd name="T69" fmla="*/ 157 h 411"/>
                  <a:gd name="T70" fmla="*/ 155 w 298"/>
                  <a:gd name="T71" fmla="*/ 267 h 411"/>
                  <a:gd name="T72" fmla="*/ 122 w 298"/>
                  <a:gd name="T73" fmla="*/ 287 h 411"/>
                  <a:gd name="T74" fmla="*/ 119 w 298"/>
                  <a:gd name="T75" fmla="*/ 292 h 411"/>
                  <a:gd name="T76" fmla="*/ 262 w 298"/>
                  <a:gd name="T77" fmla="*/ 216 h 411"/>
                  <a:gd name="T78" fmla="*/ 283 w 298"/>
                  <a:gd name="T79" fmla="*/ 392 h 411"/>
                  <a:gd name="T80" fmla="*/ 137 w 298"/>
                  <a:gd name="T81" fmla="*/ 293 h 411"/>
                  <a:gd name="T82" fmla="*/ 262 w 298"/>
                  <a:gd name="T83" fmla="*/ 216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98" h="411">
                    <a:moveTo>
                      <a:pt x="119" y="292"/>
                    </a:moveTo>
                    <a:cubicBezTo>
                      <a:pt x="119" y="294"/>
                      <a:pt x="120" y="296"/>
                      <a:pt x="122" y="297"/>
                    </a:cubicBezTo>
                    <a:cubicBezTo>
                      <a:pt x="288" y="410"/>
                      <a:pt x="288" y="410"/>
                      <a:pt x="288" y="410"/>
                    </a:cubicBezTo>
                    <a:cubicBezTo>
                      <a:pt x="289" y="410"/>
                      <a:pt x="290" y="411"/>
                      <a:pt x="291" y="411"/>
                    </a:cubicBezTo>
                    <a:cubicBezTo>
                      <a:pt x="292" y="411"/>
                      <a:pt x="293" y="410"/>
                      <a:pt x="294" y="410"/>
                    </a:cubicBezTo>
                    <a:cubicBezTo>
                      <a:pt x="296" y="409"/>
                      <a:pt x="298" y="406"/>
                      <a:pt x="297" y="404"/>
                    </a:cubicBezTo>
                    <a:cubicBezTo>
                      <a:pt x="274" y="205"/>
                      <a:pt x="274" y="205"/>
                      <a:pt x="274" y="205"/>
                    </a:cubicBezTo>
                    <a:cubicBezTo>
                      <a:pt x="273" y="203"/>
                      <a:pt x="272" y="201"/>
                      <a:pt x="270" y="200"/>
                    </a:cubicBezTo>
                    <a:cubicBezTo>
                      <a:pt x="268" y="199"/>
                      <a:pt x="266" y="199"/>
                      <a:pt x="264" y="201"/>
                    </a:cubicBezTo>
                    <a:cubicBezTo>
                      <a:pt x="234" y="219"/>
                      <a:pt x="234" y="219"/>
                      <a:pt x="234" y="219"/>
                    </a:cubicBezTo>
                    <a:cubicBezTo>
                      <a:pt x="99" y="3"/>
                      <a:pt x="99" y="3"/>
                      <a:pt x="99" y="3"/>
                    </a:cubicBezTo>
                    <a:cubicBezTo>
                      <a:pt x="98" y="2"/>
                      <a:pt x="96" y="1"/>
                      <a:pt x="94" y="1"/>
                    </a:cubicBezTo>
                    <a:cubicBezTo>
                      <a:pt x="92" y="0"/>
                      <a:pt x="90" y="1"/>
                      <a:pt x="88" y="3"/>
                    </a:cubicBezTo>
                    <a:cubicBezTo>
                      <a:pt x="3" y="117"/>
                      <a:pt x="3" y="117"/>
                      <a:pt x="3" y="117"/>
                    </a:cubicBezTo>
                    <a:cubicBezTo>
                      <a:pt x="0" y="120"/>
                      <a:pt x="1" y="124"/>
                      <a:pt x="4" y="126"/>
                    </a:cubicBezTo>
                    <a:cubicBezTo>
                      <a:pt x="7" y="128"/>
                      <a:pt x="10" y="127"/>
                      <a:pt x="13" y="125"/>
                    </a:cubicBezTo>
                    <a:cubicBezTo>
                      <a:pt x="93" y="18"/>
                      <a:pt x="93" y="18"/>
                      <a:pt x="93" y="18"/>
                    </a:cubicBezTo>
                    <a:cubicBezTo>
                      <a:pt x="223" y="226"/>
                      <a:pt x="223" y="226"/>
                      <a:pt x="223" y="226"/>
                    </a:cubicBezTo>
                    <a:cubicBezTo>
                      <a:pt x="200" y="240"/>
                      <a:pt x="200" y="240"/>
                      <a:pt x="200" y="240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5" y="72"/>
                      <a:pt x="93" y="70"/>
                      <a:pt x="91" y="70"/>
                    </a:cubicBezTo>
                    <a:cubicBezTo>
                      <a:pt x="89" y="70"/>
                      <a:pt x="87" y="71"/>
                      <a:pt x="85" y="73"/>
                    </a:cubicBezTo>
                    <a:cubicBezTo>
                      <a:pt x="34" y="141"/>
                      <a:pt x="34" y="141"/>
                      <a:pt x="34" y="141"/>
                    </a:cubicBezTo>
                    <a:cubicBezTo>
                      <a:pt x="32" y="144"/>
                      <a:pt x="33" y="148"/>
                      <a:pt x="35" y="150"/>
                    </a:cubicBezTo>
                    <a:cubicBezTo>
                      <a:pt x="38" y="152"/>
                      <a:pt x="42" y="151"/>
                      <a:pt x="44" y="148"/>
                    </a:cubicBezTo>
                    <a:cubicBezTo>
                      <a:pt x="90" y="88"/>
                      <a:pt x="90" y="88"/>
                      <a:pt x="90" y="88"/>
                    </a:cubicBezTo>
                    <a:cubicBezTo>
                      <a:pt x="189" y="246"/>
                      <a:pt x="189" y="246"/>
                      <a:pt x="189" y="246"/>
                    </a:cubicBezTo>
                    <a:cubicBezTo>
                      <a:pt x="166" y="260"/>
                      <a:pt x="166" y="260"/>
                      <a:pt x="166" y="260"/>
                    </a:cubicBezTo>
                    <a:cubicBezTo>
                      <a:pt x="93" y="143"/>
                      <a:pt x="93" y="143"/>
                      <a:pt x="93" y="143"/>
                    </a:cubicBezTo>
                    <a:cubicBezTo>
                      <a:pt x="92" y="141"/>
                      <a:pt x="90" y="140"/>
                      <a:pt x="88" y="140"/>
                    </a:cubicBezTo>
                    <a:cubicBezTo>
                      <a:pt x="86" y="140"/>
                      <a:pt x="84" y="141"/>
                      <a:pt x="82" y="143"/>
                    </a:cubicBezTo>
                    <a:cubicBezTo>
                      <a:pt x="66" y="165"/>
                      <a:pt x="66" y="165"/>
                      <a:pt x="66" y="165"/>
                    </a:cubicBezTo>
                    <a:cubicBezTo>
                      <a:pt x="64" y="167"/>
                      <a:pt x="64" y="171"/>
                      <a:pt x="67" y="174"/>
                    </a:cubicBezTo>
                    <a:cubicBezTo>
                      <a:pt x="70" y="176"/>
                      <a:pt x="74" y="175"/>
                      <a:pt x="76" y="172"/>
                    </a:cubicBezTo>
                    <a:cubicBezTo>
                      <a:pt x="87" y="157"/>
                      <a:pt x="87" y="157"/>
                      <a:pt x="87" y="157"/>
                    </a:cubicBezTo>
                    <a:cubicBezTo>
                      <a:pt x="155" y="267"/>
                      <a:pt x="155" y="267"/>
                      <a:pt x="155" y="267"/>
                    </a:cubicBezTo>
                    <a:cubicBezTo>
                      <a:pt x="122" y="287"/>
                      <a:pt x="122" y="287"/>
                      <a:pt x="122" y="287"/>
                    </a:cubicBezTo>
                    <a:cubicBezTo>
                      <a:pt x="121" y="288"/>
                      <a:pt x="119" y="290"/>
                      <a:pt x="119" y="292"/>
                    </a:cubicBezTo>
                    <a:close/>
                    <a:moveTo>
                      <a:pt x="262" y="216"/>
                    </a:moveTo>
                    <a:cubicBezTo>
                      <a:pt x="283" y="392"/>
                      <a:pt x="283" y="392"/>
                      <a:pt x="283" y="392"/>
                    </a:cubicBezTo>
                    <a:cubicBezTo>
                      <a:pt x="137" y="293"/>
                      <a:pt x="137" y="293"/>
                      <a:pt x="137" y="293"/>
                    </a:cubicBezTo>
                    <a:lnTo>
                      <a:pt x="262" y="216"/>
                    </a:lnTo>
                    <a:close/>
                  </a:path>
                </a:pathLst>
              </a:custGeom>
              <a:solidFill>
                <a:srgbClr val="4D59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Freeform: Shape 3"/>
              <p:cNvSpPr/>
              <p:nvPr/>
            </p:nvSpPr>
            <p:spPr bwMode="auto">
              <a:xfrm>
                <a:off x="6826250" y="2906713"/>
                <a:ext cx="917575" cy="365125"/>
              </a:xfrm>
              <a:custGeom>
                <a:avLst/>
                <a:gdLst>
                  <a:gd name="T0" fmla="*/ 507 w 509"/>
                  <a:gd name="T1" fmla="*/ 150 h 203"/>
                  <a:gd name="T2" fmla="*/ 416 w 509"/>
                  <a:gd name="T3" fmla="*/ 3 h 203"/>
                  <a:gd name="T4" fmla="*/ 408 w 509"/>
                  <a:gd name="T5" fmla="*/ 1 h 203"/>
                  <a:gd name="T6" fmla="*/ 406 w 509"/>
                  <a:gd name="T7" fmla="*/ 10 h 203"/>
                  <a:gd name="T8" fmla="*/ 491 w 509"/>
                  <a:gd name="T9" fmla="*/ 147 h 203"/>
                  <a:gd name="T10" fmla="*/ 194 w 509"/>
                  <a:gd name="T11" fmla="*/ 147 h 203"/>
                  <a:gd name="T12" fmla="*/ 194 w 509"/>
                  <a:gd name="T13" fmla="*/ 120 h 203"/>
                  <a:gd name="T14" fmla="*/ 431 w 509"/>
                  <a:gd name="T15" fmla="*/ 120 h 203"/>
                  <a:gd name="T16" fmla="*/ 436 w 509"/>
                  <a:gd name="T17" fmla="*/ 116 h 203"/>
                  <a:gd name="T18" fmla="*/ 436 w 509"/>
                  <a:gd name="T19" fmla="*/ 110 h 203"/>
                  <a:gd name="T20" fmla="*/ 383 w 509"/>
                  <a:gd name="T21" fmla="*/ 24 h 203"/>
                  <a:gd name="T22" fmla="*/ 374 w 509"/>
                  <a:gd name="T23" fmla="*/ 22 h 203"/>
                  <a:gd name="T24" fmla="*/ 372 w 509"/>
                  <a:gd name="T25" fmla="*/ 31 h 203"/>
                  <a:gd name="T26" fmla="*/ 419 w 509"/>
                  <a:gd name="T27" fmla="*/ 107 h 203"/>
                  <a:gd name="T28" fmla="*/ 194 w 509"/>
                  <a:gd name="T29" fmla="*/ 107 h 203"/>
                  <a:gd name="T30" fmla="*/ 194 w 509"/>
                  <a:gd name="T31" fmla="*/ 80 h 203"/>
                  <a:gd name="T32" fmla="*/ 359 w 509"/>
                  <a:gd name="T33" fmla="*/ 80 h 203"/>
                  <a:gd name="T34" fmla="*/ 365 w 509"/>
                  <a:gd name="T35" fmla="*/ 77 h 203"/>
                  <a:gd name="T36" fmla="*/ 365 w 509"/>
                  <a:gd name="T37" fmla="*/ 70 h 203"/>
                  <a:gd name="T38" fmla="*/ 349 w 509"/>
                  <a:gd name="T39" fmla="*/ 45 h 203"/>
                  <a:gd name="T40" fmla="*/ 340 w 509"/>
                  <a:gd name="T41" fmla="*/ 43 h 203"/>
                  <a:gd name="T42" fmla="*/ 338 w 509"/>
                  <a:gd name="T43" fmla="*/ 52 h 203"/>
                  <a:gd name="T44" fmla="*/ 348 w 509"/>
                  <a:gd name="T45" fmla="*/ 67 h 203"/>
                  <a:gd name="T46" fmla="*/ 194 w 509"/>
                  <a:gd name="T47" fmla="*/ 67 h 203"/>
                  <a:gd name="T48" fmla="*/ 194 w 509"/>
                  <a:gd name="T49" fmla="*/ 30 h 203"/>
                  <a:gd name="T50" fmla="*/ 191 w 509"/>
                  <a:gd name="T51" fmla="*/ 25 h 203"/>
                  <a:gd name="T52" fmla="*/ 185 w 509"/>
                  <a:gd name="T53" fmla="*/ 25 h 203"/>
                  <a:gd name="T54" fmla="*/ 3 w 509"/>
                  <a:gd name="T55" fmla="*/ 108 h 203"/>
                  <a:gd name="T56" fmla="*/ 0 w 509"/>
                  <a:gd name="T57" fmla="*/ 113 h 203"/>
                  <a:gd name="T58" fmla="*/ 3 w 509"/>
                  <a:gd name="T59" fmla="*/ 119 h 203"/>
                  <a:gd name="T60" fmla="*/ 185 w 509"/>
                  <a:gd name="T61" fmla="*/ 202 h 203"/>
                  <a:gd name="T62" fmla="*/ 188 w 509"/>
                  <a:gd name="T63" fmla="*/ 203 h 203"/>
                  <a:gd name="T64" fmla="*/ 191 w 509"/>
                  <a:gd name="T65" fmla="*/ 202 h 203"/>
                  <a:gd name="T66" fmla="*/ 194 w 509"/>
                  <a:gd name="T67" fmla="*/ 196 h 203"/>
                  <a:gd name="T68" fmla="*/ 194 w 509"/>
                  <a:gd name="T69" fmla="*/ 159 h 203"/>
                  <a:gd name="T70" fmla="*/ 502 w 509"/>
                  <a:gd name="T71" fmla="*/ 159 h 203"/>
                  <a:gd name="T72" fmla="*/ 507 w 509"/>
                  <a:gd name="T73" fmla="*/ 156 h 203"/>
                  <a:gd name="T74" fmla="*/ 507 w 509"/>
                  <a:gd name="T75" fmla="*/ 150 h 203"/>
                  <a:gd name="T76" fmla="*/ 182 w 509"/>
                  <a:gd name="T77" fmla="*/ 187 h 203"/>
                  <a:gd name="T78" fmla="*/ 21 w 509"/>
                  <a:gd name="T79" fmla="*/ 113 h 203"/>
                  <a:gd name="T80" fmla="*/ 182 w 509"/>
                  <a:gd name="T81" fmla="*/ 40 h 203"/>
                  <a:gd name="T82" fmla="*/ 182 w 509"/>
                  <a:gd name="T83" fmla="*/ 187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09" h="203">
                    <a:moveTo>
                      <a:pt x="507" y="150"/>
                    </a:moveTo>
                    <a:cubicBezTo>
                      <a:pt x="416" y="3"/>
                      <a:pt x="416" y="3"/>
                      <a:pt x="416" y="3"/>
                    </a:cubicBezTo>
                    <a:cubicBezTo>
                      <a:pt x="414" y="0"/>
                      <a:pt x="411" y="0"/>
                      <a:pt x="408" y="1"/>
                    </a:cubicBezTo>
                    <a:cubicBezTo>
                      <a:pt x="405" y="3"/>
                      <a:pt x="404" y="7"/>
                      <a:pt x="406" y="10"/>
                    </a:cubicBezTo>
                    <a:cubicBezTo>
                      <a:pt x="491" y="147"/>
                      <a:pt x="491" y="147"/>
                      <a:pt x="491" y="147"/>
                    </a:cubicBezTo>
                    <a:cubicBezTo>
                      <a:pt x="194" y="147"/>
                      <a:pt x="194" y="147"/>
                      <a:pt x="194" y="147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431" y="120"/>
                      <a:pt x="431" y="120"/>
                      <a:pt x="431" y="120"/>
                    </a:cubicBezTo>
                    <a:cubicBezTo>
                      <a:pt x="433" y="120"/>
                      <a:pt x="435" y="118"/>
                      <a:pt x="436" y="116"/>
                    </a:cubicBezTo>
                    <a:cubicBezTo>
                      <a:pt x="437" y="114"/>
                      <a:pt x="437" y="112"/>
                      <a:pt x="436" y="110"/>
                    </a:cubicBezTo>
                    <a:cubicBezTo>
                      <a:pt x="383" y="24"/>
                      <a:pt x="383" y="24"/>
                      <a:pt x="383" y="24"/>
                    </a:cubicBezTo>
                    <a:cubicBezTo>
                      <a:pt x="381" y="21"/>
                      <a:pt x="377" y="20"/>
                      <a:pt x="374" y="22"/>
                    </a:cubicBezTo>
                    <a:cubicBezTo>
                      <a:pt x="371" y="24"/>
                      <a:pt x="370" y="28"/>
                      <a:pt x="372" y="31"/>
                    </a:cubicBezTo>
                    <a:cubicBezTo>
                      <a:pt x="419" y="107"/>
                      <a:pt x="419" y="107"/>
                      <a:pt x="419" y="107"/>
                    </a:cubicBezTo>
                    <a:cubicBezTo>
                      <a:pt x="194" y="107"/>
                      <a:pt x="194" y="107"/>
                      <a:pt x="194" y="107"/>
                    </a:cubicBezTo>
                    <a:cubicBezTo>
                      <a:pt x="194" y="80"/>
                      <a:pt x="194" y="80"/>
                      <a:pt x="194" y="80"/>
                    </a:cubicBezTo>
                    <a:cubicBezTo>
                      <a:pt x="359" y="80"/>
                      <a:pt x="359" y="80"/>
                      <a:pt x="359" y="80"/>
                    </a:cubicBezTo>
                    <a:cubicBezTo>
                      <a:pt x="362" y="80"/>
                      <a:pt x="364" y="79"/>
                      <a:pt x="365" y="77"/>
                    </a:cubicBezTo>
                    <a:cubicBezTo>
                      <a:pt x="366" y="75"/>
                      <a:pt x="366" y="72"/>
                      <a:pt x="365" y="70"/>
                    </a:cubicBezTo>
                    <a:cubicBezTo>
                      <a:pt x="349" y="45"/>
                      <a:pt x="349" y="45"/>
                      <a:pt x="349" y="45"/>
                    </a:cubicBezTo>
                    <a:cubicBezTo>
                      <a:pt x="347" y="42"/>
                      <a:pt x="343" y="41"/>
                      <a:pt x="340" y="43"/>
                    </a:cubicBezTo>
                    <a:cubicBezTo>
                      <a:pt x="337" y="45"/>
                      <a:pt x="337" y="49"/>
                      <a:pt x="338" y="52"/>
                    </a:cubicBezTo>
                    <a:cubicBezTo>
                      <a:pt x="348" y="67"/>
                      <a:pt x="348" y="67"/>
                      <a:pt x="348" y="67"/>
                    </a:cubicBezTo>
                    <a:cubicBezTo>
                      <a:pt x="194" y="67"/>
                      <a:pt x="194" y="67"/>
                      <a:pt x="194" y="67"/>
                    </a:cubicBezTo>
                    <a:cubicBezTo>
                      <a:pt x="194" y="30"/>
                      <a:pt x="194" y="30"/>
                      <a:pt x="194" y="30"/>
                    </a:cubicBezTo>
                    <a:cubicBezTo>
                      <a:pt x="194" y="28"/>
                      <a:pt x="193" y="26"/>
                      <a:pt x="191" y="25"/>
                    </a:cubicBezTo>
                    <a:cubicBezTo>
                      <a:pt x="190" y="24"/>
                      <a:pt x="187" y="24"/>
                      <a:pt x="185" y="25"/>
                    </a:cubicBezTo>
                    <a:cubicBezTo>
                      <a:pt x="3" y="108"/>
                      <a:pt x="3" y="108"/>
                      <a:pt x="3" y="108"/>
                    </a:cubicBezTo>
                    <a:cubicBezTo>
                      <a:pt x="1" y="109"/>
                      <a:pt x="0" y="111"/>
                      <a:pt x="0" y="113"/>
                    </a:cubicBezTo>
                    <a:cubicBezTo>
                      <a:pt x="0" y="116"/>
                      <a:pt x="1" y="118"/>
                      <a:pt x="3" y="119"/>
                    </a:cubicBezTo>
                    <a:cubicBezTo>
                      <a:pt x="185" y="202"/>
                      <a:pt x="185" y="202"/>
                      <a:pt x="185" y="202"/>
                    </a:cubicBezTo>
                    <a:cubicBezTo>
                      <a:pt x="186" y="202"/>
                      <a:pt x="187" y="203"/>
                      <a:pt x="188" y="203"/>
                    </a:cubicBezTo>
                    <a:cubicBezTo>
                      <a:pt x="189" y="203"/>
                      <a:pt x="190" y="202"/>
                      <a:pt x="191" y="202"/>
                    </a:cubicBezTo>
                    <a:cubicBezTo>
                      <a:pt x="193" y="200"/>
                      <a:pt x="194" y="198"/>
                      <a:pt x="194" y="196"/>
                    </a:cubicBezTo>
                    <a:cubicBezTo>
                      <a:pt x="194" y="159"/>
                      <a:pt x="194" y="159"/>
                      <a:pt x="194" y="159"/>
                    </a:cubicBezTo>
                    <a:cubicBezTo>
                      <a:pt x="502" y="159"/>
                      <a:pt x="502" y="159"/>
                      <a:pt x="502" y="159"/>
                    </a:cubicBezTo>
                    <a:cubicBezTo>
                      <a:pt x="504" y="159"/>
                      <a:pt x="506" y="158"/>
                      <a:pt x="507" y="156"/>
                    </a:cubicBezTo>
                    <a:cubicBezTo>
                      <a:pt x="509" y="154"/>
                      <a:pt x="508" y="152"/>
                      <a:pt x="507" y="150"/>
                    </a:cubicBezTo>
                    <a:close/>
                    <a:moveTo>
                      <a:pt x="182" y="187"/>
                    </a:moveTo>
                    <a:cubicBezTo>
                      <a:pt x="21" y="113"/>
                      <a:pt x="21" y="113"/>
                      <a:pt x="21" y="113"/>
                    </a:cubicBezTo>
                    <a:cubicBezTo>
                      <a:pt x="182" y="40"/>
                      <a:pt x="182" y="40"/>
                      <a:pt x="182" y="40"/>
                    </a:cubicBezTo>
                    <a:lnTo>
                      <a:pt x="182" y="187"/>
                    </a:lnTo>
                    <a:close/>
                  </a:path>
                </a:pathLst>
              </a:custGeom>
              <a:solidFill>
                <a:srgbClr val="7B8E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Freeform: Shape 4"/>
              <p:cNvSpPr/>
              <p:nvPr/>
            </p:nvSpPr>
            <p:spPr bwMode="auto">
              <a:xfrm>
                <a:off x="6472238" y="2474913"/>
                <a:ext cx="541338" cy="715963"/>
              </a:xfrm>
              <a:custGeom>
                <a:avLst/>
                <a:gdLst>
                  <a:gd name="T0" fmla="*/ 177 w 300"/>
                  <a:gd name="T1" fmla="*/ 305 h 397"/>
                  <a:gd name="T2" fmla="*/ 161 w 300"/>
                  <a:gd name="T3" fmla="*/ 305 h 397"/>
                  <a:gd name="T4" fmla="*/ 232 w 300"/>
                  <a:gd name="T5" fmla="*/ 190 h 397"/>
                  <a:gd name="T6" fmla="*/ 265 w 300"/>
                  <a:gd name="T7" fmla="*/ 211 h 397"/>
                  <a:gd name="T8" fmla="*/ 269 w 300"/>
                  <a:gd name="T9" fmla="*/ 212 h 397"/>
                  <a:gd name="T10" fmla="*/ 271 w 300"/>
                  <a:gd name="T11" fmla="*/ 211 h 397"/>
                  <a:gd name="T12" fmla="*/ 275 w 300"/>
                  <a:gd name="T13" fmla="*/ 206 h 397"/>
                  <a:gd name="T14" fmla="*/ 300 w 300"/>
                  <a:gd name="T15" fmla="*/ 8 h 397"/>
                  <a:gd name="T16" fmla="*/ 297 w 300"/>
                  <a:gd name="T17" fmla="*/ 2 h 397"/>
                  <a:gd name="T18" fmla="*/ 290 w 300"/>
                  <a:gd name="T19" fmla="*/ 2 h 397"/>
                  <a:gd name="T20" fmla="*/ 124 w 300"/>
                  <a:gd name="T21" fmla="*/ 113 h 397"/>
                  <a:gd name="T22" fmla="*/ 121 w 300"/>
                  <a:gd name="T23" fmla="*/ 119 h 397"/>
                  <a:gd name="T24" fmla="*/ 124 w 300"/>
                  <a:gd name="T25" fmla="*/ 124 h 397"/>
                  <a:gd name="T26" fmla="*/ 154 w 300"/>
                  <a:gd name="T27" fmla="*/ 142 h 397"/>
                  <a:gd name="T28" fmla="*/ 2 w 300"/>
                  <a:gd name="T29" fmla="*/ 387 h 397"/>
                  <a:gd name="T30" fmla="*/ 2 w 300"/>
                  <a:gd name="T31" fmla="*/ 393 h 397"/>
                  <a:gd name="T32" fmla="*/ 7 w 300"/>
                  <a:gd name="T33" fmla="*/ 397 h 397"/>
                  <a:gd name="T34" fmla="*/ 163 w 300"/>
                  <a:gd name="T35" fmla="*/ 397 h 397"/>
                  <a:gd name="T36" fmla="*/ 169 w 300"/>
                  <a:gd name="T37" fmla="*/ 390 h 397"/>
                  <a:gd name="T38" fmla="*/ 163 w 300"/>
                  <a:gd name="T39" fmla="*/ 384 h 397"/>
                  <a:gd name="T40" fmla="*/ 18 w 300"/>
                  <a:gd name="T41" fmla="*/ 384 h 397"/>
                  <a:gd name="T42" fmla="*/ 165 w 300"/>
                  <a:gd name="T43" fmla="*/ 149 h 397"/>
                  <a:gd name="T44" fmla="*/ 188 w 300"/>
                  <a:gd name="T45" fmla="*/ 163 h 397"/>
                  <a:gd name="T46" fmla="*/ 73 w 300"/>
                  <a:gd name="T47" fmla="*/ 347 h 397"/>
                  <a:gd name="T48" fmla="*/ 73 w 300"/>
                  <a:gd name="T49" fmla="*/ 354 h 397"/>
                  <a:gd name="T50" fmla="*/ 78 w 300"/>
                  <a:gd name="T51" fmla="*/ 357 h 397"/>
                  <a:gd name="T52" fmla="*/ 170 w 300"/>
                  <a:gd name="T53" fmla="*/ 357 h 397"/>
                  <a:gd name="T54" fmla="*/ 176 w 300"/>
                  <a:gd name="T55" fmla="*/ 351 h 397"/>
                  <a:gd name="T56" fmla="*/ 170 w 300"/>
                  <a:gd name="T57" fmla="*/ 344 h 397"/>
                  <a:gd name="T58" fmla="*/ 90 w 300"/>
                  <a:gd name="T59" fmla="*/ 344 h 397"/>
                  <a:gd name="T60" fmla="*/ 199 w 300"/>
                  <a:gd name="T61" fmla="*/ 170 h 397"/>
                  <a:gd name="T62" fmla="*/ 222 w 300"/>
                  <a:gd name="T63" fmla="*/ 184 h 397"/>
                  <a:gd name="T64" fmla="*/ 144 w 300"/>
                  <a:gd name="T65" fmla="*/ 308 h 397"/>
                  <a:gd name="T66" fmla="*/ 144 w 300"/>
                  <a:gd name="T67" fmla="*/ 314 h 397"/>
                  <a:gd name="T68" fmla="*/ 150 w 300"/>
                  <a:gd name="T69" fmla="*/ 317 h 397"/>
                  <a:gd name="T70" fmla="*/ 177 w 300"/>
                  <a:gd name="T71" fmla="*/ 317 h 397"/>
                  <a:gd name="T72" fmla="*/ 183 w 300"/>
                  <a:gd name="T73" fmla="*/ 311 h 397"/>
                  <a:gd name="T74" fmla="*/ 177 w 300"/>
                  <a:gd name="T75" fmla="*/ 305 h 397"/>
                  <a:gd name="T76" fmla="*/ 285 w 300"/>
                  <a:gd name="T77" fmla="*/ 20 h 397"/>
                  <a:gd name="T78" fmla="*/ 264 w 300"/>
                  <a:gd name="T79" fmla="*/ 195 h 397"/>
                  <a:gd name="T80" fmla="*/ 234 w 300"/>
                  <a:gd name="T81" fmla="*/ 177 h 397"/>
                  <a:gd name="T82" fmla="*/ 234 w 300"/>
                  <a:gd name="T83" fmla="*/ 176 h 397"/>
                  <a:gd name="T84" fmla="*/ 233 w 300"/>
                  <a:gd name="T85" fmla="*/ 176 h 397"/>
                  <a:gd name="T86" fmla="*/ 202 w 300"/>
                  <a:gd name="T87" fmla="*/ 157 h 397"/>
                  <a:gd name="T88" fmla="*/ 200 w 300"/>
                  <a:gd name="T89" fmla="*/ 155 h 397"/>
                  <a:gd name="T90" fmla="*/ 198 w 300"/>
                  <a:gd name="T91" fmla="*/ 155 h 397"/>
                  <a:gd name="T92" fmla="*/ 168 w 300"/>
                  <a:gd name="T93" fmla="*/ 136 h 397"/>
                  <a:gd name="T94" fmla="*/ 166 w 300"/>
                  <a:gd name="T95" fmla="*/ 134 h 397"/>
                  <a:gd name="T96" fmla="*/ 164 w 300"/>
                  <a:gd name="T97" fmla="*/ 134 h 397"/>
                  <a:gd name="T98" fmla="*/ 139 w 300"/>
                  <a:gd name="T99" fmla="*/ 118 h 397"/>
                  <a:gd name="T100" fmla="*/ 285 w 300"/>
                  <a:gd name="T101" fmla="*/ 20 h 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00" h="397">
                    <a:moveTo>
                      <a:pt x="177" y="305"/>
                    </a:moveTo>
                    <a:cubicBezTo>
                      <a:pt x="161" y="305"/>
                      <a:pt x="161" y="305"/>
                      <a:pt x="161" y="305"/>
                    </a:cubicBezTo>
                    <a:cubicBezTo>
                      <a:pt x="232" y="190"/>
                      <a:pt x="232" y="190"/>
                      <a:pt x="232" y="190"/>
                    </a:cubicBezTo>
                    <a:cubicBezTo>
                      <a:pt x="265" y="211"/>
                      <a:pt x="265" y="211"/>
                      <a:pt x="265" y="211"/>
                    </a:cubicBezTo>
                    <a:cubicBezTo>
                      <a:pt x="266" y="211"/>
                      <a:pt x="268" y="212"/>
                      <a:pt x="269" y="212"/>
                    </a:cubicBezTo>
                    <a:cubicBezTo>
                      <a:pt x="270" y="212"/>
                      <a:pt x="271" y="212"/>
                      <a:pt x="271" y="211"/>
                    </a:cubicBezTo>
                    <a:cubicBezTo>
                      <a:pt x="273" y="210"/>
                      <a:pt x="275" y="208"/>
                      <a:pt x="275" y="206"/>
                    </a:cubicBezTo>
                    <a:cubicBezTo>
                      <a:pt x="300" y="8"/>
                      <a:pt x="300" y="8"/>
                      <a:pt x="300" y="8"/>
                    </a:cubicBezTo>
                    <a:cubicBezTo>
                      <a:pt x="300" y="5"/>
                      <a:pt x="299" y="3"/>
                      <a:pt x="297" y="2"/>
                    </a:cubicBezTo>
                    <a:cubicBezTo>
                      <a:pt x="295" y="0"/>
                      <a:pt x="292" y="0"/>
                      <a:pt x="290" y="2"/>
                    </a:cubicBezTo>
                    <a:cubicBezTo>
                      <a:pt x="124" y="113"/>
                      <a:pt x="124" y="113"/>
                      <a:pt x="124" y="113"/>
                    </a:cubicBezTo>
                    <a:cubicBezTo>
                      <a:pt x="122" y="114"/>
                      <a:pt x="121" y="116"/>
                      <a:pt x="121" y="119"/>
                    </a:cubicBezTo>
                    <a:cubicBezTo>
                      <a:pt x="121" y="121"/>
                      <a:pt x="122" y="123"/>
                      <a:pt x="124" y="124"/>
                    </a:cubicBezTo>
                    <a:cubicBezTo>
                      <a:pt x="154" y="142"/>
                      <a:pt x="154" y="142"/>
                      <a:pt x="154" y="142"/>
                    </a:cubicBezTo>
                    <a:cubicBezTo>
                      <a:pt x="2" y="387"/>
                      <a:pt x="2" y="387"/>
                      <a:pt x="2" y="387"/>
                    </a:cubicBezTo>
                    <a:cubicBezTo>
                      <a:pt x="1" y="389"/>
                      <a:pt x="0" y="391"/>
                      <a:pt x="2" y="393"/>
                    </a:cubicBezTo>
                    <a:cubicBezTo>
                      <a:pt x="3" y="395"/>
                      <a:pt x="5" y="397"/>
                      <a:pt x="7" y="397"/>
                    </a:cubicBezTo>
                    <a:cubicBezTo>
                      <a:pt x="163" y="397"/>
                      <a:pt x="163" y="397"/>
                      <a:pt x="163" y="397"/>
                    </a:cubicBezTo>
                    <a:cubicBezTo>
                      <a:pt x="166" y="397"/>
                      <a:pt x="169" y="394"/>
                      <a:pt x="169" y="390"/>
                    </a:cubicBezTo>
                    <a:cubicBezTo>
                      <a:pt x="169" y="387"/>
                      <a:pt x="166" y="384"/>
                      <a:pt x="163" y="384"/>
                    </a:cubicBezTo>
                    <a:cubicBezTo>
                      <a:pt x="18" y="384"/>
                      <a:pt x="18" y="384"/>
                      <a:pt x="18" y="384"/>
                    </a:cubicBezTo>
                    <a:cubicBezTo>
                      <a:pt x="165" y="149"/>
                      <a:pt x="165" y="149"/>
                      <a:pt x="165" y="149"/>
                    </a:cubicBezTo>
                    <a:cubicBezTo>
                      <a:pt x="188" y="163"/>
                      <a:pt x="188" y="163"/>
                      <a:pt x="188" y="163"/>
                    </a:cubicBezTo>
                    <a:cubicBezTo>
                      <a:pt x="73" y="347"/>
                      <a:pt x="73" y="347"/>
                      <a:pt x="73" y="347"/>
                    </a:cubicBezTo>
                    <a:cubicBezTo>
                      <a:pt x="72" y="349"/>
                      <a:pt x="72" y="352"/>
                      <a:pt x="73" y="354"/>
                    </a:cubicBezTo>
                    <a:cubicBezTo>
                      <a:pt x="74" y="356"/>
                      <a:pt x="76" y="357"/>
                      <a:pt x="78" y="357"/>
                    </a:cubicBezTo>
                    <a:cubicBezTo>
                      <a:pt x="170" y="357"/>
                      <a:pt x="170" y="357"/>
                      <a:pt x="170" y="357"/>
                    </a:cubicBezTo>
                    <a:cubicBezTo>
                      <a:pt x="173" y="357"/>
                      <a:pt x="176" y="354"/>
                      <a:pt x="176" y="351"/>
                    </a:cubicBezTo>
                    <a:cubicBezTo>
                      <a:pt x="176" y="347"/>
                      <a:pt x="173" y="344"/>
                      <a:pt x="170" y="344"/>
                    </a:cubicBezTo>
                    <a:cubicBezTo>
                      <a:pt x="90" y="344"/>
                      <a:pt x="90" y="344"/>
                      <a:pt x="90" y="344"/>
                    </a:cubicBezTo>
                    <a:cubicBezTo>
                      <a:pt x="199" y="170"/>
                      <a:pt x="199" y="170"/>
                      <a:pt x="199" y="170"/>
                    </a:cubicBezTo>
                    <a:cubicBezTo>
                      <a:pt x="222" y="184"/>
                      <a:pt x="222" y="184"/>
                      <a:pt x="222" y="184"/>
                    </a:cubicBezTo>
                    <a:cubicBezTo>
                      <a:pt x="144" y="308"/>
                      <a:pt x="144" y="308"/>
                      <a:pt x="144" y="308"/>
                    </a:cubicBezTo>
                    <a:cubicBezTo>
                      <a:pt x="143" y="310"/>
                      <a:pt x="143" y="312"/>
                      <a:pt x="144" y="314"/>
                    </a:cubicBezTo>
                    <a:cubicBezTo>
                      <a:pt x="145" y="316"/>
                      <a:pt x="147" y="317"/>
                      <a:pt x="150" y="317"/>
                    </a:cubicBezTo>
                    <a:cubicBezTo>
                      <a:pt x="177" y="317"/>
                      <a:pt x="177" y="317"/>
                      <a:pt x="177" y="317"/>
                    </a:cubicBezTo>
                    <a:cubicBezTo>
                      <a:pt x="180" y="317"/>
                      <a:pt x="183" y="315"/>
                      <a:pt x="183" y="311"/>
                    </a:cubicBezTo>
                    <a:cubicBezTo>
                      <a:pt x="183" y="308"/>
                      <a:pt x="180" y="305"/>
                      <a:pt x="177" y="305"/>
                    </a:cubicBezTo>
                    <a:close/>
                    <a:moveTo>
                      <a:pt x="285" y="20"/>
                    </a:moveTo>
                    <a:cubicBezTo>
                      <a:pt x="264" y="195"/>
                      <a:pt x="264" y="195"/>
                      <a:pt x="264" y="195"/>
                    </a:cubicBezTo>
                    <a:cubicBezTo>
                      <a:pt x="234" y="177"/>
                      <a:pt x="234" y="177"/>
                      <a:pt x="234" y="177"/>
                    </a:cubicBezTo>
                    <a:cubicBezTo>
                      <a:pt x="234" y="177"/>
                      <a:pt x="234" y="176"/>
                      <a:pt x="234" y="176"/>
                    </a:cubicBezTo>
                    <a:cubicBezTo>
                      <a:pt x="233" y="176"/>
                      <a:pt x="233" y="176"/>
                      <a:pt x="233" y="176"/>
                    </a:cubicBezTo>
                    <a:cubicBezTo>
                      <a:pt x="202" y="157"/>
                      <a:pt x="202" y="157"/>
                      <a:pt x="202" y="157"/>
                    </a:cubicBezTo>
                    <a:cubicBezTo>
                      <a:pt x="201" y="156"/>
                      <a:pt x="201" y="156"/>
                      <a:pt x="200" y="155"/>
                    </a:cubicBezTo>
                    <a:cubicBezTo>
                      <a:pt x="199" y="155"/>
                      <a:pt x="199" y="155"/>
                      <a:pt x="198" y="155"/>
                    </a:cubicBezTo>
                    <a:cubicBezTo>
                      <a:pt x="168" y="136"/>
                      <a:pt x="168" y="136"/>
                      <a:pt x="168" y="136"/>
                    </a:cubicBezTo>
                    <a:cubicBezTo>
                      <a:pt x="168" y="136"/>
                      <a:pt x="167" y="135"/>
                      <a:pt x="166" y="134"/>
                    </a:cubicBezTo>
                    <a:cubicBezTo>
                      <a:pt x="166" y="134"/>
                      <a:pt x="165" y="134"/>
                      <a:pt x="164" y="134"/>
                    </a:cubicBezTo>
                    <a:cubicBezTo>
                      <a:pt x="139" y="118"/>
                      <a:pt x="139" y="118"/>
                      <a:pt x="139" y="118"/>
                    </a:cubicBezTo>
                    <a:lnTo>
                      <a:pt x="285" y="20"/>
                    </a:lnTo>
                    <a:close/>
                  </a:path>
                </a:pathLst>
              </a:custGeom>
              <a:solidFill>
                <a:srgbClr val="7B8E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5" name="Freeform: Shape 5"/>
            <p:cNvSpPr/>
            <p:nvPr/>
          </p:nvSpPr>
          <p:spPr bwMode="auto">
            <a:xfrm>
              <a:off x="3939719" y="1140592"/>
              <a:ext cx="857250" cy="867965"/>
            </a:xfrm>
            <a:custGeom>
              <a:avLst/>
              <a:gdLst>
                <a:gd name="T0" fmla="*/ 50 w 280"/>
                <a:gd name="T1" fmla="*/ 52 h 294"/>
                <a:gd name="T2" fmla="*/ 50 w 280"/>
                <a:gd name="T3" fmla="*/ 241 h 294"/>
                <a:gd name="T4" fmla="*/ 230 w 280"/>
                <a:gd name="T5" fmla="*/ 241 h 294"/>
                <a:gd name="T6" fmla="*/ 230 w 280"/>
                <a:gd name="T7" fmla="*/ 52 h 294"/>
                <a:gd name="T8" fmla="*/ 50 w 280"/>
                <a:gd name="T9" fmla="*/ 5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0" h="294">
                  <a:moveTo>
                    <a:pt x="50" y="52"/>
                  </a:moveTo>
                  <a:cubicBezTo>
                    <a:pt x="0" y="104"/>
                    <a:pt x="0" y="189"/>
                    <a:pt x="50" y="241"/>
                  </a:cubicBezTo>
                  <a:cubicBezTo>
                    <a:pt x="99" y="294"/>
                    <a:pt x="181" y="294"/>
                    <a:pt x="230" y="241"/>
                  </a:cubicBezTo>
                  <a:cubicBezTo>
                    <a:pt x="280" y="189"/>
                    <a:pt x="280" y="104"/>
                    <a:pt x="230" y="52"/>
                  </a:cubicBezTo>
                  <a:cubicBezTo>
                    <a:pt x="181" y="0"/>
                    <a:pt x="99" y="0"/>
                    <a:pt x="50" y="52"/>
                  </a:cubicBezTo>
                  <a:close/>
                </a:path>
              </a:pathLst>
            </a:custGeom>
            <a:solidFill>
              <a:srgbClr val="4D5985"/>
            </a:solidFill>
            <a:ln w="9525">
              <a:noFill/>
              <a:round/>
            </a:ln>
          </p:spPr>
          <p:txBody>
            <a:bodyPr vert="horz" wrap="none" lIns="91440" tIns="45720" rIns="91440" bIns="45720" anchor="ctr" anchorCtr="0" compatLnSpc="1"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</a:rPr>
                <a:t>关键词</a:t>
              </a:r>
              <a:endParaRPr lang="zh-CN" altLang="en-US" sz="1400">
                <a:solidFill>
                  <a:schemeClr val="bg1"/>
                </a:solidFill>
              </a:endParaRPr>
            </a:p>
          </p:txBody>
        </p:sp>
        <p:sp>
          <p:nvSpPr>
            <p:cNvPr id="6" name="Freeform: Shape 7"/>
            <p:cNvSpPr/>
            <p:nvPr/>
          </p:nvSpPr>
          <p:spPr bwMode="auto">
            <a:xfrm>
              <a:off x="2345004" y="3306647"/>
              <a:ext cx="857250" cy="867965"/>
            </a:xfrm>
            <a:custGeom>
              <a:avLst/>
              <a:gdLst>
                <a:gd name="T0" fmla="*/ 50 w 280"/>
                <a:gd name="T1" fmla="*/ 52 h 294"/>
                <a:gd name="T2" fmla="*/ 50 w 280"/>
                <a:gd name="T3" fmla="*/ 241 h 294"/>
                <a:gd name="T4" fmla="*/ 231 w 280"/>
                <a:gd name="T5" fmla="*/ 241 h 294"/>
                <a:gd name="T6" fmla="*/ 231 w 280"/>
                <a:gd name="T7" fmla="*/ 52 h 294"/>
                <a:gd name="T8" fmla="*/ 50 w 280"/>
                <a:gd name="T9" fmla="*/ 5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0" h="294">
                  <a:moveTo>
                    <a:pt x="50" y="52"/>
                  </a:moveTo>
                  <a:cubicBezTo>
                    <a:pt x="0" y="104"/>
                    <a:pt x="0" y="189"/>
                    <a:pt x="50" y="241"/>
                  </a:cubicBezTo>
                  <a:cubicBezTo>
                    <a:pt x="100" y="294"/>
                    <a:pt x="181" y="294"/>
                    <a:pt x="231" y="241"/>
                  </a:cubicBezTo>
                  <a:cubicBezTo>
                    <a:pt x="280" y="189"/>
                    <a:pt x="280" y="104"/>
                    <a:pt x="231" y="52"/>
                  </a:cubicBezTo>
                  <a:cubicBezTo>
                    <a:pt x="181" y="0"/>
                    <a:pt x="100" y="0"/>
                    <a:pt x="50" y="52"/>
                  </a:cubicBezTo>
                  <a:close/>
                </a:path>
              </a:pathLst>
            </a:custGeom>
            <a:solidFill>
              <a:srgbClr val="7B8E9B"/>
            </a:solidFill>
            <a:ln w="9525">
              <a:noFill/>
              <a:round/>
            </a:ln>
          </p:spPr>
          <p:txBody>
            <a:bodyPr vert="horz" wrap="none" lIns="91440" tIns="45720" rIns="91440" bIns="45720" anchor="ctr" anchorCtr="0" compatLnSpc="1"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</a:rPr>
                <a:t>关键词</a:t>
              </a:r>
              <a:endParaRPr lang="zh-CN" altLang="en-US" sz="1400">
                <a:solidFill>
                  <a:schemeClr val="bg1"/>
                </a:solidFill>
              </a:endParaRPr>
            </a:p>
          </p:txBody>
        </p:sp>
        <p:sp>
          <p:nvSpPr>
            <p:cNvPr id="7" name="Freeform: Shape 9"/>
            <p:cNvSpPr/>
            <p:nvPr/>
          </p:nvSpPr>
          <p:spPr bwMode="auto">
            <a:xfrm>
              <a:off x="5487426" y="3321959"/>
              <a:ext cx="860822" cy="867965"/>
            </a:xfrm>
            <a:custGeom>
              <a:avLst/>
              <a:gdLst>
                <a:gd name="T0" fmla="*/ 231 w 281"/>
                <a:gd name="T1" fmla="*/ 52 h 294"/>
                <a:gd name="T2" fmla="*/ 231 w 281"/>
                <a:gd name="T3" fmla="*/ 241 h 294"/>
                <a:gd name="T4" fmla="*/ 50 w 281"/>
                <a:gd name="T5" fmla="*/ 241 h 294"/>
                <a:gd name="T6" fmla="*/ 50 w 281"/>
                <a:gd name="T7" fmla="*/ 52 h 294"/>
                <a:gd name="T8" fmla="*/ 231 w 281"/>
                <a:gd name="T9" fmla="*/ 5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1" h="294">
                  <a:moveTo>
                    <a:pt x="231" y="52"/>
                  </a:moveTo>
                  <a:cubicBezTo>
                    <a:pt x="281" y="104"/>
                    <a:pt x="281" y="189"/>
                    <a:pt x="231" y="241"/>
                  </a:cubicBezTo>
                  <a:cubicBezTo>
                    <a:pt x="181" y="294"/>
                    <a:pt x="100" y="294"/>
                    <a:pt x="50" y="241"/>
                  </a:cubicBezTo>
                  <a:cubicBezTo>
                    <a:pt x="0" y="189"/>
                    <a:pt x="0" y="104"/>
                    <a:pt x="50" y="52"/>
                  </a:cubicBezTo>
                  <a:cubicBezTo>
                    <a:pt x="100" y="0"/>
                    <a:pt x="181" y="0"/>
                    <a:pt x="231" y="52"/>
                  </a:cubicBezTo>
                  <a:close/>
                </a:path>
              </a:pathLst>
            </a:custGeom>
            <a:solidFill>
              <a:srgbClr val="7B8E9B"/>
            </a:solidFill>
            <a:ln w="9525">
              <a:noFill/>
              <a:round/>
            </a:ln>
          </p:spPr>
          <p:txBody>
            <a:bodyPr vert="horz" wrap="none" lIns="91440" tIns="45720" rIns="91440" bIns="45720" anchor="ctr" anchorCtr="0" compatLnSpc="1"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</a:rPr>
                <a:t>关键词</a:t>
              </a:r>
              <a:endParaRPr lang="zh-CN" altLang="en-US" sz="140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23869" y="1576170"/>
            <a:ext cx="7696264" cy="2525250"/>
            <a:chOff x="723869" y="1576170"/>
            <a:chExt cx="7696264" cy="2525250"/>
          </a:xfrm>
        </p:grpSpPr>
        <p:sp>
          <p:nvSpPr>
            <p:cNvPr id="8" name="Rectangle 11"/>
            <p:cNvSpPr/>
            <p:nvPr/>
          </p:nvSpPr>
          <p:spPr>
            <a:xfrm>
              <a:off x="5170573" y="1576170"/>
              <a:ext cx="1089503" cy="267752"/>
            </a:xfrm>
            <a:prstGeom prst="rect">
              <a:avLst/>
            </a:prstGeom>
          </p:spPr>
          <p:txBody>
            <a:bodyPr wrap="none" lIns="109711" tIns="54855" rIns="109711" bIns="54855">
              <a:normAutofit fontScale="77500" lnSpcReduction="20000"/>
            </a:bodyPr>
            <a:lstStyle/>
            <a:p>
              <a:r>
                <a:rPr lang="zh-CN" altLang="en-US" sz="1600" b="1">
                  <a:solidFill>
                    <a:schemeClr val="tx2"/>
                  </a:solidFill>
                </a:rPr>
                <a:t>标题文本预设</a:t>
              </a:r>
              <a:endParaRPr lang="zh-CN" altLang="en-US" sz="1600" b="1">
                <a:solidFill>
                  <a:schemeClr val="tx2"/>
                </a:solidFill>
              </a:endParaRPr>
            </a:p>
          </p:txBody>
        </p:sp>
        <p:sp>
          <p:nvSpPr>
            <p:cNvPr id="9" name="Rectangle 12"/>
            <p:cNvSpPr/>
            <p:nvPr/>
          </p:nvSpPr>
          <p:spPr>
            <a:xfrm>
              <a:off x="6396844" y="3512756"/>
              <a:ext cx="1089503" cy="267752"/>
            </a:xfrm>
            <a:prstGeom prst="rect">
              <a:avLst/>
            </a:prstGeom>
          </p:spPr>
          <p:txBody>
            <a:bodyPr wrap="none" lIns="109711" tIns="54855" rIns="109711" bIns="54855">
              <a:normAutofit fontScale="77500" lnSpcReduction="20000"/>
            </a:bodyPr>
            <a:lstStyle/>
            <a:p>
              <a:r>
                <a:rPr lang="zh-CN" altLang="en-US" sz="1600" b="1">
                  <a:solidFill>
                    <a:schemeClr val="tx2"/>
                  </a:solidFill>
                </a:rPr>
                <a:t>标题文本预设</a:t>
              </a:r>
              <a:endParaRPr lang="zh-CN" altLang="en-US" sz="1600" b="1">
                <a:solidFill>
                  <a:schemeClr val="tx2"/>
                </a:solidFill>
              </a:endParaRPr>
            </a:p>
          </p:txBody>
        </p:sp>
        <p:sp>
          <p:nvSpPr>
            <p:cNvPr id="10" name="TextBox 13"/>
            <p:cNvSpPr txBox="1"/>
            <p:nvPr/>
          </p:nvSpPr>
          <p:spPr>
            <a:xfrm>
              <a:off x="6407552" y="3739027"/>
              <a:ext cx="2012581" cy="362393"/>
            </a:xfrm>
            <a:prstGeom prst="rect">
              <a:avLst/>
            </a:prstGeom>
            <a:noFill/>
          </p:spPr>
          <p:txBody>
            <a:bodyPr wrap="square" lIns="109711" tIns="54855" rIns="109711" bIns="54855">
              <a:normAutofit fontScale="70000" lnSpcReduction="200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/>
                <a:t>此部分内容作为文字排版占位显示</a:t>
              </a:r>
              <a:br>
                <a:rPr lang="zh-CN" altLang="en-US" sz="1100"/>
              </a:br>
              <a:r>
                <a:rPr lang="zh-CN" altLang="en-US" sz="1100"/>
                <a:t>（建议使用主题字体）。</a:t>
              </a:r>
              <a:endParaRPr lang="zh-CN" altLang="en-US" sz="1100"/>
            </a:p>
          </p:txBody>
        </p:sp>
        <p:sp>
          <p:nvSpPr>
            <p:cNvPr id="11" name="Rectangle 14"/>
            <p:cNvSpPr/>
            <p:nvPr/>
          </p:nvSpPr>
          <p:spPr>
            <a:xfrm>
              <a:off x="1563202" y="2700293"/>
              <a:ext cx="1089503" cy="267752"/>
            </a:xfrm>
            <a:prstGeom prst="rect">
              <a:avLst/>
            </a:prstGeom>
          </p:spPr>
          <p:txBody>
            <a:bodyPr wrap="none" lIns="109711" tIns="54855" rIns="109711" bIns="54855">
              <a:normAutofit fontScale="77500" lnSpcReduction="20000"/>
            </a:bodyPr>
            <a:lstStyle/>
            <a:p>
              <a:pPr algn="r"/>
              <a:r>
                <a:rPr lang="zh-CN" altLang="en-US" sz="1600" b="1" dirty="0">
                  <a:solidFill>
                    <a:schemeClr val="tx2"/>
                  </a:solidFill>
                </a:rPr>
                <a:t>标题文本预设</a:t>
              </a:r>
              <a:endParaRPr lang="zh-CN" altLang="en-US" sz="1600" b="1" dirty="0">
                <a:solidFill>
                  <a:schemeClr val="tx2"/>
                </a:solidFill>
              </a:endParaRPr>
            </a:p>
          </p:txBody>
        </p:sp>
        <p:sp>
          <p:nvSpPr>
            <p:cNvPr id="12" name="TextBox 15"/>
            <p:cNvSpPr txBox="1"/>
            <p:nvPr/>
          </p:nvSpPr>
          <p:spPr>
            <a:xfrm>
              <a:off x="723869" y="2995538"/>
              <a:ext cx="1959341" cy="362393"/>
            </a:xfrm>
            <a:prstGeom prst="rect">
              <a:avLst/>
            </a:prstGeom>
            <a:noFill/>
          </p:spPr>
          <p:txBody>
            <a:bodyPr wrap="square" lIns="109711" tIns="54855" rIns="109711" bIns="54855">
              <a:normAutofit fontScale="70000" lnSpcReduction="200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100"/>
                <a:t>此部分内容作为文字排版占位显示</a:t>
              </a:r>
              <a:br>
                <a:rPr lang="zh-CN" altLang="en-US" sz="1100"/>
              </a:br>
              <a:r>
                <a:rPr lang="zh-CN" altLang="en-US" sz="1100"/>
                <a:t>（建议使用主题字体）。</a:t>
              </a:r>
              <a:endParaRPr lang="zh-CN" altLang="en-US" sz="1100"/>
            </a:p>
          </p:txBody>
        </p:sp>
        <p:sp>
          <p:nvSpPr>
            <p:cNvPr id="13" name="TextBox 16"/>
            <p:cNvSpPr txBox="1"/>
            <p:nvPr/>
          </p:nvSpPr>
          <p:spPr>
            <a:xfrm>
              <a:off x="5170573" y="1898103"/>
              <a:ext cx="2012581" cy="362393"/>
            </a:xfrm>
            <a:prstGeom prst="rect">
              <a:avLst/>
            </a:prstGeom>
            <a:noFill/>
          </p:spPr>
          <p:txBody>
            <a:bodyPr wrap="square" lIns="109711" tIns="54855" rIns="109711" bIns="54855">
              <a:normAutofit fontScale="70000" lnSpcReduction="200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/>
                <a:t>此部分内容作为文字排版占位显示</a:t>
              </a:r>
              <a:br>
                <a:rPr lang="zh-CN" altLang="en-US" sz="1100"/>
              </a:br>
              <a:r>
                <a:rPr lang="zh-CN" altLang="en-US" sz="1100"/>
                <a:t>（建议使用主题字体）。</a:t>
              </a:r>
              <a:endParaRPr lang="zh-CN" altLang="en-US" sz="1100"/>
            </a:p>
          </p:txBody>
        </p:sp>
      </p:grpSp>
      <p:sp>
        <p:nvSpPr>
          <p:cNvPr id="17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点击输入标题内容</a:t>
            </a:r>
            <a:endParaRPr lang="zh-CN" altLang="en-US" sz="18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90415" y="1302610"/>
            <a:ext cx="2922438" cy="2862857"/>
            <a:chOff x="2942679" y="2308259"/>
            <a:chExt cx="3006477" cy="2945184"/>
          </a:xfrm>
        </p:grpSpPr>
        <p:grpSp>
          <p:nvGrpSpPr>
            <p:cNvPr id="17" name="Group 18"/>
            <p:cNvGrpSpPr/>
            <p:nvPr/>
          </p:nvGrpSpPr>
          <p:grpSpPr>
            <a:xfrm>
              <a:off x="4442553" y="2517543"/>
              <a:ext cx="1506603" cy="1646219"/>
              <a:chOff x="4562419" y="1485635"/>
              <a:chExt cx="1506603" cy="1646218"/>
            </a:xfrm>
            <a:solidFill>
              <a:schemeClr val="accent3"/>
            </a:solidFill>
          </p:grpSpPr>
          <p:sp>
            <p:nvSpPr>
              <p:cNvPr id="33" name="Freeform: Shape 5"/>
              <p:cNvSpPr/>
              <p:nvPr/>
            </p:nvSpPr>
            <p:spPr bwMode="gray">
              <a:xfrm rot="5400000">
                <a:off x="4572780" y="1475274"/>
                <a:ext cx="1250184" cy="1270905"/>
              </a:xfrm>
              <a:custGeom>
                <a:avLst/>
                <a:gdLst>
                  <a:gd name="T0" fmla="*/ 0 w 1448"/>
                  <a:gd name="T1" fmla="*/ 1452 h 1452"/>
                  <a:gd name="T2" fmla="*/ 6 w 1448"/>
                  <a:gd name="T3" fmla="*/ 1320 h 1452"/>
                  <a:gd name="T4" fmla="*/ 24 w 1448"/>
                  <a:gd name="T5" fmla="*/ 1190 h 1452"/>
                  <a:gd name="T6" fmla="*/ 52 w 1448"/>
                  <a:gd name="T7" fmla="*/ 1066 h 1452"/>
                  <a:gd name="T8" fmla="*/ 90 w 1448"/>
                  <a:gd name="T9" fmla="*/ 946 h 1452"/>
                  <a:gd name="T10" fmla="*/ 140 w 1448"/>
                  <a:gd name="T11" fmla="*/ 830 h 1452"/>
                  <a:gd name="T12" fmla="*/ 198 w 1448"/>
                  <a:gd name="T13" fmla="*/ 718 h 1452"/>
                  <a:gd name="T14" fmla="*/ 264 w 1448"/>
                  <a:gd name="T15" fmla="*/ 614 h 1452"/>
                  <a:gd name="T16" fmla="*/ 340 w 1448"/>
                  <a:gd name="T17" fmla="*/ 516 h 1452"/>
                  <a:gd name="T18" fmla="*/ 424 w 1448"/>
                  <a:gd name="T19" fmla="*/ 424 h 1452"/>
                  <a:gd name="T20" fmla="*/ 516 w 1448"/>
                  <a:gd name="T21" fmla="*/ 342 h 1452"/>
                  <a:gd name="T22" fmla="*/ 612 w 1448"/>
                  <a:gd name="T23" fmla="*/ 266 h 1452"/>
                  <a:gd name="T24" fmla="*/ 718 w 1448"/>
                  <a:gd name="T25" fmla="*/ 198 h 1452"/>
                  <a:gd name="T26" fmla="*/ 828 w 1448"/>
                  <a:gd name="T27" fmla="*/ 140 h 1452"/>
                  <a:gd name="T28" fmla="*/ 942 w 1448"/>
                  <a:gd name="T29" fmla="*/ 90 h 1452"/>
                  <a:gd name="T30" fmla="*/ 1064 w 1448"/>
                  <a:gd name="T31" fmla="*/ 52 h 1452"/>
                  <a:gd name="T32" fmla="*/ 1188 w 1448"/>
                  <a:gd name="T33" fmla="*/ 22 h 1452"/>
                  <a:gd name="T34" fmla="*/ 1316 w 1448"/>
                  <a:gd name="T35" fmla="*/ 6 h 1452"/>
                  <a:gd name="T36" fmla="*/ 1448 w 1448"/>
                  <a:gd name="T37" fmla="*/ 0 h 1452"/>
                  <a:gd name="T38" fmla="*/ 1448 w 1448"/>
                  <a:gd name="T39" fmla="*/ 726 h 1452"/>
                  <a:gd name="T40" fmla="*/ 1358 w 1448"/>
                  <a:gd name="T41" fmla="*/ 732 h 1452"/>
                  <a:gd name="T42" fmla="*/ 1270 w 1448"/>
                  <a:gd name="T43" fmla="*/ 748 h 1452"/>
                  <a:gd name="T44" fmla="*/ 1186 w 1448"/>
                  <a:gd name="T45" fmla="*/ 774 h 1452"/>
                  <a:gd name="T46" fmla="*/ 1108 w 1448"/>
                  <a:gd name="T47" fmla="*/ 810 h 1452"/>
                  <a:gd name="T48" fmla="*/ 1034 w 1448"/>
                  <a:gd name="T49" fmla="*/ 856 h 1452"/>
                  <a:gd name="T50" fmla="*/ 968 w 1448"/>
                  <a:gd name="T51" fmla="*/ 910 h 1452"/>
                  <a:gd name="T52" fmla="*/ 906 w 1448"/>
                  <a:gd name="T53" fmla="*/ 970 h 1452"/>
                  <a:gd name="T54" fmla="*/ 854 w 1448"/>
                  <a:gd name="T55" fmla="*/ 1038 h 1452"/>
                  <a:gd name="T56" fmla="*/ 808 w 1448"/>
                  <a:gd name="T57" fmla="*/ 1110 h 1452"/>
                  <a:gd name="T58" fmla="*/ 772 w 1448"/>
                  <a:gd name="T59" fmla="*/ 1190 h 1452"/>
                  <a:gd name="T60" fmla="*/ 746 w 1448"/>
                  <a:gd name="T61" fmla="*/ 1274 h 1452"/>
                  <a:gd name="T62" fmla="*/ 730 w 1448"/>
                  <a:gd name="T63" fmla="*/ 1360 h 1452"/>
                  <a:gd name="T64" fmla="*/ 724 w 1448"/>
                  <a:gd name="T65" fmla="*/ 1452 h 1452"/>
                  <a:gd name="T66" fmla="*/ 0 w 1448"/>
                  <a:gd name="T67" fmla="*/ 1452 h 1452"/>
                  <a:gd name="T68" fmla="*/ 0 w 1448"/>
                  <a:gd name="T69" fmla="*/ 1452 h 1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48" h="1452">
                    <a:moveTo>
                      <a:pt x="0" y="1452"/>
                    </a:moveTo>
                    <a:lnTo>
                      <a:pt x="6" y="1320"/>
                    </a:lnTo>
                    <a:lnTo>
                      <a:pt x="24" y="1190"/>
                    </a:lnTo>
                    <a:lnTo>
                      <a:pt x="52" y="1066"/>
                    </a:lnTo>
                    <a:lnTo>
                      <a:pt x="90" y="946"/>
                    </a:lnTo>
                    <a:lnTo>
                      <a:pt x="140" y="830"/>
                    </a:lnTo>
                    <a:lnTo>
                      <a:pt x="198" y="718"/>
                    </a:lnTo>
                    <a:lnTo>
                      <a:pt x="264" y="614"/>
                    </a:lnTo>
                    <a:lnTo>
                      <a:pt x="340" y="516"/>
                    </a:lnTo>
                    <a:lnTo>
                      <a:pt x="424" y="424"/>
                    </a:lnTo>
                    <a:lnTo>
                      <a:pt x="516" y="342"/>
                    </a:lnTo>
                    <a:lnTo>
                      <a:pt x="612" y="266"/>
                    </a:lnTo>
                    <a:lnTo>
                      <a:pt x="718" y="198"/>
                    </a:lnTo>
                    <a:lnTo>
                      <a:pt x="828" y="140"/>
                    </a:lnTo>
                    <a:lnTo>
                      <a:pt x="942" y="90"/>
                    </a:lnTo>
                    <a:lnTo>
                      <a:pt x="1064" y="52"/>
                    </a:lnTo>
                    <a:lnTo>
                      <a:pt x="1188" y="22"/>
                    </a:lnTo>
                    <a:lnTo>
                      <a:pt x="1316" y="6"/>
                    </a:lnTo>
                    <a:lnTo>
                      <a:pt x="1448" y="0"/>
                    </a:lnTo>
                    <a:lnTo>
                      <a:pt x="1448" y="726"/>
                    </a:lnTo>
                    <a:lnTo>
                      <a:pt x="1358" y="732"/>
                    </a:lnTo>
                    <a:lnTo>
                      <a:pt x="1270" y="748"/>
                    </a:lnTo>
                    <a:lnTo>
                      <a:pt x="1186" y="774"/>
                    </a:lnTo>
                    <a:lnTo>
                      <a:pt x="1108" y="810"/>
                    </a:lnTo>
                    <a:lnTo>
                      <a:pt x="1034" y="856"/>
                    </a:lnTo>
                    <a:lnTo>
                      <a:pt x="968" y="910"/>
                    </a:lnTo>
                    <a:lnTo>
                      <a:pt x="906" y="970"/>
                    </a:lnTo>
                    <a:lnTo>
                      <a:pt x="854" y="1038"/>
                    </a:lnTo>
                    <a:lnTo>
                      <a:pt x="808" y="1110"/>
                    </a:lnTo>
                    <a:lnTo>
                      <a:pt x="772" y="1190"/>
                    </a:lnTo>
                    <a:lnTo>
                      <a:pt x="746" y="1274"/>
                    </a:lnTo>
                    <a:lnTo>
                      <a:pt x="730" y="1360"/>
                    </a:lnTo>
                    <a:lnTo>
                      <a:pt x="724" y="1452"/>
                    </a:lnTo>
                    <a:lnTo>
                      <a:pt x="0" y="1452"/>
                    </a:lnTo>
                    <a:lnTo>
                      <a:pt x="0" y="1452"/>
                    </a:lnTo>
                    <a:close/>
                  </a:path>
                </a:pathLst>
              </a:custGeom>
              <a:solidFill>
                <a:srgbClr val="7B8E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D6E2E8"/>
                    </a:solidFill>
                    <a:prstDash val="solid"/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Freeform: Shape 6"/>
              <p:cNvSpPr/>
              <p:nvPr/>
            </p:nvSpPr>
            <p:spPr bwMode="gray">
              <a:xfrm rot="7200000">
                <a:off x="4802416" y="1865248"/>
                <a:ext cx="1250045" cy="1283166"/>
              </a:xfrm>
              <a:custGeom>
                <a:avLst/>
                <a:gdLst>
                  <a:gd name="T0" fmla="*/ 0 w 1448"/>
                  <a:gd name="T1" fmla="*/ 1452 h 1452"/>
                  <a:gd name="T2" fmla="*/ 6 w 1448"/>
                  <a:gd name="T3" fmla="*/ 1320 h 1452"/>
                  <a:gd name="T4" fmla="*/ 24 w 1448"/>
                  <a:gd name="T5" fmla="*/ 1190 h 1452"/>
                  <a:gd name="T6" fmla="*/ 52 w 1448"/>
                  <a:gd name="T7" fmla="*/ 1066 h 1452"/>
                  <a:gd name="T8" fmla="*/ 90 w 1448"/>
                  <a:gd name="T9" fmla="*/ 946 h 1452"/>
                  <a:gd name="T10" fmla="*/ 140 w 1448"/>
                  <a:gd name="T11" fmla="*/ 830 h 1452"/>
                  <a:gd name="T12" fmla="*/ 198 w 1448"/>
                  <a:gd name="T13" fmla="*/ 718 h 1452"/>
                  <a:gd name="T14" fmla="*/ 264 w 1448"/>
                  <a:gd name="T15" fmla="*/ 614 h 1452"/>
                  <a:gd name="T16" fmla="*/ 340 w 1448"/>
                  <a:gd name="T17" fmla="*/ 516 h 1452"/>
                  <a:gd name="T18" fmla="*/ 424 w 1448"/>
                  <a:gd name="T19" fmla="*/ 424 h 1452"/>
                  <a:gd name="T20" fmla="*/ 516 w 1448"/>
                  <a:gd name="T21" fmla="*/ 342 h 1452"/>
                  <a:gd name="T22" fmla="*/ 612 w 1448"/>
                  <a:gd name="T23" fmla="*/ 266 h 1452"/>
                  <a:gd name="T24" fmla="*/ 718 w 1448"/>
                  <a:gd name="T25" fmla="*/ 198 h 1452"/>
                  <a:gd name="T26" fmla="*/ 828 w 1448"/>
                  <a:gd name="T27" fmla="*/ 140 h 1452"/>
                  <a:gd name="T28" fmla="*/ 942 w 1448"/>
                  <a:gd name="T29" fmla="*/ 90 h 1452"/>
                  <a:gd name="T30" fmla="*/ 1064 w 1448"/>
                  <a:gd name="T31" fmla="*/ 52 h 1452"/>
                  <a:gd name="T32" fmla="*/ 1188 w 1448"/>
                  <a:gd name="T33" fmla="*/ 22 h 1452"/>
                  <a:gd name="T34" fmla="*/ 1316 w 1448"/>
                  <a:gd name="T35" fmla="*/ 6 h 1452"/>
                  <a:gd name="T36" fmla="*/ 1448 w 1448"/>
                  <a:gd name="T37" fmla="*/ 0 h 1452"/>
                  <a:gd name="T38" fmla="*/ 1448 w 1448"/>
                  <a:gd name="T39" fmla="*/ 726 h 1452"/>
                  <a:gd name="T40" fmla="*/ 1358 w 1448"/>
                  <a:gd name="T41" fmla="*/ 732 h 1452"/>
                  <a:gd name="T42" fmla="*/ 1270 w 1448"/>
                  <a:gd name="T43" fmla="*/ 748 h 1452"/>
                  <a:gd name="T44" fmla="*/ 1186 w 1448"/>
                  <a:gd name="T45" fmla="*/ 774 h 1452"/>
                  <a:gd name="T46" fmla="*/ 1108 w 1448"/>
                  <a:gd name="T47" fmla="*/ 810 h 1452"/>
                  <a:gd name="T48" fmla="*/ 1034 w 1448"/>
                  <a:gd name="T49" fmla="*/ 856 h 1452"/>
                  <a:gd name="T50" fmla="*/ 968 w 1448"/>
                  <a:gd name="T51" fmla="*/ 910 h 1452"/>
                  <a:gd name="T52" fmla="*/ 906 w 1448"/>
                  <a:gd name="T53" fmla="*/ 970 h 1452"/>
                  <a:gd name="T54" fmla="*/ 854 w 1448"/>
                  <a:gd name="T55" fmla="*/ 1038 h 1452"/>
                  <a:gd name="T56" fmla="*/ 808 w 1448"/>
                  <a:gd name="T57" fmla="*/ 1110 h 1452"/>
                  <a:gd name="T58" fmla="*/ 772 w 1448"/>
                  <a:gd name="T59" fmla="*/ 1190 h 1452"/>
                  <a:gd name="T60" fmla="*/ 746 w 1448"/>
                  <a:gd name="T61" fmla="*/ 1274 h 1452"/>
                  <a:gd name="T62" fmla="*/ 730 w 1448"/>
                  <a:gd name="T63" fmla="*/ 1360 h 1452"/>
                  <a:gd name="T64" fmla="*/ 724 w 1448"/>
                  <a:gd name="T65" fmla="*/ 1452 h 1452"/>
                  <a:gd name="T66" fmla="*/ 0 w 1448"/>
                  <a:gd name="T67" fmla="*/ 1452 h 1452"/>
                  <a:gd name="T68" fmla="*/ 0 w 1448"/>
                  <a:gd name="T69" fmla="*/ 1452 h 1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48" h="1452">
                    <a:moveTo>
                      <a:pt x="0" y="1452"/>
                    </a:moveTo>
                    <a:lnTo>
                      <a:pt x="6" y="1320"/>
                    </a:lnTo>
                    <a:lnTo>
                      <a:pt x="24" y="1190"/>
                    </a:lnTo>
                    <a:lnTo>
                      <a:pt x="52" y="1066"/>
                    </a:lnTo>
                    <a:lnTo>
                      <a:pt x="90" y="946"/>
                    </a:lnTo>
                    <a:lnTo>
                      <a:pt x="140" y="830"/>
                    </a:lnTo>
                    <a:lnTo>
                      <a:pt x="198" y="718"/>
                    </a:lnTo>
                    <a:lnTo>
                      <a:pt x="264" y="614"/>
                    </a:lnTo>
                    <a:lnTo>
                      <a:pt x="340" y="516"/>
                    </a:lnTo>
                    <a:lnTo>
                      <a:pt x="424" y="424"/>
                    </a:lnTo>
                    <a:lnTo>
                      <a:pt x="516" y="342"/>
                    </a:lnTo>
                    <a:lnTo>
                      <a:pt x="612" y="266"/>
                    </a:lnTo>
                    <a:lnTo>
                      <a:pt x="718" y="198"/>
                    </a:lnTo>
                    <a:lnTo>
                      <a:pt x="828" y="140"/>
                    </a:lnTo>
                    <a:lnTo>
                      <a:pt x="942" y="90"/>
                    </a:lnTo>
                    <a:lnTo>
                      <a:pt x="1064" y="52"/>
                    </a:lnTo>
                    <a:lnTo>
                      <a:pt x="1188" y="22"/>
                    </a:lnTo>
                    <a:lnTo>
                      <a:pt x="1316" y="6"/>
                    </a:lnTo>
                    <a:lnTo>
                      <a:pt x="1448" y="0"/>
                    </a:lnTo>
                    <a:lnTo>
                      <a:pt x="1448" y="726"/>
                    </a:lnTo>
                    <a:lnTo>
                      <a:pt x="1358" y="732"/>
                    </a:lnTo>
                    <a:lnTo>
                      <a:pt x="1270" y="748"/>
                    </a:lnTo>
                    <a:lnTo>
                      <a:pt x="1186" y="774"/>
                    </a:lnTo>
                    <a:lnTo>
                      <a:pt x="1108" y="810"/>
                    </a:lnTo>
                    <a:lnTo>
                      <a:pt x="1034" y="856"/>
                    </a:lnTo>
                    <a:lnTo>
                      <a:pt x="968" y="910"/>
                    </a:lnTo>
                    <a:lnTo>
                      <a:pt x="906" y="970"/>
                    </a:lnTo>
                    <a:lnTo>
                      <a:pt x="854" y="1038"/>
                    </a:lnTo>
                    <a:lnTo>
                      <a:pt x="808" y="1110"/>
                    </a:lnTo>
                    <a:lnTo>
                      <a:pt x="772" y="1190"/>
                    </a:lnTo>
                    <a:lnTo>
                      <a:pt x="746" y="1274"/>
                    </a:lnTo>
                    <a:lnTo>
                      <a:pt x="730" y="1360"/>
                    </a:lnTo>
                    <a:lnTo>
                      <a:pt x="724" y="1452"/>
                    </a:lnTo>
                    <a:lnTo>
                      <a:pt x="0" y="1452"/>
                    </a:lnTo>
                    <a:lnTo>
                      <a:pt x="0" y="1452"/>
                    </a:lnTo>
                    <a:close/>
                  </a:path>
                </a:pathLst>
              </a:custGeom>
              <a:solidFill>
                <a:srgbClr val="7B8E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D6E2E8"/>
                    </a:solidFill>
                    <a:prstDash val="solid"/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8" name="Group 16"/>
            <p:cNvGrpSpPr/>
            <p:nvPr/>
          </p:nvGrpSpPr>
          <p:grpSpPr>
            <a:xfrm>
              <a:off x="3571372" y="3773944"/>
              <a:ext cx="2258816" cy="1479499"/>
              <a:chOff x="3691238" y="2742035"/>
              <a:chExt cx="2258816" cy="1479499"/>
            </a:xfrm>
            <a:solidFill>
              <a:schemeClr val="accent2"/>
            </a:solidFill>
          </p:grpSpPr>
          <p:sp>
            <p:nvSpPr>
              <p:cNvPr id="30" name="Isosceles Triangle 7"/>
              <p:cNvSpPr/>
              <p:nvPr/>
            </p:nvSpPr>
            <p:spPr bwMode="gray">
              <a:xfrm rot="1800000">
                <a:off x="4878073" y="2742035"/>
                <a:ext cx="1071981" cy="681039"/>
              </a:xfrm>
              <a:prstGeom prst="triangle">
                <a:avLst>
                  <a:gd name="adj" fmla="val 50000"/>
                </a:avLst>
              </a:prstGeom>
              <a:solidFill>
                <a:srgbClr val="4D598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Freeform: Shape 14"/>
              <p:cNvSpPr/>
              <p:nvPr/>
            </p:nvSpPr>
            <p:spPr bwMode="gray">
              <a:xfrm rot="12600000">
                <a:off x="4157953" y="2968588"/>
                <a:ext cx="1267162" cy="1252946"/>
              </a:xfrm>
              <a:custGeom>
                <a:avLst/>
                <a:gdLst>
                  <a:gd name="T0" fmla="*/ 0 w 1448"/>
                  <a:gd name="T1" fmla="*/ 1452 h 1452"/>
                  <a:gd name="T2" fmla="*/ 6 w 1448"/>
                  <a:gd name="T3" fmla="*/ 1320 h 1452"/>
                  <a:gd name="T4" fmla="*/ 24 w 1448"/>
                  <a:gd name="T5" fmla="*/ 1190 h 1452"/>
                  <a:gd name="T6" fmla="*/ 52 w 1448"/>
                  <a:gd name="T7" fmla="*/ 1066 h 1452"/>
                  <a:gd name="T8" fmla="*/ 90 w 1448"/>
                  <a:gd name="T9" fmla="*/ 946 h 1452"/>
                  <a:gd name="T10" fmla="*/ 140 w 1448"/>
                  <a:gd name="T11" fmla="*/ 830 h 1452"/>
                  <a:gd name="T12" fmla="*/ 198 w 1448"/>
                  <a:gd name="T13" fmla="*/ 718 h 1452"/>
                  <a:gd name="T14" fmla="*/ 264 w 1448"/>
                  <a:gd name="T15" fmla="*/ 614 h 1452"/>
                  <a:gd name="T16" fmla="*/ 340 w 1448"/>
                  <a:gd name="T17" fmla="*/ 516 h 1452"/>
                  <a:gd name="T18" fmla="*/ 424 w 1448"/>
                  <a:gd name="T19" fmla="*/ 424 h 1452"/>
                  <a:gd name="T20" fmla="*/ 516 w 1448"/>
                  <a:gd name="T21" fmla="*/ 342 h 1452"/>
                  <a:gd name="T22" fmla="*/ 612 w 1448"/>
                  <a:gd name="T23" fmla="*/ 266 h 1452"/>
                  <a:gd name="T24" fmla="*/ 718 w 1448"/>
                  <a:gd name="T25" fmla="*/ 198 h 1452"/>
                  <a:gd name="T26" fmla="*/ 828 w 1448"/>
                  <a:gd name="T27" fmla="*/ 140 h 1452"/>
                  <a:gd name="T28" fmla="*/ 942 w 1448"/>
                  <a:gd name="T29" fmla="*/ 90 h 1452"/>
                  <a:gd name="T30" fmla="*/ 1064 w 1448"/>
                  <a:gd name="T31" fmla="*/ 52 h 1452"/>
                  <a:gd name="T32" fmla="*/ 1188 w 1448"/>
                  <a:gd name="T33" fmla="*/ 22 h 1452"/>
                  <a:gd name="T34" fmla="*/ 1316 w 1448"/>
                  <a:gd name="T35" fmla="*/ 6 h 1452"/>
                  <a:gd name="T36" fmla="*/ 1448 w 1448"/>
                  <a:gd name="T37" fmla="*/ 0 h 1452"/>
                  <a:gd name="T38" fmla="*/ 1448 w 1448"/>
                  <a:gd name="T39" fmla="*/ 726 h 1452"/>
                  <a:gd name="T40" fmla="*/ 1358 w 1448"/>
                  <a:gd name="T41" fmla="*/ 732 h 1452"/>
                  <a:gd name="T42" fmla="*/ 1270 w 1448"/>
                  <a:gd name="T43" fmla="*/ 748 h 1452"/>
                  <a:gd name="T44" fmla="*/ 1186 w 1448"/>
                  <a:gd name="T45" fmla="*/ 774 h 1452"/>
                  <a:gd name="T46" fmla="*/ 1108 w 1448"/>
                  <a:gd name="T47" fmla="*/ 810 h 1452"/>
                  <a:gd name="T48" fmla="*/ 1034 w 1448"/>
                  <a:gd name="T49" fmla="*/ 856 h 1452"/>
                  <a:gd name="T50" fmla="*/ 968 w 1448"/>
                  <a:gd name="T51" fmla="*/ 910 h 1452"/>
                  <a:gd name="T52" fmla="*/ 906 w 1448"/>
                  <a:gd name="T53" fmla="*/ 970 h 1452"/>
                  <a:gd name="T54" fmla="*/ 854 w 1448"/>
                  <a:gd name="T55" fmla="*/ 1038 h 1452"/>
                  <a:gd name="T56" fmla="*/ 808 w 1448"/>
                  <a:gd name="T57" fmla="*/ 1110 h 1452"/>
                  <a:gd name="T58" fmla="*/ 772 w 1448"/>
                  <a:gd name="T59" fmla="*/ 1190 h 1452"/>
                  <a:gd name="T60" fmla="*/ 746 w 1448"/>
                  <a:gd name="T61" fmla="*/ 1274 h 1452"/>
                  <a:gd name="T62" fmla="*/ 730 w 1448"/>
                  <a:gd name="T63" fmla="*/ 1360 h 1452"/>
                  <a:gd name="T64" fmla="*/ 724 w 1448"/>
                  <a:gd name="T65" fmla="*/ 1452 h 1452"/>
                  <a:gd name="T66" fmla="*/ 0 w 1448"/>
                  <a:gd name="T67" fmla="*/ 1452 h 1452"/>
                  <a:gd name="T68" fmla="*/ 0 w 1448"/>
                  <a:gd name="T69" fmla="*/ 1452 h 1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48" h="1452">
                    <a:moveTo>
                      <a:pt x="0" y="1452"/>
                    </a:moveTo>
                    <a:lnTo>
                      <a:pt x="6" y="1320"/>
                    </a:lnTo>
                    <a:lnTo>
                      <a:pt x="24" y="1190"/>
                    </a:lnTo>
                    <a:lnTo>
                      <a:pt x="52" y="1066"/>
                    </a:lnTo>
                    <a:lnTo>
                      <a:pt x="90" y="946"/>
                    </a:lnTo>
                    <a:lnTo>
                      <a:pt x="140" y="830"/>
                    </a:lnTo>
                    <a:lnTo>
                      <a:pt x="198" y="718"/>
                    </a:lnTo>
                    <a:lnTo>
                      <a:pt x="264" y="614"/>
                    </a:lnTo>
                    <a:lnTo>
                      <a:pt x="340" y="516"/>
                    </a:lnTo>
                    <a:lnTo>
                      <a:pt x="424" y="424"/>
                    </a:lnTo>
                    <a:lnTo>
                      <a:pt x="516" y="342"/>
                    </a:lnTo>
                    <a:lnTo>
                      <a:pt x="612" y="266"/>
                    </a:lnTo>
                    <a:lnTo>
                      <a:pt x="718" y="198"/>
                    </a:lnTo>
                    <a:lnTo>
                      <a:pt x="828" y="140"/>
                    </a:lnTo>
                    <a:lnTo>
                      <a:pt x="942" y="90"/>
                    </a:lnTo>
                    <a:lnTo>
                      <a:pt x="1064" y="52"/>
                    </a:lnTo>
                    <a:lnTo>
                      <a:pt x="1188" y="22"/>
                    </a:lnTo>
                    <a:lnTo>
                      <a:pt x="1316" y="6"/>
                    </a:lnTo>
                    <a:lnTo>
                      <a:pt x="1448" y="0"/>
                    </a:lnTo>
                    <a:lnTo>
                      <a:pt x="1448" y="726"/>
                    </a:lnTo>
                    <a:lnTo>
                      <a:pt x="1358" y="732"/>
                    </a:lnTo>
                    <a:lnTo>
                      <a:pt x="1270" y="748"/>
                    </a:lnTo>
                    <a:lnTo>
                      <a:pt x="1186" y="774"/>
                    </a:lnTo>
                    <a:lnTo>
                      <a:pt x="1108" y="810"/>
                    </a:lnTo>
                    <a:lnTo>
                      <a:pt x="1034" y="856"/>
                    </a:lnTo>
                    <a:lnTo>
                      <a:pt x="968" y="910"/>
                    </a:lnTo>
                    <a:lnTo>
                      <a:pt x="906" y="970"/>
                    </a:lnTo>
                    <a:lnTo>
                      <a:pt x="854" y="1038"/>
                    </a:lnTo>
                    <a:lnTo>
                      <a:pt x="808" y="1110"/>
                    </a:lnTo>
                    <a:lnTo>
                      <a:pt x="772" y="1190"/>
                    </a:lnTo>
                    <a:lnTo>
                      <a:pt x="746" y="1274"/>
                    </a:lnTo>
                    <a:lnTo>
                      <a:pt x="730" y="1360"/>
                    </a:lnTo>
                    <a:lnTo>
                      <a:pt x="724" y="1452"/>
                    </a:lnTo>
                    <a:lnTo>
                      <a:pt x="0" y="1452"/>
                    </a:lnTo>
                    <a:lnTo>
                      <a:pt x="0" y="1452"/>
                    </a:lnTo>
                    <a:close/>
                  </a:path>
                </a:pathLst>
              </a:custGeom>
              <a:solidFill>
                <a:srgbClr val="4D59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D6E2E8"/>
                    </a:solidFill>
                    <a:prstDash val="solid"/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Freeform: Shape 15"/>
              <p:cNvSpPr/>
              <p:nvPr/>
            </p:nvSpPr>
            <p:spPr bwMode="gray">
              <a:xfrm rot="14400000">
                <a:off x="3702352" y="2954535"/>
                <a:ext cx="1254512" cy="1276739"/>
              </a:xfrm>
              <a:custGeom>
                <a:avLst/>
                <a:gdLst>
                  <a:gd name="T0" fmla="*/ 0 w 1448"/>
                  <a:gd name="T1" fmla="*/ 1452 h 1452"/>
                  <a:gd name="T2" fmla="*/ 6 w 1448"/>
                  <a:gd name="T3" fmla="*/ 1320 h 1452"/>
                  <a:gd name="T4" fmla="*/ 24 w 1448"/>
                  <a:gd name="T5" fmla="*/ 1190 h 1452"/>
                  <a:gd name="T6" fmla="*/ 52 w 1448"/>
                  <a:gd name="T7" fmla="*/ 1066 h 1452"/>
                  <a:gd name="T8" fmla="*/ 90 w 1448"/>
                  <a:gd name="T9" fmla="*/ 946 h 1452"/>
                  <a:gd name="T10" fmla="*/ 140 w 1448"/>
                  <a:gd name="T11" fmla="*/ 830 h 1452"/>
                  <a:gd name="T12" fmla="*/ 198 w 1448"/>
                  <a:gd name="T13" fmla="*/ 718 h 1452"/>
                  <a:gd name="T14" fmla="*/ 264 w 1448"/>
                  <a:gd name="T15" fmla="*/ 614 h 1452"/>
                  <a:gd name="T16" fmla="*/ 340 w 1448"/>
                  <a:gd name="T17" fmla="*/ 516 h 1452"/>
                  <a:gd name="T18" fmla="*/ 424 w 1448"/>
                  <a:gd name="T19" fmla="*/ 424 h 1452"/>
                  <a:gd name="T20" fmla="*/ 516 w 1448"/>
                  <a:gd name="T21" fmla="*/ 342 h 1452"/>
                  <a:gd name="T22" fmla="*/ 612 w 1448"/>
                  <a:gd name="T23" fmla="*/ 266 h 1452"/>
                  <a:gd name="T24" fmla="*/ 718 w 1448"/>
                  <a:gd name="T25" fmla="*/ 198 h 1452"/>
                  <a:gd name="T26" fmla="*/ 828 w 1448"/>
                  <a:gd name="T27" fmla="*/ 140 h 1452"/>
                  <a:gd name="T28" fmla="*/ 942 w 1448"/>
                  <a:gd name="T29" fmla="*/ 90 h 1452"/>
                  <a:gd name="T30" fmla="*/ 1064 w 1448"/>
                  <a:gd name="T31" fmla="*/ 52 h 1452"/>
                  <a:gd name="T32" fmla="*/ 1188 w 1448"/>
                  <a:gd name="T33" fmla="*/ 22 h 1452"/>
                  <a:gd name="T34" fmla="*/ 1316 w 1448"/>
                  <a:gd name="T35" fmla="*/ 6 h 1452"/>
                  <a:gd name="T36" fmla="*/ 1448 w 1448"/>
                  <a:gd name="T37" fmla="*/ 0 h 1452"/>
                  <a:gd name="T38" fmla="*/ 1448 w 1448"/>
                  <a:gd name="T39" fmla="*/ 726 h 1452"/>
                  <a:gd name="T40" fmla="*/ 1358 w 1448"/>
                  <a:gd name="T41" fmla="*/ 732 h 1452"/>
                  <a:gd name="T42" fmla="*/ 1270 w 1448"/>
                  <a:gd name="T43" fmla="*/ 748 h 1452"/>
                  <a:gd name="T44" fmla="*/ 1186 w 1448"/>
                  <a:gd name="T45" fmla="*/ 774 h 1452"/>
                  <a:gd name="T46" fmla="*/ 1108 w 1448"/>
                  <a:gd name="T47" fmla="*/ 810 h 1452"/>
                  <a:gd name="T48" fmla="*/ 1034 w 1448"/>
                  <a:gd name="T49" fmla="*/ 856 h 1452"/>
                  <a:gd name="T50" fmla="*/ 968 w 1448"/>
                  <a:gd name="T51" fmla="*/ 910 h 1452"/>
                  <a:gd name="T52" fmla="*/ 906 w 1448"/>
                  <a:gd name="T53" fmla="*/ 970 h 1452"/>
                  <a:gd name="T54" fmla="*/ 854 w 1448"/>
                  <a:gd name="T55" fmla="*/ 1038 h 1452"/>
                  <a:gd name="T56" fmla="*/ 808 w 1448"/>
                  <a:gd name="T57" fmla="*/ 1110 h 1452"/>
                  <a:gd name="T58" fmla="*/ 772 w 1448"/>
                  <a:gd name="T59" fmla="*/ 1190 h 1452"/>
                  <a:gd name="T60" fmla="*/ 746 w 1448"/>
                  <a:gd name="T61" fmla="*/ 1274 h 1452"/>
                  <a:gd name="T62" fmla="*/ 730 w 1448"/>
                  <a:gd name="T63" fmla="*/ 1360 h 1452"/>
                  <a:gd name="T64" fmla="*/ 724 w 1448"/>
                  <a:gd name="T65" fmla="*/ 1452 h 1452"/>
                  <a:gd name="T66" fmla="*/ 0 w 1448"/>
                  <a:gd name="T67" fmla="*/ 1452 h 1452"/>
                  <a:gd name="T68" fmla="*/ 0 w 1448"/>
                  <a:gd name="T69" fmla="*/ 1452 h 1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48" h="1452">
                    <a:moveTo>
                      <a:pt x="0" y="1452"/>
                    </a:moveTo>
                    <a:lnTo>
                      <a:pt x="6" y="1320"/>
                    </a:lnTo>
                    <a:lnTo>
                      <a:pt x="24" y="1190"/>
                    </a:lnTo>
                    <a:lnTo>
                      <a:pt x="52" y="1066"/>
                    </a:lnTo>
                    <a:lnTo>
                      <a:pt x="90" y="946"/>
                    </a:lnTo>
                    <a:lnTo>
                      <a:pt x="140" y="830"/>
                    </a:lnTo>
                    <a:lnTo>
                      <a:pt x="198" y="718"/>
                    </a:lnTo>
                    <a:lnTo>
                      <a:pt x="264" y="614"/>
                    </a:lnTo>
                    <a:lnTo>
                      <a:pt x="340" y="516"/>
                    </a:lnTo>
                    <a:lnTo>
                      <a:pt x="424" y="424"/>
                    </a:lnTo>
                    <a:lnTo>
                      <a:pt x="516" y="342"/>
                    </a:lnTo>
                    <a:lnTo>
                      <a:pt x="612" y="266"/>
                    </a:lnTo>
                    <a:lnTo>
                      <a:pt x="718" y="198"/>
                    </a:lnTo>
                    <a:lnTo>
                      <a:pt x="828" y="140"/>
                    </a:lnTo>
                    <a:lnTo>
                      <a:pt x="942" y="90"/>
                    </a:lnTo>
                    <a:lnTo>
                      <a:pt x="1064" y="52"/>
                    </a:lnTo>
                    <a:lnTo>
                      <a:pt x="1188" y="22"/>
                    </a:lnTo>
                    <a:lnTo>
                      <a:pt x="1316" y="6"/>
                    </a:lnTo>
                    <a:lnTo>
                      <a:pt x="1448" y="0"/>
                    </a:lnTo>
                    <a:lnTo>
                      <a:pt x="1448" y="726"/>
                    </a:lnTo>
                    <a:lnTo>
                      <a:pt x="1358" y="732"/>
                    </a:lnTo>
                    <a:lnTo>
                      <a:pt x="1270" y="748"/>
                    </a:lnTo>
                    <a:lnTo>
                      <a:pt x="1186" y="774"/>
                    </a:lnTo>
                    <a:lnTo>
                      <a:pt x="1108" y="810"/>
                    </a:lnTo>
                    <a:lnTo>
                      <a:pt x="1034" y="856"/>
                    </a:lnTo>
                    <a:lnTo>
                      <a:pt x="968" y="910"/>
                    </a:lnTo>
                    <a:lnTo>
                      <a:pt x="906" y="970"/>
                    </a:lnTo>
                    <a:lnTo>
                      <a:pt x="854" y="1038"/>
                    </a:lnTo>
                    <a:lnTo>
                      <a:pt x="808" y="1110"/>
                    </a:lnTo>
                    <a:lnTo>
                      <a:pt x="772" y="1190"/>
                    </a:lnTo>
                    <a:lnTo>
                      <a:pt x="746" y="1274"/>
                    </a:lnTo>
                    <a:lnTo>
                      <a:pt x="730" y="1360"/>
                    </a:lnTo>
                    <a:lnTo>
                      <a:pt x="724" y="1452"/>
                    </a:lnTo>
                    <a:lnTo>
                      <a:pt x="0" y="1452"/>
                    </a:lnTo>
                    <a:lnTo>
                      <a:pt x="0" y="1452"/>
                    </a:lnTo>
                    <a:close/>
                  </a:path>
                </a:pathLst>
              </a:custGeom>
              <a:solidFill>
                <a:srgbClr val="4D59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D6E2E8"/>
                    </a:solidFill>
                    <a:prstDash val="solid"/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9" name="Group 3"/>
            <p:cNvGrpSpPr/>
            <p:nvPr/>
          </p:nvGrpSpPr>
          <p:grpSpPr>
            <a:xfrm>
              <a:off x="2942679" y="2515474"/>
              <a:ext cx="1497803" cy="2094231"/>
              <a:chOff x="3062544" y="1483563"/>
              <a:chExt cx="1497803" cy="2094231"/>
            </a:xfrm>
            <a:solidFill>
              <a:schemeClr val="accent1"/>
            </a:solidFill>
          </p:grpSpPr>
          <p:sp>
            <p:nvSpPr>
              <p:cNvPr id="27" name="Isosceles Triangle 9"/>
              <p:cNvSpPr/>
              <p:nvPr/>
            </p:nvSpPr>
            <p:spPr bwMode="gray">
              <a:xfrm rot="9000000">
                <a:off x="3260432" y="2968588"/>
                <a:ext cx="1071981" cy="609206"/>
              </a:xfrm>
              <a:prstGeom prst="triangle">
                <a:avLst>
                  <a:gd name="adj" fmla="val 50000"/>
                </a:avLst>
              </a:prstGeom>
              <a:solidFill>
                <a:srgbClr val="4D598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Freeform: Shape 12"/>
              <p:cNvSpPr/>
              <p:nvPr/>
            </p:nvSpPr>
            <p:spPr bwMode="gray">
              <a:xfrm rot="19800000">
                <a:off x="3062544" y="1879710"/>
                <a:ext cx="1273436" cy="1259896"/>
              </a:xfrm>
              <a:custGeom>
                <a:avLst/>
                <a:gdLst>
                  <a:gd name="T0" fmla="*/ 0 w 1448"/>
                  <a:gd name="T1" fmla="*/ 1452 h 1452"/>
                  <a:gd name="T2" fmla="*/ 6 w 1448"/>
                  <a:gd name="T3" fmla="*/ 1320 h 1452"/>
                  <a:gd name="T4" fmla="*/ 24 w 1448"/>
                  <a:gd name="T5" fmla="*/ 1190 h 1452"/>
                  <a:gd name="T6" fmla="*/ 52 w 1448"/>
                  <a:gd name="T7" fmla="*/ 1066 h 1452"/>
                  <a:gd name="T8" fmla="*/ 90 w 1448"/>
                  <a:gd name="T9" fmla="*/ 946 h 1452"/>
                  <a:gd name="T10" fmla="*/ 140 w 1448"/>
                  <a:gd name="T11" fmla="*/ 830 h 1452"/>
                  <a:gd name="T12" fmla="*/ 198 w 1448"/>
                  <a:gd name="T13" fmla="*/ 718 h 1452"/>
                  <a:gd name="T14" fmla="*/ 264 w 1448"/>
                  <a:gd name="T15" fmla="*/ 614 h 1452"/>
                  <a:gd name="T16" fmla="*/ 340 w 1448"/>
                  <a:gd name="T17" fmla="*/ 516 h 1452"/>
                  <a:gd name="T18" fmla="*/ 424 w 1448"/>
                  <a:gd name="T19" fmla="*/ 424 h 1452"/>
                  <a:gd name="T20" fmla="*/ 516 w 1448"/>
                  <a:gd name="T21" fmla="*/ 342 h 1452"/>
                  <a:gd name="T22" fmla="*/ 612 w 1448"/>
                  <a:gd name="T23" fmla="*/ 266 h 1452"/>
                  <a:gd name="T24" fmla="*/ 718 w 1448"/>
                  <a:gd name="T25" fmla="*/ 198 h 1452"/>
                  <a:gd name="T26" fmla="*/ 828 w 1448"/>
                  <a:gd name="T27" fmla="*/ 140 h 1452"/>
                  <a:gd name="T28" fmla="*/ 942 w 1448"/>
                  <a:gd name="T29" fmla="*/ 90 h 1452"/>
                  <a:gd name="T30" fmla="*/ 1064 w 1448"/>
                  <a:gd name="T31" fmla="*/ 52 h 1452"/>
                  <a:gd name="T32" fmla="*/ 1188 w 1448"/>
                  <a:gd name="T33" fmla="*/ 22 h 1452"/>
                  <a:gd name="T34" fmla="*/ 1316 w 1448"/>
                  <a:gd name="T35" fmla="*/ 6 h 1452"/>
                  <a:gd name="T36" fmla="*/ 1448 w 1448"/>
                  <a:gd name="T37" fmla="*/ 0 h 1452"/>
                  <a:gd name="T38" fmla="*/ 1448 w 1448"/>
                  <a:gd name="T39" fmla="*/ 726 h 1452"/>
                  <a:gd name="T40" fmla="*/ 1358 w 1448"/>
                  <a:gd name="T41" fmla="*/ 732 h 1452"/>
                  <a:gd name="T42" fmla="*/ 1270 w 1448"/>
                  <a:gd name="T43" fmla="*/ 748 h 1452"/>
                  <a:gd name="T44" fmla="*/ 1186 w 1448"/>
                  <a:gd name="T45" fmla="*/ 774 h 1452"/>
                  <a:gd name="T46" fmla="*/ 1108 w 1448"/>
                  <a:gd name="T47" fmla="*/ 810 h 1452"/>
                  <a:gd name="T48" fmla="*/ 1034 w 1448"/>
                  <a:gd name="T49" fmla="*/ 856 h 1452"/>
                  <a:gd name="T50" fmla="*/ 968 w 1448"/>
                  <a:gd name="T51" fmla="*/ 910 h 1452"/>
                  <a:gd name="T52" fmla="*/ 906 w 1448"/>
                  <a:gd name="T53" fmla="*/ 970 h 1452"/>
                  <a:gd name="T54" fmla="*/ 854 w 1448"/>
                  <a:gd name="T55" fmla="*/ 1038 h 1452"/>
                  <a:gd name="T56" fmla="*/ 808 w 1448"/>
                  <a:gd name="T57" fmla="*/ 1110 h 1452"/>
                  <a:gd name="T58" fmla="*/ 772 w 1448"/>
                  <a:gd name="T59" fmla="*/ 1190 h 1452"/>
                  <a:gd name="T60" fmla="*/ 746 w 1448"/>
                  <a:gd name="T61" fmla="*/ 1274 h 1452"/>
                  <a:gd name="T62" fmla="*/ 730 w 1448"/>
                  <a:gd name="T63" fmla="*/ 1360 h 1452"/>
                  <a:gd name="T64" fmla="*/ 724 w 1448"/>
                  <a:gd name="T65" fmla="*/ 1452 h 1452"/>
                  <a:gd name="T66" fmla="*/ 0 w 1448"/>
                  <a:gd name="T67" fmla="*/ 1452 h 1452"/>
                  <a:gd name="T68" fmla="*/ 0 w 1448"/>
                  <a:gd name="T69" fmla="*/ 1452 h 1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48" h="1452">
                    <a:moveTo>
                      <a:pt x="0" y="1452"/>
                    </a:moveTo>
                    <a:lnTo>
                      <a:pt x="6" y="1320"/>
                    </a:lnTo>
                    <a:lnTo>
                      <a:pt x="24" y="1190"/>
                    </a:lnTo>
                    <a:lnTo>
                      <a:pt x="52" y="1066"/>
                    </a:lnTo>
                    <a:lnTo>
                      <a:pt x="90" y="946"/>
                    </a:lnTo>
                    <a:lnTo>
                      <a:pt x="140" y="830"/>
                    </a:lnTo>
                    <a:lnTo>
                      <a:pt x="198" y="718"/>
                    </a:lnTo>
                    <a:lnTo>
                      <a:pt x="264" y="614"/>
                    </a:lnTo>
                    <a:lnTo>
                      <a:pt x="340" y="516"/>
                    </a:lnTo>
                    <a:lnTo>
                      <a:pt x="424" y="424"/>
                    </a:lnTo>
                    <a:lnTo>
                      <a:pt x="516" y="342"/>
                    </a:lnTo>
                    <a:lnTo>
                      <a:pt x="612" y="266"/>
                    </a:lnTo>
                    <a:lnTo>
                      <a:pt x="718" y="198"/>
                    </a:lnTo>
                    <a:lnTo>
                      <a:pt x="828" y="140"/>
                    </a:lnTo>
                    <a:lnTo>
                      <a:pt x="942" y="90"/>
                    </a:lnTo>
                    <a:lnTo>
                      <a:pt x="1064" y="52"/>
                    </a:lnTo>
                    <a:lnTo>
                      <a:pt x="1188" y="22"/>
                    </a:lnTo>
                    <a:lnTo>
                      <a:pt x="1316" y="6"/>
                    </a:lnTo>
                    <a:lnTo>
                      <a:pt x="1448" y="0"/>
                    </a:lnTo>
                    <a:lnTo>
                      <a:pt x="1448" y="726"/>
                    </a:lnTo>
                    <a:lnTo>
                      <a:pt x="1358" y="732"/>
                    </a:lnTo>
                    <a:lnTo>
                      <a:pt x="1270" y="748"/>
                    </a:lnTo>
                    <a:lnTo>
                      <a:pt x="1186" y="774"/>
                    </a:lnTo>
                    <a:lnTo>
                      <a:pt x="1108" y="810"/>
                    </a:lnTo>
                    <a:lnTo>
                      <a:pt x="1034" y="856"/>
                    </a:lnTo>
                    <a:lnTo>
                      <a:pt x="968" y="910"/>
                    </a:lnTo>
                    <a:lnTo>
                      <a:pt x="906" y="970"/>
                    </a:lnTo>
                    <a:lnTo>
                      <a:pt x="854" y="1038"/>
                    </a:lnTo>
                    <a:lnTo>
                      <a:pt x="808" y="1110"/>
                    </a:lnTo>
                    <a:lnTo>
                      <a:pt x="772" y="1190"/>
                    </a:lnTo>
                    <a:lnTo>
                      <a:pt x="746" y="1274"/>
                    </a:lnTo>
                    <a:lnTo>
                      <a:pt x="730" y="1360"/>
                    </a:lnTo>
                    <a:lnTo>
                      <a:pt x="724" y="1452"/>
                    </a:lnTo>
                    <a:lnTo>
                      <a:pt x="0" y="1452"/>
                    </a:lnTo>
                    <a:lnTo>
                      <a:pt x="0" y="1452"/>
                    </a:lnTo>
                    <a:close/>
                  </a:path>
                </a:pathLst>
              </a:custGeom>
              <a:solidFill>
                <a:srgbClr val="4D59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D6E2E8"/>
                    </a:solidFill>
                    <a:prstDash val="solid"/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Freeform: Shape 13"/>
              <p:cNvSpPr/>
              <p:nvPr/>
            </p:nvSpPr>
            <p:spPr bwMode="gray">
              <a:xfrm>
                <a:off x="3293129" y="1483563"/>
                <a:ext cx="1267218" cy="1254085"/>
              </a:xfrm>
              <a:custGeom>
                <a:avLst/>
                <a:gdLst>
                  <a:gd name="T0" fmla="*/ 0 w 1448"/>
                  <a:gd name="T1" fmla="*/ 1452 h 1452"/>
                  <a:gd name="T2" fmla="*/ 6 w 1448"/>
                  <a:gd name="T3" fmla="*/ 1320 h 1452"/>
                  <a:gd name="T4" fmla="*/ 24 w 1448"/>
                  <a:gd name="T5" fmla="*/ 1190 h 1452"/>
                  <a:gd name="T6" fmla="*/ 52 w 1448"/>
                  <a:gd name="T7" fmla="*/ 1066 h 1452"/>
                  <a:gd name="T8" fmla="*/ 90 w 1448"/>
                  <a:gd name="T9" fmla="*/ 946 h 1452"/>
                  <a:gd name="T10" fmla="*/ 140 w 1448"/>
                  <a:gd name="T11" fmla="*/ 830 h 1452"/>
                  <a:gd name="T12" fmla="*/ 198 w 1448"/>
                  <a:gd name="T13" fmla="*/ 718 h 1452"/>
                  <a:gd name="T14" fmla="*/ 264 w 1448"/>
                  <a:gd name="T15" fmla="*/ 614 h 1452"/>
                  <a:gd name="T16" fmla="*/ 340 w 1448"/>
                  <a:gd name="T17" fmla="*/ 516 h 1452"/>
                  <a:gd name="T18" fmla="*/ 424 w 1448"/>
                  <a:gd name="T19" fmla="*/ 424 h 1452"/>
                  <a:gd name="T20" fmla="*/ 516 w 1448"/>
                  <a:gd name="T21" fmla="*/ 342 h 1452"/>
                  <a:gd name="T22" fmla="*/ 612 w 1448"/>
                  <a:gd name="T23" fmla="*/ 266 h 1452"/>
                  <a:gd name="T24" fmla="*/ 718 w 1448"/>
                  <a:gd name="T25" fmla="*/ 198 h 1452"/>
                  <a:gd name="T26" fmla="*/ 828 w 1448"/>
                  <a:gd name="T27" fmla="*/ 140 h 1452"/>
                  <a:gd name="T28" fmla="*/ 942 w 1448"/>
                  <a:gd name="T29" fmla="*/ 90 h 1452"/>
                  <a:gd name="T30" fmla="*/ 1064 w 1448"/>
                  <a:gd name="T31" fmla="*/ 52 h 1452"/>
                  <a:gd name="T32" fmla="*/ 1188 w 1448"/>
                  <a:gd name="T33" fmla="*/ 22 h 1452"/>
                  <a:gd name="T34" fmla="*/ 1316 w 1448"/>
                  <a:gd name="T35" fmla="*/ 6 h 1452"/>
                  <a:gd name="T36" fmla="*/ 1448 w 1448"/>
                  <a:gd name="T37" fmla="*/ 0 h 1452"/>
                  <a:gd name="T38" fmla="*/ 1448 w 1448"/>
                  <a:gd name="T39" fmla="*/ 726 h 1452"/>
                  <a:gd name="T40" fmla="*/ 1358 w 1448"/>
                  <a:gd name="T41" fmla="*/ 732 h 1452"/>
                  <a:gd name="T42" fmla="*/ 1270 w 1448"/>
                  <a:gd name="T43" fmla="*/ 748 h 1452"/>
                  <a:gd name="T44" fmla="*/ 1186 w 1448"/>
                  <a:gd name="T45" fmla="*/ 774 h 1452"/>
                  <a:gd name="T46" fmla="*/ 1108 w 1448"/>
                  <a:gd name="T47" fmla="*/ 810 h 1452"/>
                  <a:gd name="T48" fmla="*/ 1034 w 1448"/>
                  <a:gd name="T49" fmla="*/ 856 h 1452"/>
                  <a:gd name="T50" fmla="*/ 968 w 1448"/>
                  <a:gd name="T51" fmla="*/ 910 h 1452"/>
                  <a:gd name="T52" fmla="*/ 906 w 1448"/>
                  <a:gd name="T53" fmla="*/ 970 h 1452"/>
                  <a:gd name="T54" fmla="*/ 854 w 1448"/>
                  <a:gd name="T55" fmla="*/ 1038 h 1452"/>
                  <a:gd name="T56" fmla="*/ 808 w 1448"/>
                  <a:gd name="T57" fmla="*/ 1110 h 1452"/>
                  <a:gd name="T58" fmla="*/ 772 w 1448"/>
                  <a:gd name="T59" fmla="*/ 1190 h 1452"/>
                  <a:gd name="T60" fmla="*/ 746 w 1448"/>
                  <a:gd name="T61" fmla="*/ 1274 h 1452"/>
                  <a:gd name="T62" fmla="*/ 730 w 1448"/>
                  <a:gd name="T63" fmla="*/ 1360 h 1452"/>
                  <a:gd name="T64" fmla="*/ 724 w 1448"/>
                  <a:gd name="T65" fmla="*/ 1452 h 1452"/>
                  <a:gd name="T66" fmla="*/ 0 w 1448"/>
                  <a:gd name="T67" fmla="*/ 1452 h 1452"/>
                  <a:gd name="T68" fmla="*/ 0 w 1448"/>
                  <a:gd name="T69" fmla="*/ 1452 h 1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48" h="1452">
                    <a:moveTo>
                      <a:pt x="0" y="1452"/>
                    </a:moveTo>
                    <a:lnTo>
                      <a:pt x="6" y="1320"/>
                    </a:lnTo>
                    <a:lnTo>
                      <a:pt x="24" y="1190"/>
                    </a:lnTo>
                    <a:lnTo>
                      <a:pt x="52" y="1066"/>
                    </a:lnTo>
                    <a:lnTo>
                      <a:pt x="90" y="946"/>
                    </a:lnTo>
                    <a:lnTo>
                      <a:pt x="140" y="830"/>
                    </a:lnTo>
                    <a:lnTo>
                      <a:pt x="198" y="718"/>
                    </a:lnTo>
                    <a:lnTo>
                      <a:pt x="264" y="614"/>
                    </a:lnTo>
                    <a:lnTo>
                      <a:pt x="340" y="516"/>
                    </a:lnTo>
                    <a:lnTo>
                      <a:pt x="424" y="424"/>
                    </a:lnTo>
                    <a:lnTo>
                      <a:pt x="516" y="342"/>
                    </a:lnTo>
                    <a:lnTo>
                      <a:pt x="612" y="266"/>
                    </a:lnTo>
                    <a:lnTo>
                      <a:pt x="718" y="198"/>
                    </a:lnTo>
                    <a:lnTo>
                      <a:pt x="828" y="140"/>
                    </a:lnTo>
                    <a:lnTo>
                      <a:pt x="942" y="90"/>
                    </a:lnTo>
                    <a:lnTo>
                      <a:pt x="1064" y="52"/>
                    </a:lnTo>
                    <a:lnTo>
                      <a:pt x="1188" y="22"/>
                    </a:lnTo>
                    <a:lnTo>
                      <a:pt x="1316" y="6"/>
                    </a:lnTo>
                    <a:lnTo>
                      <a:pt x="1448" y="0"/>
                    </a:lnTo>
                    <a:lnTo>
                      <a:pt x="1448" y="726"/>
                    </a:lnTo>
                    <a:lnTo>
                      <a:pt x="1358" y="732"/>
                    </a:lnTo>
                    <a:lnTo>
                      <a:pt x="1270" y="748"/>
                    </a:lnTo>
                    <a:lnTo>
                      <a:pt x="1186" y="774"/>
                    </a:lnTo>
                    <a:lnTo>
                      <a:pt x="1108" y="810"/>
                    </a:lnTo>
                    <a:lnTo>
                      <a:pt x="1034" y="856"/>
                    </a:lnTo>
                    <a:lnTo>
                      <a:pt x="968" y="910"/>
                    </a:lnTo>
                    <a:lnTo>
                      <a:pt x="906" y="970"/>
                    </a:lnTo>
                    <a:lnTo>
                      <a:pt x="854" y="1038"/>
                    </a:lnTo>
                    <a:lnTo>
                      <a:pt x="808" y="1110"/>
                    </a:lnTo>
                    <a:lnTo>
                      <a:pt x="772" y="1190"/>
                    </a:lnTo>
                    <a:lnTo>
                      <a:pt x="746" y="1274"/>
                    </a:lnTo>
                    <a:lnTo>
                      <a:pt x="730" y="1360"/>
                    </a:lnTo>
                    <a:lnTo>
                      <a:pt x="724" y="1452"/>
                    </a:lnTo>
                    <a:lnTo>
                      <a:pt x="0" y="1452"/>
                    </a:lnTo>
                    <a:lnTo>
                      <a:pt x="0" y="1452"/>
                    </a:lnTo>
                    <a:close/>
                  </a:path>
                </a:pathLst>
              </a:custGeom>
              <a:solidFill>
                <a:srgbClr val="4D59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D6E2E8"/>
                    </a:solidFill>
                    <a:prstDash val="solid"/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20" name="Isosceles Triangle 11"/>
            <p:cNvSpPr/>
            <p:nvPr/>
          </p:nvSpPr>
          <p:spPr bwMode="gray">
            <a:xfrm rot="16200000">
              <a:off x="3760825" y="2491988"/>
              <a:ext cx="1058167" cy="690709"/>
            </a:xfrm>
            <a:prstGeom prst="triangle">
              <a:avLst>
                <a:gd name="adj" fmla="val 50000"/>
              </a:avLst>
            </a:prstGeom>
            <a:solidFill>
              <a:srgbClr val="7B8E9B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21" name="Freeform: Shape 51"/>
            <p:cNvSpPr/>
            <p:nvPr/>
          </p:nvSpPr>
          <p:spPr bwMode="auto">
            <a:xfrm>
              <a:off x="4302729" y="2699544"/>
              <a:ext cx="277580" cy="231043"/>
            </a:xfrm>
            <a:custGeom>
              <a:avLst/>
              <a:gdLst/>
              <a:ahLst/>
              <a:cxnLst>
                <a:cxn ang="0">
                  <a:pos x="77" y="51"/>
                </a:cxn>
                <a:cxn ang="0">
                  <a:pos x="75" y="55"/>
                </a:cxn>
                <a:cxn ang="0">
                  <a:pos x="59" y="63"/>
                </a:cxn>
                <a:cxn ang="0">
                  <a:pos x="57" y="64"/>
                </a:cxn>
                <a:cxn ang="0">
                  <a:pos x="55" y="63"/>
                </a:cxn>
                <a:cxn ang="0">
                  <a:pos x="39" y="55"/>
                </a:cxn>
                <a:cxn ang="0">
                  <a:pos x="39" y="55"/>
                </a:cxn>
                <a:cxn ang="0">
                  <a:pos x="38" y="55"/>
                </a:cxn>
                <a:cxn ang="0">
                  <a:pos x="22" y="63"/>
                </a:cxn>
                <a:cxn ang="0">
                  <a:pos x="20" y="64"/>
                </a:cxn>
                <a:cxn ang="0">
                  <a:pos x="18" y="63"/>
                </a:cxn>
                <a:cxn ang="0">
                  <a:pos x="2" y="55"/>
                </a:cxn>
                <a:cxn ang="0">
                  <a:pos x="0" y="51"/>
                </a:cxn>
                <a:cxn ang="0">
                  <a:pos x="0" y="37"/>
                </a:cxn>
                <a:cxn ang="0">
                  <a:pos x="3" y="32"/>
                </a:cxn>
                <a:cxn ang="0">
                  <a:pos x="18" y="26"/>
                </a:cxn>
                <a:cxn ang="0">
                  <a:pos x="18" y="11"/>
                </a:cxn>
                <a:cxn ang="0">
                  <a:pos x="21" y="7"/>
                </a:cxn>
                <a:cxn ang="0">
                  <a:pos x="37" y="0"/>
                </a:cxn>
                <a:cxn ang="0">
                  <a:pos x="39" y="0"/>
                </a:cxn>
                <a:cxn ang="0">
                  <a:pos x="40" y="0"/>
                </a:cxn>
                <a:cxn ang="0">
                  <a:pos x="56" y="7"/>
                </a:cxn>
                <a:cxn ang="0">
                  <a:pos x="59" y="11"/>
                </a:cxn>
                <a:cxn ang="0">
                  <a:pos x="59" y="26"/>
                </a:cxn>
                <a:cxn ang="0">
                  <a:pos x="75" y="32"/>
                </a:cxn>
                <a:cxn ang="0">
                  <a:pos x="77" y="37"/>
                </a:cxn>
                <a:cxn ang="0">
                  <a:pos x="77" y="51"/>
                </a:cxn>
                <a:cxn ang="0">
                  <a:pos x="35" y="36"/>
                </a:cxn>
                <a:cxn ang="0">
                  <a:pos x="20" y="30"/>
                </a:cxn>
                <a:cxn ang="0">
                  <a:pos x="6" y="36"/>
                </a:cxn>
                <a:cxn ang="0">
                  <a:pos x="20" y="42"/>
                </a:cxn>
                <a:cxn ang="0">
                  <a:pos x="35" y="36"/>
                </a:cxn>
                <a:cxn ang="0">
                  <a:pos x="36" y="51"/>
                </a:cxn>
                <a:cxn ang="0">
                  <a:pos x="36" y="40"/>
                </a:cxn>
                <a:cxn ang="0">
                  <a:pos x="23" y="46"/>
                </a:cxn>
                <a:cxn ang="0">
                  <a:pos x="23" y="58"/>
                </a:cxn>
                <a:cxn ang="0">
                  <a:pos x="36" y="51"/>
                </a:cxn>
                <a:cxn ang="0">
                  <a:pos x="54" y="11"/>
                </a:cxn>
                <a:cxn ang="0">
                  <a:pos x="39" y="5"/>
                </a:cxn>
                <a:cxn ang="0">
                  <a:pos x="23" y="11"/>
                </a:cxn>
                <a:cxn ang="0">
                  <a:pos x="39" y="18"/>
                </a:cxn>
                <a:cxn ang="0">
                  <a:pos x="54" y="11"/>
                </a:cxn>
                <a:cxn ang="0">
                  <a:pos x="55" y="26"/>
                </a:cxn>
                <a:cxn ang="0">
                  <a:pos x="55" y="16"/>
                </a:cxn>
                <a:cxn ang="0">
                  <a:pos x="41" y="22"/>
                </a:cxn>
                <a:cxn ang="0">
                  <a:pos x="41" y="32"/>
                </a:cxn>
                <a:cxn ang="0">
                  <a:pos x="55" y="26"/>
                </a:cxn>
                <a:cxn ang="0">
                  <a:pos x="71" y="36"/>
                </a:cxn>
                <a:cxn ang="0">
                  <a:pos x="57" y="30"/>
                </a:cxn>
                <a:cxn ang="0">
                  <a:pos x="42" y="36"/>
                </a:cxn>
                <a:cxn ang="0">
                  <a:pos x="57" y="42"/>
                </a:cxn>
                <a:cxn ang="0">
                  <a:pos x="71" y="36"/>
                </a:cxn>
                <a:cxn ang="0">
                  <a:pos x="73" y="51"/>
                </a:cxn>
                <a:cxn ang="0">
                  <a:pos x="73" y="40"/>
                </a:cxn>
                <a:cxn ang="0">
                  <a:pos x="59" y="46"/>
                </a:cxn>
                <a:cxn ang="0">
                  <a:pos x="59" y="58"/>
                </a:cxn>
                <a:cxn ang="0">
                  <a:pos x="73" y="51"/>
                </a:cxn>
              </a:cxnLst>
              <a:rect l="0" t="0" r="r" b="b"/>
              <a:pathLst>
                <a:path w="77" h="64">
                  <a:moveTo>
                    <a:pt x="77" y="51"/>
                  </a:moveTo>
                  <a:cubicBezTo>
                    <a:pt x="77" y="53"/>
                    <a:pt x="76" y="55"/>
                    <a:pt x="75" y="55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8" y="64"/>
                    <a:pt x="58" y="64"/>
                    <a:pt x="57" y="64"/>
                  </a:cubicBezTo>
                  <a:cubicBezTo>
                    <a:pt x="56" y="64"/>
                    <a:pt x="55" y="64"/>
                    <a:pt x="55" y="63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9" y="55"/>
                    <a:pt x="38" y="55"/>
                    <a:pt x="38" y="55"/>
                  </a:cubicBezTo>
                  <a:cubicBezTo>
                    <a:pt x="22" y="63"/>
                    <a:pt x="22" y="63"/>
                    <a:pt x="22" y="63"/>
                  </a:cubicBezTo>
                  <a:cubicBezTo>
                    <a:pt x="22" y="64"/>
                    <a:pt x="21" y="64"/>
                    <a:pt x="20" y="64"/>
                  </a:cubicBezTo>
                  <a:cubicBezTo>
                    <a:pt x="20" y="64"/>
                    <a:pt x="19" y="64"/>
                    <a:pt x="18" y="63"/>
                  </a:cubicBezTo>
                  <a:cubicBezTo>
                    <a:pt x="2" y="55"/>
                    <a:pt x="2" y="55"/>
                    <a:pt x="2" y="55"/>
                  </a:cubicBezTo>
                  <a:cubicBezTo>
                    <a:pt x="1" y="55"/>
                    <a:pt x="0" y="53"/>
                    <a:pt x="0" y="51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5"/>
                    <a:pt x="1" y="33"/>
                    <a:pt x="3" y="32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10"/>
                    <a:pt x="19" y="8"/>
                    <a:pt x="21" y="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8" y="0"/>
                    <a:pt x="39" y="0"/>
                  </a:cubicBezTo>
                  <a:cubicBezTo>
                    <a:pt x="39" y="0"/>
                    <a:pt x="40" y="0"/>
                    <a:pt x="40" y="0"/>
                  </a:cubicBezTo>
                  <a:cubicBezTo>
                    <a:pt x="56" y="7"/>
                    <a:pt x="56" y="7"/>
                    <a:pt x="56" y="7"/>
                  </a:cubicBezTo>
                  <a:cubicBezTo>
                    <a:pt x="58" y="8"/>
                    <a:pt x="59" y="10"/>
                    <a:pt x="59" y="11"/>
                  </a:cubicBezTo>
                  <a:cubicBezTo>
                    <a:pt x="59" y="26"/>
                    <a:pt x="59" y="26"/>
                    <a:pt x="59" y="26"/>
                  </a:cubicBezTo>
                  <a:cubicBezTo>
                    <a:pt x="75" y="32"/>
                    <a:pt x="75" y="32"/>
                    <a:pt x="75" y="32"/>
                  </a:cubicBezTo>
                  <a:cubicBezTo>
                    <a:pt x="76" y="33"/>
                    <a:pt x="77" y="35"/>
                    <a:pt x="77" y="37"/>
                  </a:cubicBezTo>
                  <a:lnTo>
                    <a:pt x="77" y="51"/>
                  </a:lnTo>
                  <a:close/>
                  <a:moveTo>
                    <a:pt x="35" y="36"/>
                  </a:moveTo>
                  <a:cubicBezTo>
                    <a:pt x="20" y="30"/>
                    <a:pt x="20" y="30"/>
                    <a:pt x="20" y="30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35" y="36"/>
                  </a:lnTo>
                  <a:close/>
                  <a:moveTo>
                    <a:pt x="36" y="51"/>
                  </a:moveTo>
                  <a:cubicBezTo>
                    <a:pt x="36" y="40"/>
                    <a:pt x="36" y="40"/>
                    <a:pt x="36" y="40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58"/>
                    <a:pt x="23" y="58"/>
                    <a:pt x="23" y="58"/>
                  </a:cubicBezTo>
                  <a:lnTo>
                    <a:pt x="36" y="51"/>
                  </a:lnTo>
                  <a:close/>
                  <a:moveTo>
                    <a:pt x="54" y="11"/>
                  </a:moveTo>
                  <a:cubicBezTo>
                    <a:pt x="39" y="5"/>
                    <a:pt x="39" y="5"/>
                    <a:pt x="39" y="5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54" y="11"/>
                  </a:lnTo>
                  <a:close/>
                  <a:moveTo>
                    <a:pt x="55" y="26"/>
                  </a:moveTo>
                  <a:cubicBezTo>
                    <a:pt x="55" y="16"/>
                    <a:pt x="55" y="16"/>
                    <a:pt x="55" y="16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1" y="32"/>
                    <a:pt x="41" y="32"/>
                    <a:pt x="41" y="32"/>
                  </a:cubicBezTo>
                  <a:lnTo>
                    <a:pt x="55" y="26"/>
                  </a:lnTo>
                  <a:close/>
                  <a:moveTo>
                    <a:pt x="71" y="36"/>
                  </a:moveTo>
                  <a:cubicBezTo>
                    <a:pt x="57" y="30"/>
                    <a:pt x="57" y="30"/>
                    <a:pt x="57" y="30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57" y="42"/>
                    <a:pt x="57" y="42"/>
                    <a:pt x="57" y="42"/>
                  </a:cubicBezTo>
                  <a:lnTo>
                    <a:pt x="71" y="36"/>
                  </a:lnTo>
                  <a:close/>
                  <a:moveTo>
                    <a:pt x="73" y="51"/>
                  </a:moveTo>
                  <a:cubicBezTo>
                    <a:pt x="73" y="40"/>
                    <a:pt x="73" y="40"/>
                    <a:pt x="73" y="40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59" y="58"/>
                    <a:pt x="59" y="58"/>
                    <a:pt x="59" y="58"/>
                  </a:cubicBezTo>
                  <a:lnTo>
                    <a:pt x="73" y="5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2" name="Freeform: Shape 52"/>
            <p:cNvSpPr/>
            <p:nvPr/>
          </p:nvSpPr>
          <p:spPr bwMode="auto">
            <a:xfrm>
              <a:off x="5136257" y="4101157"/>
              <a:ext cx="201699" cy="235596"/>
            </a:xfrm>
            <a:custGeom>
              <a:avLst/>
              <a:gdLst/>
              <a:ahLst/>
              <a:cxnLst>
                <a:cxn ang="0">
                  <a:pos x="55" y="9"/>
                </a:cxn>
                <a:cxn ang="0">
                  <a:pos x="55" y="14"/>
                </a:cxn>
                <a:cxn ang="0">
                  <a:pos x="27" y="23"/>
                </a:cxn>
                <a:cxn ang="0">
                  <a:pos x="0" y="14"/>
                </a:cxn>
                <a:cxn ang="0">
                  <a:pos x="0" y="9"/>
                </a:cxn>
                <a:cxn ang="0">
                  <a:pos x="27" y="0"/>
                </a:cxn>
                <a:cxn ang="0">
                  <a:pos x="55" y="9"/>
                </a:cxn>
                <a:cxn ang="0">
                  <a:pos x="55" y="21"/>
                </a:cxn>
                <a:cxn ang="0">
                  <a:pos x="55" y="27"/>
                </a:cxn>
                <a:cxn ang="0">
                  <a:pos x="27" y="37"/>
                </a:cxn>
                <a:cxn ang="0">
                  <a:pos x="0" y="27"/>
                </a:cxn>
                <a:cxn ang="0">
                  <a:pos x="0" y="21"/>
                </a:cxn>
                <a:cxn ang="0">
                  <a:pos x="27" y="27"/>
                </a:cxn>
                <a:cxn ang="0">
                  <a:pos x="55" y="21"/>
                </a:cxn>
                <a:cxn ang="0">
                  <a:pos x="55" y="35"/>
                </a:cxn>
                <a:cxn ang="0">
                  <a:pos x="55" y="41"/>
                </a:cxn>
                <a:cxn ang="0">
                  <a:pos x="27" y="50"/>
                </a:cxn>
                <a:cxn ang="0">
                  <a:pos x="0" y="41"/>
                </a:cxn>
                <a:cxn ang="0">
                  <a:pos x="0" y="35"/>
                </a:cxn>
                <a:cxn ang="0">
                  <a:pos x="27" y="41"/>
                </a:cxn>
                <a:cxn ang="0">
                  <a:pos x="55" y="35"/>
                </a:cxn>
                <a:cxn ang="0">
                  <a:pos x="55" y="49"/>
                </a:cxn>
                <a:cxn ang="0">
                  <a:pos x="55" y="55"/>
                </a:cxn>
                <a:cxn ang="0">
                  <a:pos x="27" y="64"/>
                </a:cxn>
                <a:cxn ang="0">
                  <a:pos x="0" y="55"/>
                </a:cxn>
                <a:cxn ang="0">
                  <a:pos x="0" y="49"/>
                </a:cxn>
                <a:cxn ang="0">
                  <a:pos x="27" y="55"/>
                </a:cxn>
                <a:cxn ang="0">
                  <a:pos x="55" y="49"/>
                </a:cxn>
              </a:cxnLst>
              <a:rect l="0" t="0" r="r" b="b"/>
              <a:pathLst>
                <a:path w="55" h="64">
                  <a:moveTo>
                    <a:pt x="55" y="9"/>
                  </a:moveTo>
                  <a:cubicBezTo>
                    <a:pt x="55" y="14"/>
                    <a:pt x="55" y="14"/>
                    <a:pt x="55" y="14"/>
                  </a:cubicBezTo>
                  <a:cubicBezTo>
                    <a:pt x="55" y="19"/>
                    <a:pt x="42" y="23"/>
                    <a:pt x="27" y="23"/>
                  </a:cubicBezTo>
                  <a:cubicBezTo>
                    <a:pt x="12" y="23"/>
                    <a:pt x="0" y="19"/>
                    <a:pt x="0" y="1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12" y="0"/>
                    <a:pt x="27" y="0"/>
                  </a:cubicBezTo>
                  <a:cubicBezTo>
                    <a:pt x="42" y="0"/>
                    <a:pt x="55" y="4"/>
                    <a:pt x="55" y="9"/>
                  </a:cubicBezTo>
                  <a:close/>
                  <a:moveTo>
                    <a:pt x="55" y="21"/>
                  </a:moveTo>
                  <a:cubicBezTo>
                    <a:pt x="55" y="27"/>
                    <a:pt x="55" y="27"/>
                    <a:pt x="55" y="27"/>
                  </a:cubicBezTo>
                  <a:cubicBezTo>
                    <a:pt x="55" y="32"/>
                    <a:pt x="42" y="37"/>
                    <a:pt x="27" y="37"/>
                  </a:cubicBezTo>
                  <a:cubicBezTo>
                    <a:pt x="12" y="37"/>
                    <a:pt x="0" y="32"/>
                    <a:pt x="0" y="27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6" y="25"/>
                    <a:pt x="16" y="27"/>
                    <a:pt x="27" y="27"/>
                  </a:cubicBezTo>
                  <a:cubicBezTo>
                    <a:pt x="38" y="27"/>
                    <a:pt x="49" y="25"/>
                    <a:pt x="55" y="21"/>
                  </a:cubicBezTo>
                  <a:close/>
                  <a:moveTo>
                    <a:pt x="55" y="35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5" y="46"/>
                    <a:pt x="42" y="50"/>
                    <a:pt x="27" y="50"/>
                  </a:cubicBezTo>
                  <a:cubicBezTo>
                    <a:pt x="12" y="50"/>
                    <a:pt x="0" y="46"/>
                    <a:pt x="0" y="41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39"/>
                    <a:pt x="16" y="41"/>
                    <a:pt x="27" y="41"/>
                  </a:cubicBezTo>
                  <a:cubicBezTo>
                    <a:pt x="38" y="41"/>
                    <a:pt x="49" y="39"/>
                    <a:pt x="55" y="35"/>
                  </a:cubicBezTo>
                  <a:close/>
                  <a:moveTo>
                    <a:pt x="55" y="49"/>
                  </a:moveTo>
                  <a:cubicBezTo>
                    <a:pt x="55" y="55"/>
                    <a:pt x="55" y="55"/>
                    <a:pt x="55" y="55"/>
                  </a:cubicBezTo>
                  <a:cubicBezTo>
                    <a:pt x="55" y="60"/>
                    <a:pt x="42" y="64"/>
                    <a:pt x="27" y="64"/>
                  </a:cubicBezTo>
                  <a:cubicBezTo>
                    <a:pt x="12" y="64"/>
                    <a:pt x="0" y="60"/>
                    <a:pt x="0" y="55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6" y="53"/>
                    <a:pt x="16" y="55"/>
                    <a:pt x="27" y="55"/>
                  </a:cubicBezTo>
                  <a:cubicBezTo>
                    <a:pt x="38" y="55"/>
                    <a:pt x="49" y="53"/>
                    <a:pt x="55" y="4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3" name="Freeform: Shape 53"/>
            <p:cNvSpPr/>
            <p:nvPr/>
          </p:nvSpPr>
          <p:spPr bwMode="auto">
            <a:xfrm>
              <a:off x="3529913" y="4071613"/>
              <a:ext cx="254159" cy="225708"/>
            </a:xfrm>
            <a:custGeom>
              <a:avLst/>
              <a:gdLst/>
              <a:ahLst/>
              <a:cxnLst>
                <a:cxn ang="0">
                  <a:pos x="7" y="9"/>
                </a:cxn>
                <a:cxn ang="0">
                  <a:pos x="7" y="54"/>
                </a:cxn>
                <a:cxn ang="0">
                  <a:pos x="6" y="55"/>
                </a:cxn>
                <a:cxn ang="0">
                  <a:pos x="3" y="55"/>
                </a:cxn>
                <a:cxn ang="0">
                  <a:pos x="2" y="54"/>
                </a:cxn>
                <a:cxn ang="0">
                  <a:pos x="2" y="9"/>
                </a:cxn>
                <a:cxn ang="0">
                  <a:pos x="0" y="5"/>
                </a:cxn>
                <a:cxn ang="0">
                  <a:pos x="5" y="0"/>
                </a:cxn>
                <a:cxn ang="0">
                  <a:pos x="9" y="5"/>
                </a:cxn>
                <a:cxn ang="0">
                  <a:pos x="7" y="9"/>
                </a:cxn>
                <a:cxn ang="0">
                  <a:pos x="62" y="34"/>
                </a:cxn>
                <a:cxn ang="0">
                  <a:pos x="60" y="36"/>
                </a:cxn>
                <a:cxn ang="0">
                  <a:pos x="60" y="37"/>
                </a:cxn>
                <a:cxn ang="0">
                  <a:pos x="47" y="41"/>
                </a:cxn>
                <a:cxn ang="0">
                  <a:pos x="41" y="39"/>
                </a:cxn>
                <a:cxn ang="0">
                  <a:pos x="40" y="39"/>
                </a:cxn>
                <a:cxn ang="0">
                  <a:pos x="29" y="36"/>
                </a:cxn>
                <a:cxn ang="0">
                  <a:pos x="13" y="41"/>
                </a:cxn>
                <a:cxn ang="0">
                  <a:pos x="11" y="41"/>
                </a:cxn>
                <a:cxn ang="0">
                  <a:pos x="10" y="41"/>
                </a:cxn>
                <a:cxn ang="0">
                  <a:pos x="9" y="39"/>
                </a:cxn>
                <a:cxn ang="0">
                  <a:pos x="9" y="12"/>
                </a:cxn>
                <a:cxn ang="0">
                  <a:pos x="10" y="11"/>
                </a:cxn>
                <a:cxn ang="0">
                  <a:pos x="28" y="5"/>
                </a:cxn>
                <a:cxn ang="0">
                  <a:pos x="43" y="9"/>
                </a:cxn>
                <a:cxn ang="0">
                  <a:pos x="46" y="10"/>
                </a:cxn>
                <a:cxn ang="0">
                  <a:pos x="57" y="6"/>
                </a:cxn>
                <a:cxn ang="0">
                  <a:pos x="58" y="5"/>
                </a:cxn>
                <a:cxn ang="0">
                  <a:pos x="61" y="5"/>
                </a:cxn>
                <a:cxn ang="0">
                  <a:pos x="62" y="7"/>
                </a:cxn>
                <a:cxn ang="0">
                  <a:pos x="62" y="34"/>
                </a:cxn>
                <a:cxn ang="0">
                  <a:pos x="27" y="9"/>
                </a:cxn>
                <a:cxn ang="0">
                  <a:pos x="14" y="14"/>
                </a:cxn>
                <a:cxn ang="0">
                  <a:pos x="14" y="21"/>
                </a:cxn>
                <a:cxn ang="0">
                  <a:pos x="27" y="16"/>
                </a:cxn>
                <a:cxn ang="0">
                  <a:pos x="27" y="9"/>
                </a:cxn>
                <a:cxn ang="0">
                  <a:pos x="27" y="24"/>
                </a:cxn>
                <a:cxn ang="0">
                  <a:pos x="14" y="29"/>
                </a:cxn>
                <a:cxn ang="0">
                  <a:pos x="14" y="35"/>
                </a:cxn>
                <a:cxn ang="0">
                  <a:pos x="27" y="31"/>
                </a:cxn>
                <a:cxn ang="0">
                  <a:pos x="27" y="24"/>
                </a:cxn>
                <a:cxn ang="0">
                  <a:pos x="57" y="26"/>
                </a:cxn>
                <a:cxn ang="0">
                  <a:pos x="43" y="29"/>
                </a:cxn>
                <a:cxn ang="0">
                  <a:pos x="43" y="21"/>
                </a:cxn>
                <a:cxn ang="0">
                  <a:pos x="42" y="20"/>
                </a:cxn>
                <a:cxn ang="0">
                  <a:pos x="29" y="16"/>
                </a:cxn>
                <a:cxn ang="0">
                  <a:pos x="27" y="16"/>
                </a:cxn>
                <a:cxn ang="0">
                  <a:pos x="27" y="24"/>
                </a:cxn>
                <a:cxn ang="0">
                  <a:pos x="28" y="24"/>
                </a:cxn>
                <a:cxn ang="0">
                  <a:pos x="42" y="28"/>
                </a:cxn>
                <a:cxn ang="0">
                  <a:pos x="43" y="29"/>
                </a:cxn>
                <a:cxn ang="0">
                  <a:pos x="43" y="36"/>
                </a:cxn>
                <a:cxn ang="0">
                  <a:pos x="47" y="36"/>
                </a:cxn>
                <a:cxn ang="0">
                  <a:pos x="57" y="33"/>
                </a:cxn>
                <a:cxn ang="0">
                  <a:pos x="57" y="26"/>
                </a:cxn>
                <a:cxn ang="0">
                  <a:pos x="57" y="11"/>
                </a:cxn>
                <a:cxn ang="0">
                  <a:pos x="46" y="14"/>
                </a:cxn>
                <a:cxn ang="0">
                  <a:pos x="43" y="14"/>
                </a:cxn>
                <a:cxn ang="0">
                  <a:pos x="43" y="21"/>
                </a:cxn>
                <a:cxn ang="0">
                  <a:pos x="57" y="18"/>
                </a:cxn>
                <a:cxn ang="0">
                  <a:pos x="57" y="11"/>
                </a:cxn>
              </a:cxnLst>
              <a:rect l="0" t="0" r="r" b="b"/>
              <a:pathLst>
                <a:path w="62" h="55">
                  <a:moveTo>
                    <a:pt x="7" y="9"/>
                  </a:moveTo>
                  <a:cubicBezTo>
                    <a:pt x="7" y="54"/>
                    <a:pt x="7" y="54"/>
                    <a:pt x="7" y="54"/>
                  </a:cubicBezTo>
                  <a:cubicBezTo>
                    <a:pt x="7" y="54"/>
                    <a:pt x="6" y="55"/>
                    <a:pt x="6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2" y="54"/>
                    <a:pt x="2" y="54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" y="8"/>
                    <a:pt x="0" y="6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9" y="2"/>
                    <a:pt x="9" y="5"/>
                  </a:cubicBezTo>
                  <a:cubicBezTo>
                    <a:pt x="9" y="6"/>
                    <a:pt x="8" y="8"/>
                    <a:pt x="7" y="9"/>
                  </a:cubicBezTo>
                  <a:close/>
                  <a:moveTo>
                    <a:pt x="62" y="34"/>
                  </a:moveTo>
                  <a:cubicBezTo>
                    <a:pt x="62" y="35"/>
                    <a:pt x="61" y="36"/>
                    <a:pt x="60" y="36"/>
                  </a:cubicBezTo>
                  <a:cubicBezTo>
                    <a:pt x="60" y="36"/>
                    <a:pt x="60" y="36"/>
                    <a:pt x="60" y="37"/>
                  </a:cubicBezTo>
                  <a:cubicBezTo>
                    <a:pt x="58" y="38"/>
                    <a:pt x="52" y="41"/>
                    <a:pt x="47" y="41"/>
                  </a:cubicBezTo>
                  <a:cubicBezTo>
                    <a:pt x="45" y="41"/>
                    <a:pt x="43" y="40"/>
                    <a:pt x="41" y="39"/>
                  </a:cubicBezTo>
                  <a:cubicBezTo>
                    <a:pt x="40" y="39"/>
                    <a:pt x="40" y="39"/>
                    <a:pt x="40" y="39"/>
                  </a:cubicBezTo>
                  <a:cubicBezTo>
                    <a:pt x="36" y="37"/>
                    <a:pt x="34" y="36"/>
                    <a:pt x="29" y="36"/>
                  </a:cubicBezTo>
                  <a:cubicBezTo>
                    <a:pt x="24" y="36"/>
                    <a:pt x="17" y="38"/>
                    <a:pt x="13" y="41"/>
                  </a:cubicBezTo>
                  <a:cubicBezTo>
                    <a:pt x="12" y="41"/>
                    <a:pt x="12" y="41"/>
                    <a:pt x="11" y="41"/>
                  </a:cubicBezTo>
                  <a:cubicBezTo>
                    <a:pt x="11" y="41"/>
                    <a:pt x="11" y="41"/>
                    <a:pt x="10" y="41"/>
                  </a:cubicBezTo>
                  <a:cubicBezTo>
                    <a:pt x="10" y="41"/>
                    <a:pt x="9" y="40"/>
                    <a:pt x="9" y="39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9" y="12"/>
                    <a:pt x="10" y="11"/>
                    <a:pt x="10" y="11"/>
                  </a:cubicBezTo>
                  <a:cubicBezTo>
                    <a:pt x="13" y="9"/>
                    <a:pt x="21" y="5"/>
                    <a:pt x="28" y="5"/>
                  </a:cubicBezTo>
                  <a:cubicBezTo>
                    <a:pt x="34" y="5"/>
                    <a:pt x="39" y="7"/>
                    <a:pt x="43" y="9"/>
                  </a:cubicBezTo>
                  <a:cubicBezTo>
                    <a:pt x="44" y="9"/>
                    <a:pt x="45" y="10"/>
                    <a:pt x="46" y="10"/>
                  </a:cubicBezTo>
                  <a:cubicBezTo>
                    <a:pt x="50" y="10"/>
                    <a:pt x="55" y="7"/>
                    <a:pt x="57" y="6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9" y="5"/>
                    <a:pt x="60" y="5"/>
                    <a:pt x="61" y="5"/>
                  </a:cubicBezTo>
                  <a:cubicBezTo>
                    <a:pt x="61" y="5"/>
                    <a:pt x="62" y="6"/>
                    <a:pt x="62" y="7"/>
                  </a:cubicBezTo>
                  <a:lnTo>
                    <a:pt x="62" y="34"/>
                  </a:lnTo>
                  <a:close/>
                  <a:moveTo>
                    <a:pt x="27" y="9"/>
                  </a:moveTo>
                  <a:cubicBezTo>
                    <a:pt x="23" y="10"/>
                    <a:pt x="18" y="12"/>
                    <a:pt x="14" y="14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8" y="18"/>
                    <a:pt x="23" y="17"/>
                    <a:pt x="27" y="16"/>
                  </a:cubicBezTo>
                  <a:lnTo>
                    <a:pt x="27" y="9"/>
                  </a:lnTo>
                  <a:close/>
                  <a:moveTo>
                    <a:pt x="27" y="24"/>
                  </a:moveTo>
                  <a:cubicBezTo>
                    <a:pt x="23" y="25"/>
                    <a:pt x="18" y="27"/>
                    <a:pt x="14" y="29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8" y="33"/>
                    <a:pt x="23" y="32"/>
                    <a:pt x="27" y="31"/>
                  </a:cubicBezTo>
                  <a:lnTo>
                    <a:pt x="27" y="24"/>
                  </a:lnTo>
                  <a:close/>
                  <a:moveTo>
                    <a:pt x="57" y="26"/>
                  </a:moveTo>
                  <a:cubicBezTo>
                    <a:pt x="54" y="28"/>
                    <a:pt x="48" y="30"/>
                    <a:pt x="43" y="29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1"/>
                    <a:pt x="43" y="21"/>
                    <a:pt x="42" y="20"/>
                  </a:cubicBezTo>
                  <a:cubicBezTo>
                    <a:pt x="38" y="18"/>
                    <a:pt x="35" y="16"/>
                    <a:pt x="29" y="16"/>
                  </a:cubicBezTo>
                  <a:cubicBezTo>
                    <a:pt x="29" y="16"/>
                    <a:pt x="28" y="16"/>
                    <a:pt x="27" y="16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34" y="24"/>
                    <a:pt x="38" y="26"/>
                    <a:pt x="42" y="28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4" y="36"/>
                    <a:pt x="45" y="36"/>
                    <a:pt x="47" y="36"/>
                  </a:cubicBezTo>
                  <a:cubicBezTo>
                    <a:pt x="51" y="36"/>
                    <a:pt x="55" y="34"/>
                    <a:pt x="57" y="33"/>
                  </a:cubicBezTo>
                  <a:lnTo>
                    <a:pt x="57" y="26"/>
                  </a:lnTo>
                  <a:close/>
                  <a:moveTo>
                    <a:pt x="57" y="11"/>
                  </a:moveTo>
                  <a:cubicBezTo>
                    <a:pt x="54" y="12"/>
                    <a:pt x="50" y="14"/>
                    <a:pt x="46" y="14"/>
                  </a:cubicBezTo>
                  <a:cubicBezTo>
                    <a:pt x="45" y="14"/>
                    <a:pt x="44" y="14"/>
                    <a:pt x="43" y="14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8" y="22"/>
                    <a:pt x="54" y="19"/>
                    <a:pt x="57" y="18"/>
                  </a:cubicBezTo>
                  <a:lnTo>
                    <a:pt x="57" y="1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4" name="TextBox 32"/>
            <p:cNvSpPr txBox="1"/>
            <p:nvPr/>
          </p:nvSpPr>
          <p:spPr bwMode="auto">
            <a:xfrm>
              <a:off x="4011351" y="4565527"/>
              <a:ext cx="903388" cy="222413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rmAutofit fontScale="70000" lnSpcReduction="20000"/>
            </a:bodyPr>
            <a:lstStyle/>
            <a:p>
              <a:pPr latinLnBrk="0"/>
              <a:r>
                <a:rPr lang="zh-CN" altLang="en-US" sz="1400" b="1">
                  <a:solidFill>
                    <a:schemeClr val="bg1"/>
                  </a:solidFill>
                  <a:effectLst/>
                </a:rPr>
                <a:t>标题文本预设</a:t>
              </a:r>
              <a:endParaRPr lang="zh-CN" altLang="en-US" sz="1400" b="1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5" name="TextBox 33"/>
            <p:cNvSpPr txBox="1"/>
            <p:nvPr/>
          </p:nvSpPr>
          <p:spPr bwMode="auto">
            <a:xfrm rot="3341112">
              <a:off x="4755955" y="3181007"/>
              <a:ext cx="903388" cy="222413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rmAutofit fontScale="70000" lnSpcReduction="20000"/>
            </a:bodyPr>
            <a:lstStyle/>
            <a:p>
              <a:pPr latinLnBrk="0"/>
              <a:r>
                <a:rPr lang="zh-CN" altLang="en-US" sz="1400" b="1">
                  <a:solidFill>
                    <a:schemeClr val="bg1"/>
                  </a:solidFill>
                  <a:effectLst/>
                </a:rPr>
                <a:t>标题文本预设</a:t>
              </a:r>
              <a:endParaRPr lang="zh-CN" altLang="en-US" sz="1400" b="1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6" name="TextBox 34"/>
            <p:cNvSpPr txBox="1"/>
            <p:nvPr/>
          </p:nvSpPr>
          <p:spPr bwMode="auto">
            <a:xfrm rot="17948150">
              <a:off x="3166954" y="3306436"/>
              <a:ext cx="903388" cy="222413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rmAutofit fontScale="70000" lnSpcReduction="20000"/>
            </a:bodyPr>
            <a:lstStyle/>
            <a:p>
              <a:pPr latinLnBrk="0"/>
              <a:r>
                <a:rPr lang="zh-CN" altLang="en-US" sz="1400" b="1">
                  <a:solidFill>
                    <a:schemeClr val="bg1"/>
                  </a:solidFill>
                  <a:effectLst/>
                </a:rPr>
                <a:t>标题文本预设</a:t>
              </a:r>
              <a:endParaRPr lang="zh-CN" altLang="en-US" sz="1400" b="1">
                <a:solidFill>
                  <a:schemeClr val="bg1"/>
                </a:solidFill>
                <a:effectLst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494040" y="1327159"/>
            <a:ext cx="2220309" cy="649603"/>
            <a:chOff x="5494040" y="1327159"/>
            <a:chExt cx="2220309" cy="649603"/>
          </a:xfrm>
        </p:grpSpPr>
        <p:sp>
          <p:nvSpPr>
            <p:cNvPr id="5" name="Oval 42"/>
            <p:cNvSpPr/>
            <p:nvPr/>
          </p:nvSpPr>
          <p:spPr bwMode="auto">
            <a:xfrm flipH="1">
              <a:off x="5494040" y="1351406"/>
              <a:ext cx="347100" cy="347110"/>
            </a:xfrm>
            <a:prstGeom prst="ellipse">
              <a:avLst/>
            </a:prstGeom>
            <a:solidFill>
              <a:srgbClr val="4D5985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8" name="Group 1"/>
            <p:cNvGrpSpPr/>
            <p:nvPr/>
          </p:nvGrpSpPr>
          <p:grpSpPr>
            <a:xfrm>
              <a:off x="5841140" y="1327159"/>
              <a:ext cx="1873209" cy="649603"/>
              <a:chOff x="7860196" y="1829517"/>
              <a:chExt cx="2497612" cy="866137"/>
            </a:xfrm>
          </p:grpSpPr>
          <p:sp>
            <p:nvSpPr>
              <p:cNvPr id="15" name="TextBox 41"/>
              <p:cNvSpPr txBox="1"/>
              <p:nvPr/>
            </p:nvSpPr>
            <p:spPr bwMode="auto">
              <a:xfrm>
                <a:off x="7860196" y="1829517"/>
                <a:ext cx="1531613" cy="309958"/>
              </a:xfrm>
              <a:prstGeom prst="rect">
                <a:avLst/>
              </a:prstGeom>
              <a:noFill/>
            </p:spPr>
            <p:txBody>
              <a:bodyPr wrap="none" lIns="360000" tIns="46800" rIns="90000" bIns="46800">
                <a:normAutofit fontScale="77500" lnSpcReduction="20000"/>
              </a:bodyPr>
              <a:lstStyle/>
              <a:p>
                <a:pPr algn="l" latinLnBrk="0"/>
                <a:r>
                  <a:rPr lang="zh-CN" altLang="en-US" sz="1400">
                    <a:solidFill>
                      <a:srgbClr val="4D5985"/>
                    </a:solidFill>
                    <a:effectLst/>
                  </a:rPr>
                  <a:t>标题文本预设</a:t>
                </a:r>
                <a:endParaRPr lang="zh-CN" altLang="en-US" sz="1400">
                  <a:solidFill>
                    <a:srgbClr val="4D5985"/>
                  </a:solidFill>
                  <a:effectLst/>
                </a:endParaRPr>
              </a:p>
            </p:txBody>
          </p:sp>
          <p:sp>
            <p:nvSpPr>
              <p:cNvPr id="16" name="TextBox 43"/>
              <p:cNvSpPr txBox="1"/>
              <p:nvPr/>
            </p:nvSpPr>
            <p:spPr bwMode="auto">
              <a:xfrm>
                <a:off x="7860196" y="2139475"/>
                <a:ext cx="2497612" cy="556179"/>
              </a:xfrm>
              <a:prstGeom prst="rect">
                <a:avLst/>
              </a:prstGeom>
              <a:noFill/>
            </p:spPr>
            <p:txBody>
              <a:bodyPr wrap="square" lIns="360000" tIns="46800" rIns="90000" bIns="46800">
                <a:normAutofit fontScale="92500" lnSpcReduction="10000"/>
              </a:bodyPr>
              <a:lstStyle/>
              <a:p>
                <a:pPr algn="l" latinLnBrk="0">
                  <a:lnSpc>
                    <a:spcPct val="120000"/>
                  </a:lnSpc>
                </a:pPr>
                <a:r>
                  <a:rPr lang="zh-CN" altLang="en-US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</a:rPr>
                  <a:t>此部分内容作为文字排版占位显示 （建议使用主题字体）</a:t>
                </a:r>
                <a:endParaRPr lang="zh-CN" altLang="en-US" sz="1000" b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endParaRPr>
              </a:p>
            </p:txBody>
          </p:sp>
        </p:grpSp>
      </p:grpSp>
      <p:grpSp>
        <p:nvGrpSpPr>
          <p:cNvPr id="36" name="组合 35"/>
          <p:cNvGrpSpPr/>
          <p:nvPr/>
        </p:nvGrpSpPr>
        <p:grpSpPr>
          <a:xfrm>
            <a:off x="5494040" y="2414918"/>
            <a:ext cx="2220309" cy="649603"/>
            <a:chOff x="5494040" y="2414918"/>
            <a:chExt cx="2220309" cy="649603"/>
          </a:xfrm>
        </p:grpSpPr>
        <p:sp>
          <p:nvSpPr>
            <p:cNvPr id="6" name="Oval 45"/>
            <p:cNvSpPr/>
            <p:nvPr/>
          </p:nvSpPr>
          <p:spPr bwMode="auto">
            <a:xfrm flipH="1">
              <a:off x="5494040" y="2450997"/>
              <a:ext cx="347100" cy="347110"/>
            </a:xfrm>
            <a:prstGeom prst="ellipse">
              <a:avLst/>
            </a:prstGeom>
            <a:solidFill>
              <a:srgbClr val="7B8E9B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9" name="Group 44"/>
            <p:cNvGrpSpPr/>
            <p:nvPr/>
          </p:nvGrpSpPr>
          <p:grpSpPr>
            <a:xfrm>
              <a:off x="5841140" y="2414918"/>
              <a:ext cx="1873209" cy="649603"/>
              <a:chOff x="7860196" y="1829517"/>
              <a:chExt cx="2497612" cy="866137"/>
            </a:xfrm>
          </p:grpSpPr>
          <p:sp>
            <p:nvSpPr>
              <p:cNvPr id="13" name="TextBox 46"/>
              <p:cNvSpPr txBox="1"/>
              <p:nvPr/>
            </p:nvSpPr>
            <p:spPr bwMode="auto">
              <a:xfrm>
                <a:off x="7860196" y="1829517"/>
                <a:ext cx="1531613" cy="309958"/>
              </a:xfrm>
              <a:prstGeom prst="rect">
                <a:avLst/>
              </a:prstGeom>
              <a:noFill/>
            </p:spPr>
            <p:txBody>
              <a:bodyPr wrap="none" lIns="360000" tIns="46800" rIns="90000" bIns="46800">
                <a:normAutofit fontScale="77500" lnSpcReduction="20000"/>
              </a:bodyPr>
              <a:lstStyle/>
              <a:p>
                <a:pPr algn="l" latinLnBrk="0"/>
                <a:r>
                  <a:rPr lang="zh-CN" altLang="en-US" sz="1400">
                    <a:solidFill>
                      <a:srgbClr val="7B8E9B"/>
                    </a:solidFill>
                    <a:effectLst/>
                  </a:rPr>
                  <a:t>标题文本预设</a:t>
                </a:r>
                <a:endParaRPr lang="zh-CN" altLang="en-US" sz="1400">
                  <a:solidFill>
                    <a:srgbClr val="7B8E9B"/>
                  </a:solidFill>
                  <a:effectLst/>
                </a:endParaRPr>
              </a:p>
            </p:txBody>
          </p:sp>
          <p:sp>
            <p:nvSpPr>
              <p:cNvPr id="14" name="TextBox 47"/>
              <p:cNvSpPr txBox="1"/>
              <p:nvPr/>
            </p:nvSpPr>
            <p:spPr bwMode="auto">
              <a:xfrm>
                <a:off x="7860196" y="2139475"/>
                <a:ext cx="2497612" cy="556179"/>
              </a:xfrm>
              <a:prstGeom prst="rect">
                <a:avLst/>
              </a:prstGeom>
              <a:noFill/>
            </p:spPr>
            <p:txBody>
              <a:bodyPr wrap="square" lIns="360000" tIns="46800" rIns="90000" bIns="46800">
                <a:normAutofit fontScale="92500" lnSpcReduction="10000"/>
              </a:bodyPr>
              <a:lstStyle/>
              <a:p>
                <a:pPr algn="l" latinLnBrk="0">
                  <a:lnSpc>
                    <a:spcPct val="120000"/>
                  </a:lnSpc>
                </a:pPr>
                <a:r>
                  <a:rPr lang="zh-CN" altLang="en-US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</a:rPr>
                  <a:t>此部分内容作为文字排版占位显示 （建议使用主题字体）</a:t>
                </a:r>
                <a:endParaRPr lang="zh-CN" altLang="en-US" sz="1000" b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endParaRPr>
              </a:p>
            </p:txBody>
          </p:sp>
        </p:grpSp>
      </p:grpSp>
      <p:grpSp>
        <p:nvGrpSpPr>
          <p:cNvPr id="37" name="组合 36"/>
          <p:cNvGrpSpPr/>
          <p:nvPr/>
        </p:nvGrpSpPr>
        <p:grpSpPr>
          <a:xfrm>
            <a:off x="5494040" y="3578810"/>
            <a:ext cx="2220309" cy="649603"/>
            <a:chOff x="5494040" y="3578810"/>
            <a:chExt cx="2220309" cy="649603"/>
          </a:xfrm>
        </p:grpSpPr>
        <p:sp>
          <p:nvSpPr>
            <p:cNvPr id="7" name="Oval 48"/>
            <p:cNvSpPr/>
            <p:nvPr/>
          </p:nvSpPr>
          <p:spPr bwMode="auto">
            <a:xfrm flipH="1">
              <a:off x="5494040" y="3606353"/>
              <a:ext cx="347100" cy="347110"/>
            </a:xfrm>
            <a:prstGeom prst="ellipse">
              <a:avLst/>
            </a:prstGeom>
            <a:solidFill>
              <a:srgbClr val="4D5985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0" name="Group 49"/>
            <p:cNvGrpSpPr/>
            <p:nvPr/>
          </p:nvGrpSpPr>
          <p:grpSpPr>
            <a:xfrm>
              <a:off x="5841140" y="3578810"/>
              <a:ext cx="1873209" cy="649603"/>
              <a:chOff x="7860196" y="1829517"/>
              <a:chExt cx="2497612" cy="866137"/>
            </a:xfrm>
          </p:grpSpPr>
          <p:sp>
            <p:nvSpPr>
              <p:cNvPr id="11" name="TextBox 50"/>
              <p:cNvSpPr txBox="1"/>
              <p:nvPr/>
            </p:nvSpPr>
            <p:spPr bwMode="auto">
              <a:xfrm>
                <a:off x="7860196" y="1829517"/>
                <a:ext cx="1531613" cy="309958"/>
              </a:xfrm>
              <a:prstGeom prst="rect">
                <a:avLst/>
              </a:prstGeom>
              <a:noFill/>
            </p:spPr>
            <p:txBody>
              <a:bodyPr wrap="none" lIns="360000" tIns="46800" rIns="90000" bIns="46800">
                <a:normAutofit fontScale="77500" lnSpcReduction="20000"/>
              </a:bodyPr>
              <a:lstStyle/>
              <a:p>
                <a:pPr algn="l" latinLnBrk="0"/>
                <a:r>
                  <a:rPr lang="zh-CN" altLang="en-US" sz="1400">
                    <a:solidFill>
                      <a:srgbClr val="4D5985"/>
                    </a:solidFill>
                    <a:effectLst/>
                  </a:rPr>
                  <a:t>标题文本预设</a:t>
                </a:r>
                <a:endParaRPr lang="zh-CN" altLang="en-US" sz="1400">
                  <a:solidFill>
                    <a:srgbClr val="4D5985"/>
                  </a:solidFill>
                  <a:effectLst/>
                </a:endParaRPr>
              </a:p>
            </p:txBody>
          </p:sp>
          <p:sp>
            <p:nvSpPr>
              <p:cNvPr id="12" name="TextBox 54"/>
              <p:cNvSpPr txBox="1"/>
              <p:nvPr/>
            </p:nvSpPr>
            <p:spPr bwMode="auto">
              <a:xfrm>
                <a:off x="7860196" y="2139475"/>
                <a:ext cx="2497612" cy="556179"/>
              </a:xfrm>
              <a:prstGeom prst="rect">
                <a:avLst/>
              </a:prstGeom>
              <a:noFill/>
            </p:spPr>
            <p:txBody>
              <a:bodyPr wrap="square" lIns="360000" tIns="46800" rIns="90000" bIns="46800">
                <a:normAutofit fontScale="92500" lnSpcReduction="10000"/>
              </a:bodyPr>
              <a:lstStyle/>
              <a:p>
                <a:pPr algn="l" latinLnBrk="0">
                  <a:lnSpc>
                    <a:spcPct val="120000"/>
                  </a:lnSpc>
                </a:pPr>
                <a:r>
                  <a:rPr lang="zh-CN" altLang="en-US" sz="1000" b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</a:rPr>
                  <a:t>此部分内容作为文字排版占位显示 （建议使用主题字体）</a:t>
                </a:r>
                <a:endParaRPr lang="zh-CN" altLang="en-US" sz="1000" b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endParaRPr>
              </a:p>
            </p:txBody>
          </p:sp>
        </p:grpSp>
      </p:grpSp>
      <p:sp>
        <p:nvSpPr>
          <p:cNvPr id="35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点击输入标题内容</a:t>
            </a:r>
            <a:endParaRPr lang="zh-CN" altLang="en-US" sz="18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41"/>
          <p:cNvGrpSpPr>
            <a:grpSpLocks noChangeAspect="1"/>
          </p:cNvGrpSpPr>
          <p:nvPr/>
        </p:nvGrpSpPr>
        <p:grpSpPr>
          <a:xfrm>
            <a:off x="2299165" y="1159839"/>
            <a:ext cx="4356124" cy="2596039"/>
            <a:chOff x="2411080" y="1139205"/>
            <a:chExt cx="7058025" cy="4381500"/>
          </a:xfrm>
        </p:grpSpPr>
        <p:sp>
          <p:nvSpPr>
            <p:cNvPr id="26" name="Freeform: Shape 16"/>
            <p:cNvSpPr/>
            <p:nvPr/>
          </p:nvSpPr>
          <p:spPr bwMode="auto">
            <a:xfrm>
              <a:off x="3987467" y="1836117"/>
              <a:ext cx="1963738" cy="1260475"/>
            </a:xfrm>
            <a:custGeom>
              <a:avLst/>
              <a:gdLst>
                <a:gd name="T0" fmla="*/ 0 w 1237"/>
                <a:gd name="T1" fmla="*/ 49 h 794"/>
                <a:gd name="T2" fmla="*/ 1206 w 1237"/>
                <a:gd name="T3" fmla="*/ 794 h 794"/>
                <a:gd name="T4" fmla="*/ 1237 w 1237"/>
                <a:gd name="T5" fmla="*/ 746 h 794"/>
                <a:gd name="T6" fmla="*/ 28 w 1237"/>
                <a:gd name="T7" fmla="*/ 0 h 794"/>
                <a:gd name="T8" fmla="*/ 0 w 1237"/>
                <a:gd name="T9" fmla="*/ 49 h 7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7" h="794">
                  <a:moveTo>
                    <a:pt x="0" y="49"/>
                  </a:moveTo>
                  <a:lnTo>
                    <a:pt x="1206" y="794"/>
                  </a:lnTo>
                  <a:lnTo>
                    <a:pt x="1237" y="746"/>
                  </a:lnTo>
                  <a:lnTo>
                    <a:pt x="28" y="0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7" name="Freeform: Shape 17"/>
            <p:cNvSpPr/>
            <p:nvPr/>
          </p:nvSpPr>
          <p:spPr bwMode="auto">
            <a:xfrm>
              <a:off x="3987467" y="1836117"/>
              <a:ext cx="1963738" cy="1260475"/>
            </a:xfrm>
            <a:custGeom>
              <a:avLst/>
              <a:gdLst>
                <a:gd name="T0" fmla="*/ 0 w 1237"/>
                <a:gd name="T1" fmla="*/ 49 h 794"/>
                <a:gd name="T2" fmla="*/ 1206 w 1237"/>
                <a:gd name="T3" fmla="*/ 794 h 794"/>
                <a:gd name="T4" fmla="*/ 1237 w 1237"/>
                <a:gd name="T5" fmla="*/ 746 h 794"/>
                <a:gd name="T6" fmla="*/ 28 w 1237"/>
                <a:gd name="T7" fmla="*/ 0 h 794"/>
                <a:gd name="T8" fmla="*/ 0 w 1237"/>
                <a:gd name="T9" fmla="*/ 49 h 7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7" h="794">
                  <a:moveTo>
                    <a:pt x="0" y="49"/>
                  </a:moveTo>
                  <a:lnTo>
                    <a:pt x="1206" y="794"/>
                  </a:lnTo>
                  <a:lnTo>
                    <a:pt x="1237" y="746"/>
                  </a:lnTo>
                  <a:lnTo>
                    <a:pt x="28" y="0"/>
                  </a:lnTo>
                  <a:lnTo>
                    <a:pt x="0" y="49"/>
                  </a:lnTo>
                </a:path>
              </a:pathLst>
            </a:custGeom>
            <a:solidFill>
              <a:srgbClr val="4D59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8" name="Freeform: Shape 18"/>
            <p:cNvSpPr/>
            <p:nvPr/>
          </p:nvSpPr>
          <p:spPr bwMode="auto">
            <a:xfrm>
              <a:off x="5879767" y="1404317"/>
              <a:ext cx="184150" cy="1655763"/>
            </a:xfrm>
            <a:custGeom>
              <a:avLst/>
              <a:gdLst>
                <a:gd name="T0" fmla="*/ 56 w 116"/>
                <a:gd name="T1" fmla="*/ 1043 h 1043"/>
                <a:gd name="T2" fmla="*/ 116 w 116"/>
                <a:gd name="T3" fmla="*/ 3 h 1043"/>
                <a:gd name="T4" fmla="*/ 59 w 116"/>
                <a:gd name="T5" fmla="*/ 0 h 1043"/>
                <a:gd name="T6" fmla="*/ 0 w 116"/>
                <a:gd name="T7" fmla="*/ 1040 h 1043"/>
                <a:gd name="T8" fmla="*/ 56 w 116"/>
                <a:gd name="T9" fmla="*/ 1043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043">
                  <a:moveTo>
                    <a:pt x="56" y="1043"/>
                  </a:moveTo>
                  <a:lnTo>
                    <a:pt x="116" y="3"/>
                  </a:lnTo>
                  <a:lnTo>
                    <a:pt x="59" y="0"/>
                  </a:lnTo>
                  <a:lnTo>
                    <a:pt x="0" y="1040"/>
                  </a:lnTo>
                  <a:lnTo>
                    <a:pt x="56" y="10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9" name="Freeform: Shape 19"/>
            <p:cNvSpPr/>
            <p:nvPr/>
          </p:nvSpPr>
          <p:spPr bwMode="auto">
            <a:xfrm>
              <a:off x="3260392" y="2996580"/>
              <a:ext cx="2744788" cy="122238"/>
            </a:xfrm>
            <a:custGeom>
              <a:avLst/>
              <a:gdLst>
                <a:gd name="T0" fmla="*/ 0 w 1729"/>
                <a:gd name="T1" fmla="*/ 77 h 77"/>
                <a:gd name="T2" fmla="*/ 1729 w 1729"/>
                <a:gd name="T3" fmla="*/ 57 h 77"/>
                <a:gd name="T4" fmla="*/ 1729 w 1729"/>
                <a:gd name="T5" fmla="*/ 0 h 77"/>
                <a:gd name="T6" fmla="*/ 0 w 1729"/>
                <a:gd name="T7" fmla="*/ 20 h 77"/>
                <a:gd name="T8" fmla="*/ 0 w 1729"/>
                <a:gd name="T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9" h="77">
                  <a:moveTo>
                    <a:pt x="0" y="77"/>
                  </a:moveTo>
                  <a:lnTo>
                    <a:pt x="1729" y="57"/>
                  </a:lnTo>
                  <a:lnTo>
                    <a:pt x="1729" y="0"/>
                  </a:lnTo>
                  <a:lnTo>
                    <a:pt x="0" y="20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0" name="Freeform: Shape 20"/>
            <p:cNvSpPr/>
            <p:nvPr/>
          </p:nvSpPr>
          <p:spPr bwMode="auto">
            <a:xfrm>
              <a:off x="3260392" y="2996580"/>
              <a:ext cx="2744788" cy="122238"/>
            </a:xfrm>
            <a:custGeom>
              <a:avLst/>
              <a:gdLst>
                <a:gd name="T0" fmla="*/ 0 w 1729"/>
                <a:gd name="T1" fmla="*/ 77 h 77"/>
                <a:gd name="T2" fmla="*/ 1729 w 1729"/>
                <a:gd name="T3" fmla="*/ 57 h 77"/>
                <a:gd name="T4" fmla="*/ 1729 w 1729"/>
                <a:gd name="T5" fmla="*/ 0 h 77"/>
                <a:gd name="T6" fmla="*/ 0 w 1729"/>
                <a:gd name="T7" fmla="*/ 20 h 77"/>
                <a:gd name="T8" fmla="*/ 0 w 1729"/>
                <a:gd name="T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9" h="77">
                  <a:moveTo>
                    <a:pt x="0" y="77"/>
                  </a:moveTo>
                  <a:lnTo>
                    <a:pt x="1729" y="57"/>
                  </a:lnTo>
                  <a:lnTo>
                    <a:pt x="1729" y="0"/>
                  </a:lnTo>
                  <a:lnTo>
                    <a:pt x="0" y="20"/>
                  </a:lnTo>
                  <a:lnTo>
                    <a:pt x="0" y="77"/>
                  </a:lnTo>
                </a:path>
              </a:pathLst>
            </a:cu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1" name="Freeform: Shape 21"/>
            <p:cNvSpPr/>
            <p:nvPr/>
          </p:nvSpPr>
          <p:spPr bwMode="auto">
            <a:xfrm>
              <a:off x="3628692" y="3006105"/>
              <a:ext cx="2398713" cy="1358900"/>
            </a:xfrm>
            <a:custGeom>
              <a:avLst/>
              <a:gdLst>
                <a:gd name="T0" fmla="*/ 1483 w 1511"/>
                <a:gd name="T1" fmla="*/ 0 h 856"/>
                <a:gd name="T2" fmla="*/ 0 w 1511"/>
                <a:gd name="T3" fmla="*/ 805 h 856"/>
                <a:gd name="T4" fmla="*/ 28 w 1511"/>
                <a:gd name="T5" fmla="*/ 856 h 856"/>
                <a:gd name="T6" fmla="*/ 1511 w 1511"/>
                <a:gd name="T7" fmla="*/ 48 h 856"/>
                <a:gd name="T8" fmla="*/ 1483 w 1511"/>
                <a:gd name="T9" fmla="*/ 0 h 8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1" h="856">
                  <a:moveTo>
                    <a:pt x="1483" y="0"/>
                  </a:moveTo>
                  <a:lnTo>
                    <a:pt x="0" y="805"/>
                  </a:lnTo>
                  <a:lnTo>
                    <a:pt x="28" y="856"/>
                  </a:lnTo>
                  <a:lnTo>
                    <a:pt x="1511" y="48"/>
                  </a:lnTo>
                  <a:lnTo>
                    <a:pt x="1483" y="0"/>
                  </a:lnTo>
                  <a:close/>
                </a:path>
              </a:pathLst>
            </a:custGeom>
            <a:solidFill>
              <a:srgbClr val="71B5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2" name="Freeform: Shape 22"/>
            <p:cNvSpPr/>
            <p:nvPr/>
          </p:nvSpPr>
          <p:spPr bwMode="auto">
            <a:xfrm>
              <a:off x="3628692" y="3006105"/>
              <a:ext cx="2398713" cy="1358900"/>
            </a:xfrm>
            <a:custGeom>
              <a:avLst/>
              <a:gdLst>
                <a:gd name="T0" fmla="*/ 1483 w 1511"/>
                <a:gd name="T1" fmla="*/ 0 h 856"/>
                <a:gd name="T2" fmla="*/ 0 w 1511"/>
                <a:gd name="T3" fmla="*/ 805 h 856"/>
                <a:gd name="T4" fmla="*/ 28 w 1511"/>
                <a:gd name="T5" fmla="*/ 856 h 856"/>
                <a:gd name="T6" fmla="*/ 1511 w 1511"/>
                <a:gd name="T7" fmla="*/ 48 h 856"/>
                <a:gd name="T8" fmla="*/ 1483 w 1511"/>
                <a:gd name="T9" fmla="*/ 0 h 8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1" h="856">
                  <a:moveTo>
                    <a:pt x="1483" y="0"/>
                  </a:moveTo>
                  <a:lnTo>
                    <a:pt x="0" y="805"/>
                  </a:lnTo>
                  <a:lnTo>
                    <a:pt x="28" y="856"/>
                  </a:lnTo>
                  <a:lnTo>
                    <a:pt x="1511" y="48"/>
                  </a:lnTo>
                  <a:lnTo>
                    <a:pt x="1483" y="0"/>
                  </a:lnTo>
                </a:path>
              </a:pathLst>
            </a:custGeom>
            <a:solidFill>
              <a:srgbClr val="4D5985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3" name="Freeform: Shape 23"/>
            <p:cNvSpPr/>
            <p:nvPr/>
          </p:nvSpPr>
          <p:spPr bwMode="auto">
            <a:xfrm>
              <a:off x="5865480" y="2988642"/>
              <a:ext cx="368300" cy="1857375"/>
            </a:xfrm>
            <a:custGeom>
              <a:avLst/>
              <a:gdLst>
                <a:gd name="T0" fmla="*/ 0 w 232"/>
                <a:gd name="T1" fmla="*/ 11 h 1170"/>
                <a:gd name="T2" fmla="*/ 176 w 232"/>
                <a:gd name="T3" fmla="*/ 1170 h 1170"/>
                <a:gd name="T4" fmla="*/ 232 w 232"/>
                <a:gd name="T5" fmla="*/ 1162 h 1170"/>
                <a:gd name="T6" fmla="*/ 57 w 232"/>
                <a:gd name="T7" fmla="*/ 0 h 1170"/>
                <a:gd name="T8" fmla="*/ 0 w 232"/>
                <a:gd name="T9" fmla="*/ 11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2" h="1170">
                  <a:moveTo>
                    <a:pt x="0" y="11"/>
                  </a:moveTo>
                  <a:lnTo>
                    <a:pt x="176" y="1170"/>
                  </a:lnTo>
                  <a:lnTo>
                    <a:pt x="232" y="1162"/>
                  </a:lnTo>
                  <a:lnTo>
                    <a:pt x="57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4" name="Freeform: Shape 24"/>
            <p:cNvSpPr/>
            <p:nvPr/>
          </p:nvSpPr>
          <p:spPr bwMode="auto">
            <a:xfrm>
              <a:off x="5865480" y="2988642"/>
              <a:ext cx="368300" cy="1857375"/>
            </a:xfrm>
            <a:custGeom>
              <a:avLst/>
              <a:gdLst>
                <a:gd name="T0" fmla="*/ 0 w 232"/>
                <a:gd name="T1" fmla="*/ 11 h 1170"/>
                <a:gd name="T2" fmla="*/ 176 w 232"/>
                <a:gd name="T3" fmla="*/ 1170 h 1170"/>
                <a:gd name="T4" fmla="*/ 232 w 232"/>
                <a:gd name="T5" fmla="*/ 1162 h 1170"/>
                <a:gd name="T6" fmla="*/ 57 w 232"/>
                <a:gd name="T7" fmla="*/ 0 h 1170"/>
                <a:gd name="T8" fmla="*/ 0 w 232"/>
                <a:gd name="T9" fmla="*/ 11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2" h="1170">
                  <a:moveTo>
                    <a:pt x="0" y="11"/>
                  </a:moveTo>
                  <a:lnTo>
                    <a:pt x="176" y="1170"/>
                  </a:lnTo>
                  <a:lnTo>
                    <a:pt x="232" y="1162"/>
                  </a:lnTo>
                  <a:lnTo>
                    <a:pt x="57" y="0"/>
                  </a:lnTo>
                  <a:lnTo>
                    <a:pt x="0" y="11"/>
                  </a:lnTo>
                </a:path>
              </a:pathLst>
            </a:cu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5" name="Freeform: Shape 25"/>
            <p:cNvSpPr/>
            <p:nvPr/>
          </p:nvSpPr>
          <p:spPr bwMode="auto">
            <a:xfrm>
              <a:off x="5843255" y="2988642"/>
              <a:ext cx="2673350" cy="1327150"/>
            </a:xfrm>
            <a:custGeom>
              <a:avLst/>
              <a:gdLst>
                <a:gd name="T0" fmla="*/ 0 w 1684"/>
                <a:gd name="T1" fmla="*/ 51 h 836"/>
                <a:gd name="T2" fmla="*/ 1658 w 1684"/>
                <a:gd name="T3" fmla="*/ 836 h 836"/>
                <a:gd name="T4" fmla="*/ 1684 w 1684"/>
                <a:gd name="T5" fmla="*/ 785 h 836"/>
                <a:gd name="T6" fmla="*/ 25 w 1684"/>
                <a:gd name="T7" fmla="*/ 0 h 836"/>
                <a:gd name="T8" fmla="*/ 0 w 1684"/>
                <a:gd name="T9" fmla="*/ 51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4" h="836">
                  <a:moveTo>
                    <a:pt x="0" y="51"/>
                  </a:moveTo>
                  <a:lnTo>
                    <a:pt x="1658" y="836"/>
                  </a:lnTo>
                  <a:lnTo>
                    <a:pt x="1684" y="785"/>
                  </a:lnTo>
                  <a:lnTo>
                    <a:pt x="25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6" name="Freeform: Shape 26"/>
            <p:cNvSpPr/>
            <p:nvPr/>
          </p:nvSpPr>
          <p:spPr bwMode="auto">
            <a:xfrm>
              <a:off x="5843255" y="2988642"/>
              <a:ext cx="2673350" cy="1327150"/>
            </a:xfrm>
            <a:custGeom>
              <a:avLst/>
              <a:gdLst>
                <a:gd name="T0" fmla="*/ 0 w 1684"/>
                <a:gd name="T1" fmla="*/ 51 h 836"/>
                <a:gd name="T2" fmla="*/ 1658 w 1684"/>
                <a:gd name="T3" fmla="*/ 836 h 836"/>
                <a:gd name="T4" fmla="*/ 1684 w 1684"/>
                <a:gd name="T5" fmla="*/ 785 h 836"/>
                <a:gd name="T6" fmla="*/ 25 w 1684"/>
                <a:gd name="T7" fmla="*/ 0 h 836"/>
                <a:gd name="T8" fmla="*/ 0 w 1684"/>
                <a:gd name="T9" fmla="*/ 51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4" h="836">
                  <a:moveTo>
                    <a:pt x="0" y="51"/>
                  </a:moveTo>
                  <a:lnTo>
                    <a:pt x="1658" y="836"/>
                  </a:lnTo>
                  <a:lnTo>
                    <a:pt x="1684" y="785"/>
                  </a:lnTo>
                  <a:lnTo>
                    <a:pt x="25" y="0"/>
                  </a:lnTo>
                  <a:lnTo>
                    <a:pt x="0" y="51"/>
                  </a:lnTo>
                </a:path>
              </a:pathLst>
            </a:custGeom>
            <a:solidFill>
              <a:srgbClr val="4D59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7" name="Freeform: Shape 27"/>
            <p:cNvSpPr/>
            <p:nvPr/>
          </p:nvSpPr>
          <p:spPr bwMode="auto">
            <a:xfrm>
              <a:off x="6005180" y="2907680"/>
              <a:ext cx="2727325" cy="103188"/>
            </a:xfrm>
            <a:custGeom>
              <a:avLst/>
              <a:gdLst>
                <a:gd name="T0" fmla="*/ 1718 w 1718"/>
                <a:gd name="T1" fmla="*/ 0 h 65"/>
                <a:gd name="T2" fmla="*/ 0 w 1718"/>
                <a:gd name="T3" fmla="*/ 8 h 65"/>
                <a:gd name="T4" fmla="*/ 0 w 1718"/>
                <a:gd name="T5" fmla="*/ 65 h 65"/>
                <a:gd name="T6" fmla="*/ 1718 w 1718"/>
                <a:gd name="T7" fmla="*/ 56 h 65"/>
                <a:gd name="T8" fmla="*/ 1718 w 1718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8" h="65">
                  <a:moveTo>
                    <a:pt x="1718" y="0"/>
                  </a:moveTo>
                  <a:lnTo>
                    <a:pt x="0" y="8"/>
                  </a:lnTo>
                  <a:lnTo>
                    <a:pt x="0" y="65"/>
                  </a:lnTo>
                  <a:lnTo>
                    <a:pt x="1718" y="56"/>
                  </a:lnTo>
                  <a:lnTo>
                    <a:pt x="17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8" name="Freeform: Shape 28"/>
            <p:cNvSpPr/>
            <p:nvPr/>
          </p:nvSpPr>
          <p:spPr bwMode="auto">
            <a:xfrm>
              <a:off x="6005180" y="2907680"/>
              <a:ext cx="2727325" cy="103188"/>
            </a:xfrm>
            <a:custGeom>
              <a:avLst/>
              <a:gdLst>
                <a:gd name="T0" fmla="*/ 1718 w 1718"/>
                <a:gd name="T1" fmla="*/ 0 h 65"/>
                <a:gd name="T2" fmla="*/ 0 w 1718"/>
                <a:gd name="T3" fmla="*/ 8 h 65"/>
                <a:gd name="T4" fmla="*/ 0 w 1718"/>
                <a:gd name="T5" fmla="*/ 65 h 65"/>
                <a:gd name="T6" fmla="*/ 1718 w 1718"/>
                <a:gd name="T7" fmla="*/ 56 h 65"/>
                <a:gd name="T8" fmla="*/ 1718 w 1718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8" h="65">
                  <a:moveTo>
                    <a:pt x="1718" y="0"/>
                  </a:moveTo>
                  <a:lnTo>
                    <a:pt x="0" y="8"/>
                  </a:lnTo>
                  <a:lnTo>
                    <a:pt x="0" y="65"/>
                  </a:lnTo>
                  <a:lnTo>
                    <a:pt x="1718" y="56"/>
                  </a:lnTo>
                  <a:lnTo>
                    <a:pt x="1718" y="0"/>
                  </a:lnTo>
                </a:path>
              </a:pathLst>
            </a:custGeom>
            <a:solidFill>
              <a:srgbClr val="7B8E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9" name="Freeform: Shape 29"/>
            <p:cNvSpPr/>
            <p:nvPr/>
          </p:nvSpPr>
          <p:spPr bwMode="auto">
            <a:xfrm>
              <a:off x="5978192" y="1710705"/>
              <a:ext cx="1936750" cy="1290638"/>
            </a:xfrm>
            <a:custGeom>
              <a:avLst/>
              <a:gdLst>
                <a:gd name="T0" fmla="*/ 31 w 1220"/>
                <a:gd name="T1" fmla="*/ 813 h 813"/>
                <a:gd name="T2" fmla="*/ 1220 w 1220"/>
                <a:gd name="T3" fmla="*/ 48 h 813"/>
                <a:gd name="T4" fmla="*/ 1188 w 1220"/>
                <a:gd name="T5" fmla="*/ 0 h 813"/>
                <a:gd name="T6" fmla="*/ 0 w 1220"/>
                <a:gd name="T7" fmla="*/ 768 h 813"/>
                <a:gd name="T8" fmla="*/ 31 w 1220"/>
                <a:gd name="T9" fmla="*/ 813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20" h="813">
                  <a:moveTo>
                    <a:pt x="31" y="813"/>
                  </a:moveTo>
                  <a:lnTo>
                    <a:pt x="1220" y="48"/>
                  </a:lnTo>
                  <a:lnTo>
                    <a:pt x="1188" y="0"/>
                  </a:lnTo>
                  <a:lnTo>
                    <a:pt x="0" y="768"/>
                  </a:lnTo>
                  <a:lnTo>
                    <a:pt x="31" y="8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0" name="Freeform: Shape 30"/>
            <p:cNvSpPr/>
            <p:nvPr/>
          </p:nvSpPr>
          <p:spPr bwMode="auto">
            <a:xfrm>
              <a:off x="5978192" y="1710705"/>
              <a:ext cx="1936750" cy="1290638"/>
            </a:xfrm>
            <a:custGeom>
              <a:avLst/>
              <a:gdLst>
                <a:gd name="T0" fmla="*/ 31 w 1220"/>
                <a:gd name="T1" fmla="*/ 813 h 813"/>
                <a:gd name="T2" fmla="*/ 1220 w 1220"/>
                <a:gd name="T3" fmla="*/ 48 h 813"/>
                <a:gd name="T4" fmla="*/ 1188 w 1220"/>
                <a:gd name="T5" fmla="*/ 0 h 813"/>
                <a:gd name="T6" fmla="*/ 0 w 1220"/>
                <a:gd name="T7" fmla="*/ 768 h 813"/>
                <a:gd name="T8" fmla="*/ 31 w 1220"/>
                <a:gd name="T9" fmla="*/ 813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20" h="813">
                  <a:moveTo>
                    <a:pt x="31" y="813"/>
                  </a:moveTo>
                  <a:lnTo>
                    <a:pt x="1220" y="48"/>
                  </a:lnTo>
                  <a:lnTo>
                    <a:pt x="1188" y="0"/>
                  </a:lnTo>
                  <a:lnTo>
                    <a:pt x="0" y="768"/>
                  </a:lnTo>
                  <a:lnTo>
                    <a:pt x="31" y="813"/>
                  </a:lnTo>
                </a:path>
              </a:pathLst>
            </a:custGeom>
            <a:solidFill>
              <a:srgbClr val="4D59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1" name="Freeform: Shape 31"/>
            <p:cNvSpPr/>
            <p:nvPr/>
          </p:nvSpPr>
          <p:spPr bwMode="auto">
            <a:xfrm>
              <a:off x="4939967" y="2610817"/>
              <a:ext cx="2017713" cy="1143000"/>
            </a:xfrm>
            <a:custGeom>
              <a:avLst/>
              <a:gdLst>
                <a:gd name="T0" fmla="*/ 597 w 1271"/>
                <a:gd name="T1" fmla="*/ 345 h 720"/>
                <a:gd name="T2" fmla="*/ 272 w 1271"/>
                <a:gd name="T3" fmla="*/ 521 h 720"/>
                <a:gd name="T4" fmla="*/ 614 w 1271"/>
                <a:gd name="T5" fmla="*/ 720 h 720"/>
                <a:gd name="T6" fmla="*/ 651 w 1271"/>
                <a:gd name="T7" fmla="*/ 697 h 720"/>
                <a:gd name="T8" fmla="*/ 597 w 1271"/>
                <a:gd name="T9" fmla="*/ 345 h 720"/>
                <a:gd name="T10" fmla="*/ 654 w 1271"/>
                <a:gd name="T11" fmla="*/ 328 h 720"/>
                <a:gd name="T12" fmla="*/ 705 w 1271"/>
                <a:gd name="T13" fmla="*/ 666 h 720"/>
                <a:gd name="T14" fmla="*/ 1005 w 1271"/>
                <a:gd name="T15" fmla="*/ 496 h 720"/>
                <a:gd name="T16" fmla="*/ 654 w 1271"/>
                <a:gd name="T17" fmla="*/ 328 h 720"/>
                <a:gd name="T18" fmla="*/ 558 w 1271"/>
                <a:gd name="T19" fmla="*/ 303 h 720"/>
                <a:gd name="T20" fmla="*/ 102 w 1271"/>
                <a:gd name="T21" fmla="*/ 309 h 720"/>
                <a:gd name="T22" fmla="*/ 0 w 1271"/>
                <a:gd name="T23" fmla="*/ 368 h 720"/>
                <a:gd name="T24" fmla="*/ 212 w 1271"/>
                <a:gd name="T25" fmla="*/ 490 h 720"/>
                <a:gd name="T26" fmla="*/ 558 w 1271"/>
                <a:gd name="T27" fmla="*/ 303 h 720"/>
                <a:gd name="T28" fmla="*/ 365 w 1271"/>
                <a:gd name="T29" fmla="*/ 158 h 720"/>
                <a:gd name="T30" fmla="*/ 204 w 1271"/>
                <a:gd name="T31" fmla="*/ 249 h 720"/>
                <a:gd name="T32" fmla="*/ 509 w 1271"/>
                <a:gd name="T33" fmla="*/ 246 h 720"/>
                <a:gd name="T34" fmla="*/ 365 w 1271"/>
                <a:gd name="T35" fmla="*/ 158 h 720"/>
                <a:gd name="T36" fmla="*/ 609 w 1271"/>
                <a:gd name="T37" fmla="*/ 20 h 720"/>
                <a:gd name="T38" fmla="*/ 422 w 1271"/>
                <a:gd name="T39" fmla="*/ 127 h 720"/>
                <a:gd name="T40" fmla="*/ 594 w 1271"/>
                <a:gd name="T41" fmla="*/ 235 h 720"/>
                <a:gd name="T42" fmla="*/ 609 w 1271"/>
                <a:gd name="T43" fmla="*/ 20 h 720"/>
                <a:gd name="T44" fmla="*/ 665 w 1271"/>
                <a:gd name="T45" fmla="*/ 0 h 720"/>
                <a:gd name="T46" fmla="*/ 651 w 1271"/>
                <a:gd name="T47" fmla="*/ 243 h 720"/>
                <a:gd name="T48" fmla="*/ 671 w 1271"/>
                <a:gd name="T49" fmla="*/ 243 h 720"/>
                <a:gd name="T50" fmla="*/ 671 w 1271"/>
                <a:gd name="T51" fmla="*/ 272 h 720"/>
                <a:gd name="T52" fmla="*/ 671 w 1271"/>
                <a:gd name="T53" fmla="*/ 275 h 720"/>
                <a:gd name="T54" fmla="*/ 1064 w 1271"/>
                <a:gd name="T55" fmla="*/ 462 h 720"/>
                <a:gd name="T56" fmla="*/ 1271 w 1271"/>
                <a:gd name="T57" fmla="*/ 345 h 720"/>
                <a:gd name="T58" fmla="*/ 1104 w 1271"/>
                <a:gd name="T59" fmla="*/ 249 h 720"/>
                <a:gd name="T60" fmla="*/ 671 w 1271"/>
                <a:gd name="T61" fmla="*/ 252 h 720"/>
                <a:gd name="T62" fmla="*/ 671 w 1271"/>
                <a:gd name="T63" fmla="*/ 224 h 720"/>
                <a:gd name="T64" fmla="*/ 654 w 1271"/>
                <a:gd name="T65" fmla="*/ 201 h 720"/>
                <a:gd name="T66" fmla="*/ 826 w 1271"/>
                <a:gd name="T67" fmla="*/ 90 h 720"/>
                <a:gd name="T68" fmla="*/ 665 w 1271"/>
                <a:gd name="T6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71" h="720">
                  <a:moveTo>
                    <a:pt x="597" y="345"/>
                  </a:moveTo>
                  <a:lnTo>
                    <a:pt x="272" y="521"/>
                  </a:lnTo>
                  <a:lnTo>
                    <a:pt x="614" y="720"/>
                  </a:lnTo>
                  <a:lnTo>
                    <a:pt x="651" y="697"/>
                  </a:lnTo>
                  <a:lnTo>
                    <a:pt x="597" y="345"/>
                  </a:lnTo>
                  <a:close/>
                  <a:moveTo>
                    <a:pt x="654" y="328"/>
                  </a:moveTo>
                  <a:lnTo>
                    <a:pt x="705" y="666"/>
                  </a:lnTo>
                  <a:lnTo>
                    <a:pt x="1005" y="496"/>
                  </a:lnTo>
                  <a:lnTo>
                    <a:pt x="654" y="328"/>
                  </a:lnTo>
                  <a:close/>
                  <a:moveTo>
                    <a:pt x="558" y="303"/>
                  </a:moveTo>
                  <a:lnTo>
                    <a:pt x="102" y="309"/>
                  </a:lnTo>
                  <a:lnTo>
                    <a:pt x="0" y="368"/>
                  </a:lnTo>
                  <a:lnTo>
                    <a:pt x="212" y="490"/>
                  </a:lnTo>
                  <a:lnTo>
                    <a:pt x="558" y="303"/>
                  </a:lnTo>
                  <a:close/>
                  <a:moveTo>
                    <a:pt x="365" y="158"/>
                  </a:moveTo>
                  <a:lnTo>
                    <a:pt x="204" y="249"/>
                  </a:lnTo>
                  <a:lnTo>
                    <a:pt x="509" y="246"/>
                  </a:lnTo>
                  <a:lnTo>
                    <a:pt x="365" y="158"/>
                  </a:lnTo>
                  <a:close/>
                  <a:moveTo>
                    <a:pt x="609" y="20"/>
                  </a:moveTo>
                  <a:lnTo>
                    <a:pt x="422" y="127"/>
                  </a:lnTo>
                  <a:lnTo>
                    <a:pt x="594" y="235"/>
                  </a:lnTo>
                  <a:lnTo>
                    <a:pt x="609" y="20"/>
                  </a:lnTo>
                  <a:close/>
                  <a:moveTo>
                    <a:pt x="665" y="0"/>
                  </a:moveTo>
                  <a:lnTo>
                    <a:pt x="651" y="243"/>
                  </a:lnTo>
                  <a:lnTo>
                    <a:pt x="671" y="243"/>
                  </a:lnTo>
                  <a:lnTo>
                    <a:pt x="671" y="272"/>
                  </a:lnTo>
                  <a:lnTo>
                    <a:pt x="671" y="275"/>
                  </a:lnTo>
                  <a:lnTo>
                    <a:pt x="1064" y="462"/>
                  </a:lnTo>
                  <a:lnTo>
                    <a:pt x="1271" y="345"/>
                  </a:lnTo>
                  <a:lnTo>
                    <a:pt x="1104" y="249"/>
                  </a:lnTo>
                  <a:lnTo>
                    <a:pt x="671" y="252"/>
                  </a:lnTo>
                  <a:lnTo>
                    <a:pt x="671" y="224"/>
                  </a:lnTo>
                  <a:lnTo>
                    <a:pt x="654" y="201"/>
                  </a:lnTo>
                  <a:lnTo>
                    <a:pt x="826" y="90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E2E3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2" name="Freeform: Shape 32"/>
            <p:cNvSpPr/>
            <p:nvPr/>
          </p:nvSpPr>
          <p:spPr bwMode="auto">
            <a:xfrm>
              <a:off x="4939967" y="2610817"/>
              <a:ext cx="2017713" cy="1143000"/>
            </a:xfrm>
            <a:custGeom>
              <a:avLst/>
              <a:gdLst>
                <a:gd name="T0" fmla="*/ 597 w 1271"/>
                <a:gd name="T1" fmla="*/ 345 h 720"/>
                <a:gd name="T2" fmla="*/ 272 w 1271"/>
                <a:gd name="T3" fmla="*/ 521 h 720"/>
                <a:gd name="T4" fmla="*/ 614 w 1271"/>
                <a:gd name="T5" fmla="*/ 720 h 720"/>
                <a:gd name="T6" fmla="*/ 651 w 1271"/>
                <a:gd name="T7" fmla="*/ 697 h 720"/>
                <a:gd name="T8" fmla="*/ 597 w 1271"/>
                <a:gd name="T9" fmla="*/ 345 h 720"/>
                <a:gd name="T10" fmla="*/ 654 w 1271"/>
                <a:gd name="T11" fmla="*/ 328 h 720"/>
                <a:gd name="T12" fmla="*/ 705 w 1271"/>
                <a:gd name="T13" fmla="*/ 666 h 720"/>
                <a:gd name="T14" fmla="*/ 1005 w 1271"/>
                <a:gd name="T15" fmla="*/ 496 h 720"/>
                <a:gd name="T16" fmla="*/ 654 w 1271"/>
                <a:gd name="T17" fmla="*/ 328 h 720"/>
                <a:gd name="T18" fmla="*/ 558 w 1271"/>
                <a:gd name="T19" fmla="*/ 303 h 720"/>
                <a:gd name="T20" fmla="*/ 102 w 1271"/>
                <a:gd name="T21" fmla="*/ 309 h 720"/>
                <a:gd name="T22" fmla="*/ 0 w 1271"/>
                <a:gd name="T23" fmla="*/ 368 h 720"/>
                <a:gd name="T24" fmla="*/ 212 w 1271"/>
                <a:gd name="T25" fmla="*/ 490 h 720"/>
                <a:gd name="T26" fmla="*/ 558 w 1271"/>
                <a:gd name="T27" fmla="*/ 303 h 720"/>
                <a:gd name="T28" fmla="*/ 365 w 1271"/>
                <a:gd name="T29" fmla="*/ 158 h 720"/>
                <a:gd name="T30" fmla="*/ 204 w 1271"/>
                <a:gd name="T31" fmla="*/ 249 h 720"/>
                <a:gd name="T32" fmla="*/ 509 w 1271"/>
                <a:gd name="T33" fmla="*/ 246 h 720"/>
                <a:gd name="T34" fmla="*/ 365 w 1271"/>
                <a:gd name="T35" fmla="*/ 158 h 720"/>
                <a:gd name="T36" fmla="*/ 609 w 1271"/>
                <a:gd name="T37" fmla="*/ 20 h 720"/>
                <a:gd name="T38" fmla="*/ 422 w 1271"/>
                <a:gd name="T39" fmla="*/ 127 h 720"/>
                <a:gd name="T40" fmla="*/ 594 w 1271"/>
                <a:gd name="T41" fmla="*/ 235 h 720"/>
                <a:gd name="T42" fmla="*/ 609 w 1271"/>
                <a:gd name="T43" fmla="*/ 20 h 720"/>
                <a:gd name="T44" fmla="*/ 665 w 1271"/>
                <a:gd name="T45" fmla="*/ 0 h 720"/>
                <a:gd name="T46" fmla="*/ 651 w 1271"/>
                <a:gd name="T47" fmla="*/ 243 h 720"/>
                <a:gd name="T48" fmla="*/ 671 w 1271"/>
                <a:gd name="T49" fmla="*/ 243 h 720"/>
                <a:gd name="T50" fmla="*/ 671 w 1271"/>
                <a:gd name="T51" fmla="*/ 272 h 720"/>
                <a:gd name="T52" fmla="*/ 671 w 1271"/>
                <a:gd name="T53" fmla="*/ 275 h 720"/>
                <a:gd name="T54" fmla="*/ 1064 w 1271"/>
                <a:gd name="T55" fmla="*/ 462 h 720"/>
                <a:gd name="T56" fmla="*/ 1271 w 1271"/>
                <a:gd name="T57" fmla="*/ 345 h 720"/>
                <a:gd name="T58" fmla="*/ 1104 w 1271"/>
                <a:gd name="T59" fmla="*/ 249 h 720"/>
                <a:gd name="T60" fmla="*/ 671 w 1271"/>
                <a:gd name="T61" fmla="*/ 252 h 720"/>
                <a:gd name="T62" fmla="*/ 671 w 1271"/>
                <a:gd name="T63" fmla="*/ 224 h 720"/>
                <a:gd name="T64" fmla="*/ 654 w 1271"/>
                <a:gd name="T65" fmla="*/ 201 h 720"/>
                <a:gd name="T66" fmla="*/ 826 w 1271"/>
                <a:gd name="T67" fmla="*/ 90 h 720"/>
                <a:gd name="T68" fmla="*/ 665 w 1271"/>
                <a:gd name="T6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71" h="720">
                  <a:moveTo>
                    <a:pt x="597" y="345"/>
                  </a:moveTo>
                  <a:lnTo>
                    <a:pt x="272" y="521"/>
                  </a:lnTo>
                  <a:lnTo>
                    <a:pt x="614" y="720"/>
                  </a:lnTo>
                  <a:lnTo>
                    <a:pt x="651" y="697"/>
                  </a:lnTo>
                  <a:lnTo>
                    <a:pt x="597" y="345"/>
                  </a:lnTo>
                  <a:moveTo>
                    <a:pt x="654" y="328"/>
                  </a:moveTo>
                  <a:lnTo>
                    <a:pt x="705" y="666"/>
                  </a:lnTo>
                  <a:lnTo>
                    <a:pt x="1005" y="496"/>
                  </a:lnTo>
                  <a:lnTo>
                    <a:pt x="654" y="328"/>
                  </a:lnTo>
                  <a:moveTo>
                    <a:pt x="558" y="303"/>
                  </a:moveTo>
                  <a:lnTo>
                    <a:pt x="102" y="309"/>
                  </a:lnTo>
                  <a:lnTo>
                    <a:pt x="0" y="368"/>
                  </a:lnTo>
                  <a:lnTo>
                    <a:pt x="212" y="490"/>
                  </a:lnTo>
                  <a:lnTo>
                    <a:pt x="558" y="303"/>
                  </a:lnTo>
                  <a:moveTo>
                    <a:pt x="365" y="158"/>
                  </a:moveTo>
                  <a:lnTo>
                    <a:pt x="204" y="249"/>
                  </a:lnTo>
                  <a:lnTo>
                    <a:pt x="509" y="246"/>
                  </a:lnTo>
                  <a:lnTo>
                    <a:pt x="365" y="158"/>
                  </a:lnTo>
                  <a:moveTo>
                    <a:pt x="609" y="20"/>
                  </a:moveTo>
                  <a:lnTo>
                    <a:pt x="422" y="127"/>
                  </a:lnTo>
                  <a:lnTo>
                    <a:pt x="594" y="235"/>
                  </a:lnTo>
                  <a:lnTo>
                    <a:pt x="609" y="20"/>
                  </a:lnTo>
                  <a:moveTo>
                    <a:pt x="665" y="0"/>
                  </a:moveTo>
                  <a:lnTo>
                    <a:pt x="651" y="243"/>
                  </a:lnTo>
                  <a:lnTo>
                    <a:pt x="671" y="243"/>
                  </a:lnTo>
                  <a:lnTo>
                    <a:pt x="671" y="272"/>
                  </a:lnTo>
                  <a:lnTo>
                    <a:pt x="671" y="275"/>
                  </a:lnTo>
                  <a:lnTo>
                    <a:pt x="1064" y="462"/>
                  </a:lnTo>
                  <a:lnTo>
                    <a:pt x="1271" y="345"/>
                  </a:lnTo>
                  <a:lnTo>
                    <a:pt x="1104" y="249"/>
                  </a:lnTo>
                  <a:lnTo>
                    <a:pt x="671" y="252"/>
                  </a:lnTo>
                  <a:lnTo>
                    <a:pt x="671" y="224"/>
                  </a:lnTo>
                  <a:lnTo>
                    <a:pt x="654" y="201"/>
                  </a:lnTo>
                  <a:lnTo>
                    <a:pt x="826" y="90"/>
                  </a:lnTo>
                  <a:lnTo>
                    <a:pt x="665" y="0"/>
                  </a:lnTo>
                </a:path>
              </a:pathLst>
            </a:custGeom>
            <a:solidFill>
              <a:srgbClr val="7B8E9B"/>
            </a:solidFill>
            <a:ln w="9525">
              <a:solidFill>
                <a:srgbClr val="7B8E9B"/>
              </a:solidFill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3" name="Freeform: Shape 33"/>
            <p:cNvSpPr/>
            <p:nvPr/>
          </p:nvSpPr>
          <p:spPr bwMode="auto">
            <a:xfrm>
              <a:off x="5519405" y="2812430"/>
              <a:ext cx="363538" cy="188913"/>
            </a:xfrm>
            <a:custGeom>
              <a:avLst/>
              <a:gdLst>
                <a:gd name="T0" fmla="*/ 57 w 229"/>
                <a:gd name="T1" fmla="*/ 0 h 119"/>
                <a:gd name="T2" fmla="*/ 0 w 229"/>
                <a:gd name="T3" fmla="*/ 31 h 119"/>
                <a:gd name="T4" fmla="*/ 144 w 229"/>
                <a:gd name="T5" fmla="*/ 119 h 119"/>
                <a:gd name="T6" fmla="*/ 224 w 229"/>
                <a:gd name="T7" fmla="*/ 119 h 119"/>
                <a:gd name="T8" fmla="*/ 229 w 229"/>
                <a:gd name="T9" fmla="*/ 111 h 119"/>
                <a:gd name="T10" fmla="*/ 229 w 229"/>
                <a:gd name="T11" fmla="*/ 111 h 119"/>
                <a:gd name="T12" fmla="*/ 229 w 229"/>
                <a:gd name="T13" fmla="*/ 108 h 119"/>
                <a:gd name="T14" fmla="*/ 57 w 229"/>
                <a:gd name="T15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9" h="119">
                  <a:moveTo>
                    <a:pt x="57" y="0"/>
                  </a:moveTo>
                  <a:lnTo>
                    <a:pt x="0" y="31"/>
                  </a:lnTo>
                  <a:lnTo>
                    <a:pt x="144" y="119"/>
                  </a:lnTo>
                  <a:lnTo>
                    <a:pt x="224" y="119"/>
                  </a:lnTo>
                  <a:lnTo>
                    <a:pt x="229" y="111"/>
                  </a:lnTo>
                  <a:lnTo>
                    <a:pt x="229" y="111"/>
                  </a:lnTo>
                  <a:lnTo>
                    <a:pt x="229" y="108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76AA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4" name="Freeform: Shape 34"/>
            <p:cNvSpPr/>
            <p:nvPr/>
          </p:nvSpPr>
          <p:spPr bwMode="auto">
            <a:xfrm>
              <a:off x="5519405" y="2812430"/>
              <a:ext cx="363538" cy="188913"/>
            </a:xfrm>
            <a:custGeom>
              <a:avLst/>
              <a:gdLst>
                <a:gd name="T0" fmla="*/ 57 w 229"/>
                <a:gd name="T1" fmla="*/ 0 h 119"/>
                <a:gd name="T2" fmla="*/ 0 w 229"/>
                <a:gd name="T3" fmla="*/ 31 h 119"/>
                <a:gd name="T4" fmla="*/ 144 w 229"/>
                <a:gd name="T5" fmla="*/ 119 h 119"/>
                <a:gd name="T6" fmla="*/ 224 w 229"/>
                <a:gd name="T7" fmla="*/ 119 h 119"/>
                <a:gd name="T8" fmla="*/ 229 w 229"/>
                <a:gd name="T9" fmla="*/ 111 h 119"/>
                <a:gd name="T10" fmla="*/ 229 w 229"/>
                <a:gd name="T11" fmla="*/ 111 h 119"/>
                <a:gd name="T12" fmla="*/ 229 w 229"/>
                <a:gd name="T13" fmla="*/ 108 h 119"/>
                <a:gd name="T14" fmla="*/ 57 w 229"/>
                <a:gd name="T15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9" h="119">
                  <a:moveTo>
                    <a:pt x="57" y="0"/>
                  </a:moveTo>
                  <a:lnTo>
                    <a:pt x="0" y="31"/>
                  </a:lnTo>
                  <a:lnTo>
                    <a:pt x="144" y="119"/>
                  </a:lnTo>
                  <a:lnTo>
                    <a:pt x="224" y="119"/>
                  </a:lnTo>
                  <a:lnTo>
                    <a:pt x="229" y="111"/>
                  </a:lnTo>
                  <a:lnTo>
                    <a:pt x="229" y="111"/>
                  </a:lnTo>
                  <a:lnTo>
                    <a:pt x="229" y="108"/>
                  </a:lnTo>
                  <a:lnTo>
                    <a:pt x="5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5" name="Freeform: Shape 35"/>
            <p:cNvSpPr/>
            <p:nvPr/>
          </p:nvSpPr>
          <p:spPr bwMode="auto">
            <a:xfrm>
              <a:off x="5882942" y="2601292"/>
              <a:ext cx="112713" cy="400050"/>
            </a:xfrm>
            <a:custGeom>
              <a:avLst/>
              <a:gdLst>
                <a:gd name="T0" fmla="*/ 60 w 71"/>
                <a:gd name="T1" fmla="*/ 0 h 252"/>
                <a:gd name="T2" fmla="*/ 15 w 71"/>
                <a:gd name="T3" fmla="*/ 26 h 252"/>
                <a:gd name="T4" fmla="*/ 0 w 71"/>
                <a:gd name="T5" fmla="*/ 241 h 252"/>
                <a:gd name="T6" fmla="*/ 0 w 71"/>
                <a:gd name="T7" fmla="*/ 244 h 252"/>
                <a:gd name="T8" fmla="*/ 15 w 71"/>
                <a:gd name="T9" fmla="*/ 249 h 252"/>
                <a:gd name="T10" fmla="*/ 46 w 71"/>
                <a:gd name="T11" fmla="*/ 244 h 252"/>
                <a:gd name="T12" fmla="*/ 46 w 71"/>
                <a:gd name="T13" fmla="*/ 252 h 252"/>
                <a:gd name="T14" fmla="*/ 57 w 71"/>
                <a:gd name="T15" fmla="*/ 249 h 252"/>
                <a:gd name="T16" fmla="*/ 71 w 71"/>
                <a:gd name="T17" fmla="*/ 6 h 252"/>
                <a:gd name="T18" fmla="*/ 60 w 71"/>
                <a:gd name="T19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252">
                  <a:moveTo>
                    <a:pt x="60" y="0"/>
                  </a:moveTo>
                  <a:lnTo>
                    <a:pt x="15" y="26"/>
                  </a:lnTo>
                  <a:lnTo>
                    <a:pt x="0" y="241"/>
                  </a:lnTo>
                  <a:lnTo>
                    <a:pt x="0" y="244"/>
                  </a:lnTo>
                  <a:lnTo>
                    <a:pt x="15" y="249"/>
                  </a:lnTo>
                  <a:lnTo>
                    <a:pt x="46" y="244"/>
                  </a:lnTo>
                  <a:lnTo>
                    <a:pt x="46" y="252"/>
                  </a:lnTo>
                  <a:lnTo>
                    <a:pt x="57" y="249"/>
                  </a:lnTo>
                  <a:lnTo>
                    <a:pt x="71" y="6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76AA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6" name="Freeform: Shape 36"/>
            <p:cNvSpPr/>
            <p:nvPr/>
          </p:nvSpPr>
          <p:spPr bwMode="auto">
            <a:xfrm>
              <a:off x="5882942" y="2601292"/>
              <a:ext cx="112713" cy="400050"/>
            </a:xfrm>
            <a:custGeom>
              <a:avLst/>
              <a:gdLst>
                <a:gd name="T0" fmla="*/ 60 w 71"/>
                <a:gd name="T1" fmla="*/ 0 h 252"/>
                <a:gd name="T2" fmla="*/ 15 w 71"/>
                <a:gd name="T3" fmla="*/ 26 h 252"/>
                <a:gd name="T4" fmla="*/ 0 w 71"/>
                <a:gd name="T5" fmla="*/ 241 h 252"/>
                <a:gd name="T6" fmla="*/ 0 w 71"/>
                <a:gd name="T7" fmla="*/ 244 h 252"/>
                <a:gd name="T8" fmla="*/ 15 w 71"/>
                <a:gd name="T9" fmla="*/ 249 h 252"/>
                <a:gd name="T10" fmla="*/ 46 w 71"/>
                <a:gd name="T11" fmla="*/ 244 h 252"/>
                <a:gd name="T12" fmla="*/ 46 w 71"/>
                <a:gd name="T13" fmla="*/ 252 h 252"/>
                <a:gd name="T14" fmla="*/ 57 w 71"/>
                <a:gd name="T15" fmla="*/ 249 h 252"/>
                <a:gd name="T16" fmla="*/ 71 w 71"/>
                <a:gd name="T17" fmla="*/ 6 h 252"/>
                <a:gd name="T18" fmla="*/ 60 w 71"/>
                <a:gd name="T19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252">
                  <a:moveTo>
                    <a:pt x="60" y="0"/>
                  </a:moveTo>
                  <a:lnTo>
                    <a:pt x="15" y="26"/>
                  </a:lnTo>
                  <a:lnTo>
                    <a:pt x="0" y="241"/>
                  </a:lnTo>
                  <a:lnTo>
                    <a:pt x="0" y="244"/>
                  </a:lnTo>
                  <a:lnTo>
                    <a:pt x="15" y="249"/>
                  </a:lnTo>
                  <a:lnTo>
                    <a:pt x="46" y="244"/>
                  </a:lnTo>
                  <a:lnTo>
                    <a:pt x="46" y="252"/>
                  </a:lnTo>
                  <a:lnTo>
                    <a:pt x="57" y="249"/>
                  </a:lnTo>
                  <a:lnTo>
                    <a:pt x="71" y="6"/>
                  </a:lnTo>
                  <a:lnTo>
                    <a:pt x="6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7" name="Freeform: Shape 37"/>
            <p:cNvSpPr/>
            <p:nvPr/>
          </p:nvSpPr>
          <p:spPr bwMode="auto">
            <a:xfrm>
              <a:off x="5101892" y="2996580"/>
              <a:ext cx="903288" cy="104775"/>
            </a:xfrm>
            <a:custGeom>
              <a:avLst/>
              <a:gdLst>
                <a:gd name="T0" fmla="*/ 487 w 569"/>
                <a:gd name="T1" fmla="*/ 3 h 66"/>
                <a:gd name="T2" fmla="*/ 407 w 569"/>
                <a:gd name="T3" fmla="*/ 3 h 66"/>
                <a:gd name="T4" fmla="*/ 102 w 569"/>
                <a:gd name="T5" fmla="*/ 6 h 66"/>
                <a:gd name="T6" fmla="*/ 0 w 569"/>
                <a:gd name="T7" fmla="*/ 66 h 66"/>
                <a:gd name="T8" fmla="*/ 456 w 569"/>
                <a:gd name="T9" fmla="*/ 60 h 66"/>
                <a:gd name="T10" fmla="*/ 475 w 569"/>
                <a:gd name="T11" fmla="*/ 49 h 66"/>
                <a:gd name="T12" fmla="*/ 467 w 569"/>
                <a:gd name="T13" fmla="*/ 46 h 66"/>
                <a:gd name="T14" fmla="*/ 484 w 569"/>
                <a:gd name="T15" fmla="*/ 15 h 66"/>
                <a:gd name="T16" fmla="*/ 481 w 569"/>
                <a:gd name="T17" fmla="*/ 6 h 66"/>
                <a:gd name="T18" fmla="*/ 487 w 569"/>
                <a:gd name="T19" fmla="*/ 3 h 66"/>
                <a:gd name="T20" fmla="*/ 487 w 569"/>
                <a:gd name="T21" fmla="*/ 3 h 66"/>
                <a:gd name="T22" fmla="*/ 569 w 569"/>
                <a:gd name="T23" fmla="*/ 0 h 66"/>
                <a:gd name="T24" fmla="*/ 549 w 569"/>
                <a:gd name="T25" fmla="*/ 0 h 66"/>
                <a:gd name="T26" fmla="*/ 538 w 569"/>
                <a:gd name="T27" fmla="*/ 3 h 66"/>
                <a:gd name="T28" fmla="*/ 540 w 569"/>
                <a:gd name="T29" fmla="*/ 12 h 66"/>
                <a:gd name="T30" fmla="*/ 555 w 569"/>
                <a:gd name="T31" fmla="*/ 6 h 66"/>
                <a:gd name="T32" fmla="*/ 569 w 569"/>
                <a:gd name="T33" fmla="*/ 29 h 66"/>
                <a:gd name="T34" fmla="*/ 569 w 569"/>
                <a:gd name="T35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69" h="66">
                  <a:moveTo>
                    <a:pt x="487" y="3"/>
                  </a:moveTo>
                  <a:lnTo>
                    <a:pt x="407" y="3"/>
                  </a:lnTo>
                  <a:lnTo>
                    <a:pt x="102" y="6"/>
                  </a:lnTo>
                  <a:lnTo>
                    <a:pt x="0" y="66"/>
                  </a:lnTo>
                  <a:lnTo>
                    <a:pt x="456" y="60"/>
                  </a:lnTo>
                  <a:lnTo>
                    <a:pt x="475" y="49"/>
                  </a:lnTo>
                  <a:lnTo>
                    <a:pt x="467" y="46"/>
                  </a:lnTo>
                  <a:lnTo>
                    <a:pt x="484" y="15"/>
                  </a:lnTo>
                  <a:lnTo>
                    <a:pt x="481" y="6"/>
                  </a:lnTo>
                  <a:lnTo>
                    <a:pt x="487" y="3"/>
                  </a:lnTo>
                  <a:lnTo>
                    <a:pt x="487" y="3"/>
                  </a:lnTo>
                  <a:close/>
                  <a:moveTo>
                    <a:pt x="569" y="0"/>
                  </a:moveTo>
                  <a:lnTo>
                    <a:pt x="549" y="0"/>
                  </a:lnTo>
                  <a:lnTo>
                    <a:pt x="538" y="3"/>
                  </a:lnTo>
                  <a:lnTo>
                    <a:pt x="540" y="12"/>
                  </a:lnTo>
                  <a:lnTo>
                    <a:pt x="555" y="6"/>
                  </a:lnTo>
                  <a:lnTo>
                    <a:pt x="569" y="29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rgbClr val="76AA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8" name="Freeform: Shape 38"/>
            <p:cNvSpPr/>
            <p:nvPr/>
          </p:nvSpPr>
          <p:spPr bwMode="auto">
            <a:xfrm>
              <a:off x="5101892" y="2996580"/>
              <a:ext cx="903288" cy="104775"/>
            </a:xfrm>
            <a:custGeom>
              <a:avLst/>
              <a:gdLst>
                <a:gd name="T0" fmla="*/ 487 w 569"/>
                <a:gd name="T1" fmla="*/ 3 h 66"/>
                <a:gd name="T2" fmla="*/ 407 w 569"/>
                <a:gd name="T3" fmla="*/ 3 h 66"/>
                <a:gd name="T4" fmla="*/ 102 w 569"/>
                <a:gd name="T5" fmla="*/ 6 h 66"/>
                <a:gd name="T6" fmla="*/ 0 w 569"/>
                <a:gd name="T7" fmla="*/ 66 h 66"/>
                <a:gd name="T8" fmla="*/ 456 w 569"/>
                <a:gd name="T9" fmla="*/ 60 h 66"/>
                <a:gd name="T10" fmla="*/ 475 w 569"/>
                <a:gd name="T11" fmla="*/ 49 h 66"/>
                <a:gd name="T12" fmla="*/ 467 w 569"/>
                <a:gd name="T13" fmla="*/ 46 h 66"/>
                <a:gd name="T14" fmla="*/ 484 w 569"/>
                <a:gd name="T15" fmla="*/ 15 h 66"/>
                <a:gd name="T16" fmla="*/ 481 w 569"/>
                <a:gd name="T17" fmla="*/ 6 h 66"/>
                <a:gd name="T18" fmla="*/ 487 w 569"/>
                <a:gd name="T19" fmla="*/ 3 h 66"/>
                <a:gd name="T20" fmla="*/ 487 w 569"/>
                <a:gd name="T21" fmla="*/ 3 h 66"/>
                <a:gd name="T22" fmla="*/ 569 w 569"/>
                <a:gd name="T23" fmla="*/ 0 h 66"/>
                <a:gd name="T24" fmla="*/ 549 w 569"/>
                <a:gd name="T25" fmla="*/ 0 h 66"/>
                <a:gd name="T26" fmla="*/ 538 w 569"/>
                <a:gd name="T27" fmla="*/ 3 h 66"/>
                <a:gd name="T28" fmla="*/ 540 w 569"/>
                <a:gd name="T29" fmla="*/ 12 h 66"/>
                <a:gd name="T30" fmla="*/ 555 w 569"/>
                <a:gd name="T31" fmla="*/ 6 h 66"/>
                <a:gd name="T32" fmla="*/ 569 w 569"/>
                <a:gd name="T33" fmla="*/ 29 h 66"/>
                <a:gd name="T34" fmla="*/ 569 w 569"/>
                <a:gd name="T35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69" h="66">
                  <a:moveTo>
                    <a:pt x="487" y="3"/>
                  </a:moveTo>
                  <a:lnTo>
                    <a:pt x="407" y="3"/>
                  </a:lnTo>
                  <a:lnTo>
                    <a:pt x="102" y="6"/>
                  </a:lnTo>
                  <a:lnTo>
                    <a:pt x="0" y="66"/>
                  </a:lnTo>
                  <a:lnTo>
                    <a:pt x="456" y="60"/>
                  </a:lnTo>
                  <a:lnTo>
                    <a:pt x="475" y="49"/>
                  </a:lnTo>
                  <a:lnTo>
                    <a:pt x="467" y="46"/>
                  </a:lnTo>
                  <a:lnTo>
                    <a:pt x="484" y="15"/>
                  </a:lnTo>
                  <a:lnTo>
                    <a:pt x="481" y="6"/>
                  </a:lnTo>
                  <a:lnTo>
                    <a:pt x="487" y="3"/>
                  </a:lnTo>
                  <a:lnTo>
                    <a:pt x="487" y="3"/>
                  </a:lnTo>
                  <a:moveTo>
                    <a:pt x="569" y="0"/>
                  </a:moveTo>
                  <a:lnTo>
                    <a:pt x="549" y="0"/>
                  </a:lnTo>
                  <a:lnTo>
                    <a:pt x="538" y="3"/>
                  </a:lnTo>
                  <a:lnTo>
                    <a:pt x="540" y="12"/>
                  </a:lnTo>
                  <a:lnTo>
                    <a:pt x="555" y="6"/>
                  </a:lnTo>
                  <a:lnTo>
                    <a:pt x="569" y="29"/>
                  </a:lnTo>
                  <a:lnTo>
                    <a:pt x="56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9" name="Freeform: Shape 39"/>
            <p:cNvSpPr/>
            <p:nvPr/>
          </p:nvSpPr>
          <p:spPr bwMode="auto">
            <a:xfrm>
              <a:off x="5276517" y="3006105"/>
              <a:ext cx="728663" cy="431800"/>
            </a:xfrm>
            <a:custGeom>
              <a:avLst/>
              <a:gdLst>
                <a:gd name="T0" fmla="*/ 365 w 459"/>
                <a:gd name="T1" fmla="*/ 43 h 272"/>
                <a:gd name="T2" fmla="*/ 346 w 459"/>
                <a:gd name="T3" fmla="*/ 54 h 272"/>
                <a:gd name="T4" fmla="*/ 0 w 459"/>
                <a:gd name="T5" fmla="*/ 241 h 272"/>
                <a:gd name="T6" fmla="*/ 60 w 459"/>
                <a:gd name="T7" fmla="*/ 272 h 272"/>
                <a:gd name="T8" fmla="*/ 385 w 459"/>
                <a:gd name="T9" fmla="*/ 96 h 272"/>
                <a:gd name="T10" fmla="*/ 380 w 459"/>
                <a:gd name="T11" fmla="*/ 51 h 272"/>
                <a:gd name="T12" fmla="*/ 365 w 459"/>
                <a:gd name="T13" fmla="*/ 43 h 272"/>
                <a:gd name="T14" fmla="*/ 445 w 459"/>
                <a:gd name="T15" fmla="*/ 0 h 272"/>
                <a:gd name="T16" fmla="*/ 430 w 459"/>
                <a:gd name="T17" fmla="*/ 6 h 272"/>
                <a:gd name="T18" fmla="*/ 430 w 459"/>
                <a:gd name="T19" fmla="*/ 11 h 272"/>
                <a:gd name="T20" fmla="*/ 459 w 459"/>
                <a:gd name="T21" fmla="*/ 26 h 272"/>
                <a:gd name="T22" fmla="*/ 459 w 459"/>
                <a:gd name="T23" fmla="*/ 23 h 272"/>
                <a:gd name="T24" fmla="*/ 445 w 459"/>
                <a:gd name="T25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9" h="272">
                  <a:moveTo>
                    <a:pt x="365" y="43"/>
                  </a:moveTo>
                  <a:lnTo>
                    <a:pt x="346" y="54"/>
                  </a:lnTo>
                  <a:lnTo>
                    <a:pt x="0" y="241"/>
                  </a:lnTo>
                  <a:lnTo>
                    <a:pt x="60" y="272"/>
                  </a:lnTo>
                  <a:lnTo>
                    <a:pt x="385" y="96"/>
                  </a:lnTo>
                  <a:lnTo>
                    <a:pt x="380" y="51"/>
                  </a:lnTo>
                  <a:lnTo>
                    <a:pt x="365" y="43"/>
                  </a:lnTo>
                  <a:moveTo>
                    <a:pt x="445" y="0"/>
                  </a:moveTo>
                  <a:lnTo>
                    <a:pt x="430" y="6"/>
                  </a:lnTo>
                  <a:lnTo>
                    <a:pt x="430" y="11"/>
                  </a:lnTo>
                  <a:lnTo>
                    <a:pt x="459" y="26"/>
                  </a:lnTo>
                  <a:lnTo>
                    <a:pt x="459" y="23"/>
                  </a:lnTo>
                  <a:lnTo>
                    <a:pt x="44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0" name="Freeform: Shape 40"/>
            <p:cNvSpPr/>
            <p:nvPr/>
          </p:nvSpPr>
          <p:spPr bwMode="auto">
            <a:xfrm>
              <a:off x="5865480" y="2988642"/>
              <a:ext cx="193675" cy="728663"/>
            </a:xfrm>
            <a:custGeom>
              <a:avLst/>
              <a:gdLst>
                <a:gd name="T0" fmla="*/ 9 w 122"/>
                <a:gd name="T1" fmla="*/ 62 h 459"/>
                <a:gd name="T2" fmla="*/ 14 w 122"/>
                <a:gd name="T3" fmla="*/ 107 h 459"/>
                <a:gd name="T4" fmla="*/ 68 w 122"/>
                <a:gd name="T5" fmla="*/ 459 h 459"/>
                <a:gd name="T6" fmla="*/ 122 w 122"/>
                <a:gd name="T7" fmla="*/ 428 h 459"/>
                <a:gd name="T8" fmla="*/ 71 w 122"/>
                <a:gd name="T9" fmla="*/ 90 h 459"/>
                <a:gd name="T10" fmla="*/ 9 w 122"/>
                <a:gd name="T11" fmla="*/ 62 h 459"/>
                <a:gd name="T12" fmla="*/ 6 w 122"/>
                <a:gd name="T13" fmla="*/ 8 h 459"/>
                <a:gd name="T14" fmla="*/ 0 w 122"/>
                <a:gd name="T15" fmla="*/ 11 h 459"/>
                <a:gd name="T16" fmla="*/ 3 w 122"/>
                <a:gd name="T17" fmla="*/ 20 h 459"/>
                <a:gd name="T18" fmla="*/ 6 w 122"/>
                <a:gd name="T19" fmla="*/ 8 h 459"/>
                <a:gd name="T20" fmla="*/ 57 w 122"/>
                <a:gd name="T21" fmla="*/ 0 h 459"/>
                <a:gd name="T22" fmla="*/ 26 w 122"/>
                <a:gd name="T23" fmla="*/ 5 h 459"/>
                <a:gd name="T24" fmla="*/ 59 w 122"/>
                <a:gd name="T25" fmla="*/ 22 h 459"/>
                <a:gd name="T26" fmla="*/ 59 w 122"/>
                <a:gd name="T27" fmla="*/ 17 h 459"/>
                <a:gd name="T28" fmla="*/ 57 w 122"/>
                <a:gd name="T29" fmla="*/ 8 h 459"/>
                <a:gd name="T30" fmla="*/ 57 w 122"/>
                <a:gd name="T31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2" h="459">
                  <a:moveTo>
                    <a:pt x="9" y="62"/>
                  </a:moveTo>
                  <a:lnTo>
                    <a:pt x="14" y="107"/>
                  </a:lnTo>
                  <a:lnTo>
                    <a:pt x="68" y="459"/>
                  </a:lnTo>
                  <a:lnTo>
                    <a:pt x="122" y="428"/>
                  </a:lnTo>
                  <a:lnTo>
                    <a:pt x="71" y="90"/>
                  </a:lnTo>
                  <a:lnTo>
                    <a:pt x="9" y="62"/>
                  </a:lnTo>
                  <a:moveTo>
                    <a:pt x="6" y="8"/>
                  </a:moveTo>
                  <a:lnTo>
                    <a:pt x="0" y="11"/>
                  </a:lnTo>
                  <a:lnTo>
                    <a:pt x="3" y="20"/>
                  </a:lnTo>
                  <a:lnTo>
                    <a:pt x="6" y="8"/>
                  </a:lnTo>
                  <a:moveTo>
                    <a:pt x="57" y="0"/>
                  </a:moveTo>
                  <a:lnTo>
                    <a:pt x="26" y="5"/>
                  </a:lnTo>
                  <a:lnTo>
                    <a:pt x="59" y="22"/>
                  </a:lnTo>
                  <a:lnTo>
                    <a:pt x="59" y="17"/>
                  </a:lnTo>
                  <a:lnTo>
                    <a:pt x="57" y="8"/>
                  </a:lnTo>
                  <a:lnTo>
                    <a:pt x="5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1" name="Freeform: Shape 41"/>
            <p:cNvSpPr/>
            <p:nvPr/>
          </p:nvSpPr>
          <p:spPr bwMode="auto">
            <a:xfrm>
              <a:off x="5843255" y="2988642"/>
              <a:ext cx="785813" cy="409575"/>
            </a:xfrm>
            <a:custGeom>
              <a:avLst/>
              <a:gdLst>
                <a:gd name="T0" fmla="*/ 25 w 495"/>
                <a:gd name="T1" fmla="*/ 0 h 258"/>
                <a:gd name="T2" fmla="*/ 20 w 495"/>
                <a:gd name="T3" fmla="*/ 8 h 258"/>
                <a:gd name="T4" fmla="*/ 20 w 495"/>
                <a:gd name="T5" fmla="*/ 8 h 258"/>
                <a:gd name="T6" fmla="*/ 17 w 495"/>
                <a:gd name="T7" fmla="*/ 20 h 258"/>
                <a:gd name="T8" fmla="*/ 0 w 495"/>
                <a:gd name="T9" fmla="*/ 51 h 258"/>
                <a:gd name="T10" fmla="*/ 8 w 495"/>
                <a:gd name="T11" fmla="*/ 54 h 258"/>
                <a:gd name="T12" fmla="*/ 23 w 495"/>
                <a:gd name="T13" fmla="*/ 62 h 258"/>
                <a:gd name="T14" fmla="*/ 85 w 495"/>
                <a:gd name="T15" fmla="*/ 90 h 258"/>
                <a:gd name="T16" fmla="*/ 436 w 495"/>
                <a:gd name="T17" fmla="*/ 258 h 258"/>
                <a:gd name="T18" fmla="*/ 495 w 495"/>
                <a:gd name="T19" fmla="*/ 224 h 258"/>
                <a:gd name="T20" fmla="*/ 102 w 495"/>
                <a:gd name="T21" fmla="*/ 37 h 258"/>
                <a:gd name="T22" fmla="*/ 73 w 495"/>
                <a:gd name="T23" fmla="*/ 22 h 258"/>
                <a:gd name="T24" fmla="*/ 40 w 495"/>
                <a:gd name="T25" fmla="*/ 5 h 258"/>
                <a:gd name="T26" fmla="*/ 25 w 495"/>
                <a:gd name="T27" fmla="*/ 0 h 258"/>
                <a:gd name="T28" fmla="*/ 25 w 495"/>
                <a:gd name="T2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95" h="258">
                  <a:moveTo>
                    <a:pt x="25" y="0"/>
                  </a:moveTo>
                  <a:lnTo>
                    <a:pt x="20" y="8"/>
                  </a:lnTo>
                  <a:lnTo>
                    <a:pt x="20" y="8"/>
                  </a:lnTo>
                  <a:lnTo>
                    <a:pt x="17" y="20"/>
                  </a:lnTo>
                  <a:lnTo>
                    <a:pt x="0" y="51"/>
                  </a:lnTo>
                  <a:lnTo>
                    <a:pt x="8" y="54"/>
                  </a:lnTo>
                  <a:lnTo>
                    <a:pt x="23" y="62"/>
                  </a:lnTo>
                  <a:lnTo>
                    <a:pt x="85" y="90"/>
                  </a:lnTo>
                  <a:lnTo>
                    <a:pt x="436" y="258"/>
                  </a:lnTo>
                  <a:lnTo>
                    <a:pt x="495" y="224"/>
                  </a:lnTo>
                  <a:lnTo>
                    <a:pt x="102" y="37"/>
                  </a:lnTo>
                  <a:lnTo>
                    <a:pt x="73" y="22"/>
                  </a:lnTo>
                  <a:lnTo>
                    <a:pt x="40" y="5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2" name="Freeform: Shape 42"/>
            <p:cNvSpPr/>
            <p:nvPr/>
          </p:nvSpPr>
          <p:spPr bwMode="auto">
            <a:xfrm>
              <a:off x="5843255" y="2988642"/>
              <a:ext cx="785813" cy="409575"/>
            </a:xfrm>
            <a:custGeom>
              <a:avLst/>
              <a:gdLst>
                <a:gd name="T0" fmla="*/ 25 w 495"/>
                <a:gd name="T1" fmla="*/ 0 h 258"/>
                <a:gd name="T2" fmla="*/ 20 w 495"/>
                <a:gd name="T3" fmla="*/ 8 h 258"/>
                <a:gd name="T4" fmla="*/ 20 w 495"/>
                <a:gd name="T5" fmla="*/ 8 h 258"/>
                <a:gd name="T6" fmla="*/ 17 w 495"/>
                <a:gd name="T7" fmla="*/ 20 h 258"/>
                <a:gd name="T8" fmla="*/ 0 w 495"/>
                <a:gd name="T9" fmla="*/ 51 h 258"/>
                <a:gd name="T10" fmla="*/ 8 w 495"/>
                <a:gd name="T11" fmla="*/ 54 h 258"/>
                <a:gd name="T12" fmla="*/ 23 w 495"/>
                <a:gd name="T13" fmla="*/ 62 h 258"/>
                <a:gd name="T14" fmla="*/ 85 w 495"/>
                <a:gd name="T15" fmla="*/ 90 h 258"/>
                <a:gd name="T16" fmla="*/ 436 w 495"/>
                <a:gd name="T17" fmla="*/ 258 h 258"/>
                <a:gd name="T18" fmla="*/ 495 w 495"/>
                <a:gd name="T19" fmla="*/ 224 h 258"/>
                <a:gd name="T20" fmla="*/ 102 w 495"/>
                <a:gd name="T21" fmla="*/ 37 h 258"/>
                <a:gd name="T22" fmla="*/ 73 w 495"/>
                <a:gd name="T23" fmla="*/ 22 h 258"/>
                <a:gd name="T24" fmla="*/ 40 w 495"/>
                <a:gd name="T25" fmla="*/ 5 h 258"/>
                <a:gd name="T26" fmla="*/ 25 w 495"/>
                <a:gd name="T27" fmla="*/ 0 h 258"/>
                <a:gd name="T28" fmla="*/ 25 w 495"/>
                <a:gd name="T2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95" h="258">
                  <a:moveTo>
                    <a:pt x="25" y="0"/>
                  </a:moveTo>
                  <a:lnTo>
                    <a:pt x="20" y="8"/>
                  </a:lnTo>
                  <a:lnTo>
                    <a:pt x="20" y="8"/>
                  </a:lnTo>
                  <a:lnTo>
                    <a:pt x="17" y="20"/>
                  </a:lnTo>
                  <a:lnTo>
                    <a:pt x="0" y="51"/>
                  </a:lnTo>
                  <a:lnTo>
                    <a:pt x="8" y="54"/>
                  </a:lnTo>
                  <a:lnTo>
                    <a:pt x="23" y="62"/>
                  </a:lnTo>
                  <a:lnTo>
                    <a:pt x="85" y="90"/>
                  </a:lnTo>
                  <a:lnTo>
                    <a:pt x="436" y="258"/>
                  </a:lnTo>
                  <a:lnTo>
                    <a:pt x="495" y="224"/>
                  </a:lnTo>
                  <a:lnTo>
                    <a:pt x="102" y="37"/>
                  </a:lnTo>
                  <a:lnTo>
                    <a:pt x="73" y="22"/>
                  </a:lnTo>
                  <a:lnTo>
                    <a:pt x="40" y="5"/>
                  </a:lnTo>
                  <a:lnTo>
                    <a:pt x="25" y="0"/>
                  </a:lnTo>
                  <a:lnTo>
                    <a:pt x="2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3" name="Freeform: Shape 43"/>
            <p:cNvSpPr/>
            <p:nvPr/>
          </p:nvSpPr>
          <p:spPr bwMode="auto">
            <a:xfrm>
              <a:off x="6157580" y="2804492"/>
              <a:ext cx="377825" cy="115888"/>
            </a:xfrm>
            <a:custGeom>
              <a:avLst/>
              <a:gdLst>
                <a:gd name="T0" fmla="*/ 113 w 238"/>
                <a:gd name="T1" fmla="*/ 0 h 73"/>
                <a:gd name="T2" fmla="*/ 0 w 238"/>
                <a:gd name="T3" fmla="*/ 73 h 73"/>
                <a:gd name="T4" fmla="*/ 238 w 238"/>
                <a:gd name="T5" fmla="*/ 70 h 73"/>
                <a:gd name="T6" fmla="*/ 113 w 238"/>
                <a:gd name="T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8" h="73">
                  <a:moveTo>
                    <a:pt x="113" y="0"/>
                  </a:moveTo>
                  <a:lnTo>
                    <a:pt x="0" y="73"/>
                  </a:lnTo>
                  <a:lnTo>
                    <a:pt x="238" y="70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2E3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4" name="Freeform: Shape 44"/>
            <p:cNvSpPr/>
            <p:nvPr/>
          </p:nvSpPr>
          <p:spPr bwMode="auto">
            <a:xfrm>
              <a:off x="6157580" y="2804492"/>
              <a:ext cx="377825" cy="115888"/>
            </a:xfrm>
            <a:custGeom>
              <a:avLst/>
              <a:gdLst>
                <a:gd name="T0" fmla="*/ 113 w 238"/>
                <a:gd name="T1" fmla="*/ 0 h 73"/>
                <a:gd name="T2" fmla="*/ 0 w 238"/>
                <a:gd name="T3" fmla="*/ 73 h 73"/>
                <a:gd name="T4" fmla="*/ 238 w 238"/>
                <a:gd name="T5" fmla="*/ 70 h 73"/>
                <a:gd name="T6" fmla="*/ 113 w 238"/>
                <a:gd name="T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8" h="73">
                  <a:moveTo>
                    <a:pt x="113" y="0"/>
                  </a:moveTo>
                  <a:lnTo>
                    <a:pt x="0" y="73"/>
                  </a:lnTo>
                  <a:lnTo>
                    <a:pt x="238" y="70"/>
                  </a:lnTo>
                  <a:lnTo>
                    <a:pt x="11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5" name="Freeform: Shape 45"/>
            <p:cNvSpPr/>
            <p:nvPr/>
          </p:nvSpPr>
          <p:spPr bwMode="auto">
            <a:xfrm>
              <a:off x="6005180" y="2915617"/>
              <a:ext cx="687388" cy="95250"/>
            </a:xfrm>
            <a:custGeom>
              <a:avLst/>
              <a:gdLst>
                <a:gd name="T0" fmla="*/ 334 w 433"/>
                <a:gd name="T1" fmla="*/ 0 h 60"/>
                <a:gd name="T2" fmla="*/ 96 w 433"/>
                <a:gd name="T3" fmla="*/ 3 h 60"/>
                <a:gd name="T4" fmla="*/ 14 w 433"/>
                <a:gd name="T5" fmla="*/ 54 h 60"/>
                <a:gd name="T6" fmla="*/ 0 w 433"/>
                <a:gd name="T7" fmla="*/ 32 h 60"/>
                <a:gd name="T8" fmla="*/ 0 w 433"/>
                <a:gd name="T9" fmla="*/ 60 h 60"/>
                <a:gd name="T10" fmla="*/ 433 w 433"/>
                <a:gd name="T11" fmla="*/ 57 h 60"/>
                <a:gd name="T12" fmla="*/ 334 w 433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3" h="60">
                  <a:moveTo>
                    <a:pt x="334" y="0"/>
                  </a:moveTo>
                  <a:lnTo>
                    <a:pt x="96" y="3"/>
                  </a:lnTo>
                  <a:lnTo>
                    <a:pt x="14" y="54"/>
                  </a:lnTo>
                  <a:lnTo>
                    <a:pt x="0" y="32"/>
                  </a:lnTo>
                  <a:lnTo>
                    <a:pt x="0" y="60"/>
                  </a:lnTo>
                  <a:lnTo>
                    <a:pt x="433" y="57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rgbClr val="76AA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6" name="Freeform: Shape 46"/>
            <p:cNvSpPr/>
            <p:nvPr/>
          </p:nvSpPr>
          <p:spPr bwMode="auto">
            <a:xfrm>
              <a:off x="6005180" y="2915617"/>
              <a:ext cx="687388" cy="95250"/>
            </a:xfrm>
            <a:custGeom>
              <a:avLst/>
              <a:gdLst>
                <a:gd name="T0" fmla="*/ 334 w 433"/>
                <a:gd name="T1" fmla="*/ 0 h 60"/>
                <a:gd name="T2" fmla="*/ 96 w 433"/>
                <a:gd name="T3" fmla="*/ 3 h 60"/>
                <a:gd name="T4" fmla="*/ 14 w 433"/>
                <a:gd name="T5" fmla="*/ 54 h 60"/>
                <a:gd name="T6" fmla="*/ 0 w 433"/>
                <a:gd name="T7" fmla="*/ 32 h 60"/>
                <a:gd name="T8" fmla="*/ 0 w 433"/>
                <a:gd name="T9" fmla="*/ 60 h 60"/>
                <a:gd name="T10" fmla="*/ 433 w 433"/>
                <a:gd name="T11" fmla="*/ 57 h 60"/>
                <a:gd name="T12" fmla="*/ 334 w 433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3" h="60">
                  <a:moveTo>
                    <a:pt x="334" y="0"/>
                  </a:moveTo>
                  <a:lnTo>
                    <a:pt x="96" y="3"/>
                  </a:lnTo>
                  <a:lnTo>
                    <a:pt x="14" y="54"/>
                  </a:lnTo>
                  <a:lnTo>
                    <a:pt x="0" y="32"/>
                  </a:lnTo>
                  <a:lnTo>
                    <a:pt x="0" y="60"/>
                  </a:lnTo>
                  <a:lnTo>
                    <a:pt x="433" y="57"/>
                  </a:lnTo>
                  <a:lnTo>
                    <a:pt x="33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7" name="Freeform: Shape 47"/>
            <p:cNvSpPr/>
            <p:nvPr/>
          </p:nvSpPr>
          <p:spPr bwMode="auto">
            <a:xfrm>
              <a:off x="5978192" y="2753692"/>
              <a:ext cx="358775" cy="247650"/>
            </a:xfrm>
            <a:custGeom>
              <a:avLst/>
              <a:gdLst>
                <a:gd name="T0" fmla="*/ 172 w 226"/>
                <a:gd name="T1" fmla="*/ 0 h 156"/>
                <a:gd name="T2" fmla="*/ 0 w 226"/>
                <a:gd name="T3" fmla="*/ 111 h 156"/>
                <a:gd name="T4" fmla="*/ 17 w 226"/>
                <a:gd name="T5" fmla="*/ 134 h 156"/>
                <a:gd name="T6" fmla="*/ 31 w 226"/>
                <a:gd name="T7" fmla="*/ 156 h 156"/>
                <a:gd name="T8" fmla="*/ 113 w 226"/>
                <a:gd name="T9" fmla="*/ 105 h 156"/>
                <a:gd name="T10" fmla="*/ 226 w 226"/>
                <a:gd name="T11" fmla="*/ 32 h 156"/>
                <a:gd name="T12" fmla="*/ 172 w 226"/>
                <a:gd name="T13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" h="156">
                  <a:moveTo>
                    <a:pt x="172" y="0"/>
                  </a:moveTo>
                  <a:lnTo>
                    <a:pt x="0" y="111"/>
                  </a:lnTo>
                  <a:lnTo>
                    <a:pt x="17" y="134"/>
                  </a:lnTo>
                  <a:lnTo>
                    <a:pt x="31" y="156"/>
                  </a:lnTo>
                  <a:lnTo>
                    <a:pt x="113" y="105"/>
                  </a:lnTo>
                  <a:lnTo>
                    <a:pt x="226" y="32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rgbClr val="76AA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8" name="Freeform: Shape 48"/>
            <p:cNvSpPr/>
            <p:nvPr/>
          </p:nvSpPr>
          <p:spPr bwMode="auto">
            <a:xfrm>
              <a:off x="5978192" y="2753692"/>
              <a:ext cx="358775" cy="247650"/>
            </a:xfrm>
            <a:custGeom>
              <a:avLst/>
              <a:gdLst>
                <a:gd name="T0" fmla="*/ 172 w 226"/>
                <a:gd name="T1" fmla="*/ 0 h 156"/>
                <a:gd name="T2" fmla="*/ 0 w 226"/>
                <a:gd name="T3" fmla="*/ 111 h 156"/>
                <a:gd name="T4" fmla="*/ 17 w 226"/>
                <a:gd name="T5" fmla="*/ 134 h 156"/>
                <a:gd name="T6" fmla="*/ 31 w 226"/>
                <a:gd name="T7" fmla="*/ 156 h 156"/>
                <a:gd name="T8" fmla="*/ 113 w 226"/>
                <a:gd name="T9" fmla="*/ 105 h 156"/>
                <a:gd name="T10" fmla="*/ 226 w 226"/>
                <a:gd name="T11" fmla="*/ 32 h 156"/>
                <a:gd name="T12" fmla="*/ 172 w 226"/>
                <a:gd name="T13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" h="156">
                  <a:moveTo>
                    <a:pt x="172" y="0"/>
                  </a:moveTo>
                  <a:lnTo>
                    <a:pt x="0" y="111"/>
                  </a:lnTo>
                  <a:lnTo>
                    <a:pt x="17" y="134"/>
                  </a:lnTo>
                  <a:lnTo>
                    <a:pt x="31" y="156"/>
                  </a:lnTo>
                  <a:lnTo>
                    <a:pt x="113" y="105"/>
                  </a:lnTo>
                  <a:lnTo>
                    <a:pt x="226" y="32"/>
                  </a:lnTo>
                  <a:lnTo>
                    <a:pt x="17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9" name="Freeform: Shape 49"/>
            <p:cNvSpPr/>
            <p:nvPr/>
          </p:nvSpPr>
          <p:spPr bwMode="auto">
            <a:xfrm>
              <a:off x="4971717" y="2993405"/>
              <a:ext cx="1944688" cy="642938"/>
            </a:xfrm>
            <a:custGeom>
              <a:avLst/>
              <a:gdLst>
                <a:gd name="T0" fmla="*/ 1225 w 1225"/>
                <a:gd name="T1" fmla="*/ 45 h 405"/>
                <a:gd name="T2" fmla="*/ 1225 w 1225"/>
                <a:gd name="T3" fmla="*/ 0 h 405"/>
                <a:gd name="T4" fmla="*/ 594 w 1225"/>
                <a:gd name="T5" fmla="*/ 362 h 405"/>
                <a:gd name="T6" fmla="*/ 0 w 1225"/>
                <a:gd name="T7" fmla="*/ 22 h 405"/>
                <a:gd name="T8" fmla="*/ 0 w 1225"/>
                <a:gd name="T9" fmla="*/ 68 h 405"/>
                <a:gd name="T10" fmla="*/ 594 w 1225"/>
                <a:gd name="T11" fmla="*/ 405 h 405"/>
                <a:gd name="T12" fmla="*/ 1225 w 1225"/>
                <a:gd name="T13" fmla="*/ 45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5" h="405">
                  <a:moveTo>
                    <a:pt x="1225" y="45"/>
                  </a:moveTo>
                  <a:lnTo>
                    <a:pt x="1225" y="0"/>
                  </a:lnTo>
                  <a:lnTo>
                    <a:pt x="594" y="362"/>
                  </a:lnTo>
                  <a:lnTo>
                    <a:pt x="0" y="22"/>
                  </a:lnTo>
                  <a:lnTo>
                    <a:pt x="0" y="68"/>
                  </a:lnTo>
                  <a:lnTo>
                    <a:pt x="594" y="405"/>
                  </a:lnTo>
                  <a:lnTo>
                    <a:pt x="1225" y="45"/>
                  </a:lnTo>
                  <a:close/>
                </a:path>
              </a:pathLst>
            </a:custGeom>
            <a:solidFill>
              <a:srgbClr val="0083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0" name="Freeform: Shape 50"/>
            <p:cNvSpPr/>
            <p:nvPr/>
          </p:nvSpPr>
          <p:spPr bwMode="auto">
            <a:xfrm>
              <a:off x="2411080" y="2804492"/>
              <a:ext cx="1441450" cy="822325"/>
            </a:xfrm>
            <a:custGeom>
              <a:avLst/>
              <a:gdLst>
                <a:gd name="T0" fmla="*/ 469 w 908"/>
                <a:gd name="T1" fmla="*/ 0 h 518"/>
                <a:gd name="T2" fmla="*/ 0 w 908"/>
                <a:gd name="T3" fmla="*/ 266 h 518"/>
                <a:gd name="T4" fmla="*/ 438 w 908"/>
                <a:gd name="T5" fmla="*/ 518 h 518"/>
                <a:gd name="T6" fmla="*/ 908 w 908"/>
                <a:gd name="T7" fmla="*/ 252 h 518"/>
                <a:gd name="T8" fmla="*/ 812 w 908"/>
                <a:gd name="T9" fmla="*/ 195 h 518"/>
                <a:gd name="T10" fmla="*/ 535 w 908"/>
                <a:gd name="T11" fmla="*/ 198 h 518"/>
                <a:gd name="T12" fmla="*/ 535 w 908"/>
                <a:gd name="T13" fmla="*/ 141 h 518"/>
                <a:gd name="T14" fmla="*/ 716 w 908"/>
                <a:gd name="T15" fmla="*/ 141 h 518"/>
                <a:gd name="T16" fmla="*/ 469 w 908"/>
                <a:gd name="T17" fmla="*/ 0 h 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8" h="518">
                  <a:moveTo>
                    <a:pt x="469" y="0"/>
                  </a:moveTo>
                  <a:lnTo>
                    <a:pt x="0" y="266"/>
                  </a:lnTo>
                  <a:lnTo>
                    <a:pt x="438" y="518"/>
                  </a:lnTo>
                  <a:lnTo>
                    <a:pt x="908" y="252"/>
                  </a:lnTo>
                  <a:lnTo>
                    <a:pt x="812" y="195"/>
                  </a:lnTo>
                  <a:lnTo>
                    <a:pt x="535" y="198"/>
                  </a:lnTo>
                  <a:lnTo>
                    <a:pt x="535" y="141"/>
                  </a:lnTo>
                  <a:lnTo>
                    <a:pt x="716" y="141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E2E3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1" name="Freeform: Shape 51"/>
            <p:cNvSpPr/>
            <p:nvPr/>
          </p:nvSpPr>
          <p:spPr bwMode="auto">
            <a:xfrm>
              <a:off x="2411080" y="2804492"/>
              <a:ext cx="1441450" cy="822325"/>
            </a:xfrm>
            <a:custGeom>
              <a:avLst/>
              <a:gdLst>
                <a:gd name="T0" fmla="*/ 469 w 908"/>
                <a:gd name="T1" fmla="*/ 0 h 518"/>
                <a:gd name="T2" fmla="*/ 0 w 908"/>
                <a:gd name="T3" fmla="*/ 266 h 518"/>
                <a:gd name="T4" fmla="*/ 438 w 908"/>
                <a:gd name="T5" fmla="*/ 518 h 518"/>
                <a:gd name="T6" fmla="*/ 908 w 908"/>
                <a:gd name="T7" fmla="*/ 252 h 518"/>
                <a:gd name="T8" fmla="*/ 812 w 908"/>
                <a:gd name="T9" fmla="*/ 195 h 518"/>
                <a:gd name="T10" fmla="*/ 535 w 908"/>
                <a:gd name="T11" fmla="*/ 198 h 518"/>
                <a:gd name="T12" fmla="*/ 535 w 908"/>
                <a:gd name="T13" fmla="*/ 141 h 518"/>
                <a:gd name="T14" fmla="*/ 716 w 908"/>
                <a:gd name="T15" fmla="*/ 141 h 518"/>
                <a:gd name="T16" fmla="*/ 469 w 908"/>
                <a:gd name="T17" fmla="*/ 0 h 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8" h="518">
                  <a:moveTo>
                    <a:pt x="469" y="0"/>
                  </a:moveTo>
                  <a:lnTo>
                    <a:pt x="0" y="266"/>
                  </a:lnTo>
                  <a:lnTo>
                    <a:pt x="438" y="518"/>
                  </a:lnTo>
                  <a:lnTo>
                    <a:pt x="908" y="252"/>
                  </a:lnTo>
                  <a:lnTo>
                    <a:pt x="812" y="195"/>
                  </a:lnTo>
                  <a:lnTo>
                    <a:pt x="535" y="198"/>
                  </a:lnTo>
                  <a:lnTo>
                    <a:pt x="535" y="141"/>
                  </a:lnTo>
                  <a:lnTo>
                    <a:pt x="716" y="141"/>
                  </a:lnTo>
                  <a:lnTo>
                    <a:pt x="46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2" name="Freeform: Shape 54"/>
            <p:cNvSpPr/>
            <p:nvPr/>
          </p:nvSpPr>
          <p:spPr bwMode="auto">
            <a:xfrm>
              <a:off x="2433305" y="2699717"/>
              <a:ext cx="1392238" cy="796925"/>
            </a:xfrm>
            <a:custGeom>
              <a:avLst/>
              <a:gdLst>
                <a:gd name="T0" fmla="*/ 877 w 877"/>
                <a:gd name="T1" fmla="*/ 244 h 502"/>
                <a:gd name="T2" fmla="*/ 453 w 877"/>
                <a:gd name="T3" fmla="*/ 0 h 502"/>
                <a:gd name="T4" fmla="*/ 0 w 877"/>
                <a:gd name="T5" fmla="*/ 258 h 502"/>
                <a:gd name="T6" fmla="*/ 424 w 877"/>
                <a:gd name="T7" fmla="*/ 502 h 502"/>
                <a:gd name="T8" fmla="*/ 877 w 877"/>
                <a:gd name="T9" fmla="*/ 244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7" h="502">
                  <a:moveTo>
                    <a:pt x="877" y="244"/>
                  </a:moveTo>
                  <a:lnTo>
                    <a:pt x="453" y="0"/>
                  </a:lnTo>
                  <a:lnTo>
                    <a:pt x="0" y="258"/>
                  </a:lnTo>
                  <a:lnTo>
                    <a:pt x="424" y="502"/>
                  </a:lnTo>
                  <a:lnTo>
                    <a:pt x="877" y="244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3" name="Freeform: Shape 55"/>
            <p:cNvSpPr/>
            <p:nvPr/>
          </p:nvSpPr>
          <p:spPr bwMode="auto">
            <a:xfrm>
              <a:off x="2433305" y="3087067"/>
              <a:ext cx="1392238" cy="458788"/>
            </a:xfrm>
            <a:custGeom>
              <a:avLst/>
              <a:gdLst>
                <a:gd name="T0" fmla="*/ 877 w 877"/>
                <a:gd name="T1" fmla="*/ 31 h 289"/>
                <a:gd name="T2" fmla="*/ 877 w 877"/>
                <a:gd name="T3" fmla="*/ 0 h 289"/>
                <a:gd name="T4" fmla="*/ 424 w 877"/>
                <a:gd name="T5" fmla="*/ 258 h 289"/>
                <a:gd name="T6" fmla="*/ 0 w 877"/>
                <a:gd name="T7" fmla="*/ 14 h 289"/>
                <a:gd name="T8" fmla="*/ 0 w 877"/>
                <a:gd name="T9" fmla="*/ 45 h 289"/>
                <a:gd name="T10" fmla="*/ 424 w 877"/>
                <a:gd name="T11" fmla="*/ 289 h 289"/>
                <a:gd name="T12" fmla="*/ 877 w 877"/>
                <a:gd name="T13" fmla="*/ 31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7" h="289">
                  <a:moveTo>
                    <a:pt x="877" y="31"/>
                  </a:moveTo>
                  <a:lnTo>
                    <a:pt x="877" y="0"/>
                  </a:lnTo>
                  <a:lnTo>
                    <a:pt x="424" y="258"/>
                  </a:lnTo>
                  <a:lnTo>
                    <a:pt x="0" y="14"/>
                  </a:lnTo>
                  <a:lnTo>
                    <a:pt x="0" y="45"/>
                  </a:lnTo>
                  <a:lnTo>
                    <a:pt x="424" y="289"/>
                  </a:lnTo>
                  <a:lnTo>
                    <a:pt x="877" y="31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4" name="Freeform: Shape 56"/>
            <p:cNvSpPr/>
            <p:nvPr/>
          </p:nvSpPr>
          <p:spPr bwMode="auto">
            <a:xfrm>
              <a:off x="7298992" y="1485280"/>
              <a:ext cx="1289050" cy="733425"/>
            </a:xfrm>
            <a:custGeom>
              <a:avLst/>
              <a:gdLst>
                <a:gd name="T0" fmla="*/ 419 w 812"/>
                <a:gd name="T1" fmla="*/ 0 h 462"/>
                <a:gd name="T2" fmla="*/ 0 w 812"/>
                <a:gd name="T3" fmla="*/ 238 h 462"/>
                <a:gd name="T4" fmla="*/ 110 w 812"/>
                <a:gd name="T5" fmla="*/ 301 h 462"/>
                <a:gd name="T6" fmla="*/ 356 w 812"/>
                <a:gd name="T7" fmla="*/ 142 h 462"/>
                <a:gd name="T8" fmla="*/ 388 w 812"/>
                <a:gd name="T9" fmla="*/ 190 h 462"/>
                <a:gd name="T10" fmla="*/ 164 w 812"/>
                <a:gd name="T11" fmla="*/ 332 h 462"/>
                <a:gd name="T12" fmla="*/ 393 w 812"/>
                <a:gd name="T13" fmla="*/ 462 h 462"/>
                <a:gd name="T14" fmla="*/ 812 w 812"/>
                <a:gd name="T15" fmla="*/ 224 h 462"/>
                <a:gd name="T16" fmla="*/ 419 w 812"/>
                <a:gd name="T17" fmla="*/ 0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2" h="462">
                  <a:moveTo>
                    <a:pt x="419" y="0"/>
                  </a:moveTo>
                  <a:lnTo>
                    <a:pt x="0" y="238"/>
                  </a:lnTo>
                  <a:lnTo>
                    <a:pt x="110" y="301"/>
                  </a:lnTo>
                  <a:lnTo>
                    <a:pt x="356" y="142"/>
                  </a:lnTo>
                  <a:lnTo>
                    <a:pt x="388" y="190"/>
                  </a:lnTo>
                  <a:lnTo>
                    <a:pt x="164" y="332"/>
                  </a:lnTo>
                  <a:lnTo>
                    <a:pt x="393" y="462"/>
                  </a:lnTo>
                  <a:lnTo>
                    <a:pt x="812" y="224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rgbClr val="E2E3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5" name="Freeform: Shape 57"/>
            <p:cNvSpPr/>
            <p:nvPr/>
          </p:nvSpPr>
          <p:spPr bwMode="auto">
            <a:xfrm>
              <a:off x="7298992" y="1485280"/>
              <a:ext cx="1289050" cy="733425"/>
            </a:xfrm>
            <a:custGeom>
              <a:avLst/>
              <a:gdLst>
                <a:gd name="T0" fmla="*/ 419 w 812"/>
                <a:gd name="T1" fmla="*/ 0 h 462"/>
                <a:gd name="T2" fmla="*/ 0 w 812"/>
                <a:gd name="T3" fmla="*/ 238 h 462"/>
                <a:gd name="T4" fmla="*/ 110 w 812"/>
                <a:gd name="T5" fmla="*/ 301 h 462"/>
                <a:gd name="T6" fmla="*/ 356 w 812"/>
                <a:gd name="T7" fmla="*/ 142 h 462"/>
                <a:gd name="T8" fmla="*/ 388 w 812"/>
                <a:gd name="T9" fmla="*/ 190 h 462"/>
                <a:gd name="T10" fmla="*/ 164 w 812"/>
                <a:gd name="T11" fmla="*/ 332 h 462"/>
                <a:gd name="T12" fmla="*/ 393 w 812"/>
                <a:gd name="T13" fmla="*/ 462 h 462"/>
                <a:gd name="T14" fmla="*/ 812 w 812"/>
                <a:gd name="T15" fmla="*/ 224 h 462"/>
                <a:gd name="T16" fmla="*/ 419 w 812"/>
                <a:gd name="T17" fmla="*/ 0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2" h="462">
                  <a:moveTo>
                    <a:pt x="419" y="0"/>
                  </a:moveTo>
                  <a:lnTo>
                    <a:pt x="0" y="238"/>
                  </a:lnTo>
                  <a:lnTo>
                    <a:pt x="110" y="301"/>
                  </a:lnTo>
                  <a:lnTo>
                    <a:pt x="356" y="142"/>
                  </a:lnTo>
                  <a:lnTo>
                    <a:pt x="388" y="190"/>
                  </a:lnTo>
                  <a:lnTo>
                    <a:pt x="164" y="332"/>
                  </a:lnTo>
                  <a:lnTo>
                    <a:pt x="393" y="462"/>
                  </a:lnTo>
                  <a:lnTo>
                    <a:pt x="812" y="224"/>
                  </a:lnTo>
                  <a:lnTo>
                    <a:pt x="4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6" name="Freeform: Shape 58"/>
            <p:cNvSpPr/>
            <p:nvPr/>
          </p:nvSpPr>
          <p:spPr bwMode="auto">
            <a:xfrm>
              <a:off x="7473617" y="1710705"/>
              <a:ext cx="441325" cy="301625"/>
            </a:xfrm>
            <a:custGeom>
              <a:avLst/>
              <a:gdLst>
                <a:gd name="T0" fmla="*/ 246 w 278"/>
                <a:gd name="T1" fmla="*/ 0 h 190"/>
                <a:gd name="T2" fmla="*/ 0 w 278"/>
                <a:gd name="T3" fmla="*/ 159 h 190"/>
                <a:gd name="T4" fmla="*/ 54 w 278"/>
                <a:gd name="T5" fmla="*/ 190 h 190"/>
                <a:gd name="T6" fmla="*/ 278 w 278"/>
                <a:gd name="T7" fmla="*/ 48 h 190"/>
                <a:gd name="T8" fmla="*/ 246 w 278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8" h="190">
                  <a:moveTo>
                    <a:pt x="246" y="0"/>
                  </a:moveTo>
                  <a:lnTo>
                    <a:pt x="0" y="159"/>
                  </a:lnTo>
                  <a:lnTo>
                    <a:pt x="54" y="190"/>
                  </a:lnTo>
                  <a:lnTo>
                    <a:pt x="278" y="48"/>
                  </a:lnTo>
                  <a:lnTo>
                    <a:pt x="24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7" name="Freeform: Shape 59"/>
            <p:cNvSpPr/>
            <p:nvPr/>
          </p:nvSpPr>
          <p:spPr bwMode="auto">
            <a:xfrm>
              <a:off x="7321217" y="1391617"/>
              <a:ext cx="1244600" cy="711200"/>
            </a:xfrm>
            <a:custGeom>
              <a:avLst/>
              <a:gdLst>
                <a:gd name="T0" fmla="*/ 784 w 784"/>
                <a:gd name="T1" fmla="*/ 218 h 448"/>
                <a:gd name="T2" fmla="*/ 405 w 784"/>
                <a:gd name="T3" fmla="*/ 0 h 448"/>
                <a:gd name="T4" fmla="*/ 0 w 784"/>
                <a:gd name="T5" fmla="*/ 232 h 448"/>
                <a:gd name="T6" fmla="*/ 379 w 784"/>
                <a:gd name="T7" fmla="*/ 448 h 448"/>
                <a:gd name="T8" fmla="*/ 784 w 784"/>
                <a:gd name="T9" fmla="*/ 218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4" h="448">
                  <a:moveTo>
                    <a:pt x="784" y="218"/>
                  </a:moveTo>
                  <a:lnTo>
                    <a:pt x="405" y="0"/>
                  </a:lnTo>
                  <a:lnTo>
                    <a:pt x="0" y="232"/>
                  </a:lnTo>
                  <a:lnTo>
                    <a:pt x="379" y="448"/>
                  </a:lnTo>
                  <a:lnTo>
                    <a:pt x="784" y="218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8" name="Freeform: Shape 60"/>
            <p:cNvSpPr/>
            <p:nvPr/>
          </p:nvSpPr>
          <p:spPr bwMode="auto">
            <a:xfrm>
              <a:off x="7321217" y="1737692"/>
              <a:ext cx="1244600" cy="409575"/>
            </a:xfrm>
            <a:custGeom>
              <a:avLst/>
              <a:gdLst>
                <a:gd name="T0" fmla="*/ 784 w 784"/>
                <a:gd name="T1" fmla="*/ 28 h 258"/>
                <a:gd name="T2" fmla="*/ 784 w 784"/>
                <a:gd name="T3" fmla="*/ 0 h 258"/>
                <a:gd name="T4" fmla="*/ 379 w 784"/>
                <a:gd name="T5" fmla="*/ 230 h 258"/>
                <a:gd name="T6" fmla="*/ 0 w 784"/>
                <a:gd name="T7" fmla="*/ 14 h 258"/>
                <a:gd name="T8" fmla="*/ 0 w 784"/>
                <a:gd name="T9" fmla="*/ 42 h 258"/>
                <a:gd name="T10" fmla="*/ 379 w 784"/>
                <a:gd name="T11" fmla="*/ 258 h 258"/>
                <a:gd name="T12" fmla="*/ 784 w 784"/>
                <a:gd name="T13" fmla="*/ 2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4" h="258">
                  <a:moveTo>
                    <a:pt x="784" y="28"/>
                  </a:moveTo>
                  <a:lnTo>
                    <a:pt x="784" y="0"/>
                  </a:lnTo>
                  <a:lnTo>
                    <a:pt x="379" y="230"/>
                  </a:lnTo>
                  <a:lnTo>
                    <a:pt x="0" y="14"/>
                  </a:lnTo>
                  <a:lnTo>
                    <a:pt x="0" y="42"/>
                  </a:lnTo>
                  <a:lnTo>
                    <a:pt x="379" y="258"/>
                  </a:lnTo>
                  <a:lnTo>
                    <a:pt x="784" y="28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9" name="Freeform: Shape 61"/>
            <p:cNvSpPr/>
            <p:nvPr/>
          </p:nvSpPr>
          <p:spPr bwMode="auto">
            <a:xfrm>
              <a:off x="5138405" y="4423742"/>
              <a:ext cx="1949450" cy="1096963"/>
            </a:xfrm>
            <a:custGeom>
              <a:avLst/>
              <a:gdLst>
                <a:gd name="T0" fmla="*/ 651 w 1228"/>
                <a:gd name="T1" fmla="*/ 0 h 691"/>
                <a:gd name="T2" fmla="*/ 690 w 1228"/>
                <a:gd name="T3" fmla="*/ 258 h 691"/>
                <a:gd name="T4" fmla="*/ 634 w 1228"/>
                <a:gd name="T5" fmla="*/ 266 h 691"/>
                <a:gd name="T6" fmla="*/ 597 w 1228"/>
                <a:gd name="T7" fmla="*/ 11 h 691"/>
                <a:gd name="T8" fmla="*/ 0 w 1228"/>
                <a:gd name="T9" fmla="*/ 351 h 691"/>
                <a:gd name="T10" fmla="*/ 594 w 1228"/>
                <a:gd name="T11" fmla="*/ 691 h 691"/>
                <a:gd name="T12" fmla="*/ 1228 w 1228"/>
                <a:gd name="T13" fmla="*/ 331 h 691"/>
                <a:gd name="T14" fmla="*/ 651 w 1228"/>
                <a:gd name="T15" fmla="*/ 0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8" h="691">
                  <a:moveTo>
                    <a:pt x="651" y="0"/>
                  </a:moveTo>
                  <a:lnTo>
                    <a:pt x="690" y="258"/>
                  </a:lnTo>
                  <a:lnTo>
                    <a:pt x="634" y="266"/>
                  </a:lnTo>
                  <a:lnTo>
                    <a:pt x="597" y="11"/>
                  </a:lnTo>
                  <a:lnTo>
                    <a:pt x="0" y="351"/>
                  </a:lnTo>
                  <a:lnTo>
                    <a:pt x="594" y="691"/>
                  </a:lnTo>
                  <a:lnTo>
                    <a:pt x="1228" y="331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E2E3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0" name="Freeform: Shape 62"/>
            <p:cNvSpPr/>
            <p:nvPr/>
          </p:nvSpPr>
          <p:spPr bwMode="auto">
            <a:xfrm>
              <a:off x="5138405" y="4423742"/>
              <a:ext cx="1949450" cy="1096963"/>
            </a:xfrm>
            <a:custGeom>
              <a:avLst/>
              <a:gdLst>
                <a:gd name="T0" fmla="*/ 651 w 1228"/>
                <a:gd name="T1" fmla="*/ 0 h 691"/>
                <a:gd name="T2" fmla="*/ 690 w 1228"/>
                <a:gd name="T3" fmla="*/ 258 h 691"/>
                <a:gd name="T4" fmla="*/ 634 w 1228"/>
                <a:gd name="T5" fmla="*/ 266 h 691"/>
                <a:gd name="T6" fmla="*/ 597 w 1228"/>
                <a:gd name="T7" fmla="*/ 11 h 691"/>
                <a:gd name="T8" fmla="*/ 0 w 1228"/>
                <a:gd name="T9" fmla="*/ 351 h 691"/>
                <a:gd name="T10" fmla="*/ 594 w 1228"/>
                <a:gd name="T11" fmla="*/ 691 h 691"/>
                <a:gd name="T12" fmla="*/ 1228 w 1228"/>
                <a:gd name="T13" fmla="*/ 331 h 691"/>
                <a:gd name="T14" fmla="*/ 651 w 1228"/>
                <a:gd name="T15" fmla="*/ 0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8" h="691">
                  <a:moveTo>
                    <a:pt x="651" y="0"/>
                  </a:moveTo>
                  <a:lnTo>
                    <a:pt x="690" y="258"/>
                  </a:lnTo>
                  <a:lnTo>
                    <a:pt x="634" y="266"/>
                  </a:lnTo>
                  <a:lnTo>
                    <a:pt x="597" y="11"/>
                  </a:lnTo>
                  <a:lnTo>
                    <a:pt x="0" y="351"/>
                  </a:lnTo>
                  <a:lnTo>
                    <a:pt x="594" y="691"/>
                  </a:lnTo>
                  <a:lnTo>
                    <a:pt x="1228" y="331"/>
                  </a:lnTo>
                  <a:lnTo>
                    <a:pt x="6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1" name="Freeform: Shape 63"/>
            <p:cNvSpPr/>
            <p:nvPr/>
          </p:nvSpPr>
          <p:spPr bwMode="auto">
            <a:xfrm>
              <a:off x="6086142" y="4409455"/>
              <a:ext cx="147638" cy="436563"/>
            </a:xfrm>
            <a:custGeom>
              <a:avLst/>
              <a:gdLst>
                <a:gd name="T0" fmla="*/ 37 w 93"/>
                <a:gd name="T1" fmla="*/ 0 h 275"/>
                <a:gd name="T2" fmla="*/ 0 w 93"/>
                <a:gd name="T3" fmla="*/ 20 h 275"/>
                <a:gd name="T4" fmla="*/ 37 w 93"/>
                <a:gd name="T5" fmla="*/ 275 h 275"/>
                <a:gd name="T6" fmla="*/ 93 w 93"/>
                <a:gd name="T7" fmla="*/ 267 h 275"/>
                <a:gd name="T8" fmla="*/ 54 w 93"/>
                <a:gd name="T9" fmla="*/ 9 h 275"/>
                <a:gd name="T10" fmla="*/ 37 w 93"/>
                <a:gd name="T11" fmla="*/ 0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3" h="275">
                  <a:moveTo>
                    <a:pt x="37" y="0"/>
                  </a:moveTo>
                  <a:lnTo>
                    <a:pt x="0" y="20"/>
                  </a:lnTo>
                  <a:lnTo>
                    <a:pt x="37" y="275"/>
                  </a:lnTo>
                  <a:lnTo>
                    <a:pt x="93" y="267"/>
                  </a:lnTo>
                  <a:lnTo>
                    <a:pt x="54" y="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76AA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2" name="Freeform: Shape 64"/>
            <p:cNvSpPr/>
            <p:nvPr/>
          </p:nvSpPr>
          <p:spPr bwMode="auto">
            <a:xfrm>
              <a:off x="6086142" y="4409455"/>
              <a:ext cx="147638" cy="436563"/>
            </a:xfrm>
            <a:custGeom>
              <a:avLst/>
              <a:gdLst>
                <a:gd name="T0" fmla="*/ 37 w 93"/>
                <a:gd name="T1" fmla="*/ 0 h 275"/>
                <a:gd name="T2" fmla="*/ 0 w 93"/>
                <a:gd name="T3" fmla="*/ 20 h 275"/>
                <a:gd name="T4" fmla="*/ 37 w 93"/>
                <a:gd name="T5" fmla="*/ 275 h 275"/>
                <a:gd name="T6" fmla="*/ 93 w 93"/>
                <a:gd name="T7" fmla="*/ 267 h 275"/>
                <a:gd name="T8" fmla="*/ 54 w 93"/>
                <a:gd name="T9" fmla="*/ 9 h 275"/>
                <a:gd name="T10" fmla="*/ 37 w 93"/>
                <a:gd name="T11" fmla="*/ 0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3" h="275">
                  <a:moveTo>
                    <a:pt x="37" y="0"/>
                  </a:moveTo>
                  <a:lnTo>
                    <a:pt x="0" y="20"/>
                  </a:lnTo>
                  <a:lnTo>
                    <a:pt x="37" y="275"/>
                  </a:lnTo>
                  <a:lnTo>
                    <a:pt x="93" y="267"/>
                  </a:lnTo>
                  <a:lnTo>
                    <a:pt x="54" y="9"/>
                  </a:lnTo>
                  <a:lnTo>
                    <a:pt x="3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3" name="Freeform: Shape 65"/>
            <p:cNvSpPr/>
            <p:nvPr/>
          </p:nvSpPr>
          <p:spPr bwMode="auto">
            <a:xfrm>
              <a:off x="5168567" y="4269755"/>
              <a:ext cx="1882775" cy="1076325"/>
            </a:xfrm>
            <a:custGeom>
              <a:avLst/>
              <a:gdLst>
                <a:gd name="T0" fmla="*/ 1186 w 1186"/>
                <a:gd name="T1" fmla="*/ 326 h 678"/>
                <a:gd name="T2" fmla="*/ 612 w 1186"/>
                <a:gd name="T3" fmla="*/ 0 h 678"/>
                <a:gd name="T4" fmla="*/ 0 w 1186"/>
                <a:gd name="T5" fmla="*/ 349 h 678"/>
                <a:gd name="T6" fmla="*/ 575 w 1186"/>
                <a:gd name="T7" fmla="*/ 678 h 678"/>
                <a:gd name="T8" fmla="*/ 1186 w 1186"/>
                <a:gd name="T9" fmla="*/ 32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678">
                  <a:moveTo>
                    <a:pt x="1186" y="326"/>
                  </a:moveTo>
                  <a:lnTo>
                    <a:pt x="612" y="0"/>
                  </a:lnTo>
                  <a:lnTo>
                    <a:pt x="0" y="349"/>
                  </a:lnTo>
                  <a:lnTo>
                    <a:pt x="575" y="678"/>
                  </a:lnTo>
                  <a:lnTo>
                    <a:pt x="1186" y="326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4" name="Freeform: Shape 66"/>
            <p:cNvSpPr/>
            <p:nvPr/>
          </p:nvSpPr>
          <p:spPr bwMode="auto">
            <a:xfrm>
              <a:off x="5168567" y="4787280"/>
              <a:ext cx="1882775" cy="625475"/>
            </a:xfrm>
            <a:custGeom>
              <a:avLst/>
              <a:gdLst>
                <a:gd name="T0" fmla="*/ 1186 w 1186"/>
                <a:gd name="T1" fmla="*/ 43 h 394"/>
                <a:gd name="T2" fmla="*/ 1186 w 1186"/>
                <a:gd name="T3" fmla="*/ 0 h 394"/>
                <a:gd name="T4" fmla="*/ 575 w 1186"/>
                <a:gd name="T5" fmla="*/ 352 h 394"/>
                <a:gd name="T6" fmla="*/ 0 w 1186"/>
                <a:gd name="T7" fmla="*/ 23 h 394"/>
                <a:gd name="T8" fmla="*/ 0 w 1186"/>
                <a:gd name="T9" fmla="*/ 65 h 394"/>
                <a:gd name="T10" fmla="*/ 575 w 1186"/>
                <a:gd name="T11" fmla="*/ 394 h 394"/>
                <a:gd name="T12" fmla="*/ 1186 w 1186"/>
                <a:gd name="T13" fmla="*/ 43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86" h="394">
                  <a:moveTo>
                    <a:pt x="1186" y="43"/>
                  </a:moveTo>
                  <a:lnTo>
                    <a:pt x="1186" y="0"/>
                  </a:lnTo>
                  <a:lnTo>
                    <a:pt x="575" y="352"/>
                  </a:lnTo>
                  <a:lnTo>
                    <a:pt x="0" y="23"/>
                  </a:lnTo>
                  <a:lnTo>
                    <a:pt x="0" y="65"/>
                  </a:lnTo>
                  <a:lnTo>
                    <a:pt x="575" y="394"/>
                  </a:lnTo>
                  <a:lnTo>
                    <a:pt x="1186" y="43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5" name="Freeform: Shape 67"/>
            <p:cNvSpPr/>
            <p:nvPr/>
          </p:nvSpPr>
          <p:spPr bwMode="auto">
            <a:xfrm>
              <a:off x="7711742" y="3950667"/>
              <a:ext cx="1585913" cy="909638"/>
            </a:xfrm>
            <a:custGeom>
              <a:avLst/>
              <a:gdLst>
                <a:gd name="T0" fmla="*/ 515 w 999"/>
                <a:gd name="T1" fmla="*/ 0 h 573"/>
                <a:gd name="T2" fmla="*/ 340 w 999"/>
                <a:gd name="T3" fmla="*/ 102 h 573"/>
                <a:gd name="T4" fmla="*/ 507 w 999"/>
                <a:gd name="T5" fmla="*/ 179 h 573"/>
                <a:gd name="T6" fmla="*/ 481 w 999"/>
                <a:gd name="T7" fmla="*/ 230 h 573"/>
                <a:gd name="T8" fmla="*/ 280 w 999"/>
                <a:gd name="T9" fmla="*/ 136 h 573"/>
                <a:gd name="T10" fmla="*/ 0 w 999"/>
                <a:gd name="T11" fmla="*/ 295 h 573"/>
                <a:gd name="T12" fmla="*/ 484 w 999"/>
                <a:gd name="T13" fmla="*/ 573 h 573"/>
                <a:gd name="T14" fmla="*/ 999 w 999"/>
                <a:gd name="T15" fmla="*/ 278 h 573"/>
                <a:gd name="T16" fmla="*/ 515 w 999"/>
                <a:gd name="T17" fmla="*/ 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9" h="573">
                  <a:moveTo>
                    <a:pt x="515" y="0"/>
                  </a:moveTo>
                  <a:lnTo>
                    <a:pt x="340" y="102"/>
                  </a:lnTo>
                  <a:lnTo>
                    <a:pt x="507" y="179"/>
                  </a:lnTo>
                  <a:lnTo>
                    <a:pt x="481" y="230"/>
                  </a:lnTo>
                  <a:lnTo>
                    <a:pt x="280" y="136"/>
                  </a:lnTo>
                  <a:lnTo>
                    <a:pt x="0" y="295"/>
                  </a:lnTo>
                  <a:lnTo>
                    <a:pt x="484" y="573"/>
                  </a:lnTo>
                  <a:lnTo>
                    <a:pt x="999" y="278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rgbClr val="E2E3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6" name="Freeform: Shape 68"/>
            <p:cNvSpPr/>
            <p:nvPr/>
          </p:nvSpPr>
          <p:spPr bwMode="auto">
            <a:xfrm>
              <a:off x="7711742" y="3950667"/>
              <a:ext cx="1585913" cy="909638"/>
            </a:xfrm>
            <a:custGeom>
              <a:avLst/>
              <a:gdLst>
                <a:gd name="T0" fmla="*/ 515 w 999"/>
                <a:gd name="T1" fmla="*/ 0 h 573"/>
                <a:gd name="T2" fmla="*/ 340 w 999"/>
                <a:gd name="T3" fmla="*/ 102 h 573"/>
                <a:gd name="T4" fmla="*/ 507 w 999"/>
                <a:gd name="T5" fmla="*/ 179 h 573"/>
                <a:gd name="T6" fmla="*/ 481 w 999"/>
                <a:gd name="T7" fmla="*/ 230 h 573"/>
                <a:gd name="T8" fmla="*/ 280 w 999"/>
                <a:gd name="T9" fmla="*/ 136 h 573"/>
                <a:gd name="T10" fmla="*/ 0 w 999"/>
                <a:gd name="T11" fmla="*/ 295 h 573"/>
                <a:gd name="T12" fmla="*/ 484 w 999"/>
                <a:gd name="T13" fmla="*/ 573 h 573"/>
                <a:gd name="T14" fmla="*/ 999 w 999"/>
                <a:gd name="T15" fmla="*/ 278 h 573"/>
                <a:gd name="T16" fmla="*/ 515 w 999"/>
                <a:gd name="T17" fmla="*/ 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9" h="573">
                  <a:moveTo>
                    <a:pt x="515" y="0"/>
                  </a:moveTo>
                  <a:lnTo>
                    <a:pt x="340" y="102"/>
                  </a:lnTo>
                  <a:lnTo>
                    <a:pt x="507" y="179"/>
                  </a:lnTo>
                  <a:lnTo>
                    <a:pt x="481" y="230"/>
                  </a:lnTo>
                  <a:lnTo>
                    <a:pt x="280" y="136"/>
                  </a:lnTo>
                  <a:lnTo>
                    <a:pt x="0" y="295"/>
                  </a:lnTo>
                  <a:lnTo>
                    <a:pt x="484" y="573"/>
                  </a:lnTo>
                  <a:lnTo>
                    <a:pt x="999" y="278"/>
                  </a:lnTo>
                  <a:lnTo>
                    <a:pt x="51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7" name="Freeform: Shape 69"/>
            <p:cNvSpPr/>
            <p:nvPr/>
          </p:nvSpPr>
          <p:spPr bwMode="auto">
            <a:xfrm>
              <a:off x="8156242" y="4112592"/>
              <a:ext cx="360363" cy="203200"/>
            </a:xfrm>
            <a:custGeom>
              <a:avLst/>
              <a:gdLst>
                <a:gd name="T0" fmla="*/ 60 w 227"/>
                <a:gd name="T1" fmla="*/ 0 h 128"/>
                <a:gd name="T2" fmla="*/ 0 w 227"/>
                <a:gd name="T3" fmla="*/ 34 h 128"/>
                <a:gd name="T4" fmla="*/ 201 w 227"/>
                <a:gd name="T5" fmla="*/ 128 h 128"/>
                <a:gd name="T6" fmla="*/ 227 w 227"/>
                <a:gd name="T7" fmla="*/ 77 h 128"/>
                <a:gd name="T8" fmla="*/ 60 w 227"/>
                <a:gd name="T9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28">
                  <a:moveTo>
                    <a:pt x="60" y="0"/>
                  </a:moveTo>
                  <a:lnTo>
                    <a:pt x="0" y="34"/>
                  </a:lnTo>
                  <a:lnTo>
                    <a:pt x="201" y="128"/>
                  </a:lnTo>
                  <a:lnTo>
                    <a:pt x="227" y="77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76AA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8" name="Freeform: Shape 70"/>
            <p:cNvSpPr/>
            <p:nvPr/>
          </p:nvSpPr>
          <p:spPr bwMode="auto">
            <a:xfrm>
              <a:off x="8156242" y="4112592"/>
              <a:ext cx="360363" cy="203200"/>
            </a:xfrm>
            <a:custGeom>
              <a:avLst/>
              <a:gdLst>
                <a:gd name="T0" fmla="*/ 60 w 227"/>
                <a:gd name="T1" fmla="*/ 0 h 128"/>
                <a:gd name="T2" fmla="*/ 0 w 227"/>
                <a:gd name="T3" fmla="*/ 34 h 128"/>
                <a:gd name="T4" fmla="*/ 201 w 227"/>
                <a:gd name="T5" fmla="*/ 128 h 128"/>
                <a:gd name="T6" fmla="*/ 227 w 227"/>
                <a:gd name="T7" fmla="*/ 77 h 128"/>
                <a:gd name="T8" fmla="*/ 60 w 227"/>
                <a:gd name="T9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28">
                  <a:moveTo>
                    <a:pt x="60" y="0"/>
                  </a:moveTo>
                  <a:lnTo>
                    <a:pt x="0" y="34"/>
                  </a:lnTo>
                  <a:lnTo>
                    <a:pt x="201" y="128"/>
                  </a:lnTo>
                  <a:lnTo>
                    <a:pt x="227" y="77"/>
                  </a:lnTo>
                  <a:lnTo>
                    <a:pt x="6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9" name="Freeform: Shape 71"/>
            <p:cNvSpPr/>
            <p:nvPr/>
          </p:nvSpPr>
          <p:spPr bwMode="auto">
            <a:xfrm>
              <a:off x="7733967" y="3837955"/>
              <a:ext cx="1531938" cy="877888"/>
            </a:xfrm>
            <a:custGeom>
              <a:avLst/>
              <a:gdLst>
                <a:gd name="T0" fmla="*/ 965 w 965"/>
                <a:gd name="T1" fmla="*/ 267 h 553"/>
                <a:gd name="T2" fmla="*/ 499 w 965"/>
                <a:gd name="T3" fmla="*/ 0 h 553"/>
                <a:gd name="T4" fmla="*/ 0 w 965"/>
                <a:gd name="T5" fmla="*/ 284 h 553"/>
                <a:gd name="T6" fmla="*/ 467 w 965"/>
                <a:gd name="T7" fmla="*/ 553 h 553"/>
                <a:gd name="T8" fmla="*/ 965 w 965"/>
                <a:gd name="T9" fmla="*/ 267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5" h="553">
                  <a:moveTo>
                    <a:pt x="965" y="267"/>
                  </a:moveTo>
                  <a:lnTo>
                    <a:pt x="499" y="0"/>
                  </a:lnTo>
                  <a:lnTo>
                    <a:pt x="0" y="284"/>
                  </a:lnTo>
                  <a:lnTo>
                    <a:pt x="467" y="553"/>
                  </a:lnTo>
                  <a:lnTo>
                    <a:pt x="965" y="267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0" name="Freeform: Shape 72"/>
            <p:cNvSpPr/>
            <p:nvPr/>
          </p:nvSpPr>
          <p:spPr bwMode="auto">
            <a:xfrm>
              <a:off x="7733967" y="4261817"/>
              <a:ext cx="1531938" cy="508000"/>
            </a:xfrm>
            <a:custGeom>
              <a:avLst/>
              <a:gdLst>
                <a:gd name="T0" fmla="*/ 965 w 965"/>
                <a:gd name="T1" fmla="*/ 37 h 320"/>
                <a:gd name="T2" fmla="*/ 965 w 965"/>
                <a:gd name="T3" fmla="*/ 0 h 320"/>
                <a:gd name="T4" fmla="*/ 467 w 965"/>
                <a:gd name="T5" fmla="*/ 286 h 320"/>
                <a:gd name="T6" fmla="*/ 0 w 965"/>
                <a:gd name="T7" fmla="*/ 17 h 320"/>
                <a:gd name="T8" fmla="*/ 0 w 965"/>
                <a:gd name="T9" fmla="*/ 54 h 320"/>
                <a:gd name="T10" fmla="*/ 467 w 965"/>
                <a:gd name="T11" fmla="*/ 320 h 320"/>
                <a:gd name="T12" fmla="*/ 965 w 965"/>
                <a:gd name="T13" fmla="*/ 37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5" h="320">
                  <a:moveTo>
                    <a:pt x="965" y="37"/>
                  </a:moveTo>
                  <a:lnTo>
                    <a:pt x="965" y="0"/>
                  </a:lnTo>
                  <a:lnTo>
                    <a:pt x="467" y="286"/>
                  </a:lnTo>
                  <a:lnTo>
                    <a:pt x="0" y="17"/>
                  </a:lnTo>
                  <a:lnTo>
                    <a:pt x="0" y="54"/>
                  </a:lnTo>
                  <a:lnTo>
                    <a:pt x="467" y="320"/>
                  </a:lnTo>
                  <a:lnTo>
                    <a:pt x="965" y="37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1" name="Freeform: Shape 73"/>
            <p:cNvSpPr/>
            <p:nvPr/>
          </p:nvSpPr>
          <p:spPr bwMode="auto">
            <a:xfrm>
              <a:off x="2927017" y="3955430"/>
              <a:ext cx="1585913" cy="908050"/>
            </a:xfrm>
            <a:custGeom>
              <a:avLst/>
              <a:gdLst>
                <a:gd name="T0" fmla="*/ 515 w 999"/>
                <a:gd name="T1" fmla="*/ 0 h 572"/>
                <a:gd name="T2" fmla="*/ 0 w 999"/>
                <a:gd name="T3" fmla="*/ 295 h 572"/>
                <a:gd name="T4" fmla="*/ 484 w 999"/>
                <a:gd name="T5" fmla="*/ 572 h 572"/>
                <a:gd name="T6" fmla="*/ 999 w 999"/>
                <a:gd name="T7" fmla="*/ 278 h 572"/>
                <a:gd name="T8" fmla="*/ 722 w 999"/>
                <a:gd name="T9" fmla="*/ 119 h 572"/>
                <a:gd name="T10" fmla="*/ 470 w 999"/>
                <a:gd name="T11" fmla="*/ 258 h 572"/>
                <a:gd name="T12" fmla="*/ 442 w 999"/>
                <a:gd name="T13" fmla="*/ 207 h 572"/>
                <a:gd name="T14" fmla="*/ 665 w 999"/>
                <a:gd name="T15" fmla="*/ 85 h 572"/>
                <a:gd name="T16" fmla="*/ 515 w 999"/>
                <a:gd name="T17" fmla="*/ 0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9" h="572">
                  <a:moveTo>
                    <a:pt x="515" y="0"/>
                  </a:moveTo>
                  <a:lnTo>
                    <a:pt x="0" y="295"/>
                  </a:lnTo>
                  <a:lnTo>
                    <a:pt x="484" y="572"/>
                  </a:lnTo>
                  <a:lnTo>
                    <a:pt x="999" y="278"/>
                  </a:lnTo>
                  <a:lnTo>
                    <a:pt x="722" y="119"/>
                  </a:lnTo>
                  <a:lnTo>
                    <a:pt x="470" y="258"/>
                  </a:lnTo>
                  <a:lnTo>
                    <a:pt x="442" y="207"/>
                  </a:lnTo>
                  <a:lnTo>
                    <a:pt x="665" y="85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rgbClr val="E2E3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2" name="Freeform: Shape 74"/>
            <p:cNvSpPr/>
            <p:nvPr/>
          </p:nvSpPr>
          <p:spPr bwMode="auto">
            <a:xfrm>
              <a:off x="2927017" y="3955430"/>
              <a:ext cx="1585913" cy="908050"/>
            </a:xfrm>
            <a:custGeom>
              <a:avLst/>
              <a:gdLst>
                <a:gd name="T0" fmla="*/ 515 w 999"/>
                <a:gd name="T1" fmla="*/ 0 h 572"/>
                <a:gd name="T2" fmla="*/ 0 w 999"/>
                <a:gd name="T3" fmla="*/ 295 h 572"/>
                <a:gd name="T4" fmla="*/ 484 w 999"/>
                <a:gd name="T5" fmla="*/ 572 h 572"/>
                <a:gd name="T6" fmla="*/ 999 w 999"/>
                <a:gd name="T7" fmla="*/ 278 h 572"/>
                <a:gd name="T8" fmla="*/ 722 w 999"/>
                <a:gd name="T9" fmla="*/ 119 h 572"/>
                <a:gd name="T10" fmla="*/ 470 w 999"/>
                <a:gd name="T11" fmla="*/ 258 h 572"/>
                <a:gd name="T12" fmla="*/ 442 w 999"/>
                <a:gd name="T13" fmla="*/ 207 h 572"/>
                <a:gd name="T14" fmla="*/ 665 w 999"/>
                <a:gd name="T15" fmla="*/ 85 h 572"/>
                <a:gd name="T16" fmla="*/ 515 w 999"/>
                <a:gd name="T17" fmla="*/ 0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9" h="572">
                  <a:moveTo>
                    <a:pt x="515" y="0"/>
                  </a:moveTo>
                  <a:lnTo>
                    <a:pt x="0" y="295"/>
                  </a:lnTo>
                  <a:lnTo>
                    <a:pt x="484" y="572"/>
                  </a:lnTo>
                  <a:lnTo>
                    <a:pt x="999" y="278"/>
                  </a:lnTo>
                  <a:lnTo>
                    <a:pt x="722" y="119"/>
                  </a:lnTo>
                  <a:lnTo>
                    <a:pt x="470" y="258"/>
                  </a:lnTo>
                  <a:lnTo>
                    <a:pt x="442" y="207"/>
                  </a:lnTo>
                  <a:lnTo>
                    <a:pt x="665" y="85"/>
                  </a:lnTo>
                  <a:lnTo>
                    <a:pt x="51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3" name="Freeform: Shape 75"/>
            <p:cNvSpPr/>
            <p:nvPr/>
          </p:nvSpPr>
          <p:spPr bwMode="auto">
            <a:xfrm>
              <a:off x="3628692" y="4090367"/>
              <a:ext cx="444500" cy="274638"/>
            </a:xfrm>
            <a:custGeom>
              <a:avLst/>
              <a:gdLst>
                <a:gd name="T0" fmla="*/ 223 w 280"/>
                <a:gd name="T1" fmla="*/ 0 h 173"/>
                <a:gd name="T2" fmla="*/ 0 w 280"/>
                <a:gd name="T3" fmla="*/ 122 h 173"/>
                <a:gd name="T4" fmla="*/ 28 w 280"/>
                <a:gd name="T5" fmla="*/ 173 h 173"/>
                <a:gd name="T6" fmla="*/ 280 w 280"/>
                <a:gd name="T7" fmla="*/ 34 h 173"/>
                <a:gd name="T8" fmla="*/ 223 w 280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0" h="173">
                  <a:moveTo>
                    <a:pt x="223" y="0"/>
                  </a:moveTo>
                  <a:lnTo>
                    <a:pt x="0" y="122"/>
                  </a:lnTo>
                  <a:lnTo>
                    <a:pt x="28" y="173"/>
                  </a:lnTo>
                  <a:lnTo>
                    <a:pt x="280" y="34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76AA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4" name="Freeform: Shape 76"/>
            <p:cNvSpPr/>
            <p:nvPr/>
          </p:nvSpPr>
          <p:spPr bwMode="auto">
            <a:xfrm>
              <a:off x="3628692" y="4090367"/>
              <a:ext cx="444500" cy="274638"/>
            </a:xfrm>
            <a:custGeom>
              <a:avLst/>
              <a:gdLst>
                <a:gd name="T0" fmla="*/ 223 w 280"/>
                <a:gd name="T1" fmla="*/ 0 h 173"/>
                <a:gd name="T2" fmla="*/ 0 w 280"/>
                <a:gd name="T3" fmla="*/ 122 h 173"/>
                <a:gd name="T4" fmla="*/ 28 w 280"/>
                <a:gd name="T5" fmla="*/ 173 h 173"/>
                <a:gd name="T6" fmla="*/ 280 w 280"/>
                <a:gd name="T7" fmla="*/ 34 h 173"/>
                <a:gd name="T8" fmla="*/ 223 w 280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0" h="173">
                  <a:moveTo>
                    <a:pt x="223" y="0"/>
                  </a:moveTo>
                  <a:lnTo>
                    <a:pt x="0" y="122"/>
                  </a:lnTo>
                  <a:lnTo>
                    <a:pt x="28" y="173"/>
                  </a:lnTo>
                  <a:lnTo>
                    <a:pt x="280" y="34"/>
                  </a:lnTo>
                  <a:lnTo>
                    <a:pt x="22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5" name="Freeform: Shape 77"/>
            <p:cNvSpPr/>
            <p:nvPr/>
          </p:nvSpPr>
          <p:spPr bwMode="auto">
            <a:xfrm>
              <a:off x="2954005" y="3842717"/>
              <a:ext cx="1531938" cy="873125"/>
            </a:xfrm>
            <a:custGeom>
              <a:avLst/>
              <a:gdLst>
                <a:gd name="T0" fmla="*/ 965 w 965"/>
                <a:gd name="T1" fmla="*/ 267 h 550"/>
                <a:gd name="T2" fmla="*/ 498 w 965"/>
                <a:gd name="T3" fmla="*/ 0 h 550"/>
                <a:gd name="T4" fmla="*/ 0 w 965"/>
                <a:gd name="T5" fmla="*/ 284 h 550"/>
                <a:gd name="T6" fmla="*/ 467 w 965"/>
                <a:gd name="T7" fmla="*/ 550 h 550"/>
                <a:gd name="T8" fmla="*/ 965 w 965"/>
                <a:gd name="T9" fmla="*/ 267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5" h="550">
                  <a:moveTo>
                    <a:pt x="965" y="267"/>
                  </a:moveTo>
                  <a:lnTo>
                    <a:pt x="498" y="0"/>
                  </a:lnTo>
                  <a:lnTo>
                    <a:pt x="0" y="284"/>
                  </a:lnTo>
                  <a:lnTo>
                    <a:pt x="467" y="550"/>
                  </a:lnTo>
                  <a:lnTo>
                    <a:pt x="965" y="267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6" name="Freeform: Shape 78"/>
            <p:cNvSpPr/>
            <p:nvPr/>
          </p:nvSpPr>
          <p:spPr bwMode="auto">
            <a:xfrm>
              <a:off x="2954005" y="4266580"/>
              <a:ext cx="1531938" cy="508000"/>
            </a:xfrm>
            <a:custGeom>
              <a:avLst/>
              <a:gdLst>
                <a:gd name="T0" fmla="*/ 965 w 965"/>
                <a:gd name="T1" fmla="*/ 34 h 320"/>
                <a:gd name="T2" fmla="*/ 965 w 965"/>
                <a:gd name="T3" fmla="*/ 0 h 320"/>
                <a:gd name="T4" fmla="*/ 467 w 965"/>
                <a:gd name="T5" fmla="*/ 283 h 320"/>
                <a:gd name="T6" fmla="*/ 0 w 965"/>
                <a:gd name="T7" fmla="*/ 17 h 320"/>
                <a:gd name="T8" fmla="*/ 0 w 965"/>
                <a:gd name="T9" fmla="*/ 53 h 320"/>
                <a:gd name="T10" fmla="*/ 467 w 965"/>
                <a:gd name="T11" fmla="*/ 320 h 320"/>
                <a:gd name="T12" fmla="*/ 965 w 965"/>
                <a:gd name="T13" fmla="*/ 34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5" h="320">
                  <a:moveTo>
                    <a:pt x="965" y="34"/>
                  </a:moveTo>
                  <a:lnTo>
                    <a:pt x="965" y="0"/>
                  </a:lnTo>
                  <a:lnTo>
                    <a:pt x="467" y="283"/>
                  </a:lnTo>
                  <a:lnTo>
                    <a:pt x="0" y="17"/>
                  </a:lnTo>
                  <a:lnTo>
                    <a:pt x="0" y="53"/>
                  </a:lnTo>
                  <a:lnTo>
                    <a:pt x="467" y="320"/>
                  </a:lnTo>
                  <a:lnTo>
                    <a:pt x="965" y="34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7" name="Freeform: Shape 79"/>
            <p:cNvSpPr/>
            <p:nvPr/>
          </p:nvSpPr>
          <p:spPr bwMode="auto">
            <a:xfrm>
              <a:off x="3354055" y="1624980"/>
              <a:ext cx="1293813" cy="738188"/>
            </a:xfrm>
            <a:custGeom>
              <a:avLst/>
              <a:gdLst>
                <a:gd name="T0" fmla="*/ 422 w 815"/>
                <a:gd name="T1" fmla="*/ 0 h 465"/>
                <a:gd name="T2" fmla="*/ 0 w 815"/>
                <a:gd name="T3" fmla="*/ 238 h 465"/>
                <a:gd name="T4" fmla="*/ 396 w 815"/>
                <a:gd name="T5" fmla="*/ 465 h 465"/>
                <a:gd name="T6" fmla="*/ 634 w 815"/>
                <a:gd name="T7" fmla="*/ 326 h 465"/>
                <a:gd name="T8" fmla="*/ 399 w 815"/>
                <a:gd name="T9" fmla="*/ 182 h 465"/>
                <a:gd name="T10" fmla="*/ 427 w 815"/>
                <a:gd name="T11" fmla="*/ 133 h 465"/>
                <a:gd name="T12" fmla="*/ 691 w 815"/>
                <a:gd name="T13" fmla="*/ 295 h 465"/>
                <a:gd name="T14" fmla="*/ 815 w 815"/>
                <a:gd name="T15" fmla="*/ 224 h 465"/>
                <a:gd name="T16" fmla="*/ 422 w 815"/>
                <a:gd name="T17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5" h="465">
                  <a:moveTo>
                    <a:pt x="422" y="0"/>
                  </a:moveTo>
                  <a:lnTo>
                    <a:pt x="0" y="238"/>
                  </a:lnTo>
                  <a:lnTo>
                    <a:pt x="396" y="465"/>
                  </a:lnTo>
                  <a:lnTo>
                    <a:pt x="634" y="326"/>
                  </a:lnTo>
                  <a:lnTo>
                    <a:pt x="399" y="182"/>
                  </a:lnTo>
                  <a:lnTo>
                    <a:pt x="427" y="133"/>
                  </a:lnTo>
                  <a:lnTo>
                    <a:pt x="691" y="295"/>
                  </a:lnTo>
                  <a:lnTo>
                    <a:pt x="815" y="224"/>
                  </a:lnTo>
                  <a:lnTo>
                    <a:pt x="422" y="0"/>
                  </a:lnTo>
                  <a:close/>
                </a:path>
              </a:pathLst>
            </a:custGeom>
            <a:solidFill>
              <a:srgbClr val="E2E3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8" name="Freeform: Shape 80"/>
            <p:cNvSpPr/>
            <p:nvPr/>
          </p:nvSpPr>
          <p:spPr bwMode="auto">
            <a:xfrm>
              <a:off x="3354055" y="1624980"/>
              <a:ext cx="1293813" cy="738188"/>
            </a:xfrm>
            <a:custGeom>
              <a:avLst/>
              <a:gdLst>
                <a:gd name="T0" fmla="*/ 422 w 815"/>
                <a:gd name="T1" fmla="*/ 0 h 465"/>
                <a:gd name="T2" fmla="*/ 0 w 815"/>
                <a:gd name="T3" fmla="*/ 238 h 465"/>
                <a:gd name="T4" fmla="*/ 396 w 815"/>
                <a:gd name="T5" fmla="*/ 465 h 465"/>
                <a:gd name="T6" fmla="*/ 634 w 815"/>
                <a:gd name="T7" fmla="*/ 326 h 465"/>
                <a:gd name="T8" fmla="*/ 399 w 815"/>
                <a:gd name="T9" fmla="*/ 182 h 465"/>
                <a:gd name="T10" fmla="*/ 427 w 815"/>
                <a:gd name="T11" fmla="*/ 133 h 465"/>
                <a:gd name="T12" fmla="*/ 691 w 815"/>
                <a:gd name="T13" fmla="*/ 295 h 465"/>
                <a:gd name="T14" fmla="*/ 815 w 815"/>
                <a:gd name="T15" fmla="*/ 224 h 465"/>
                <a:gd name="T16" fmla="*/ 422 w 815"/>
                <a:gd name="T17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5" h="465">
                  <a:moveTo>
                    <a:pt x="422" y="0"/>
                  </a:moveTo>
                  <a:lnTo>
                    <a:pt x="0" y="238"/>
                  </a:lnTo>
                  <a:lnTo>
                    <a:pt x="396" y="465"/>
                  </a:lnTo>
                  <a:lnTo>
                    <a:pt x="634" y="326"/>
                  </a:lnTo>
                  <a:lnTo>
                    <a:pt x="399" y="182"/>
                  </a:lnTo>
                  <a:lnTo>
                    <a:pt x="427" y="133"/>
                  </a:lnTo>
                  <a:lnTo>
                    <a:pt x="691" y="295"/>
                  </a:lnTo>
                  <a:lnTo>
                    <a:pt x="815" y="224"/>
                  </a:lnTo>
                  <a:lnTo>
                    <a:pt x="42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9" name="Freeform: Shape 81"/>
            <p:cNvSpPr/>
            <p:nvPr/>
          </p:nvSpPr>
          <p:spPr bwMode="auto">
            <a:xfrm>
              <a:off x="3987467" y="1836117"/>
              <a:ext cx="463550" cy="306388"/>
            </a:xfrm>
            <a:custGeom>
              <a:avLst/>
              <a:gdLst>
                <a:gd name="T0" fmla="*/ 28 w 292"/>
                <a:gd name="T1" fmla="*/ 0 h 193"/>
                <a:gd name="T2" fmla="*/ 0 w 292"/>
                <a:gd name="T3" fmla="*/ 49 h 193"/>
                <a:gd name="T4" fmla="*/ 235 w 292"/>
                <a:gd name="T5" fmla="*/ 193 h 193"/>
                <a:gd name="T6" fmla="*/ 292 w 292"/>
                <a:gd name="T7" fmla="*/ 162 h 193"/>
                <a:gd name="T8" fmla="*/ 28 w 292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2" h="193">
                  <a:moveTo>
                    <a:pt x="28" y="0"/>
                  </a:moveTo>
                  <a:lnTo>
                    <a:pt x="0" y="49"/>
                  </a:lnTo>
                  <a:lnTo>
                    <a:pt x="235" y="193"/>
                  </a:lnTo>
                  <a:lnTo>
                    <a:pt x="292" y="162"/>
                  </a:lnTo>
                  <a:lnTo>
                    <a:pt x="2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0" name="Freeform: Shape 82"/>
            <p:cNvSpPr/>
            <p:nvPr/>
          </p:nvSpPr>
          <p:spPr bwMode="auto">
            <a:xfrm>
              <a:off x="3376280" y="1531317"/>
              <a:ext cx="1244600" cy="709613"/>
            </a:xfrm>
            <a:custGeom>
              <a:avLst/>
              <a:gdLst>
                <a:gd name="T0" fmla="*/ 784 w 784"/>
                <a:gd name="T1" fmla="*/ 218 h 447"/>
                <a:gd name="T2" fmla="*/ 405 w 784"/>
                <a:gd name="T3" fmla="*/ 0 h 447"/>
                <a:gd name="T4" fmla="*/ 0 w 784"/>
                <a:gd name="T5" fmla="*/ 232 h 447"/>
                <a:gd name="T6" fmla="*/ 379 w 784"/>
                <a:gd name="T7" fmla="*/ 447 h 447"/>
                <a:gd name="T8" fmla="*/ 784 w 784"/>
                <a:gd name="T9" fmla="*/ 218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4" h="447">
                  <a:moveTo>
                    <a:pt x="784" y="218"/>
                  </a:moveTo>
                  <a:lnTo>
                    <a:pt x="405" y="0"/>
                  </a:lnTo>
                  <a:lnTo>
                    <a:pt x="0" y="232"/>
                  </a:lnTo>
                  <a:lnTo>
                    <a:pt x="379" y="447"/>
                  </a:lnTo>
                  <a:lnTo>
                    <a:pt x="784" y="218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1" name="Freeform: Shape 83"/>
            <p:cNvSpPr/>
            <p:nvPr/>
          </p:nvSpPr>
          <p:spPr bwMode="auto">
            <a:xfrm>
              <a:off x="3376280" y="1877392"/>
              <a:ext cx="1244600" cy="409575"/>
            </a:xfrm>
            <a:custGeom>
              <a:avLst/>
              <a:gdLst>
                <a:gd name="T0" fmla="*/ 784 w 784"/>
                <a:gd name="T1" fmla="*/ 28 h 258"/>
                <a:gd name="T2" fmla="*/ 784 w 784"/>
                <a:gd name="T3" fmla="*/ 0 h 258"/>
                <a:gd name="T4" fmla="*/ 379 w 784"/>
                <a:gd name="T5" fmla="*/ 229 h 258"/>
                <a:gd name="T6" fmla="*/ 0 w 784"/>
                <a:gd name="T7" fmla="*/ 14 h 258"/>
                <a:gd name="T8" fmla="*/ 0 w 784"/>
                <a:gd name="T9" fmla="*/ 42 h 258"/>
                <a:gd name="T10" fmla="*/ 379 w 784"/>
                <a:gd name="T11" fmla="*/ 258 h 258"/>
                <a:gd name="T12" fmla="*/ 784 w 784"/>
                <a:gd name="T13" fmla="*/ 2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4" h="258">
                  <a:moveTo>
                    <a:pt x="784" y="28"/>
                  </a:moveTo>
                  <a:lnTo>
                    <a:pt x="784" y="0"/>
                  </a:lnTo>
                  <a:lnTo>
                    <a:pt x="379" y="229"/>
                  </a:lnTo>
                  <a:lnTo>
                    <a:pt x="0" y="14"/>
                  </a:lnTo>
                  <a:lnTo>
                    <a:pt x="0" y="42"/>
                  </a:lnTo>
                  <a:lnTo>
                    <a:pt x="379" y="258"/>
                  </a:lnTo>
                  <a:lnTo>
                    <a:pt x="784" y="28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2" name="Freeform: Shape 84"/>
            <p:cNvSpPr/>
            <p:nvPr/>
          </p:nvSpPr>
          <p:spPr bwMode="auto">
            <a:xfrm>
              <a:off x="5447967" y="1139205"/>
              <a:ext cx="1149350" cy="635000"/>
            </a:xfrm>
            <a:custGeom>
              <a:avLst/>
              <a:gdLst>
                <a:gd name="T0" fmla="*/ 373 w 724"/>
                <a:gd name="T1" fmla="*/ 0 h 400"/>
                <a:gd name="T2" fmla="*/ 0 w 724"/>
                <a:gd name="T3" fmla="*/ 213 h 400"/>
                <a:gd name="T4" fmla="*/ 320 w 724"/>
                <a:gd name="T5" fmla="*/ 397 h 400"/>
                <a:gd name="T6" fmla="*/ 331 w 724"/>
                <a:gd name="T7" fmla="*/ 167 h 400"/>
                <a:gd name="T8" fmla="*/ 388 w 724"/>
                <a:gd name="T9" fmla="*/ 170 h 400"/>
                <a:gd name="T10" fmla="*/ 376 w 724"/>
                <a:gd name="T11" fmla="*/ 400 h 400"/>
                <a:gd name="T12" fmla="*/ 724 w 724"/>
                <a:gd name="T13" fmla="*/ 198 h 400"/>
                <a:gd name="T14" fmla="*/ 373 w 724"/>
                <a:gd name="T15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4" h="400">
                  <a:moveTo>
                    <a:pt x="373" y="0"/>
                  </a:moveTo>
                  <a:lnTo>
                    <a:pt x="0" y="213"/>
                  </a:lnTo>
                  <a:lnTo>
                    <a:pt x="320" y="397"/>
                  </a:lnTo>
                  <a:lnTo>
                    <a:pt x="331" y="167"/>
                  </a:lnTo>
                  <a:lnTo>
                    <a:pt x="388" y="170"/>
                  </a:lnTo>
                  <a:lnTo>
                    <a:pt x="376" y="400"/>
                  </a:lnTo>
                  <a:lnTo>
                    <a:pt x="724" y="198"/>
                  </a:lnTo>
                  <a:lnTo>
                    <a:pt x="37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3" name="Freeform: Shape 85"/>
            <p:cNvSpPr/>
            <p:nvPr/>
          </p:nvSpPr>
          <p:spPr bwMode="auto">
            <a:xfrm>
              <a:off x="5955967" y="1404317"/>
              <a:ext cx="107950" cy="392113"/>
            </a:xfrm>
            <a:custGeom>
              <a:avLst/>
              <a:gdLst>
                <a:gd name="T0" fmla="*/ 11 w 68"/>
                <a:gd name="T1" fmla="*/ 0 h 247"/>
                <a:gd name="T2" fmla="*/ 0 w 68"/>
                <a:gd name="T3" fmla="*/ 230 h 247"/>
                <a:gd name="T4" fmla="*/ 28 w 68"/>
                <a:gd name="T5" fmla="*/ 247 h 247"/>
                <a:gd name="T6" fmla="*/ 56 w 68"/>
                <a:gd name="T7" fmla="*/ 233 h 247"/>
                <a:gd name="T8" fmla="*/ 68 w 68"/>
                <a:gd name="T9" fmla="*/ 3 h 247"/>
                <a:gd name="T10" fmla="*/ 11 w 68"/>
                <a:gd name="T1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247">
                  <a:moveTo>
                    <a:pt x="11" y="0"/>
                  </a:moveTo>
                  <a:lnTo>
                    <a:pt x="0" y="230"/>
                  </a:lnTo>
                  <a:lnTo>
                    <a:pt x="28" y="247"/>
                  </a:lnTo>
                  <a:lnTo>
                    <a:pt x="56" y="233"/>
                  </a:lnTo>
                  <a:lnTo>
                    <a:pt x="68" y="3"/>
                  </a:lnTo>
                  <a:lnTo>
                    <a:pt x="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4" name="Freeform: Shape 86"/>
            <p:cNvSpPr/>
            <p:nvPr/>
          </p:nvSpPr>
          <p:spPr bwMode="auto">
            <a:xfrm>
              <a:off x="8026067" y="2709242"/>
              <a:ext cx="1443038" cy="823913"/>
            </a:xfrm>
            <a:custGeom>
              <a:avLst/>
              <a:gdLst>
                <a:gd name="T0" fmla="*/ 467 w 909"/>
                <a:gd name="T1" fmla="*/ 0 h 519"/>
                <a:gd name="T2" fmla="*/ 249 w 909"/>
                <a:gd name="T3" fmla="*/ 125 h 519"/>
                <a:gd name="T4" fmla="*/ 445 w 909"/>
                <a:gd name="T5" fmla="*/ 125 h 519"/>
                <a:gd name="T6" fmla="*/ 445 w 909"/>
                <a:gd name="T7" fmla="*/ 181 h 519"/>
                <a:gd name="T8" fmla="*/ 150 w 909"/>
                <a:gd name="T9" fmla="*/ 181 h 519"/>
                <a:gd name="T10" fmla="*/ 0 w 909"/>
                <a:gd name="T11" fmla="*/ 269 h 519"/>
                <a:gd name="T12" fmla="*/ 439 w 909"/>
                <a:gd name="T13" fmla="*/ 519 h 519"/>
                <a:gd name="T14" fmla="*/ 909 w 909"/>
                <a:gd name="T15" fmla="*/ 252 h 519"/>
                <a:gd name="T16" fmla="*/ 467 w 909"/>
                <a:gd name="T17" fmla="*/ 0 h 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9" h="519">
                  <a:moveTo>
                    <a:pt x="467" y="0"/>
                  </a:moveTo>
                  <a:lnTo>
                    <a:pt x="249" y="125"/>
                  </a:lnTo>
                  <a:lnTo>
                    <a:pt x="445" y="125"/>
                  </a:lnTo>
                  <a:lnTo>
                    <a:pt x="445" y="181"/>
                  </a:lnTo>
                  <a:lnTo>
                    <a:pt x="150" y="181"/>
                  </a:lnTo>
                  <a:lnTo>
                    <a:pt x="0" y="269"/>
                  </a:lnTo>
                  <a:lnTo>
                    <a:pt x="439" y="519"/>
                  </a:lnTo>
                  <a:lnTo>
                    <a:pt x="909" y="252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E2E3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5" name="Freeform: Shape 87"/>
            <p:cNvSpPr/>
            <p:nvPr/>
          </p:nvSpPr>
          <p:spPr bwMode="auto">
            <a:xfrm>
              <a:off x="8026067" y="2709242"/>
              <a:ext cx="1443038" cy="823913"/>
            </a:xfrm>
            <a:custGeom>
              <a:avLst/>
              <a:gdLst>
                <a:gd name="T0" fmla="*/ 467 w 909"/>
                <a:gd name="T1" fmla="*/ 0 h 519"/>
                <a:gd name="T2" fmla="*/ 249 w 909"/>
                <a:gd name="T3" fmla="*/ 125 h 519"/>
                <a:gd name="T4" fmla="*/ 445 w 909"/>
                <a:gd name="T5" fmla="*/ 125 h 519"/>
                <a:gd name="T6" fmla="*/ 445 w 909"/>
                <a:gd name="T7" fmla="*/ 181 h 519"/>
                <a:gd name="T8" fmla="*/ 150 w 909"/>
                <a:gd name="T9" fmla="*/ 181 h 519"/>
                <a:gd name="T10" fmla="*/ 0 w 909"/>
                <a:gd name="T11" fmla="*/ 269 h 519"/>
                <a:gd name="T12" fmla="*/ 439 w 909"/>
                <a:gd name="T13" fmla="*/ 519 h 519"/>
                <a:gd name="T14" fmla="*/ 909 w 909"/>
                <a:gd name="T15" fmla="*/ 252 h 519"/>
                <a:gd name="T16" fmla="*/ 467 w 909"/>
                <a:gd name="T17" fmla="*/ 0 h 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9" h="519">
                  <a:moveTo>
                    <a:pt x="467" y="0"/>
                  </a:moveTo>
                  <a:lnTo>
                    <a:pt x="249" y="125"/>
                  </a:lnTo>
                  <a:lnTo>
                    <a:pt x="445" y="125"/>
                  </a:lnTo>
                  <a:lnTo>
                    <a:pt x="445" y="181"/>
                  </a:lnTo>
                  <a:lnTo>
                    <a:pt x="150" y="181"/>
                  </a:lnTo>
                  <a:lnTo>
                    <a:pt x="0" y="269"/>
                  </a:lnTo>
                  <a:lnTo>
                    <a:pt x="439" y="519"/>
                  </a:lnTo>
                  <a:lnTo>
                    <a:pt x="909" y="252"/>
                  </a:lnTo>
                  <a:lnTo>
                    <a:pt x="46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6" name="Freeform: Shape 88"/>
            <p:cNvSpPr/>
            <p:nvPr/>
          </p:nvSpPr>
          <p:spPr bwMode="auto">
            <a:xfrm>
              <a:off x="8264192" y="2907680"/>
              <a:ext cx="468313" cy="88900"/>
            </a:xfrm>
            <a:custGeom>
              <a:avLst/>
              <a:gdLst>
                <a:gd name="T0" fmla="*/ 295 w 295"/>
                <a:gd name="T1" fmla="*/ 0 h 56"/>
                <a:gd name="T2" fmla="*/ 99 w 295"/>
                <a:gd name="T3" fmla="*/ 0 h 56"/>
                <a:gd name="T4" fmla="*/ 0 w 295"/>
                <a:gd name="T5" fmla="*/ 56 h 56"/>
                <a:gd name="T6" fmla="*/ 295 w 295"/>
                <a:gd name="T7" fmla="*/ 56 h 56"/>
                <a:gd name="T8" fmla="*/ 295 w 295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5" h="56">
                  <a:moveTo>
                    <a:pt x="295" y="0"/>
                  </a:moveTo>
                  <a:lnTo>
                    <a:pt x="99" y="0"/>
                  </a:lnTo>
                  <a:lnTo>
                    <a:pt x="0" y="56"/>
                  </a:lnTo>
                  <a:lnTo>
                    <a:pt x="295" y="5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76AA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7" name="Freeform: Shape 89"/>
            <p:cNvSpPr/>
            <p:nvPr/>
          </p:nvSpPr>
          <p:spPr bwMode="auto">
            <a:xfrm>
              <a:off x="8264192" y="2907680"/>
              <a:ext cx="468313" cy="88900"/>
            </a:xfrm>
            <a:custGeom>
              <a:avLst/>
              <a:gdLst>
                <a:gd name="T0" fmla="*/ 295 w 295"/>
                <a:gd name="T1" fmla="*/ 0 h 56"/>
                <a:gd name="T2" fmla="*/ 99 w 295"/>
                <a:gd name="T3" fmla="*/ 0 h 56"/>
                <a:gd name="T4" fmla="*/ 0 w 295"/>
                <a:gd name="T5" fmla="*/ 56 h 56"/>
                <a:gd name="T6" fmla="*/ 295 w 295"/>
                <a:gd name="T7" fmla="*/ 56 h 56"/>
                <a:gd name="T8" fmla="*/ 295 w 295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5" h="56">
                  <a:moveTo>
                    <a:pt x="295" y="0"/>
                  </a:moveTo>
                  <a:lnTo>
                    <a:pt x="99" y="0"/>
                  </a:lnTo>
                  <a:lnTo>
                    <a:pt x="0" y="56"/>
                  </a:lnTo>
                  <a:lnTo>
                    <a:pt x="295" y="56"/>
                  </a:lnTo>
                  <a:lnTo>
                    <a:pt x="29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8" name="Freeform: Shape 90"/>
            <p:cNvSpPr/>
            <p:nvPr/>
          </p:nvSpPr>
          <p:spPr bwMode="auto">
            <a:xfrm>
              <a:off x="8049880" y="2606055"/>
              <a:ext cx="1392238" cy="795338"/>
            </a:xfrm>
            <a:custGeom>
              <a:avLst/>
              <a:gdLst>
                <a:gd name="T0" fmla="*/ 877 w 877"/>
                <a:gd name="T1" fmla="*/ 244 h 501"/>
                <a:gd name="T2" fmla="*/ 452 w 877"/>
                <a:gd name="T3" fmla="*/ 0 h 501"/>
                <a:gd name="T4" fmla="*/ 0 w 877"/>
                <a:gd name="T5" fmla="*/ 258 h 501"/>
                <a:gd name="T6" fmla="*/ 424 w 877"/>
                <a:gd name="T7" fmla="*/ 501 h 501"/>
                <a:gd name="T8" fmla="*/ 877 w 877"/>
                <a:gd name="T9" fmla="*/ 244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7" h="501">
                  <a:moveTo>
                    <a:pt x="877" y="244"/>
                  </a:moveTo>
                  <a:lnTo>
                    <a:pt x="452" y="0"/>
                  </a:lnTo>
                  <a:lnTo>
                    <a:pt x="0" y="258"/>
                  </a:lnTo>
                  <a:lnTo>
                    <a:pt x="424" y="501"/>
                  </a:lnTo>
                  <a:lnTo>
                    <a:pt x="877" y="244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9" name="Freeform: Shape 91"/>
            <p:cNvSpPr/>
            <p:nvPr/>
          </p:nvSpPr>
          <p:spPr bwMode="auto">
            <a:xfrm>
              <a:off x="8049880" y="2993405"/>
              <a:ext cx="1392238" cy="458788"/>
            </a:xfrm>
            <a:custGeom>
              <a:avLst/>
              <a:gdLst>
                <a:gd name="T0" fmla="*/ 877 w 877"/>
                <a:gd name="T1" fmla="*/ 31 h 289"/>
                <a:gd name="T2" fmla="*/ 877 w 877"/>
                <a:gd name="T3" fmla="*/ 0 h 289"/>
                <a:gd name="T4" fmla="*/ 424 w 877"/>
                <a:gd name="T5" fmla="*/ 257 h 289"/>
                <a:gd name="T6" fmla="*/ 0 w 877"/>
                <a:gd name="T7" fmla="*/ 14 h 289"/>
                <a:gd name="T8" fmla="*/ 0 w 877"/>
                <a:gd name="T9" fmla="*/ 48 h 289"/>
                <a:gd name="T10" fmla="*/ 424 w 877"/>
                <a:gd name="T11" fmla="*/ 289 h 289"/>
                <a:gd name="T12" fmla="*/ 877 w 877"/>
                <a:gd name="T13" fmla="*/ 31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7" h="289">
                  <a:moveTo>
                    <a:pt x="877" y="31"/>
                  </a:moveTo>
                  <a:lnTo>
                    <a:pt x="877" y="0"/>
                  </a:lnTo>
                  <a:lnTo>
                    <a:pt x="424" y="257"/>
                  </a:lnTo>
                  <a:lnTo>
                    <a:pt x="0" y="14"/>
                  </a:lnTo>
                  <a:lnTo>
                    <a:pt x="0" y="48"/>
                  </a:lnTo>
                  <a:lnTo>
                    <a:pt x="424" y="289"/>
                  </a:lnTo>
                  <a:lnTo>
                    <a:pt x="877" y="31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0" name="Freeform: Shape 92"/>
            <p:cNvSpPr/>
            <p:nvPr/>
          </p:nvSpPr>
          <p:spPr bwMode="auto">
            <a:xfrm>
              <a:off x="4971961" y="2462958"/>
              <a:ext cx="1966669" cy="1109885"/>
            </a:xfrm>
            <a:custGeom>
              <a:avLst/>
              <a:gdLst>
                <a:gd name="T0" fmla="*/ 784 w 784"/>
                <a:gd name="T1" fmla="*/ 218 h 447"/>
                <a:gd name="T2" fmla="*/ 405 w 784"/>
                <a:gd name="T3" fmla="*/ 0 h 447"/>
                <a:gd name="T4" fmla="*/ 0 w 784"/>
                <a:gd name="T5" fmla="*/ 232 h 447"/>
                <a:gd name="T6" fmla="*/ 379 w 784"/>
                <a:gd name="T7" fmla="*/ 447 h 447"/>
                <a:gd name="T8" fmla="*/ 784 w 784"/>
                <a:gd name="T9" fmla="*/ 218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4" h="447">
                  <a:moveTo>
                    <a:pt x="784" y="218"/>
                  </a:moveTo>
                  <a:lnTo>
                    <a:pt x="405" y="0"/>
                  </a:lnTo>
                  <a:lnTo>
                    <a:pt x="0" y="232"/>
                  </a:lnTo>
                  <a:lnTo>
                    <a:pt x="379" y="447"/>
                  </a:lnTo>
                  <a:lnTo>
                    <a:pt x="784" y="218"/>
                  </a:lnTo>
                  <a:close/>
                </a:path>
              </a:pathLst>
            </a:custGeom>
            <a:solidFill>
              <a:srgbClr val="4D5985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01" name="Freeform: Shape 93"/>
            <p:cNvSpPr/>
            <p:nvPr/>
          </p:nvSpPr>
          <p:spPr bwMode="auto">
            <a:xfrm>
              <a:off x="3504296" y="3954290"/>
              <a:ext cx="441403" cy="378904"/>
            </a:xfrm>
            <a:custGeom>
              <a:avLst/>
              <a:gdLst>
                <a:gd name="T0" fmla="*/ 230 w 497"/>
                <a:gd name="T1" fmla="*/ 231 h 426"/>
                <a:gd name="T2" fmla="*/ 230 w 497"/>
                <a:gd name="T3" fmla="*/ 231 h 426"/>
                <a:gd name="T4" fmla="*/ 274 w 497"/>
                <a:gd name="T5" fmla="*/ 231 h 426"/>
                <a:gd name="T6" fmla="*/ 274 w 497"/>
                <a:gd name="T7" fmla="*/ 275 h 426"/>
                <a:gd name="T8" fmla="*/ 496 w 497"/>
                <a:gd name="T9" fmla="*/ 275 h 426"/>
                <a:gd name="T10" fmla="*/ 487 w 497"/>
                <a:gd name="T11" fmla="*/ 133 h 426"/>
                <a:gd name="T12" fmla="*/ 443 w 497"/>
                <a:gd name="T13" fmla="*/ 80 h 426"/>
                <a:gd name="T14" fmla="*/ 363 w 497"/>
                <a:gd name="T15" fmla="*/ 80 h 426"/>
                <a:gd name="T16" fmla="*/ 337 w 497"/>
                <a:gd name="T17" fmla="*/ 27 h 426"/>
                <a:gd name="T18" fmla="*/ 300 w 497"/>
                <a:gd name="T19" fmla="*/ 0 h 426"/>
                <a:gd name="T20" fmla="*/ 194 w 497"/>
                <a:gd name="T21" fmla="*/ 0 h 426"/>
                <a:gd name="T22" fmla="*/ 168 w 497"/>
                <a:gd name="T23" fmla="*/ 27 h 426"/>
                <a:gd name="T24" fmla="*/ 133 w 497"/>
                <a:gd name="T25" fmla="*/ 80 h 426"/>
                <a:gd name="T26" fmla="*/ 53 w 497"/>
                <a:gd name="T27" fmla="*/ 80 h 426"/>
                <a:gd name="T28" fmla="*/ 9 w 497"/>
                <a:gd name="T29" fmla="*/ 133 h 426"/>
                <a:gd name="T30" fmla="*/ 0 w 497"/>
                <a:gd name="T31" fmla="*/ 275 h 426"/>
                <a:gd name="T32" fmla="*/ 230 w 497"/>
                <a:gd name="T33" fmla="*/ 275 h 426"/>
                <a:gd name="T34" fmla="*/ 230 w 497"/>
                <a:gd name="T35" fmla="*/ 231 h 426"/>
                <a:gd name="T36" fmla="*/ 186 w 497"/>
                <a:gd name="T37" fmla="*/ 53 h 426"/>
                <a:gd name="T38" fmla="*/ 186 w 497"/>
                <a:gd name="T39" fmla="*/ 53 h 426"/>
                <a:gd name="T40" fmla="*/ 212 w 497"/>
                <a:gd name="T41" fmla="*/ 36 h 426"/>
                <a:gd name="T42" fmla="*/ 284 w 497"/>
                <a:gd name="T43" fmla="*/ 36 h 426"/>
                <a:gd name="T44" fmla="*/ 309 w 497"/>
                <a:gd name="T45" fmla="*/ 53 h 426"/>
                <a:gd name="T46" fmla="*/ 319 w 497"/>
                <a:gd name="T47" fmla="*/ 80 h 426"/>
                <a:gd name="T48" fmla="*/ 177 w 497"/>
                <a:gd name="T49" fmla="*/ 80 h 426"/>
                <a:gd name="T50" fmla="*/ 186 w 497"/>
                <a:gd name="T51" fmla="*/ 53 h 426"/>
                <a:gd name="T52" fmla="*/ 274 w 497"/>
                <a:gd name="T53" fmla="*/ 355 h 426"/>
                <a:gd name="T54" fmla="*/ 274 w 497"/>
                <a:gd name="T55" fmla="*/ 355 h 426"/>
                <a:gd name="T56" fmla="*/ 230 w 497"/>
                <a:gd name="T57" fmla="*/ 355 h 426"/>
                <a:gd name="T58" fmla="*/ 230 w 497"/>
                <a:gd name="T59" fmla="*/ 302 h 426"/>
                <a:gd name="T60" fmla="*/ 9 w 497"/>
                <a:gd name="T61" fmla="*/ 302 h 426"/>
                <a:gd name="T62" fmla="*/ 17 w 497"/>
                <a:gd name="T63" fmla="*/ 381 h 426"/>
                <a:gd name="T64" fmla="*/ 62 w 497"/>
                <a:gd name="T65" fmla="*/ 425 h 426"/>
                <a:gd name="T66" fmla="*/ 434 w 497"/>
                <a:gd name="T67" fmla="*/ 425 h 426"/>
                <a:gd name="T68" fmla="*/ 478 w 497"/>
                <a:gd name="T69" fmla="*/ 381 h 426"/>
                <a:gd name="T70" fmla="*/ 487 w 497"/>
                <a:gd name="T71" fmla="*/ 302 h 426"/>
                <a:gd name="T72" fmla="*/ 274 w 497"/>
                <a:gd name="T73" fmla="*/ 302 h 426"/>
                <a:gd name="T74" fmla="*/ 274 w 497"/>
                <a:gd name="T75" fmla="*/ 355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97" h="426">
                  <a:moveTo>
                    <a:pt x="230" y="231"/>
                  </a:moveTo>
                  <a:lnTo>
                    <a:pt x="230" y="231"/>
                  </a:lnTo>
                  <a:cubicBezTo>
                    <a:pt x="274" y="231"/>
                    <a:pt x="274" y="231"/>
                    <a:pt x="274" y="231"/>
                  </a:cubicBezTo>
                  <a:cubicBezTo>
                    <a:pt x="274" y="275"/>
                    <a:pt x="274" y="275"/>
                    <a:pt x="274" y="275"/>
                  </a:cubicBezTo>
                  <a:cubicBezTo>
                    <a:pt x="496" y="275"/>
                    <a:pt x="496" y="275"/>
                    <a:pt x="496" y="275"/>
                  </a:cubicBezTo>
                  <a:cubicBezTo>
                    <a:pt x="496" y="275"/>
                    <a:pt x="496" y="168"/>
                    <a:pt x="487" y="133"/>
                  </a:cubicBezTo>
                  <a:cubicBezTo>
                    <a:pt x="487" y="97"/>
                    <a:pt x="478" y="80"/>
                    <a:pt x="443" y="80"/>
                  </a:cubicBezTo>
                  <a:cubicBezTo>
                    <a:pt x="363" y="80"/>
                    <a:pt x="363" y="80"/>
                    <a:pt x="363" y="80"/>
                  </a:cubicBezTo>
                  <a:cubicBezTo>
                    <a:pt x="345" y="53"/>
                    <a:pt x="337" y="27"/>
                    <a:pt x="337" y="27"/>
                  </a:cubicBezTo>
                  <a:cubicBezTo>
                    <a:pt x="328" y="9"/>
                    <a:pt x="319" y="0"/>
                    <a:pt x="300" y="0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177" y="0"/>
                    <a:pt x="168" y="9"/>
                    <a:pt x="168" y="27"/>
                  </a:cubicBezTo>
                  <a:cubicBezTo>
                    <a:pt x="159" y="27"/>
                    <a:pt x="150" y="53"/>
                    <a:pt x="133" y="80"/>
                  </a:cubicBezTo>
                  <a:cubicBezTo>
                    <a:pt x="53" y="80"/>
                    <a:pt x="53" y="80"/>
                    <a:pt x="53" y="80"/>
                  </a:cubicBezTo>
                  <a:cubicBezTo>
                    <a:pt x="17" y="80"/>
                    <a:pt x="9" y="97"/>
                    <a:pt x="9" y="133"/>
                  </a:cubicBezTo>
                  <a:cubicBezTo>
                    <a:pt x="0" y="168"/>
                    <a:pt x="0" y="275"/>
                    <a:pt x="0" y="275"/>
                  </a:cubicBezTo>
                  <a:cubicBezTo>
                    <a:pt x="230" y="275"/>
                    <a:pt x="230" y="275"/>
                    <a:pt x="230" y="275"/>
                  </a:cubicBezTo>
                  <a:lnTo>
                    <a:pt x="230" y="231"/>
                  </a:lnTo>
                  <a:close/>
                  <a:moveTo>
                    <a:pt x="186" y="53"/>
                  </a:moveTo>
                  <a:lnTo>
                    <a:pt x="186" y="53"/>
                  </a:lnTo>
                  <a:cubicBezTo>
                    <a:pt x="194" y="44"/>
                    <a:pt x="194" y="36"/>
                    <a:pt x="212" y="36"/>
                  </a:cubicBezTo>
                  <a:cubicBezTo>
                    <a:pt x="284" y="36"/>
                    <a:pt x="284" y="36"/>
                    <a:pt x="284" y="36"/>
                  </a:cubicBezTo>
                  <a:cubicBezTo>
                    <a:pt x="300" y="36"/>
                    <a:pt x="300" y="44"/>
                    <a:pt x="309" y="53"/>
                  </a:cubicBezTo>
                  <a:cubicBezTo>
                    <a:pt x="309" y="53"/>
                    <a:pt x="319" y="71"/>
                    <a:pt x="319" y="80"/>
                  </a:cubicBezTo>
                  <a:cubicBezTo>
                    <a:pt x="177" y="80"/>
                    <a:pt x="177" y="80"/>
                    <a:pt x="177" y="80"/>
                  </a:cubicBezTo>
                  <a:cubicBezTo>
                    <a:pt x="186" y="71"/>
                    <a:pt x="186" y="53"/>
                    <a:pt x="186" y="53"/>
                  </a:cubicBezTo>
                  <a:close/>
                  <a:moveTo>
                    <a:pt x="274" y="355"/>
                  </a:moveTo>
                  <a:lnTo>
                    <a:pt x="274" y="355"/>
                  </a:lnTo>
                  <a:cubicBezTo>
                    <a:pt x="230" y="355"/>
                    <a:pt x="230" y="355"/>
                    <a:pt x="230" y="355"/>
                  </a:cubicBezTo>
                  <a:cubicBezTo>
                    <a:pt x="230" y="302"/>
                    <a:pt x="230" y="302"/>
                    <a:pt x="230" y="302"/>
                  </a:cubicBezTo>
                  <a:cubicBezTo>
                    <a:pt x="9" y="302"/>
                    <a:pt x="9" y="302"/>
                    <a:pt x="9" y="302"/>
                  </a:cubicBezTo>
                  <a:cubicBezTo>
                    <a:pt x="9" y="302"/>
                    <a:pt x="17" y="346"/>
                    <a:pt x="17" y="381"/>
                  </a:cubicBezTo>
                  <a:cubicBezTo>
                    <a:pt x="17" y="399"/>
                    <a:pt x="26" y="425"/>
                    <a:pt x="62" y="425"/>
                  </a:cubicBezTo>
                  <a:cubicBezTo>
                    <a:pt x="434" y="425"/>
                    <a:pt x="434" y="425"/>
                    <a:pt x="434" y="425"/>
                  </a:cubicBezTo>
                  <a:cubicBezTo>
                    <a:pt x="469" y="425"/>
                    <a:pt x="478" y="399"/>
                    <a:pt x="478" y="381"/>
                  </a:cubicBezTo>
                  <a:cubicBezTo>
                    <a:pt x="478" y="346"/>
                    <a:pt x="487" y="302"/>
                    <a:pt x="487" y="302"/>
                  </a:cubicBezTo>
                  <a:cubicBezTo>
                    <a:pt x="274" y="302"/>
                    <a:pt x="274" y="302"/>
                    <a:pt x="274" y="302"/>
                  </a:cubicBezTo>
                  <a:lnTo>
                    <a:pt x="274" y="355"/>
                  </a:lnTo>
                  <a:close/>
                </a:path>
              </a:pathLst>
            </a:custGeom>
            <a:solidFill>
              <a:srgbClr val="4D5985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102" name="Freeform: Shape 94"/>
            <p:cNvSpPr/>
            <p:nvPr/>
          </p:nvSpPr>
          <p:spPr bwMode="auto">
            <a:xfrm>
              <a:off x="3935760" y="1454072"/>
              <a:ext cx="324558" cy="403025"/>
            </a:xfrm>
            <a:custGeom>
              <a:avLst/>
              <a:gdLst>
                <a:gd name="T0" fmla="*/ 381 w 400"/>
                <a:gd name="T1" fmla="*/ 124 h 498"/>
                <a:gd name="T2" fmla="*/ 381 w 400"/>
                <a:gd name="T3" fmla="*/ 124 h 498"/>
                <a:gd name="T4" fmla="*/ 231 w 400"/>
                <a:gd name="T5" fmla="*/ 9 h 498"/>
                <a:gd name="T6" fmla="*/ 115 w 400"/>
                <a:gd name="T7" fmla="*/ 151 h 498"/>
                <a:gd name="T8" fmla="*/ 133 w 400"/>
                <a:gd name="T9" fmla="*/ 213 h 498"/>
                <a:gd name="T10" fmla="*/ 9 w 400"/>
                <a:gd name="T11" fmla="*/ 407 h 498"/>
                <a:gd name="T12" fmla="*/ 0 w 400"/>
                <a:gd name="T13" fmla="*/ 434 h 498"/>
                <a:gd name="T14" fmla="*/ 9 w 400"/>
                <a:gd name="T15" fmla="*/ 478 h 498"/>
                <a:gd name="T16" fmla="*/ 27 w 400"/>
                <a:gd name="T17" fmla="*/ 497 h 498"/>
                <a:gd name="T18" fmla="*/ 62 w 400"/>
                <a:gd name="T19" fmla="*/ 487 h 498"/>
                <a:gd name="T20" fmla="*/ 89 w 400"/>
                <a:gd name="T21" fmla="*/ 470 h 498"/>
                <a:gd name="T22" fmla="*/ 142 w 400"/>
                <a:gd name="T23" fmla="*/ 390 h 498"/>
                <a:gd name="T24" fmla="*/ 142 w 400"/>
                <a:gd name="T25" fmla="*/ 390 h 498"/>
                <a:gd name="T26" fmla="*/ 177 w 400"/>
                <a:gd name="T27" fmla="*/ 381 h 498"/>
                <a:gd name="T28" fmla="*/ 231 w 400"/>
                <a:gd name="T29" fmla="*/ 284 h 498"/>
                <a:gd name="T30" fmla="*/ 293 w 400"/>
                <a:gd name="T31" fmla="*/ 284 h 498"/>
                <a:gd name="T32" fmla="*/ 381 w 400"/>
                <a:gd name="T33" fmla="*/ 124 h 498"/>
                <a:gd name="T34" fmla="*/ 319 w 400"/>
                <a:gd name="T35" fmla="*/ 159 h 498"/>
                <a:gd name="T36" fmla="*/ 319 w 400"/>
                <a:gd name="T37" fmla="*/ 159 h 498"/>
                <a:gd name="T38" fmla="*/ 256 w 400"/>
                <a:gd name="T39" fmla="*/ 142 h 498"/>
                <a:gd name="T40" fmla="*/ 221 w 400"/>
                <a:gd name="T41" fmla="*/ 80 h 498"/>
                <a:gd name="T42" fmla="*/ 310 w 400"/>
                <a:gd name="T43" fmla="*/ 71 h 498"/>
                <a:gd name="T44" fmla="*/ 319 w 400"/>
                <a:gd name="T45" fmla="*/ 159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00" h="498">
                  <a:moveTo>
                    <a:pt x="381" y="124"/>
                  </a:moveTo>
                  <a:lnTo>
                    <a:pt x="381" y="124"/>
                  </a:lnTo>
                  <a:cubicBezTo>
                    <a:pt x="372" y="44"/>
                    <a:pt x="301" y="0"/>
                    <a:pt x="231" y="9"/>
                  </a:cubicBezTo>
                  <a:cubicBezTo>
                    <a:pt x="159" y="27"/>
                    <a:pt x="106" y="80"/>
                    <a:pt x="115" y="151"/>
                  </a:cubicBezTo>
                  <a:cubicBezTo>
                    <a:pt x="115" y="168"/>
                    <a:pt x="124" y="195"/>
                    <a:pt x="133" y="213"/>
                  </a:cubicBezTo>
                  <a:cubicBezTo>
                    <a:pt x="9" y="407"/>
                    <a:pt x="9" y="407"/>
                    <a:pt x="9" y="407"/>
                  </a:cubicBezTo>
                  <a:cubicBezTo>
                    <a:pt x="0" y="407"/>
                    <a:pt x="0" y="425"/>
                    <a:pt x="0" y="434"/>
                  </a:cubicBezTo>
                  <a:cubicBezTo>
                    <a:pt x="9" y="478"/>
                    <a:pt x="9" y="478"/>
                    <a:pt x="9" y="478"/>
                  </a:cubicBezTo>
                  <a:cubicBezTo>
                    <a:pt x="9" y="487"/>
                    <a:pt x="18" y="497"/>
                    <a:pt x="27" y="497"/>
                  </a:cubicBezTo>
                  <a:cubicBezTo>
                    <a:pt x="62" y="487"/>
                    <a:pt x="62" y="487"/>
                    <a:pt x="62" y="487"/>
                  </a:cubicBezTo>
                  <a:cubicBezTo>
                    <a:pt x="71" y="487"/>
                    <a:pt x="80" y="478"/>
                    <a:pt x="89" y="470"/>
                  </a:cubicBezTo>
                  <a:cubicBezTo>
                    <a:pt x="142" y="390"/>
                    <a:pt x="142" y="390"/>
                    <a:pt x="142" y="390"/>
                  </a:cubicBezTo>
                  <a:lnTo>
                    <a:pt x="142" y="390"/>
                  </a:lnTo>
                  <a:cubicBezTo>
                    <a:pt x="177" y="381"/>
                    <a:pt x="177" y="381"/>
                    <a:pt x="177" y="381"/>
                  </a:cubicBezTo>
                  <a:cubicBezTo>
                    <a:pt x="231" y="284"/>
                    <a:pt x="231" y="284"/>
                    <a:pt x="231" y="284"/>
                  </a:cubicBezTo>
                  <a:cubicBezTo>
                    <a:pt x="248" y="293"/>
                    <a:pt x="284" y="284"/>
                    <a:pt x="293" y="284"/>
                  </a:cubicBezTo>
                  <a:cubicBezTo>
                    <a:pt x="363" y="275"/>
                    <a:pt x="399" y="195"/>
                    <a:pt x="381" y="124"/>
                  </a:cubicBezTo>
                  <a:close/>
                  <a:moveTo>
                    <a:pt x="319" y="159"/>
                  </a:moveTo>
                  <a:lnTo>
                    <a:pt x="319" y="159"/>
                  </a:lnTo>
                  <a:cubicBezTo>
                    <a:pt x="301" y="187"/>
                    <a:pt x="284" y="168"/>
                    <a:pt x="256" y="142"/>
                  </a:cubicBezTo>
                  <a:cubicBezTo>
                    <a:pt x="231" y="124"/>
                    <a:pt x="203" y="115"/>
                    <a:pt x="221" y="80"/>
                  </a:cubicBezTo>
                  <a:cubicBezTo>
                    <a:pt x="240" y="53"/>
                    <a:pt x="284" y="44"/>
                    <a:pt x="310" y="71"/>
                  </a:cubicBezTo>
                  <a:cubicBezTo>
                    <a:pt x="337" y="89"/>
                    <a:pt x="346" y="133"/>
                    <a:pt x="319" y="159"/>
                  </a:cubicBezTo>
                  <a:close/>
                </a:path>
              </a:pathLst>
            </a:custGeom>
            <a:solidFill>
              <a:srgbClr val="4D5985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103" name="Freeform: Shape 95"/>
            <p:cNvSpPr/>
            <p:nvPr/>
          </p:nvSpPr>
          <p:spPr bwMode="auto">
            <a:xfrm>
              <a:off x="7753313" y="1406322"/>
              <a:ext cx="400677" cy="358126"/>
            </a:xfrm>
            <a:custGeom>
              <a:avLst/>
              <a:gdLst>
                <a:gd name="T0" fmla="*/ 80 w 498"/>
                <a:gd name="T1" fmla="*/ 151 h 445"/>
                <a:gd name="T2" fmla="*/ 80 w 498"/>
                <a:gd name="T3" fmla="*/ 151 h 445"/>
                <a:gd name="T4" fmla="*/ 142 w 498"/>
                <a:gd name="T5" fmla="*/ 169 h 445"/>
                <a:gd name="T6" fmla="*/ 151 w 498"/>
                <a:gd name="T7" fmla="*/ 169 h 445"/>
                <a:gd name="T8" fmla="*/ 195 w 498"/>
                <a:gd name="T9" fmla="*/ 134 h 445"/>
                <a:gd name="T10" fmla="*/ 195 w 498"/>
                <a:gd name="T11" fmla="*/ 125 h 445"/>
                <a:gd name="T12" fmla="*/ 178 w 498"/>
                <a:gd name="T13" fmla="*/ 107 h 445"/>
                <a:gd name="T14" fmla="*/ 275 w 498"/>
                <a:gd name="T15" fmla="*/ 10 h 445"/>
                <a:gd name="T16" fmla="*/ 195 w 498"/>
                <a:gd name="T17" fmla="*/ 0 h 445"/>
                <a:gd name="T18" fmla="*/ 107 w 498"/>
                <a:gd name="T19" fmla="*/ 54 h 445"/>
                <a:gd name="T20" fmla="*/ 72 w 498"/>
                <a:gd name="T21" fmla="*/ 81 h 445"/>
                <a:gd name="T22" fmla="*/ 53 w 498"/>
                <a:gd name="T23" fmla="*/ 116 h 445"/>
                <a:gd name="T24" fmla="*/ 18 w 498"/>
                <a:gd name="T25" fmla="*/ 125 h 445"/>
                <a:gd name="T26" fmla="*/ 0 w 498"/>
                <a:gd name="T27" fmla="*/ 143 h 445"/>
                <a:gd name="T28" fmla="*/ 0 w 498"/>
                <a:gd name="T29" fmla="*/ 151 h 445"/>
                <a:gd name="T30" fmla="*/ 36 w 498"/>
                <a:gd name="T31" fmla="*/ 187 h 445"/>
                <a:gd name="T32" fmla="*/ 53 w 498"/>
                <a:gd name="T33" fmla="*/ 196 h 445"/>
                <a:gd name="T34" fmla="*/ 72 w 498"/>
                <a:gd name="T35" fmla="*/ 178 h 445"/>
                <a:gd name="T36" fmla="*/ 80 w 498"/>
                <a:gd name="T37" fmla="*/ 151 h 445"/>
                <a:gd name="T38" fmla="*/ 222 w 498"/>
                <a:gd name="T39" fmla="*/ 160 h 445"/>
                <a:gd name="T40" fmla="*/ 222 w 498"/>
                <a:gd name="T41" fmla="*/ 160 h 445"/>
                <a:gd name="T42" fmla="*/ 213 w 498"/>
                <a:gd name="T43" fmla="*/ 160 h 445"/>
                <a:gd name="T44" fmla="*/ 178 w 498"/>
                <a:gd name="T45" fmla="*/ 187 h 445"/>
                <a:gd name="T46" fmla="*/ 169 w 498"/>
                <a:gd name="T47" fmla="*/ 204 h 445"/>
                <a:gd name="T48" fmla="*/ 381 w 498"/>
                <a:gd name="T49" fmla="*/ 435 h 445"/>
                <a:gd name="T50" fmla="*/ 399 w 498"/>
                <a:gd name="T51" fmla="*/ 435 h 445"/>
                <a:gd name="T52" fmla="*/ 426 w 498"/>
                <a:gd name="T53" fmla="*/ 417 h 445"/>
                <a:gd name="T54" fmla="*/ 426 w 498"/>
                <a:gd name="T55" fmla="*/ 400 h 445"/>
                <a:gd name="T56" fmla="*/ 222 w 498"/>
                <a:gd name="T57" fmla="*/ 160 h 445"/>
                <a:gd name="T58" fmla="*/ 497 w 498"/>
                <a:gd name="T59" fmla="*/ 63 h 445"/>
                <a:gd name="T60" fmla="*/ 497 w 498"/>
                <a:gd name="T61" fmla="*/ 63 h 445"/>
                <a:gd name="T62" fmla="*/ 479 w 498"/>
                <a:gd name="T63" fmla="*/ 54 h 445"/>
                <a:gd name="T64" fmla="*/ 461 w 498"/>
                <a:gd name="T65" fmla="*/ 89 h 445"/>
                <a:gd name="T66" fmla="*/ 408 w 498"/>
                <a:gd name="T67" fmla="*/ 107 h 445"/>
                <a:gd name="T68" fmla="*/ 399 w 498"/>
                <a:gd name="T69" fmla="*/ 63 h 445"/>
                <a:gd name="T70" fmla="*/ 417 w 498"/>
                <a:gd name="T71" fmla="*/ 19 h 445"/>
                <a:gd name="T72" fmla="*/ 408 w 498"/>
                <a:gd name="T73" fmla="*/ 10 h 445"/>
                <a:gd name="T74" fmla="*/ 337 w 498"/>
                <a:gd name="T75" fmla="*/ 72 h 445"/>
                <a:gd name="T76" fmla="*/ 319 w 498"/>
                <a:gd name="T77" fmla="*/ 151 h 445"/>
                <a:gd name="T78" fmla="*/ 284 w 498"/>
                <a:gd name="T79" fmla="*/ 187 h 445"/>
                <a:gd name="T80" fmla="*/ 319 w 498"/>
                <a:gd name="T81" fmla="*/ 231 h 445"/>
                <a:gd name="T82" fmla="*/ 364 w 498"/>
                <a:gd name="T83" fmla="*/ 187 h 445"/>
                <a:gd name="T84" fmla="*/ 408 w 498"/>
                <a:gd name="T85" fmla="*/ 178 h 445"/>
                <a:gd name="T86" fmla="*/ 488 w 498"/>
                <a:gd name="T87" fmla="*/ 143 h 445"/>
                <a:gd name="T88" fmla="*/ 497 w 498"/>
                <a:gd name="T89" fmla="*/ 63 h 445"/>
                <a:gd name="T90" fmla="*/ 72 w 498"/>
                <a:gd name="T91" fmla="*/ 400 h 445"/>
                <a:gd name="T92" fmla="*/ 72 w 498"/>
                <a:gd name="T93" fmla="*/ 400 h 445"/>
                <a:gd name="T94" fmla="*/ 72 w 498"/>
                <a:gd name="T95" fmla="*/ 417 h 445"/>
                <a:gd name="T96" fmla="*/ 89 w 498"/>
                <a:gd name="T97" fmla="*/ 444 h 445"/>
                <a:gd name="T98" fmla="*/ 107 w 498"/>
                <a:gd name="T99" fmla="*/ 435 h 445"/>
                <a:gd name="T100" fmla="*/ 231 w 498"/>
                <a:gd name="T101" fmla="*/ 320 h 445"/>
                <a:gd name="T102" fmla="*/ 195 w 498"/>
                <a:gd name="T103" fmla="*/ 275 h 445"/>
                <a:gd name="T104" fmla="*/ 72 w 498"/>
                <a:gd name="T105" fmla="*/ 400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98" h="445">
                  <a:moveTo>
                    <a:pt x="80" y="151"/>
                  </a:moveTo>
                  <a:lnTo>
                    <a:pt x="80" y="151"/>
                  </a:lnTo>
                  <a:cubicBezTo>
                    <a:pt x="97" y="134"/>
                    <a:pt x="116" y="143"/>
                    <a:pt x="142" y="169"/>
                  </a:cubicBezTo>
                  <a:cubicBezTo>
                    <a:pt x="151" y="178"/>
                    <a:pt x="151" y="169"/>
                    <a:pt x="151" y="169"/>
                  </a:cubicBezTo>
                  <a:cubicBezTo>
                    <a:pt x="160" y="169"/>
                    <a:pt x="186" y="134"/>
                    <a:pt x="195" y="134"/>
                  </a:cubicBezTo>
                  <a:cubicBezTo>
                    <a:pt x="195" y="134"/>
                    <a:pt x="195" y="134"/>
                    <a:pt x="195" y="125"/>
                  </a:cubicBezTo>
                  <a:cubicBezTo>
                    <a:pt x="186" y="125"/>
                    <a:pt x="178" y="116"/>
                    <a:pt x="178" y="107"/>
                  </a:cubicBezTo>
                  <a:cubicBezTo>
                    <a:pt x="133" y="45"/>
                    <a:pt x="301" y="10"/>
                    <a:pt x="275" y="10"/>
                  </a:cubicBezTo>
                  <a:cubicBezTo>
                    <a:pt x="257" y="0"/>
                    <a:pt x="204" y="0"/>
                    <a:pt x="195" y="0"/>
                  </a:cubicBezTo>
                  <a:cubicBezTo>
                    <a:pt x="169" y="10"/>
                    <a:pt x="125" y="36"/>
                    <a:pt x="107" y="54"/>
                  </a:cubicBezTo>
                  <a:cubicBezTo>
                    <a:pt x="80" y="72"/>
                    <a:pt x="72" y="81"/>
                    <a:pt x="72" y="81"/>
                  </a:cubicBezTo>
                  <a:cubicBezTo>
                    <a:pt x="62" y="89"/>
                    <a:pt x="72" y="107"/>
                    <a:pt x="53" y="116"/>
                  </a:cubicBezTo>
                  <a:cubicBezTo>
                    <a:pt x="36" y="125"/>
                    <a:pt x="27" y="116"/>
                    <a:pt x="18" y="125"/>
                  </a:cubicBezTo>
                  <a:cubicBezTo>
                    <a:pt x="18" y="134"/>
                    <a:pt x="9" y="134"/>
                    <a:pt x="0" y="143"/>
                  </a:cubicBezTo>
                  <a:lnTo>
                    <a:pt x="0" y="151"/>
                  </a:lnTo>
                  <a:lnTo>
                    <a:pt x="36" y="187"/>
                  </a:lnTo>
                  <a:cubicBezTo>
                    <a:pt x="36" y="196"/>
                    <a:pt x="44" y="196"/>
                    <a:pt x="53" y="196"/>
                  </a:cubicBezTo>
                  <a:cubicBezTo>
                    <a:pt x="53" y="187"/>
                    <a:pt x="62" y="178"/>
                    <a:pt x="72" y="178"/>
                  </a:cubicBezTo>
                  <a:cubicBezTo>
                    <a:pt x="72" y="178"/>
                    <a:pt x="72" y="151"/>
                    <a:pt x="80" y="151"/>
                  </a:cubicBezTo>
                  <a:close/>
                  <a:moveTo>
                    <a:pt x="222" y="160"/>
                  </a:moveTo>
                  <a:lnTo>
                    <a:pt x="222" y="160"/>
                  </a:lnTo>
                  <a:cubicBezTo>
                    <a:pt x="213" y="160"/>
                    <a:pt x="213" y="160"/>
                    <a:pt x="213" y="160"/>
                  </a:cubicBezTo>
                  <a:cubicBezTo>
                    <a:pt x="178" y="187"/>
                    <a:pt x="178" y="187"/>
                    <a:pt x="178" y="187"/>
                  </a:cubicBezTo>
                  <a:cubicBezTo>
                    <a:pt x="169" y="196"/>
                    <a:pt x="169" y="196"/>
                    <a:pt x="169" y="204"/>
                  </a:cubicBezTo>
                  <a:cubicBezTo>
                    <a:pt x="381" y="435"/>
                    <a:pt x="381" y="435"/>
                    <a:pt x="381" y="435"/>
                  </a:cubicBezTo>
                  <a:cubicBezTo>
                    <a:pt x="381" y="444"/>
                    <a:pt x="391" y="444"/>
                    <a:pt x="399" y="435"/>
                  </a:cubicBezTo>
                  <a:cubicBezTo>
                    <a:pt x="426" y="417"/>
                    <a:pt x="426" y="417"/>
                    <a:pt x="426" y="417"/>
                  </a:cubicBezTo>
                  <a:cubicBezTo>
                    <a:pt x="426" y="408"/>
                    <a:pt x="426" y="400"/>
                    <a:pt x="426" y="400"/>
                  </a:cubicBezTo>
                  <a:lnTo>
                    <a:pt x="222" y="160"/>
                  </a:lnTo>
                  <a:close/>
                  <a:moveTo>
                    <a:pt x="497" y="63"/>
                  </a:moveTo>
                  <a:lnTo>
                    <a:pt x="497" y="63"/>
                  </a:lnTo>
                  <a:cubicBezTo>
                    <a:pt x="488" y="45"/>
                    <a:pt x="488" y="54"/>
                    <a:pt x="479" y="54"/>
                  </a:cubicBezTo>
                  <a:cubicBezTo>
                    <a:pt x="479" y="63"/>
                    <a:pt x="461" y="81"/>
                    <a:pt x="461" y="89"/>
                  </a:cubicBezTo>
                  <a:cubicBezTo>
                    <a:pt x="452" y="107"/>
                    <a:pt x="435" y="125"/>
                    <a:pt x="408" y="107"/>
                  </a:cubicBezTo>
                  <a:cubicBezTo>
                    <a:pt x="381" y="81"/>
                    <a:pt x="391" y="72"/>
                    <a:pt x="399" y="63"/>
                  </a:cubicBezTo>
                  <a:cubicBezTo>
                    <a:pt x="399" y="54"/>
                    <a:pt x="417" y="28"/>
                    <a:pt x="417" y="19"/>
                  </a:cubicBezTo>
                  <a:cubicBezTo>
                    <a:pt x="426" y="19"/>
                    <a:pt x="417" y="10"/>
                    <a:pt x="408" y="10"/>
                  </a:cubicBezTo>
                  <a:cubicBezTo>
                    <a:pt x="399" y="19"/>
                    <a:pt x="346" y="36"/>
                    <a:pt x="337" y="72"/>
                  </a:cubicBezTo>
                  <a:cubicBezTo>
                    <a:pt x="328" y="98"/>
                    <a:pt x="346" y="125"/>
                    <a:pt x="319" y="151"/>
                  </a:cubicBezTo>
                  <a:cubicBezTo>
                    <a:pt x="284" y="187"/>
                    <a:pt x="284" y="187"/>
                    <a:pt x="284" y="187"/>
                  </a:cubicBezTo>
                  <a:cubicBezTo>
                    <a:pt x="319" y="231"/>
                    <a:pt x="319" y="231"/>
                    <a:pt x="319" y="231"/>
                  </a:cubicBezTo>
                  <a:cubicBezTo>
                    <a:pt x="364" y="187"/>
                    <a:pt x="364" y="187"/>
                    <a:pt x="364" y="187"/>
                  </a:cubicBezTo>
                  <a:cubicBezTo>
                    <a:pt x="372" y="178"/>
                    <a:pt x="391" y="169"/>
                    <a:pt x="408" y="178"/>
                  </a:cubicBezTo>
                  <a:cubicBezTo>
                    <a:pt x="452" y="187"/>
                    <a:pt x="470" y="169"/>
                    <a:pt x="488" y="143"/>
                  </a:cubicBezTo>
                  <a:cubicBezTo>
                    <a:pt x="497" y="116"/>
                    <a:pt x="497" y="72"/>
                    <a:pt x="497" y="63"/>
                  </a:cubicBezTo>
                  <a:close/>
                  <a:moveTo>
                    <a:pt x="72" y="400"/>
                  </a:moveTo>
                  <a:lnTo>
                    <a:pt x="72" y="400"/>
                  </a:lnTo>
                  <a:cubicBezTo>
                    <a:pt x="62" y="408"/>
                    <a:pt x="62" y="417"/>
                    <a:pt x="72" y="417"/>
                  </a:cubicBezTo>
                  <a:cubicBezTo>
                    <a:pt x="89" y="444"/>
                    <a:pt x="89" y="444"/>
                    <a:pt x="89" y="444"/>
                  </a:cubicBezTo>
                  <a:cubicBezTo>
                    <a:pt x="97" y="444"/>
                    <a:pt x="107" y="444"/>
                    <a:pt x="107" y="435"/>
                  </a:cubicBezTo>
                  <a:cubicBezTo>
                    <a:pt x="231" y="320"/>
                    <a:pt x="231" y="320"/>
                    <a:pt x="231" y="320"/>
                  </a:cubicBezTo>
                  <a:cubicBezTo>
                    <a:pt x="195" y="275"/>
                    <a:pt x="195" y="275"/>
                    <a:pt x="195" y="275"/>
                  </a:cubicBezTo>
                  <a:lnTo>
                    <a:pt x="72" y="400"/>
                  </a:lnTo>
                  <a:close/>
                </a:path>
              </a:pathLst>
            </a:custGeom>
            <a:solidFill>
              <a:srgbClr val="4D5985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104" name="Freeform: Shape 96"/>
            <p:cNvSpPr/>
            <p:nvPr/>
          </p:nvSpPr>
          <p:spPr bwMode="auto">
            <a:xfrm>
              <a:off x="8496634" y="2648783"/>
              <a:ext cx="433543" cy="418195"/>
            </a:xfrm>
            <a:custGeom>
              <a:avLst/>
              <a:gdLst>
                <a:gd name="T0" fmla="*/ 425 w 497"/>
                <a:gd name="T1" fmla="*/ 160 h 480"/>
                <a:gd name="T2" fmla="*/ 425 w 497"/>
                <a:gd name="T3" fmla="*/ 160 h 480"/>
                <a:gd name="T4" fmla="*/ 372 w 497"/>
                <a:gd name="T5" fmla="*/ 18 h 480"/>
                <a:gd name="T6" fmla="*/ 346 w 497"/>
                <a:gd name="T7" fmla="*/ 9 h 480"/>
                <a:gd name="T8" fmla="*/ 9 w 497"/>
                <a:gd name="T9" fmla="*/ 134 h 480"/>
                <a:gd name="T10" fmla="*/ 0 w 497"/>
                <a:gd name="T11" fmla="*/ 160 h 480"/>
                <a:gd name="T12" fmla="*/ 53 w 497"/>
                <a:gd name="T13" fmla="*/ 302 h 480"/>
                <a:gd name="T14" fmla="*/ 53 w 497"/>
                <a:gd name="T15" fmla="*/ 222 h 480"/>
                <a:gd name="T16" fmla="*/ 115 w 497"/>
                <a:gd name="T17" fmla="*/ 160 h 480"/>
                <a:gd name="T18" fmla="*/ 203 w 497"/>
                <a:gd name="T19" fmla="*/ 160 h 480"/>
                <a:gd name="T20" fmla="*/ 309 w 497"/>
                <a:gd name="T21" fmla="*/ 89 h 480"/>
                <a:gd name="T22" fmla="*/ 372 w 497"/>
                <a:gd name="T23" fmla="*/ 160 h 480"/>
                <a:gd name="T24" fmla="*/ 425 w 497"/>
                <a:gd name="T25" fmla="*/ 160 h 480"/>
                <a:gd name="T26" fmla="*/ 478 w 497"/>
                <a:gd name="T27" fmla="*/ 204 h 480"/>
                <a:gd name="T28" fmla="*/ 478 w 497"/>
                <a:gd name="T29" fmla="*/ 204 h 480"/>
                <a:gd name="T30" fmla="*/ 115 w 497"/>
                <a:gd name="T31" fmla="*/ 204 h 480"/>
                <a:gd name="T32" fmla="*/ 97 w 497"/>
                <a:gd name="T33" fmla="*/ 222 h 480"/>
                <a:gd name="T34" fmla="*/ 97 w 497"/>
                <a:gd name="T35" fmla="*/ 462 h 480"/>
                <a:gd name="T36" fmla="*/ 115 w 497"/>
                <a:gd name="T37" fmla="*/ 479 h 480"/>
                <a:gd name="T38" fmla="*/ 478 w 497"/>
                <a:gd name="T39" fmla="*/ 479 h 480"/>
                <a:gd name="T40" fmla="*/ 496 w 497"/>
                <a:gd name="T41" fmla="*/ 462 h 480"/>
                <a:gd name="T42" fmla="*/ 496 w 497"/>
                <a:gd name="T43" fmla="*/ 222 h 480"/>
                <a:gd name="T44" fmla="*/ 478 w 497"/>
                <a:gd name="T45" fmla="*/ 204 h 480"/>
                <a:gd name="T46" fmla="*/ 452 w 497"/>
                <a:gd name="T47" fmla="*/ 426 h 480"/>
                <a:gd name="T48" fmla="*/ 452 w 497"/>
                <a:gd name="T49" fmla="*/ 426 h 480"/>
                <a:gd name="T50" fmla="*/ 150 w 497"/>
                <a:gd name="T51" fmla="*/ 426 h 480"/>
                <a:gd name="T52" fmla="*/ 150 w 497"/>
                <a:gd name="T53" fmla="*/ 391 h 480"/>
                <a:gd name="T54" fmla="*/ 195 w 497"/>
                <a:gd name="T55" fmla="*/ 275 h 480"/>
                <a:gd name="T56" fmla="*/ 265 w 497"/>
                <a:gd name="T57" fmla="*/ 364 h 480"/>
                <a:gd name="T58" fmla="*/ 328 w 497"/>
                <a:gd name="T59" fmla="*/ 302 h 480"/>
                <a:gd name="T60" fmla="*/ 416 w 497"/>
                <a:gd name="T61" fmla="*/ 266 h 480"/>
                <a:gd name="T62" fmla="*/ 452 w 497"/>
                <a:gd name="T63" fmla="*/ 347 h 480"/>
                <a:gd name="T64" fmla="*/ 452 w 497"/>
                <a:gd name="T65" fmla="*/ 426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97" h="480">
                  <a:moveTo>
                    <a:pt x="425" y="160"/>
                  </a:moveTo>
                  <a:lnTo>
                    <a:pt x="425" y="160"/>
                  </a:lnTo>
                  <a:cubicBezTo>
                    <a:pt x="372" y="18"/>
                    <a:pt x="372" y="18"/>
                    <a:pt x="372" y="18"/>
                  </a:cubicBezTo>
                  <a:cubicBezTo>
                    <a:pt x="372" y="9"/>
                    <a:pt x="354" y="0"/>
                    <a:pt x="346" y="9"/>
                  </a:cubicBezTo>
                  <a:cubicBezTo>
                    <a:pt x="9" y="134"/>
                    <a:pt x="9" y="134"/>
                    <a:pt x="9" y="134"/>
                  </a:cubicBezTo>
                  <a:cubicBezTo>
                    <a:pt x="0" y="134"/>
                    <a:pt x="0" y="143"/>
                    <a:pt x="0" y="160"/>
                  </a:cubicBezTo>
                  <a:cubicBezTo>
                    <a:pt x="53" y="302"/>
                    <a:pt x="53" y="302"/>
                    <a:pt x="53" y="302"/>
                  </a:cubicBezTo>
                  <a:cubicBezTo>
                    <a:pt x="53" y="222"/>
                    <a:pt x="53" y="222"/>
                    <a:pt x="53" y="222"/>
                  </a:cubicBezTo>
                  <a:cubicBezTo>
                    <a:pt x="53" y="187"/>
                    <a:pt x="80" y="160"/>
                    <a:pt x="115" y="160"/>
                  </a:cubicBezTo>
                  <a:cubicBezTo>
                    <a:pt x="203" y="160"/>
                    <a:pt x="203" y="160"/>
                    <a:pt x="203" y="160"/>
                  </a:cubicBezTo>
                  <a:cubicBezTo>
                    <a:pt x="309" y="89"/>
                    <a:pt x="309" y="89"/>
                    <a:pt x="309" y="89"/>
                  </a:cubicBezTo>
                  <a:cubicBezTo>
                    <a:pt x="372" y="160"/>
                    <a:pt x="372" y="160"/>
                    <a:pt x="372" y="160"/>
                  </a:cubicBezTo>
                  <a:lnTo>
                    <a:pt x="425" y="160"/>
                  </a:lnTo>
                  <a:close/>
                  <a:moveTo>
                    <a:pt x="478" y="204"/>
                  </a:moveTo>
                  <a:lnTo>
                    <a:pt x="478" y="204"/>
                  </a:lnTo>
                  <a:cubicBezTo>
                    <a:pt x="115" y="204"/>
                    <a:pt x="115" y="204"/>
                    <a:pt x="115" y="204"/>
                  </a:cubicBezTo>
                  <a:cubicBezTo>
                    <a:pt x="106" y="204"/>
                    <a:pt x="97" y="213"/>
                    <a:pt x="97" y="222"/>
                  </a:cubicBezTo>
                  <a:cubicBezTo>
                    <a:pt x="97" y="462"/>
                    <a:pt x="97" y="462"/>
                    <a:pt x="97" y="462"/>
                  </a:cubicBezTo>
                  <a:cubicBezTo>
                    <a:pt x="97" y="470"/>
                    <a:pt x="106" y="479"/>
                    <a:pt x="115" y="479"/>
                  </a:cubicBezTo>
                  <a:cubicBezTo>
                    <a:pt x="478" y="479"/>
                    <a:pt x="478" y="479"/>
                    <a:pt x="478" y="479"/>
                  </a:cubicBezTo>
                  <a:cubicBezTo>
                    <a:pt x="487" y="479"/>
                    <a:pt x="496" y="470"/>
                    <a:pt x="496" y="462"/>
                  </a:cubicBezTo>
                  <a:cubicBezTo>
                    <a:pt x="496" y="222"/>
                    <a:pt x="496" y="222"/>
                    <a:pt x="496" y="222"/>
                  </a:cubicBezTo>
                  <a:cubicBezTo>
                    <a:pt x="496" y="213"/>
                    <a:pt x="487" y="204"/>
                    <a:pt x="478" y="204"/>
                  </a:cubicBezTo>
                  <a:close/>
                  <a:moveTo>
                    <a:pt x="452" y="426"/>
                  </a:moveTo>
                  <a:lnTo>
                    <a:pt x="452" y="426"/>
                  </a:lnTo>
                  <a:cubicBezTo>
                    <a:pt x="150" y="426"/>
                    <a:pt x="150" y="426"/>
                    <a:pt x="150" y="426"/>
                  </a:cubicBezTo>
                  <a:cubicBezTo>
                    <a:pt x="150" y="391"/>
                    <a:pt x="150" y="391"/>
                    <a:pt x="150" y="391"/>
                  </a:cubicBezTo>
                  <a:cubicBezTo>
                    <a:pt x="195" y="275"/>
                    <a:pt x="195" y="275"/>
                    <a:pt x="195" y="275"/>
                  </a:cubicBezTo>
                  <a:cubicBezTo>
                    <a:pt x="265" y="364"/>
                    <a:pt x="265" y="364"/>
                    <a:pt x="265" y="364"/>
                  </a:cubicBezTo>
                  <a:cubicBezTo>
                    <a:pt x="328" y="302"/>
                    <a:pt x="328" y="302"/>
                    <a:pt x="328" y="302"/>
                  </a:cubicBezTo>
                  <a:cubicBezTo>
                    <a:pt x="416" y="266"/>
                    <a:pt x="416" y="266"/>
                    <a:pt x="416" y="266"/>
                  </a:cubicBezTo>
                  <a:cubicBezTo>
                    <a:pt x="452" y="347"/>
                    <a:pt x="452" y="347"/>
                    <a:pt x="452" y="347"/>
                  </a:cubicBezTo>
                  <a:lnTo>
                    <a:pt x="452" y="426"/>
                  </a:ln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105" name="Freeform: Shape 97"/>
            <p:cNvSpPr/>
            <p:nvPr/>
          </p:nvSpPr>
          <p:spPr bwMode="auto">
            <a:xfrm>
              <a:off x="8363683" y="3875870"/>
              <a:ext cx="412822" cy="420837"/>
            </a:xfrm>
            <a:custGeom>
              <a:avLst/>
              <a:gdLst>
                <a:gd name="T0" fmla="*/ 275 w 452"/>
                <a:gd name="T1" fmla="*/ 301 h 462"/>
                <a:gd name="T2" fmla="*/ 275 w 452"/>
                <a:gd name="T3" fmla="*/ 301 h 462"/>
                <a:gd name="T4" fmla="*/ 434 w 452"/>
                <a:gd name="T5" fmla="*/ 26 h 462"/>
                <a:gd name="T6" fmla="*/ 434 w 452"/>
                <a:gd name="T7" fmla="*/ 18 h 462"/>
                <a:gd name="T8" fmla="*/ 425 w 452"/>
                <a:gd name="T9" fmla="*/ 18 h 462"/>
                <a:gd name="T10" fmla="*/ 159 w 452"/>
                <a:gd name="T11" fmla="*/ 178 h 462"/>
                <a:gd name="T12" fmla="*/ 9 w 452"/>
                <a:gd name="T13" fmla="*/ 301 h 462"/>
                <a:gd name="T14" fmla="*/ 35 w 452"/>
                <a:gd name="T15" fmla="*/ 328 h 462"/>
                <a:gd name="T16" fmla="*/ 88 w 452"/>
                <a:gd name="T17" fmla="*/ 310 h 462"/>
                <a:gd name="T18" fmla="*/ 151 w 452"/>
                <a:gd name="T19" fmla="*/ 372 h 462"/>
                <a:gd name="T20" fmla="*/ 133 w 452"/>
                <a:gd name="T21" fmla="*/ 425 h 462"/>
                <a:gd name="T22" fmla="*/ 151 w 452"/>
                <a:gd name="T23" fmla="*/ 452 h 462"/>
                <a:gd name="T24" fmla="*/ 275 w 452"/>
                <a:gd name="T25" fmla="*/ 301 h 462"/>
                <a:gd name="T26" fmla="*/ 301 w 452"/>
                <a:gd name="T27" fmla="*/ 150 h 462"/>
                <a:gd name="T28" fmla="*/ 301 w 452"/>
                <a:gd name="T29" fmla="*/ 150 h 462"/>
                <a:gd name="T30" fmla="*/ 301 w 452"/>
                <a:gd name="T31" fmla="*/ 97 h 462"/>
                <a:gd name="T32" fmla="*/ 354 w 452"/>
                <a:gd name="T33" fmla="*/ 97 h 462"/>
                <a:gd name="T34" fmla="*/ 354 w 452"/>
                <a:gd name="T35" fmla="*/ 150 h 462"/>
                <a:gd name="T36" fmla="*/ 301 w 452"/>
                <a:gd name="T37" fmla="*/ 150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2" h="462">
                  <a:moveTo>
                    <a:pt x="275" y="301"/>
                  </a:moveTo>
                  <a:lnTo>
                    <a:pt x="275" y="301"/>
                  </a:lnTo>
                  <a:cubicBezTo>
                    <a:pt x="275" y="301"/>
                    <a:pt x="451" y="169"/>
                    <a:pt x="434" y="26"/>
                  </a:cubicBezTo>
                  <a:lnTo>
                    <a:pt x="434" y="18"/>
                  </a:lnTo>
                  <a:cubicBezTo>
                    <a:pt x="425" y="18"/>
                    <a:pt x="425" y="18"/>
                    <a:pt x="425" y="18"/>
                  </a:cubicBezTo>
                  <a:cubicBezTo>
                    <a:pt x="284" y="0"/>
                    <a:pt x="159" y="178"/>
                    <a:pt x="159" y="178"/>
                  </a:cubicBezTo>
                  <a:cubicBezTo>
                    <a:pt x="53" y="159"/>
                    <a:pt x="62" y="186"/>
                    <a:pt x="9" y="301"/>
                  </a:cubicBezTo>
                  <a:cubicBezTo>
                    <a:pt x="0" y="328"/>
                    <a:pt x="18" y="328"/>
                    <a:pt x="35" y="328"/>
                  </a:cubicBezTo>
                  <a:cubicBezTo>
                    <a:pt x="53" y="319"/>
                    <a:pt x="88" y="310"/>
                    <a:pt x="88" y="310"/>
                  </a:cubicBezTo>
                  <a:cubicBezTo>
                    <a:pt x="151" y="372"/>
                    <a:pt x="151" y="372"/>
                    <a:pt x="151" y="372"/>
                  </a:cubicBezTo>
                  <a:cubicBezTo>
                    <a:pt x="151" y="372"/>
                    <a:pt x="141" y="407"/>
                    <a:pt x="133" y="425"/>
                  </a:cubicBezTo>
                  <a:cubicBezTo>
                    <a:pt x="124" y="443"/>
                    <a:pt x="133" y="461"/>
                    <a:pt x="151" y="452"/>
                  </a:cubicBezTo>
                  <a:cubicBezTo>
                    <a:pt x="266" y="398"/>
                    <a:pt x="292" y="407"/>
                    <a:pt x="275" y="301"/>
                  </a:cubicBezTo>
                  <a:close/>
                  <a:moveTo>
                    <a:pt x="301" y="150"/>
                  </a:moveTo>
                  <a:lnTo>
                    <a:pt x="301" y="150"/>
                  </a:lnTo>
                  <a:cubicBezTo>
                    <a:pt x="284" y="133"/>
                    <a:pt x="284" y="115"/>
                    <a:pt x="301" y="97"/>
                  </a:cubicBezTo>
                  <a:cubicBezTo>
                    <a:pt x="319" y="80"/>
                    <a:pt x="345" y="80"/>
                    <a:pt x="354" y="97"/>
                  </a:cubicBezTo>
                  <a:cubicBezTo>
                    <a:pt x="372" y="115"/>
                    <a:pt x="372" y="133"/>
                    <a:pt x="354" y="150"/>
                  </a:cubicBezTo>
                  <a:cubicBezTo>
                    <a:pt x="345" y="169"/>
                    <a:pt x="319" y="169"/>
                    <a:pt x="301" y="150"/>
                  </a:cubicBezTo>
                  <a:close/>
                </a:path>
              </a:pathLst>
            </a:custGeom>
            <a:solidFill>
              <a:srgbClr val="4D5985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106" name="Freeform: Shape 98"/>
            <p:cNvSpPr/>
            <p:nvPr/>
          </p:nvSpPr>
          <p:spPr bwMode="auto">
            <a:xfrm>
              <a:off x="2960884" y="2727495"/>
              <a:ext cx="376765" cy="391683"/>
            </a:xfrm>
            <a:custGeom>
              <a:avLst/>
              <a:gdLst>
                <a:gd name="T0" fmla="*/ 400 w 445"/>
                <a:gd name="T1" fmla="*/ 159 h 462"/>
                <a:gd name="T2" fmla="*/ 400 w 445"/>
                <a:gd name="T3" fmla="*/ 159 h 462"/>
                <a:gd name="T4" fmla="*/ 266 w 445"/>
                <a:gd name="T5" fmla="*/ 8 h 462"/>
                <a:gd name="T6" fmla="*/ 36 w 445"/>
                <a:gd name="T7" fmla="*/ 248 h 462"/>
                <a:gd name="T8" fmla="*/ 9 w 445"/>
                <a:gd name="T9" fmla="*/ 319 h 462"/>
                <a:gd name="T10" fmla="*/ 81 w 445"/>
                <a:gd name="T11" fmla="*/ 355 h 462"/>
                <a:gd name="T12" fmla="*/ 98 w 445"/>
                <a:gd name="T13" fmla="*/ 346 h 462"/>
                <a:gd name="T14" fmla="*/ 134 w 445"/>
                <a:gd name="T15" fmla="*/ 372 h 462"/>
                <a:gd name="T16" fmla="*/ 160 w 445"/>
                <a:gd name="T17" fmla="*/ 434 h 462"/>
                <a:gd name="T18" fmla="*/ 187 w 445"/>
                <a:gd name="T19" fmla="*/ 452 h 462"/>
                <a:gd name="T20" fmla="*/ 240 w 445"/>
                <a:gd name="T21" fmla="*/ 434 h 462"/>
                <a:gd name="T22" fmla="*/ 249 w 445"/>
                <a:gd name="T23" fmla="*/ 416 h 462"/>
                <a:gd name="T24" fmla="*/ 231 w 445"/>
                <a:gd name="T25" fmla="*/ 390 h 462"/>
                <a:gd name="T26" fmla="*/ 204 w 445"/>
                <a:gd name="T27" fmla="*/ 337 h 462"/>
                <a:gd name="T28" fmla="*/ 231 w 445"/>
                <a:gd name="T29" fmla="*/ 310 h 462"/>
                <a:gd name="T30" fmla="*/ 417 w 445"/>
                <a:gd name="T31" fmla="*/ 355 h 462"/>
                <a:gd name="T32" fmla="*/ 400 w 445"/>
                <a:gd name="T33" fmla="*/ 159 h 462"/>
                <a:gd name="T34" fmla="*/ 390 w 445"/>
                <a:gd name="T35" fmla="*/ 310 h 462"/>
                <a:gd name="T36" fmla="*/ 390 w 445"/>
                <a:gd name="T37" fmla="*/ 310 h 462"/>
                <a:gd name="T38" fmla="*/ 302 w 445"/>
                <a:gd name="T39" fmla="*/ 204 h 462"/>
                <a:gd name="T40" fmla="*/ 284 w 445"/>
                <a:gd name="T41" fmla="*/ 62 h 462"/>
                <a:gd name="T42" fmla="*/ 364 w 445"/>
                <a:gd name="T43" fmla="*/ 177 h 462"/>
                <a:gd name="T44" fmla="*/ 390 w 445"/>
                <a:gd name="T45" fmla="*/ 310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5" h="462">
                  <a:moveTo>
                    <a:pt x="400" y="159"/>
                  </a:moveTo>
                  <a:lnTo>
                    <a:pt x="400" y="159"/>
                  </a:lnTo>
                  <a:cubicBezTo>
                    <a:pt x="364" y="71"/>
                    <a:pt x="302" y="0"/>
                    <a:pt x="266" y="8"/>
                  </a:cubicBezTo>
                  <a:cubicBezTo>
                    <a:pt x="213" y="36"/>
                    <a:pt x="302" y="142"/>
                    <a:pt x="36" y="248"/>
                  </a:cubicBezTo>
                  <a:cubicBezTo>
                    <a:pt x="9" y="257"/>
                    <a:pt x="0" y="292"/>
                    <a:pt x="9" y="319"/>
                  </a:cubicBezTo>
                  <a:cubicBezTo>
                    <a:pt x="18" y="337"/>
                    <a:pt x="53" y="363"/>
                    <a:pt x="81" y="355"/>
                  </a:cubicBezTo>
                  <a:lnTo>
                    <a:pt x="98" y="346"/>
                  </a:lnTo>
                  <a:cubicBezTo>
                    <a:pt x="116" y="372"/>
                    <a:pt x="134" y="355"/>
                    <a:pt x="134" y="372"/>
                  </a:cubicBezTo>
                  <a:cubicBezTo>
                    <a:pt x="143" y="390"/>
                    <a:pt x="160" y="425"/>
                    <a:pt x="160" y="434"/>
                  </a:cubicBezTo>
                  <a:cubicBezTo>
                    <a:pt x="169" y="443"/>
                    <a:pt x="178" y="461"/>
                    <a:pt x="187" y="452"/>
                  </a:cubicBezTo>
                  <a:cubicBezTo>
                    <a:pt x="196" y="452"/>
                    <a:pt x="231" y="443"/>
                    <a:pt x="240" y="434"/>
                  </a:cubicBezTo>
                  <a:cubicBezTo>
                    <a:pt x="257" y="434"/>
                    <a:pt x="257" y="425"/>
                    <a:pt x="249" y="416"/>
                  </a:cubicBezTo>
                  <a:cubicBezTo>
                    <a:pt x="249" y="408"/>
                    <a:pt x="231" y="399"/>
                    <a:pt x="231" y="390"/>
                  </a:cubicBezTo>
                  <a:cubicBezTo>
                    <a:pt x="222" y="381"/>
                    <a:pt x="213" y="346"/>
                    <a:pt x="204" y="337"/>
                  </a:cubicBezTo>
                  <a:cubicBezTo>
                    <a:pt x="196" y="328"/>
                    <a:pt x="213" y="310"/>
                    <a:pt x="231" y="310"/>
                  </a:cubicBezTo>
                  <a:cubicBezTo>
                    <a:pt x="355" y="302"/>
                    <a:pt x="373" y="372"/>
                    <a:pt x="417" y="355"/>
                  </a:cubicBezTo>
                  <a:cubicBezTo>
                    <a:pt x="444" y="346"/>
                    <a:pt x="444" y="248"/>
                    <a:pt x="400" y="159"/>
                  </a:cubicBezTo>
                  <a:close/>
                  <a:moveTo>
                    <a:pt x="390" y="310"/>
                  </a:moveTo>
                  <a:lnTo>
                    <a:pt x="390" y="310"/>
                  </a:lnTo>
                  <a:cubicBezTo>
                    <a:pt x="381" y="310"/>
                    <a:pt x="328" y="275"/>
                    <a:pt x="302" y="204"/>
                  </a:cubicBezTo>
                  <a:cubicBezTo>
                    <a:pt x="275" y="133"/>
                    <a:pt x="275" y="62"/>
                    <a:pt x="284" y="62"/>
                  </a:cubicBezTo>
                  <a:cubicBezTo>
                    <a:pt x="293" y="62"/>
                    <a:pt x="337" y="106"/>
                    <a:pt x="364" y="177"/>
                  </a:cubicBezTo>
                  <a:cubicBezTo>
                    <a:pt x="400" y="248"/>
                    <a:pt x="390" y="302"/>
                    <a:pt x="390" y="310"/>
                  </a:cubicBez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107" name="Freeform: Shape 99"/>
            <p:cNvSpPr/>
            <p:nvPr/>
          </p:nvSpPr>
          <p:spPr bwMode="auto">
            <a:xfrm>
              <a:off x="5940962" y="4428222"/>
              <a:ext cx="347667" cy="399027"/>
            </a:xfrm>
            <a:custGeom>
              <a:avLst/>
              <a:gdLst>
                <a:gd name="T0" fmla="*/ 345 w 390"/>
                <a:gd name="T1" fmla="*/ 0 h 444"/>
                <a:gd name="T2" fmla="*/ 0 w 390"/>
                <a:gd name="T3" fmla="*/ 53 h 444"/>
                <a:gd name="T4" fmla="*/ 44 w 390"/>
                <a:gd name="T5" fmla="*/ 443 h 444"/>
                <a:gd name="T6" fmla="*/ 389 w 390"/>
                <a:gd name="T7" fmla="*/ 399 h 444"/>
                <a:gd name="T8" fmla="*/ 345 w 390"/>
                <a:gd name="T9" fmla="*/ 0 h 444"/>
                <a:gd name="T10" fmla="*/ 345 w 390"/>
                <a:gd name="T11" fmla="*/ 399 h 444"/>
                <a:gd name="T12" fmla="*/ 44 w 390"/>
                <a:gd name="T13" fmla="*/ 53 h 444"/>
                <a:gd name="T14" fmla="*/ 345 w 390"/>
                <a:gd name="T15" fmla="*/ 399 h 444"/>
                <a:gd name="T16" fmla="*/ 221 w 390"/>
                <a:gd name="T17" fmla="*/ 275 h 444"/>
                <a:gd name="T18" fmla="*/ 97 w 390"/>
                <a:gd name="T19" fmla="*/ 302 h 444"/>
                <a:gd name="T20" fmla="*/ 221 w 390"/>
                <a:gd name="T21" fmla="*/ 275 h 444"/>
                <a:gd name="T22" fmla="*/ 292 w 390"/>
                <a:gd name="T23" fmla="*/ 177 h 444"/>
                <a:gd name="T24" fmla="*/ 195 w 390"/>
                <a:gd name="T25" fmla="*/ 196 h 444"/>
                <a:gd name="T26" fmla="*/ 292 w 390"/>
                <a:gd name="T27" fmla="*/ 177 h 444"/>
                <a:gd name="T28" fmla="*/ 195 w 390"/>
                <a:gd name="T29" fmla="*/ 151 h 444"/>
                <a:gd name="T30" fmla="*/ 292 w 390"/>
                <a:gd name="T31" fmla="*/ 98 h 444"/>
                <a:gd name="T32" fmla="*/ 195 w 390"/>
                <a:gd name="T33" fmla="*/ 151 h 444"/>
                <a:gd name="T34" fmla="*/ 168 w 390"/>
                <a:gd name="T35" fmla="*/ 98 h 444"/>
                <a:gd name="T36" fmla="*/ 97 w 390"/>
                <a:gd name="T37" fmla="*/ 196 h 444"/>
                <a:gd name="T38" fmla="*/ 168 w 390"/>
                <a:gd name="T39" fmla="*/ 98 h 444"/>
                <a:gd name="T40" fmla="*/ 141 w 390"/>
                <a:gd name="T41" fmla="*/ 222 h 444"/>
                <a:gd name="T42" fmla="*/ 97 w 390"/>
                <a:gd name="T43" fmla="*/ 249 h 444"/>
                <a:gd name="T44" fmla="*/ 141 w 390"/>
                <a:gd name="T45" fmla="*/ 222 h 444"/>
                <a:gd name="T46" fmla="*/ 168 w 390"/>
                <a:gd name="T47" fmla="*/ 249 h 444"/>
                <a:gd name="T48" fmla="*/ 292 w 390"/>
                <a:gd name="T49" fmla="*/ 222 h 444"/>
                <a:gd name="T50" fmla="*/ 168 w 390"/>
                <a:gd name="T51" fmla="*/ 249 h 444"/>
                <a:gd name="T52" fmla="*/ 292 w 390"/>
                <a:gd name="T53" fmla="*/ 319 h 444"/>
                <a:gd name="T54" fmla="*/ 97 w 390"/>
                <a:gd name="T55" fmla="*/ 346 h 444"/>
                <a:gd name="T56" fmla="*/ 292 w 390"/>
                <a:gd name="T57" fmla="*/ 319 h 444"/>
                <a:gd name="T58" fmla="*/ 248 w 390"/>
                <a:gd name="T59" fmla="*/ 302 h 444"/>
                <a:gd name="T60" fmla="*/ 292 w 390"/>
                <a:gd name="T61" fmla="*/ 275 h 444"/>
                <a:gd name="T62" fmla="*/ 248 w 390"/>
                <a:gd name="T63" fmla="*/ 302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90" h="444">
                  <a:moveTo>
                    <a:pt x="345" y="0"/>
                  </a:moveTo>
                  <a:lnTo>
                    <a:pt x="345" y="0"/>
                  </a:lnTo>
                  <a:cubicBezTo>
                    <a:pt x="44" y="0"/>
                    <a:pt x="44" y="0"/>
                    <a:pt x="44" y="0"/>
                  </a:cubicBezTo>
                  <a:cubicBezTo>
                    <a:pt x="17" y="0"/>
                    <a:pt x="0" y="27"/>
                    <a:pt x="0" y="53"/>
                  </a:cubicBezTo>
                  <a:cubicBezTo>
                    <a:pt x="0" y="399"/>
                    <a:pt x="0" y="399"/>
                    <a:pt x="0" y="399"/>
                  </a:cubicBezTo>
                  <a:cubicBezTo>
                    <a:pt x="0" y="425"/>
                    <a:pt x="17" y="443"/>
                    <a:pt x="44" y="443"/>
                  </a:cubicBezTo>
                  <a:cubicBezTo>
                    <a:pt x="345" y="443"/>
                    <a:pt x="345" y="443"/>
                    <a:pt x="345" y="443"/>
                  </a:cubicBezTo>
                  <a:cubicBezTo>
                    <a:pt x="372" y="443"/>
                    <a:pt x="389" y="425"/>
                    <a:pt x="389" y="399"/>
                  </a:cubicBezTo>
                  <a:cubicBezTo>
                    <a:pt x="389" y="53"/>
                    <a:pt x="389" y="53"/>
                    <a:pt x="389" y="53"/>
                  </a:cubicBezTo>
                  <a:cubicBezTo>
                    <a:pt x="389" y="27"/>
                    <a:pt x="372" y="0"/>
                    <a:pt x="345" y="0"/>
                  </a:cubicBezTo>
                  <a:close/>
                  <a:moveTo>
                    <a:pt x="345" y="399"/>
                  </a:moveTo>
                  <a:lnTo>
                    <a:pt x="345" y="399"/>
                  </a:lnTo>
                  <a:cubicBezTo>
                    <a:pt x="44" y="399"/>
                    <a:pt x="44" y="399"/>
                    <a:pt x="44" y="399"/>
                  </a:cubicBezTo>
                  <a:cubicBezTo>
                    <a:pt x="44" y="53"/>
                    <a:pt x="44" y="53"/>
                    <a:pt x="44" y="53"/>
                  </a:cubicBezTo>
                  <a:cubicBezTo>
                    <a:pt x="345" y="53"/>
                    <a:pt x="345" y="53"/>
                    <a:pt x="345" y="53"/>
                  </a:cubicBezTo>
                  <a:lnTo>
                    <a:pt x="345" y="399"/>
                  </a:lnTo>
                  <a:close/>
                  <a:moveTo>
                    <a:pt x="221" y="275"/>
                  </a:moveTo>
                  <a:lnTo>
                    <a:pt x="221" y="275"/>
                  </a:lnTo>
                  <a:cubicBezTo>
                    <a:pt x="97" y="275"/>
                    <a:pt x="97" y="275"/>
                    <a:pt x="97" y="275"/>
                  </a:cubicBezTo>
                  <a:cubicBezTo>
                    <a:pt x="97" y="302"/>
                    <a:pt x="97" y="302"/>
                    <a:pt x="97" y="302"/>
                  </a:cubicBezTo>
                  <a:cubicBezTo>
                    <a:pt x="221" y="302"/>
                    <a:pt x="221" y="302"/>
                    <a:pt x="221" y="302"/>
                  </a:cubicBezTo>
                  <a:lnTo>
                    <a:pt x="221" y="275"/>
                  </a:lnTo>
                  <a:close/>
                  <a:moveTo>
                    <a:pt x="292" y="177"/>
                  </a:moveTo>
                  <a:lnTo>
                    <a:pt x="292" y="177"/>
                  </a:lnTo>
                  <a:cubicBezTo>
                    <a:pt x="195" y="177"/>
                    <a:pt x="195" y="177"/>
                    <a:pt x="195" y="177"/>
                  </a:cubicBezTo>
                  <a:cubicBezTo>
                    <a:pt x="195" y="196"/>
                    <a:pt x="195" y="196"/>
                    <a:pt x="195" y="196"/>
                  </a:cubicBezTo>
                  <a:cubicBezTo>
                    <a:pt x="292" y="196"/>
                    <a:pt x="292" y="196"/>
                    <a:pt x="292" y="196"/>
                  </a:cubicBezTo>
                  <a:lnTo>
                    <a:pt x="292" y="177"/>
                  </a:lnTo>
                  <a:close/>
                  <a:moveTo>
                    <a:pt x="195" y="151"/>
                  </a:moveTo>
                  <a:lnTo>
                    <a:pt x="195" y="151"/>
                  </a:lnTo>
                  <a:cubicBezTo>
                    <a:pt x="292" y="151"/>
                    <a:pt x="292" y="151"/>
                    <a:pt x="292" y="151"/>
                  </a:cubicBezTo>
                  <a:cubicBezTo>
                    <a:pt x="292" y="98"/>
                    <a:pt x="292" y="98"/>
                    <a:pt x="292" y="98"/>
                  </a:cubicBezTo>
                  <a:cubicBezTo>
                    <a:pt x="195" y="98"/>
                    <a:pt x="195" y="98"/>
                    <a:pt x="195" y="98"/>
                  </a:cubicBezTo>
                  <a:lnTo>
                    <a:pt x="195" y="151"/>
                  </a:lnTo>
                  <a:close/>
                  <a:moveTo>
                    <a:pt x="168" y="98"/>
                  </a:moveTo>
                  <a:lnTo>
                    <a:pt x="168" y="98"/>
                  </a:lnTo>
                  <a:cubicBezTo>
                    <a:pt x="97" y="98"/>
                    <a:pt x="97" y="98"/>
                    <a:pt x="97" y="98"/>
                  </a:cubicBezTo>
                  <a:cubicBezTo>
                    <a:pt x="97" y="196"/>
                    <a:pt x="97" y="196"/>
                    <a:pt x="97" y="196"/>
                  </a:cubicBezTo>
                  <a:cubicBezTo>
                    <a:pt x="168" y="196"/>
                    <a:pt x="168" y="196"/>
                    <a:pt x="168" y="196"/>
                  </a:cubicBezTo>
                  <a:lnTo>
                    <a:pt x="168" y="98"/>
                  </a:lnTo>
                  <a:close/>
                  <a:moveTo>
                    <a:pt x="141" y="222"/>
                  </a:moveTo>
                  <a:lnTo>
                    <a:pt x="141" y="222"/>
                  </a:lnTo>
                  <a:cubicBezTo>
                    <a:pt x="97" y="222"/>
                    <a:pt x="97" y="222"/>
                    <a:pt x="97" y="222"/>
                  </a:cubicBezTo>
                  <a:cubicBezTo>
                    <a:pt x="97" y="249"/>
                    <a:pt x="97" y="249"/>
                    <a:pt x="97" y="249"/>
                  </a:cubicBezTo>
                  <a:cubicBezTo>
                    <a:pt x="141" y="249"/>
                    <a:pt x="141" y="249"/>
                    <a:pt x="141" y="249"/>
                  </a:cubicBezTo>
                  <a:lnTo>
                    <a:pt x="141" y="222"/>
                  </a:lnTo>
                  <a:close/>
                  <a:moveTo>
                    <a:pt x="168" y="249"/>
                  </a:moveTo>
                  <a:lnTo>
                    <a:pt x="168" y="249"/>
                  </a:lnTo>
                  <a:cubicBezTo>
                    <a:pt x="292" y="249"/>
                    <a:pt x="292" y="249"/>
                    <a:pt x="292" y="249"/>
                  </a:cubicBezTo>
                  <a:cubicBezTo>
                    <a:pt x="292" y="222"/>
                    <a:pt x="292" y="222"/>
                    <a:pt x="292" y="222"/>
                  </a:cubicBezTo>
                  <a:cubicBezTo>
                    <a:pt x="168" y="222"/>
                    <a:pt x="168" y="222"/>
                    <a:pt x="168" y="222"/>
                  </a:cubicBezTo>
                  <a:lnTo>
                    <a:pt x="168" y="249"/>
                  </a:lnTo>
                  <a:close/>
                  <a:moveTo>
                    <a:pt x="292" y="319"/>
                  </a:moveTo>
                  <a:lnTo>
                    <a:pt x="292" y="319"/>
                  </a:lnTo>
                  <a:cubicBezTo>
                    <a:pt x="97" y="319"/>
                    <a:pt x="97" y="319"/>
                    <a:pt x="97" y="319"/>
                  </a:cubicBezTo>
                  <a:cubicBezTo>
                    <a:pt x="97" y="346"/>
                    <a:pt x="97" y="346"/>
                    <a:pt x="97" y="346"/>
                  </a:cubicBezTo>
                  <a:cubicBezTo>
                    <a:pt x="292" y="346"/>
                    <a:pt x="292" y="346"/>
                    <a:pt x="292" y="346"/>
                  </a:cubicBezTo>
                  <a:lnTo>
                    <a:pt x="292" y="319"/>
                  </a:lnTo>
                  <a:close/>
                  <a:moveTo>
                    <a:pt x="248" y="302"/>
                  </a:moveTo>
                  <a:lnTo>
                    <a:pt x="248" y="302"/>
                  </a:lnTo>
                  <a:cubicBezTo>
                    <a:pt x="292" y="302"/>
                    <a:pt x="292" y="302"/>
                    <a:pt x="292" y="302"/>
                  </a:cubicBezTo>
                  <a:cubicBezTo>
                    <a:pt x="292" y="275"/>
                    <a:pt x="292" y="275"/>
                    <a:pt x="292" y="275"/>
                  </a:cubicBezTo>
                  <a:cubicBezTo>
                    <a:pt x="248" y="275"/>
                    <a:pt x="248" y="275"/>
                    <a:pt x="248" y="275"/>
                  </a:cubicBezTo>
                  <a:lnTo>
                    <a:pt x="248" y="302"/>
                  </a:lnTo>
                  <a:close/>
                </a:path>
              </a:pathLst>
            </a:custGeom>
            <a:solidFill>
              <a:srgbClr val="7B8E9B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>
              <a:off x="5439773" y="2904375"/>
              <a:ext cx="1123922" cy="27217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2C2C2C">
                  <a:alpha val="32941"/>
                </a:srgbClr>
              </a:solidFill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grpSp>
          <p:nvGrpSpPr>
            <p:cNvPr id="109" name="Group 108"/>
            <p:cNvGrpSpPr/>
            <p:nvPr/>
          </p:nvGrpSpPr>
          <p:grpSpPr>
            <a:xfrm>
              <a:off x="5481672" y="1485886"/>
              <a:ext cx="1021477" cy="1553269"/>
              <a:chOff x="7618413" y="1306513"/>
              <a:chExt cx="3659188" cy="5564188"/>
            </a:xfrm>
          </p:grpSpPr>
          <p:sp>
            <p:nvSpPr>
              <p:cNvPr id="110" name="Freeform: Shape 109"/>
              <p:cNvSpPr/>
              <p:nvPr/>
            </p:nvSpPr>
            <p:spPr bwMode="auto">
              <a:xfrm>
                <a:off x="8204200" y="5284788"/>
                <a:ext cx="2487613" cy="1390650"/>
              </a:xfrm>
              <a:custGeom>
                <a:avLst/>
                <a:gdLst>
                  <a:gd name="T0" fmla="*/ 1347 w 1567"/>
                  <a:gd name="T1" fmla="*/ 0 h 876"/>
                  <a:gd name="T2" fmla="*/ 220 w 1567"/>
                  <a:gd name="T3" fmla="*/ 0 h 876"/>
                  <a:gd name="T4" fmla="*/ 0 w 1567"/>
                  <a:gd name="T5" fmla="*/ 219 h 876"/>
                  <a:gd name="T6" fmla="*/ 0 w 1567"/>
                  <a:gd name="T7" fmla="*/ 876 h 876"/>
                  <a:gd name="T8" fmla="*/ 1567 w 1567"/>
                  <a:gd name="T9" fmla="*/ 876 h 876"/>
                  <a:gd name="T10" fmla="*/ 1567 w 1567"/>
                  <a:gd name="T11" fmla="*/ 219 h 876"/>
                  <a:gd name="T12" fmla="*/ 1347 w 1567"/>
                  <a:gd name="T13" fmla="*/ 0 h 8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67" h="876">
                    <a:moveTo>
                      <a:pt x="1347" y="0"/>
                    </a:moveTo>
                    <a:lnTo>
                      <a:pt x="220" y="0"/>
                    </a:lnTo>
                    <a:lnTo>
                      <a:pt x="0" y="219"/>
                    </a:lnTo>
                    <a:lnTo>
                      <a:pt x="0" y="876"/>
                    </a:lnTo>
                    <a:lnTo>
                      <a:pt x="1567" y="876"/>
                    </a:lnTo>
                    <a:lnTo>
                      <a:pt x="1567" y="219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3E4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1" name="Rectangle 110"/>
              <p:cNvSpPr/>
              <p:nvPr/>
            </p:nvSpPr>
            <p:spPr bwMode="auto">
              <a:xfrm>
                <a:off x="8791575" y="5688013"/>
                <a:ext cx="1298575" cy="584200"/>
              </a:xfrm>
              <a:prstGeom prst="rect">
                <a:avLst/>
              </a:prstGeom>
              <a:solidFill>
                <a:srgbClr val="7B8E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2" name="Freeform: Shape 111"/>
              <p:cNvSpPr/>
              <p:nvPr/>
            </p:nvSpPr>
            <p:spPr bwMode="auto">
              <a:xfrm>
                <a:off x="8204200" y="5284788"/>
                <a:ext cx="349250" cy="1390650"/>
              </a:xfrm>
              <a:custGeom>
                <a:avLst/>
                <a:gdLst>
                  <a:gd name="T0" fmla="*/ 0 w 220"/>
                  <a:gd name="T1" fmla="*/ 219 h 876"/>
                  <a:gd name="T2" fmla="*/ 220 w 220"/>
                  <a:gd name="T3" fmla="*/ 0 h 876"/>
                  <a:gd name="T4" fmla="*/ 0 w 220"/>
                  <a:gd name="T5" fmla="*/ 876 h 876"/>
                  <a:gd name="T6" fmla="*/ 0 w 220"/>
                  <a:gd name="T7" fmla="*/ 219 h 8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20" h="876">
                    <a:moveTo>
                      <a:pt x="0" y="219"/>
                    </a:moveTo>
                    <a:lnTo>
                      <a:pt x="220" y="0"/>
                    </a:lnTo>
                    <a:lnTo>
                      <a:pt x="0" y="876"/>
                    </a:lnTo>
                    <a:lnTo>
                      <a:pt x="0" y="219"/>
                    </a:lnTo>
                    <a:close/>
                  </a:path>
                </a:pathLst>
              </a:custGeom>
              <a:solidFill>
                <a:srgbClr val="7B8E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3" name="Freeform: Shape 112"/>
              <p:cNvSpPr/>
              <p:nvPr/>
            </p:nvSpPr>
            <p:spPr bwMode="auto">
              <a:xfrm>
                <a:off x="10342563" y="5284788"/>
                <a:ext cx="349250" cy="1390650"/>
              </a:xfrm>
              <a:custGeom>
                <a:avLst/>
                <a:gdLst>
                  <a:gd name="T0" fmla="*/ 220 w 220"/>
                  <a:gd name="T1" fmla="*/ 219 h 876"/>
                  <a:gd name="T2" fmla="*/ 0 w 220"/>
                  <a:gd name="T3" fmla="*/ 0 h 876"/>
                  <a:gd name="T4" fmla="*/ 220 w 220"/>
                  <a:gd name="T5" fmla="*/ 876 h 876"/>
                  <a:gd name="T6" fmla="*/ 220 w 220"/>
                  <a:gd name="T7" fmla="*/ 219 h 8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20" h="876">
                    <a:moveTo>
                      <a:pt x="220" y="219"/>
                    </a:moveTo>
                    <a:lnTo>
                      <a:pt x="0" y="0"/>
                    </a:lnTo>
                    <a:lnTo>
                      <a:pt x="220" y="876"/>
                    </a:lnTo>
                    <a:lnTo>
                      <a:pt x="220" y="219"/>
                    </a:lnTo>
                    <a:close/>
                  </a:path>
                </a:pathLst>
              </a:custGeom>
              <a:solidFill>
                <a:srgbClr val="7B8E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4" name="Rectangle 113"/>
              <p:cNvSpPr/>
              <p:nvPr/>
            </p:nvSpPr>
            <p:spPr bwMode="auto">
              <a:xfrm>
                <a:off x="7981950" y="6675438"/>
                <a:ext cx="2932113" cy="195263"/>
              </a:xfrm>
              <a:prstGeom prst="rect">
                <a:avLst/>
              </a:prstGeom>
              <a:solidFill>
                <a:srgbClr val="7B8E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5" name="Freeform: Shape 114"/>
              <p:cNvSpPr/>
              <p:nvPr/>
            </p:nvSpPr>
            <p:spPr bwMode="auto">
              <a:xfrm>
                <a:off x="7618413" y="1724025"/>
                <a:ext cx="1033463" cy="1849438"/>
              </a:xfrm>
              <a:custGeom>
                <a:avLst/>
                <a:gdLst>
                  <a:gd name="T0" fmla="*/ 60 w 74"/>
                  <a:gd name="T1" fmla="*/ 133 h 133"/>
                  <a:gd name="T2" fmla="*/ 57 w 74"/>
                  <a:gd name="T3" fmla="*/ 123 h 133"/>
                  <a:gd name="T4" fmla="*/ 62 w 74"/>
                  <a:gd name="T5" fmla="*/ 119 h 133"/>
                  <a:gd name="T6" fmla="*/ 58 w 74"/>
                  <a:gd name="T7" fmla="*/ 109 h 133"/>
                  <a:gd name="T8" fmla="*/ 48 w 74"/>
                  <a:gd name="T9" fmla="*/ 99 h 133"/>
                  <a:gd name="T10" fmla="*/ 0 w 74"/>
                  <a:gd name="T11" fmla="*/ 5 h 133"/>
                  <a:gd name="T12" fmla="*/ 0 w 74"/>
                  <a:gd name="T13" fmla="*/ 0 h 133"/>
                  <a:gd name="T14" fmla="*/ 43 w 74"/>
                  <a:gd name="T15" fmla="*/ 0 h 133"/>
                  <a:gd name="T16" fmla="*/ 43 w 74"/>
                  <a:gd name="T17" fmla="*/ 5 h 133"/>
                  <a:gd name="T18" fmla="*/ 57 w 74"/>
                  <a:gd name="T19" fmla="*/ 25 h 133"/>
                  <a:gd name="T20" fmla="*/ 57 w 74"/>
                  <a:gd name="T21" fmla="*/ 35 h 133"/>
                  <a:gd name="T22" fmla="*/ 33 w 74"/>
                  <a:gd name="T23" fmla="*/ 10 h 133"/>
                  <a:gd name="T24" fmla="*/ 10 w 74"/>
                  <a:gd name="T25" fmla="*/ 10 h 133"/>
                  <a:gd name="T26" fmla="*/ 54 w 74"/>
                  <a:gd name="T27" fmla="*/ 92 h 133"/>
                  <a:gd name="T28" fmla="*/ 65 w 74"/>
                  <a:gd name="T29" fmla="*/ 101 h 133"/>
                  <a:gd name="T30" fmla="*/ 72 w 74"/>
                  <a:gd name="T31" fmla="*/ 121 h 133"/>
                  <a:gd name="T32" fmla="*/ 60 w 74"/>
                  <a:gd name="T33" fmla="*/ 133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4" h="133">
                    <a:moveTo>
                      <a:pt x="60" y="133"/>
                    </a:moveTo>
                    <a:cubicBezTo>
                      <a:pt x="57" y="123"/>
                      <a:pt x="57" y="123"/>
                      <a:pt x="57" y="123"/>
                    </a:cubicBezTo>
                    <a:cubicBezTo>
                      <a:pt x="60" y="122"/>
                      <a:pt x="62" y="121"/>
                      <a:pt x="62" y="119"/>
                    </a:cubicBezTo>
                    <a:cubicBezTo>
                      <a:pt x="63" y="116"/>
                      <a:pt x="61" y="112"/>
                      <a:pt x="58" y="109"/>
                    </a:cubicBezTo>
                    <a:cubicBezTo>
                      <a:pt x="55" y="106"/>
                      <a:pt x="52" y="103"/>
                      <a:pt x="48" y="99"/>
                    </a:cubicBezTo>
                    <a:cubicBezTo>
                      <a:pt x="29" y="83"/>
                      <a:pt x="0" y="58"/>
                      <a:pt x="0" y="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3" y="16"/>
                      <a:pt x="51" y="25"/>
                      <a:pt x="57" y="25"/>
                    </a:cubicBezTo>
                    <a:cubicBezTo>
                      <a:pt x="57" y="35"/>
                      <a:pt x="57" y="35"/>
                      <a:pt x="57" y="35"/>
                    </a:cubicBezTo>
                    <a:cubicBezTo>
                      <a:pt x="45" y="35"/>
                      <a:pt x="35" y="24"/>
                      <a:pt x="33" y="10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2" y="55"/>
                      <a:pt x="36" y="76"/>
                      <a:pt x="54" y="92"/>
                    </a:cubicBezTo>
                    <a:cubicBezTo>
                      <a:pt x="58" y="95"/>
                      <a:pt x="62" y="98"/>
                      <a:pt x="65" y="101"/>
                    </a:cubicBezTo>
                    <a:cubicBezTo>
                      <a:pt x="71" y="107"/>
                      <a:pt x="74" y="115"/>
                      <a:pt x="72" y="121"/>
                    </a:cubicBezTo>
                    <a:cubicBezTo>
                      <a:pt x="71" y="127"/>
                      <a:pt x="66" y="131"/>
                      <a:pt x="60" y="133"/>
                    </a:cubicBezTo>
                  </a:path>
                </a:pathLst>
              </a:custGeom>
              <a:solidFill>
                <a:srgbClr val="4D5985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6" name="Freeform: Shape 115"/>
              <p:cNvSpPr/>
              <p:nvPr/>
            </p:nvSpPr>
            <p:spPr bwMode="auto">
              <a:xfrm>
                <a:off x="10244138" y="1724025"/>
                <a:ext cx="1033463" cy="1849438"/>
              </a:xfrm>
              <a:custGeom>
                <a:avLst/>
                <a:gdLst>
                  <a:gd name="T0" fmla="*/ 14 w 74"/>
                  <a:gd name="T1" fmla="*/ 133 h 133"/>
                  <a:gd name="T2" fmla="*/ 17 w 74"/>
                  <a:gd name="T3" fmla="*/ 123 h 133"/>
                  <a:gd name="T4" fmla="*/ 12 w 74"/>
                  <a:gd name="T5" fmla="*/ 119 h 133"/>
                  <a:gd name="T6" fmla="*/ 16 w 74"/>
                  <a:gd name="T7" fmla="*/ 109 h 133"/>
                  <a:gd name="T8" fmla="*/ 26 w 74"/>
                  <a:gd name="T9" fmla="*/ 99 h 133"/>
                  <a:gd name="T10" fmla="*/ 74 w 74"/>
                  <a:gd name="T11" fmla="*/ 5 h 133"/>
                  <a:gd name="T12" fmla="*/ 74 w 74"/>
                  <a:gd name="T13" fmla="*/ 0 h 133"/>
                  <a:gd name="T14" fmla="*/ 31 w 74"/>
                  <a:gd name="T15" fmla="*/ 0 h 133"/>
                  <a:gd name="T16" fmla="*/ 31 w 74"/>
                  <a:gd name="T17" fmla="*/ 5 h 133"/>
                  <a:gd name="T18" fmla="*/ 17 w 74"/>
                  <a:gd name="T19" fmla="*/ 25 h 133"/>
                  <a:gd name="T20" fmla="*/ 17 w 74"/>
                  <a:gd name="T21" fmla="*/ 35 h 133"/>
                  <a:gd name="T22" fmla="*/ 41 w 74"/>
                  <a:gd name="T23" fmla="*/ 10 h 133"/>
                  <a:gd name="T24" fmla="*/ 64 w 74"/>
                  <a:gd name="T25" fmla="*/ 10 h 133"/>
                  <a:gd name="T26" fmla="*/ 20 w 74"/>
                  <a:gd name="T27" fmla="*/ 92 h 133"/>
                  <a:gd name="T28" fmla="*/ 9 w 74"/>
                  <a:gd name="T29" fmla="*/ 101 h 133"/>
                  <a:gd name="T30" fmla="*/ 2 w 74"/>
                  <a:gd name="T31" fmla="*/ 121 h 133"/>
                  <a:gd name="T32" fmla="*/ 14 w 74"/>
                  <a:gd name="T33" fmla="*/ 133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4" h="133">
                    <a:moveTo>
                      <a:pt x="14" y="133"/>
                    </a:moveTo>
                    <a:cubicBezTo>
                      <a:pt x="17" y="123"/>
                      <a:pt x="17" y="123"/>
                      <a:pt x="17" y="123"/>
                    </a:cubicBezTo>
                    <a:cubicBezTo>
                      <a:pt x="14" y="122"/>
                      <a:pt x="12" y="121"/>
                      <a:pt x="12" y="119"/>
                    </a:cubicBezTo>
                    <a:cubicBezTo>
                      <a:pt x="11" y="116"/>
                      <a:pt x="13" y="112"/>
                      <a:pt x="16" y="109"/>
                    </a:cubicBezTo>
                    <a:cubicBezTo>
                      <a:pt x="19" y="106"/>
                      <a:pt x="22" y="103"/>
                      <a:pt x="26" y="99"/>
                    </a:cubicBezTo>
                    <a:cubicBezTo>
                      <a:pt x="45" y="83"/>
                      <a:pt x="74" y="58"/>
                      <a:pt x="74" y="5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5"/>
                      <a:pt x="31" y="5"/>
                      <a:pt x="31" y="5"/>
                    </a:cubicBezTo>
                    <a:cubicBezTo>
                      <a:pt x="31" y="16"/>
                      <a:pt x="23" y="25"/>
                      <a:pt x="17" y="25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29" y="35"/>
                      <a:pt x="39" y="24"/>
                      <a:pt x="41" y="10"/>
                    </a:cubicBezTo>
                    <a:cubicBezTo>
                      <a:pt x="64" y="10"/>
                      <a:pt x="64" y="10"/>
                      <a:pt x="64" y="10"/>
                    </a:cubicBezTo>
                    <a:cubicBezTo>
                      <a:pt x="62" y="55"/>
                      <a:pt x="38" y="76"/>
                      <a:pt x="20" y="92"/>
                    </a:cubicBezTo>
                    <a:cubicBezTo>
                      <a:pt x="16" y="95"/>
                      <a:pt x="12" y="98"/>
                      <a:pt x="9" y="101"/>
                    </a:cubicBezTo>
                    <a:cubicBezTo>
                      <a:pt x="3" y="107"/>
                      <a:pt x="0" y="115"/>
                      <a:pt x="2" y="121"/>
                    </a:cubicBezTo>
                    <a:cubicBezTo>
                      <a:pt x="3" y="127"/>
                      <a:pt x="8" y="131"/>
                      <a:pt x="14" y="133"/>
                    </a:cubicBezTo>
                    <a:close/>
                  </a:path>
                </a:pathLst>
              </a:custGeom>
              <a:solidFill>
                <a:srgbClr val="4D5985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7" name="Freeform: Shape 116"/>
              <p:cNvSpPr/>
              <p:nvPr/>
            </p:nvSpPr>
            <p:spPr bwMode="auto">
              <a:xfrm>
                <a:off x="8358188" y="1557338"/>
                <a:ext cx="2179638" cy="2754313"/>
              </a:xfrm>
              <a:custGeom>
                <a:avLst/>
                <a:gdLst>
                  <a:gd name="T0" fmla="*/ 156 w 156"/>
                  <a:gd name="T1" fmla="*/ 121 h 198"/>
                  <a:gd name="T2" fmla="*/ 133 w 156"/>
                  <a:gd name="T3" fmla="*/ 176 h 198"/>
                  <a:gd name="T4" fmla="*/ 78 w 156"/>
                  <a:gd name="T5" fmla="*/ 198 h 198"/>
                  <a:gd name="T6" fmla="*/ 23 w 156"/>
                  <a:gd name="T7" fmla="*/ 176 h 198"/>
                  <a:gd name="T8" fmla="*/ 0 w 156"/>
                  <a:gd name="T9" fmla="*/ 121 h 198"/>
                  <a:gd name="T10" fmla="*/ 0 w 156"/>
                  <a:gd name="T11" fmla="*/ 0 h 198"/>
                  <a:gd name="T12" fmla="*/ 156 w 156"/>
                  <a:gd name="T13" fmla="*/ 0 h 198"/>
                  <a:gd name="T14" fmla="*/ 156 w 156"/>
                  <a:gd name="T15" fmla="*/ 121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6" h="198">
                    <a:moveTo>
                      <a:pt x="156" y="121"/>
                    </a:moveTo>
                    <a:cubicBezTo>
                      <a:pt x="156" y="141"/>
                      <a:pt x="148" y="161"/>
                      <a:pt x="133" y="176"/>
                    </a:cubicBezTo>
                    <a:cubicBezTo>
                      <a:pt x="118" y="191"/>
                      <a:pt x="98" y="198"/>
                      <a:pt x="78" y="198"/>
                    </a:cubicBezTo>
                    <a:cubicBezTo>
                      <a:pt x="58" y="198"/>
                      <a:pt x="38" y="191"/>
                      <a:pt x="23" y="176"/>
                    </a:cubicBezTo>
                    <a:cubicBezTo>
                      <a:pt x="8" y="161"/>
                      <a:pt x="0" y="141"/>
                      <a:pt x="0" y="12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56" y="121"/>
                      <a:pt x="156" y="121"/>
                      <a:pt x="156" y="121"/>
                    </a:cubicBezTo>
                  </a:path>
                </a:pathLst>
              </a:custGeom>
              <a:solidFill>
                <a:srgbClr val="4D5985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8" name="Freeform: Shape 117"/>
              <p:cNvSpPr/>
              <p:nvPr/>
            </p:nvSpPr>
            <p:spPr bwMode="auto">
              <a:xfrm>
                <a:off x="8540750" y="2752725"/>
                <a:ext cx="446088" cy="1155700"/>
              </a:xfrm>
              <a:custGeom>
                <a:avLst/>
                <a:gdLst>
                  <a:gd name="T0" fmla="*/ 7 w 32"/>
                  <a:gd name="T1" fmla="*/ 0 h 83"/>
                  <a:gd name="T2" fmla="*/ 0 w 32"/>
                  <a:gd name="T3" fmla="*/ 7 h 83"/>
                  <a:gd name="T4" fmla="*/ 0 w 32"/>
                  <a:gd name="T5" fmla="*/ 35 h 83"/>
                  <a:gd name="T6" fmla="*/ 19 w 32"/>
                  <a:gd name="T7" fmla="*/ 81 h 83"/>
                  <a:gd name="T8" fmla="*/ 24 w 32"/>
                  <a:gd name="T9" fmla="*/ 83 h 83"/>
                  <a:gd name="T10" fmla="*/ 29 w 32"/>
                  <a:gd name="T11" fmla="*/ 81 h 83"/>
                  <a:gd name="T12" fmla="*/ 29 w 32"/>
                  <a:gd name="T13" fmla="*/ 71 h 83"/>
                  <a:gd name="T14" fmla="*/ 14 w 32"/>
                  <a:gd name="T15" fmla="*/ 35 h 83"/>
                  <a:gd name="T16" fmla="*/ 14 w 32"/>
                  <a:gd name="T17" fmla="*/ 7 h 83"/>
                  <a:gd name="T18" fmla="*/ 7 w 32"/>
                  <a:gd name="T19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83">
                    <a:moveTo>
                      <a:pt x="7" y="0"/>
                    </a:moveTo>
                    <a:cubicBezTo>
                      <a:pt x="4" y="0"/>
                      <a:pt x="0" y="3"/>
                      <a:pt x="0" y="7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7" y="68"/>
                      <a:pt x="19" y="81"/>
                    </a:cubicBezTo>
                    <a:cubicBezTo>
                      <a:pt x="21" y="82"/>
                      <a:pt x="22" y="83"/>
                      <a:pt x="24" y="83"/>
                    </a:cubicBezTo>
                    <a:cubicBezTo>
                      <a:pt x="26" y="83"/>
                      <a:pt x="28" y="82"/>
                      <a:pt x="29" y="81"/>
                    </a:cubicBezTo>
                    <a:cubicBezTo>
                      <a:pt x="32" y="78"/>
                      <a:pt x="32" y="73"/>
                      <a:pt x="29" y="71"/>
                    </a:cubicBezTo>
                    <a:cubicBezTo>
                      <a:pt x="20" y="61"/>
                      <a:pt x="14" y="48"/>
                      <a:pt x="14" y="35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9" name="Freeform: Shape 118"/>
              <p:cNvSpPr/>
              <p:nvPr/>
            </p:nvSpPr>
            <p:spPr bwMode="auto">
              <a:xfrm>
                <a:off x="8540750" y="2043113"/>
                <a:ext cx="195263" cy="584200"/>
              </a:xfrm>
              <a:custGeom>
                <a:avLst/>
                <a:gdLst>
                  <a:gd name="T0" fmla="*/ 7 w 14"/>
                  <a:gd name="T1" fmla="*/ 0 h 42"/>
                  <a:gd name="T2" fmla="*/ 0 w 14"/>
                  <a:gd name="T3" fmla="*/ 7 h 42"/>
                  <a:gd name="T4" fmla="*/ 0 w 14"/>
                  <a:gd name="T5" fmla="*/ 35 h 42"/>
                  <a:gd name="T6" fmla="*/ 7 w 14"/>
                  <a:gd name="T7" fmla="*/ 42 h 42"/>
                  <a:gd name="T8" fmla="*/ 14 w 14"/>
                  <a:gd name="T9" fmla="*/ 35 h 42"/>
                  <a:gd name="T10" fmla="*/ 14 w 14"/>
                  <a:gd name="T11" fmla="*/ 7 h 42"/>
                  <a:gd name="T12" fmla="*/ 7 w 14"/>
                  <a:gd name="T1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2">
                    <a:moveTo>
                      <a:pt x="7" y="0"/>
                    </a:moveTo>
                    <a:cubicBezTo>
                      <a:pt x="4" y="0"/>
                      <a:pt x="0" y="3"/>
                      <a:pt x="0" y="7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9"/>
                      <a:pt x="4" y="42"/>
                      <a:pt x="7" y="42"/>
                    </a:cubicBezTo>
                    <a:cubicBezTo>
                      <a:pt x="11" y="42"/>
                      <a:pt x="14" y="39"/>
                      <a:pt x="14" y="35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0" name="Rectangle 119"/>
              <p:cNvSpPr/>
              <p:nvPr/>
            </p:nvSpPr>
            <p:spPr bwMode="auto">
              <a:xfrm>
                <a:off x="8247063" y="1306513"/>
                <a:ext cx="2401888" cy="250825"/>
              </a:xfrm>
              <a:prstGeom prst="rect">
                <a:avLst/>
              </a:prstGeom>
              <a:solidFill>
                <a:srgbClr val="4D59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1" name="Rectangle 120"/>
              <p:cNvSpPr/>
              <p:nvPr/>
            </p:nvSpPr>
            <p:spPr bwMode="auto">
              <a:xfrm>
                <a:off x="8902700" y="5132388"/>
                <a:ext cx="1090613" cy="1524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2" name="Freeform: Shape 121"/>
              <p:cNvSpPr/>
              <p:nvPr/>
            </p:nvSpPr>
            <p:spPr bwMode="auto">
              <a:xfrm>
                <a:off x="8902700" y="4505325"/>
                <a:ext cx="1090613" cy="627063"/>
              </a:xfrm>
              <a:custGeom>
                <a:avLst/>
                <a:gdLst>
                  <a:gd name="T0" fmla="*/ 46 w 78"/>
                  <a:gd name="T1" fmla="*/ 12 h 45"/>
                  <a:gd name="T2" fmla="*/ 46 w 78"/>
                  <a:gd name="T3" fmla="*/ 0 h 45"/>
                  <a:gd name="T4" fmla="*/ 32 w 78"/>
                  <a:gd name="T5" fmla="*/ 0 h 45"/>
                  <a:gd name="T6" fmla="*/ 32 w 78"/>
                  <a:gd name="T7" fmla="*/ 12 h 45"/>
                  <a:gd name="T8" fmla="*/ 0 w 78"/>
                  <a:gd name="T9" fmla="*/ 45 h 45"/>
                  <a:gd name="T10" fmla="*/ 78 w 78"/>
                  <a:gd name="T11" fmla="*/ 45 h 45"/>
                  <a:gd name="T12" fmla="*/ 46 w 78"/>
                  <a:gd name="T13" fmla="*/ 1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45">
                    <a:moveTo>
                      <a:pt x="46" y="12"/>
                    </a:moveTo>
                    <a:cubicBezTo>
                      <a:pt x="46" y="0"/>
                      <a:pt x="46" y="0"/>
                      <a:pt x="46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32" y="30"/>
                      <a:pt x="18" y="45"/>
                      <a:pt x="0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60" y="45"/>
                      <a:pt x="46" y="30"/>
                      <a:pt x="46" y="12"/>
                    </a:cubicBezTo>
                    <a:close/>
                  </a:path>
                </a:pathLst>
              </a:custGeom>
              <a:solidFill>
                <a:srgbClr val="7B8E9B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3" name="Freeform: Shape 122"/>
              <p:cNvSpPr/>
              <p:nvPr/>
            </p:nvSpPr>
            <p:spPr bwMode="auto">
              <a:xfrm>
                <a:off x="9210675" y="4297363"/>
                <a:ext cx="474663" cy="263525"/>
              </a:xfrm>
              <a:custGeom>
                <a:avLst/>
                <a:gdLst>
                  <a:gd name="T0" fmla="*/ 34 w 34"/>
                  <a:gd name="T1" fmla="*/ 0 h 19"/>
                  <a:gd name="T2" fmla="*/ 0 w 34"/>
                  <a:gd name="T3" fmla="*/ 0 h 19"/>
                  <a:gd name="T4" fmla="*/ 0 w 34"/>
                  <a:gd name="T5" fmla="*/ 9 h 19"/>
                  <a:gd name="T6" fmla="*/ 3 w 34"/>
                  <a:gd name="T7" fmla="*/ 16 h 19"/>
                  <a:gd name="T8" fmla="*/ 10 w 34"/>
                  <a:gd name="T9" fmla="*/ 19 h 19"/>
                  <a:gd name="T10" fmla="*/ 24 w 34"/>
                  <a:gd name="T11" fmla="*/ 19 h 19"/>
                  <a:gd name="T12" fmla="*/ 31 w 34"/>
                  <a:gd name="T13" fmla="*/ 16 h 19"/>
                  <a:gd name="T14" fmla="*/ 34 w 34"/>
                  <a:gd name="T15" fmla="*/ 9 h 19"/>
                  <a:gd name="T16" fmla="*/ 34 w 34"/>
                  <a:gd name="T1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19">
                    <a:moveTo>
                      <a:pt x="3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2"/>
                      <a:pt x="1" y="14"/>
                      <a:pt x="3" y="16"/>
                    </a:cubicBezTo>
                    <a:cubicBezTo>
                      <a:pt x="5" y="18"/>
                      <a:pt x="8" y="19"/>
                      <a:pt x="10" y="19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26" y="19"/>
                      <a:pt x="29" y="18"/>
                      <a:pt x="31" y="16"/>
                    </a:cubicBezTo>
                    <a:cubicBezTo>
                      <a:pt x="33" y="14"/>
                      <a:pt x="34" y="12"/>
                      <a:pt x="34" y="9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7B8E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4" name="Freeform: Shape 123"/>
              <p:cNvSpPr/>
              <p:nvPr/>
            </p:nvSpPr>
            <p:spPr bwMode="auto">
              <a:xfrm>
                <a:off x="9726613" y="1306513"/>
                <a:ext cx="377825" cy="1223963"/>
              </a:xfrm>
              <a:custGeom>
                <a:avLst/>
                <a:gdLst>
                  <a:gd name="T0" fmla="*/ 238 w 238"/>
                  <a:gd name="T1" fmla="*/ 0 h 771"/>
                  <a:gd name="T2" fmla="*/ 0 w 238"/>
                  <a:gd name="T3" fmla="*/ 0 h 771"/>
                  <a:gd name="T4" fmla="*/ 0 w 238"/>
                  <a:gd name="T5" fmla="*/ 771 h 771"/>
                  <a:gd name="T6" fmla="*/ 115 w 238"/>
                  <a:gd name="T7" fmla="*/ 648 h 771"/>
                  <a:gd name="T8" fmla="*/ 238 w 238"/>
                  <a:gd name="T9" fmla="*/ 771 h 771"/>
                  <a:gd name="T10" fmla="*/ 238 w 238"/>
                  <a:gd name="T11" fmla="*/ 0 h 7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8" h="771">
                    <a:moveTo>
                      <a:pt x="238" y="0"/>
                    </a:moveTo>
                    <a:lnTo>
                      <a:pt x="0" y="0"/>
                    </a:lnTo>
                    <a:lnTo>
                      <a:pt x="0" y="771"/>
                    </a:lnTo>
                    <a:lnTo>
                      <a:pt x="115" y="648"/>
                    </a:lnTo>
                    <a:lnTo>
                      <a:pt x="238" y="771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rgbClr val="7B8E9B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</p:grpSp>
      <p:grpSp>
        <p:nvGrpSpPr>
          <p:cNvPr id="5" name="Group 126"/>
          <p:cNvGrpSpPr/>
          <p:nvPr/>
        </p:nvGrpSpPr>
        <p:grpSpPr>
          <a:xfrm>
            <a:off x="963670" y="1110615"/>
            <a:ext cx="1999070" cy="569630"/>
            <a:chOff x="8328247" y="2417875"/>
            <a:chExt cx="2198694" cy="759507"/>
          </a:xfrm>
        </p:grpSpPr>
        <p:sp>
          <p:nvSpPr>
            <p:cNvPr id="24" name="TextBox 127"/>
            <p:cNvSpPr txBox="1"/>
            <p:nvPr/>
          </p:nvSpPr>
          <p:spPr>
            <a:xfrm>
              <a:off x="9295835" y="2417875"/>
              <a:ext cx="1231106" cy="247223"/>
            </a:xfrm>
            <a:prstGeom prst="rect">
              <a:avLst/>
            </a:prstGeom>
            <a:noFill/>
          </p:spPr>
          <p:txBody>
            <a:bodyPr wrap="none" lIns="0" tIns="0" rIns="360000" bIns="0" anchor="b" anchorCtr="0">
              <a:normAutofit fontScale="92500" lnSpcReduction="10000"/>
            </a:bodyPr>
            <a:lstStyle/>
            <a:p>
              <a:pPr algn="r"/>
              <a:r>
                <a:rPr lang="zh-CN" altLang="en-US" sz="1400" b="1">
                  <a:solidFill>
                    <a:srgbClr val="4D5985"/>
                  </a:solidFill>
                </a:rPr>
                <a:t>标题文本预设</a:t>
              </a:r>
              <a:endParaRPr lang="zh-CN" altLang="en-US" sz="1400" b="1">
                <a:solidFill>
                  <a:srgbClr val="4D5985"/>
                </a:solidFill>
              </a:endParaRPr>
            </a:p>
          </p:txBody>
        </p:sp>
        <p:sp>
          <p:nvSpPr>
            <p:cNvPr id="25" name="TextBox 128"/>
            <p:cNvSpPr txBox="1"/>
            <p:nvPr/>
          </p:nvSpPr>
          <p:spPr>
            <a:xfrm>
              <a:off x="8328247" y="2665098"/>
              <a:ext cx="2198693" cy="512284"/>
            </a:xfrm>
            <a:prstGeom prst="rect">
              <a:avLst/>
            </a:prstGeom>
          </p:spPr>
          <p:txBody>
            <a:bodyPr vert="horz" wrap="square" lIns="0" tIns="0" rIns="360000" bIns="0" anchor="ctr">
              <a:normAutofit fontScale="77500" lnSpcReduction="200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此部分内容作为文字排版占位显示 </a:t>
              </a:r>
              <a:b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（建议使用主题字体）</a:t>
              </a:r>
              <a:endParaRPr lang="zh-CN" altLang="en-US" sz="1000">
                <a:solidFill>
                  <a:schemeClr val="dk1">
                    <a:lumMod val="100000"/>
                  </a:schemeClr>
                </a:solidFill>
              </a:endParaRPr>
            </a:p>
          </p:txBody>
        </p:sp>
      </p:grpSp>
      <p:grpSp>
        <p:nvGrpSpPr>
          <p:cNvPr id="6" name="Group 129"/>
          <p:cNvGrpSpPr/>
          <p:nvPr/>
        </p:nvGrpSpPr>
        <p:grpSpPr>
          <a:xfrm>
            <a:off x="6231958" y="1137881"/>
            <a:ext cx="2102130" cy="569596"/>
            <a:chOff x="8608473" y="2095115"/>
            <a:chExt cx="2864390" cy="759461"/>
          </a:xfrm>
        </p:grpSpPr>
        <p:sp>
          <p:nvSpPr>
            <p:cNvPr id="22" name="TextBox 130"/>
            <p:cNvSpPr txBox="1"/>
            <p:nvPr/>
          </p:nvSpPr>
          <p:spPr>
            <a:xfrm>
              <a:off x="8772872" y="2095115"/>
              <a:ext cx="2699991" cy="247223"/>
            </a:xfrm>
            <a:prstGeom prst="rect">
              <a:avLst/>
            </a:prstGeom>
            <a:noFill/>
          </p:spPr>
          <p:txBody>
            <a:bodyPr wrap="none" lIns="360000" tIns="0" rIns="216000" bIns="0" anchor="b" anchorCtr="0">
              <a:normAutofit fontScale="92500" lnSpcReduction="10000"/>
            </a:bodyPr>
            <a:lstStyle/>
            <a:p>
              <a:r>
                <a:rPr lang="zh-CN" altLang="en-US" sz="1400" b="1">
                  <a:solidFill>
                    <a:srgbClr val="4D5985"/>
                  </a:solidFill>
                </a:rPr>
                <a:t>标题文本预设</a:t>
              </a:r>
              <a:endParaRPr lang="zh-CN" altLang="en-US" sz="1400" b="1">
                <a:solidFill>
                  <a:srgbClr val="4D5985"/>
                </a:solidFill>
              </a:endParaRPr>
            </a:p>
          </p:txBody>
        </p:sp>
        <p:sp>
          <p:nvSpPr>
            <p:cNvPr id="23" name="TextBox 131"/>
            <p:cNvSpPr txBox="1"/>
            <p:nvPr/>
          </p:nvSpPr>
          <p:spPr>
            <a:xfrm>
              <a:off x="8608473" y="2342342"/>
              <a:ext cx="2864009" cy="512234"/>
            </a:xfrm>
            <a:prstGeom prst="rect">
              <a:avLst/>
            </a:prstGeom>
          </p:spPr>
          <p:txBody>
            <a:bodyPr vert="horz" wrap="square" lIns="360000" tIns="0" rIns="216000" bIns="0" anchor="t" anchorCtr="0">
              <a:normAutofit fontScale="77500" lnSpcReduction="20000"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此部分内容作为文字排版占位显示 </a:t>
              </a:r>
              <a:b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（建议使用主题字体）</a:t>
              </a:r>
              <a:endParaRPr lang="zh-CN" altLang="en-US" sz="1000">
                <a:solidFill>
                  <a:schemeClr val="dk1">
                    <a:lumMod val="100000"/>
                  </a:schemeClr>
                </a:solidFill>
              </a:endParaRPr>
            </a:p>
          </p:txBody>
        </p:sp>
      </p:grpSp>
      <p:grpSp>
        <p:nvGrpSpPr>
          <p:cNvPr id="7" name="Group 132"/>
          <p:cNvGrpSpPr/>
          <p:nvPr/>
        </p:nvGrpSpPr>
        <p:grpSpPr>
          <a:xfrm>
            <a:off x="6303634" y="3009752"/>
            <a:ext cx="2194560" cy="569596"/>
            <a:chOff x="8772872" y="2095115"/>
            <a:chExt cx="2990337" cy="759461"/>
          </a:xfrm>
        </p:grpSpPr>
        <p:sp>
          <p:nvSpPr>
            <p:cNvPr id="20" name="TextBox 133"/>
            <p:cNvSpPr txBox="1"/>
            <p:nvPr/>
          </p:nvSpPr>
          <p:spPr>
            <a:xfrm>
              <a:off x="8772872" y="2095115"/>
              <a:ext cx="2699991" cy="247223"/>
            </a:xfrm>
            <a:prstGeom prst="rect">
              <a:avLst/>
            </a:prstGeom>
            <a:noFill/>
          </p:spPr>
          <p:txBody>
            <a:bodyPr wrap="none" lIns="360000" tIns="0" rIns="216000" bIns="0" anchor="b" anchorCtr="0">
              <a:normAutofit fontScale="92500" lnSpcReduction="10000"/>
            </a:bodyPr>
            <a:lstStyle/>
            <a:p>
              <a:r>
                <a:rPr lang="zh-CN" altLang="en-US" sz="1400" b="1">
                  <a:solidFill>
                    <a:srgbClr val="4D5985"/>
                  </a:solidFill>
                </a:rPr>
                <a:t>标题文本预设</a:t>
              </a:r>
              <a:endParaRPr lang="zh-CN" altLang="en-US" sz="1400" b="1">
                <a:solidFill>
                  <a:srgbClr val="4D5985"/>
                </a:solidFill>
              </a:endParaRPr>
            </a:p>
          </p:txBody>
        </p:sp>
        <p:sp>
          <p:nvSpPr>
            <p:cNvPr id="21" name="TextBox 134"/>
            <p:cNvSpPr txBox="1"/>
            <p:nvPr/>
          </p:nvSpPr>
          <p:spPr>
            <a:xfrm>
              <a:off x="8772872" y="2342342"/>
              <a:ext cx="2990337" cy="512234"/>
            </a:xfrm>
            <a:prstGeom prst="rect">
              <a:avLst/>
            </a:prstGeom>
          </p:spPr>
          <p:txBody>
            <a:bodyPr vert="horz" wrap="square" lIns="360000" tIns="0" rIns="216000" bIns="0" anchor="t" anchorCtr="0">
              <a:normAutofit fontScale="77500" lnSpcReduction="20000"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此部分内容作为文字排版占位显示 </a:t>
              </a:r>
              <a:b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（建议使用主题字体）</a:t>
              </a:r>
              <a:endParaRPr lang="zh-CN" altLang="en-US" sz="1000">
                <a:solidFill>
                  <a:schemeClr val="dk1">
                    <a:lumMod val="100000"/>
                  </a:schemeClr>
                </a:solidFill>
              </a:endParaRPr>
            </a:p>
          </p:txBody>
        </p:sp>
      </p:grpSp>
      <p:grpSp>
        <p:nvGrpSpPr>
          <p:cNvPr id="8" name="Group 135"/>
          <p:cNvGrpSpPr/>
          <p:nvPr/>
        </p:nvGrpSpPr>
        <p:grpSpPr>
          <a:xfrm>
            <a:off x="867308" y="2978222"/>
            <a:ext cx="1999069" cy="569630"/>
            <a:chOff x="8333834" y="2417875"/>
            <a:chExt cx="2198693" cy="759507"/>
          </a:xfrm>
        </p:grpSpPr>
        <p:sp>
          <p:nvSpPr>
            <p:cNvPr id="18" name="TextBox 136"/>
            <p:cNvSpPr txBox="1"/>
            <p:nvPr/>
          </p:nvSpPr>
          <p:spPr>
            <a:xfrm>
              <a:off x="9295835" y="2417875"/>
              <a:ext cx="1231106" cy="247223"/>
            </a:xfrm>
            <a:prstGeom prst="rect">
              <a:avLst/>
            </a:prstGeom>
            <a:noFill/>
          </p:spPr>
          <p:txBody>
            <a:bodyPr wrap="none" lIns="0" tIns="0" rIns="360000" bIns="0" anchor="b" anchorCtr="0">
              <a:normAutofit fontScale="92500" lnSpcReduction="10000"/>
            </a:bodyPr>
            <a:lstStyle/>
            <a:p>
              <a:pPr algn="r"/>
              <a:r>
                <a:rPr lang="zh-CN" altLang="en-US" sz="1400" b="1">
                  <a:solidFill>
                    <a:srgbClr val="4D5985"/>
                  </a:solidFill>
                </a:rPr>
                <a:t>标题文本预设</a:t>
              </a:r>
              <a:endParaRPr lang="zh-CN" altLang="en-US" sz="1400" b="1">
                <a:solidFill>
                  <a:srgbClr val="4D5985"/>
                </a:solidFill>
              </a:endParaRPr>
            </a:p>
          </p:txBody>
        </p:sp>
        <p:sp>
          <p:nvSpPr>
            <p:cNvPr id="19" name="TextBox 137"/>
            <p:cNvSpPr txBox="1"/>
            <p:nvPr/>
          </p:nvSpPr>
          <p:spPr>
            <a:xfrm>
              <a:off x="8333834" y="2665098"/>
              <a:ext cx="2198693" cy="512284"/>
            </a:xfrm>
            <a:prstGeom prst="rect">
              <a:avLst/>
            </a:prstGeom>
          </p:spPr>
          <p:txBody>
            <a:bodyPr vert="horz" wrap="square" lIns="0" tIns="0" rIns="360000" bIns="0" anchor="ctr">
              <a:normAutofit fontScale="77500" lnSpcReduction="200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此部分内容作为文字排版占位显示 </a:t>
              </a:r>
              <a:b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（建议使用主题字体）</a:t>
              </a:r>
              <a:endParaRPr lang="zh-CN" altLang="en-US" sz="1000">
                <a:solidFill>
                  <a:schemeClr val="dk1">
                    <a:lumMod val="100000"/>
                  </a:schemeClr>
                </a:solidFill>
              </a:endParaRPr>
            </a:p>
          </p:txBody>
        </p:sp>
      </p:grpSp>
      <p:grpSp>
        <p:nvGrpSpPr>
          <p:cNvPr id="9" name="Group 138"/>
          <p:cNvGrpSpPr/>
          <p:nvPr/>
        </p:nvGrpSpPr>
        <p:grpSpPr>
          <a:xfrm>
            <a:off x="3705246" y="3755871"/>
            <a:ext cx="1760631" cy="830464"/>
            <a:chOff x="5157230" y="1101621"/>
            <a:chExt cx="2699991" cy="1107285"/>
          </a:xfrm>
        </p:grpSpPr>
        <p:sp>
          <p:nvSpPr>
            <p:cNvPr id="16" name="TextBox 139"/>
            <p:cNvSpPr txBox="1"/>
            <p:nvPr/>
          </p:nvSpPr>
          <p:spPr>
            <a:xfrm>
              <a:off x="5157230" y="1101621"/>
              <a:ext cx="2699991" cy="398468"/>
            </a:xfrm>
            <a:prstGeom prst="rect">
              <a:avLst/>
            </a:prstGeom>
            <a:noFill/>
          </p:spPr>
          <p:txBody>
            <a:bodyPr wrap="none" lIns="216000" tIns="0" rIns="216000" bIns="0" anchor="b" anchorCtr="1">
              <a:normAutofit/>
            </a:bodyPr>
            <a:lstStyle/>
            <a:p>
              <a:pPr algn="ctr"/>
              <a:r>
                <a:rPr lang="zh-CN" altLang="en-US" sz="1400" b="1">
                  <a:solidFill>
                    <a:schemeClr val="accent4">
                      <a:lumMod val="100000"/>
                    </a:schemeClr>
                  </a:solidFill>
                </a:rPr>
                <a:t>标题文本预设</a:t>
              </a:r>
              <a:endParaRPr lang="zh-CN" altLang="en-US" sz="1400" b="1">
                <a:solidFill>
                  <a:schemeClr val="accent4">
                    <a:lumMod val="100000"/>
                  </a:schemeClr>
                </a:solidFill>
              </a:endParaRPr>
            </a:p>
          </p:txBody>
        </p:sp>
        <p:sp>
          <p:nvSpPr>
            <p:cNvPr id="17" name="TextBox 140"/>
            <p:cNvSpPr txBox="1"/>
            <p:nvPr/>
          </p:nvSpPr>
          <p:spPr>
            <a:xfrm>
              <a:off x="5157231" y="1500087"/>
              <a:ext cx="2699990" cy="708819"/>
            </a:xfrm>
            <a:prstGeom prst="rect">
              <a:avLst/>
            </a:prstGeom>
          </p:spPr>
          <p:txBody>
            <a:bodyPr vert="horz" wrap="square" lIns="216000" tIns="0" rIns="216000" bIns="0" anchor="t" anchorCtr="1">
              <a:normAutofit lnSpcReduction="100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solidFill>
                    <a:schemeClr val="dk1">
                      <a:lumMod val="100000"/>
                    </a:schemeClr>
                  </a:solidFill>
                </a:rPr>
                <a:t>此部分内容作为文字排版占位显示 </a:t>
              </a:r>
              <a:br>
                <a:rPr lang="zh-CN" altLang="en-US" sz="1000" dirty="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00" dirty="0">
                  <a:solidFill>
                    <a:schemeClr val="dk1">
                      <a:lumMod val="100000"/>
                    </a:schemeClr>
                  </a:solidFill>
                </a:rPr>
                <a:t>（建议使用主题字体）</a:t>
              </a:r>
              <a:endParaRPr lang="zh-CN" altLang="en-US" sz="1000" dirty="0">
                <a:solidFill>
                  <a:schemeClr val="dk1">
                    <a:lumMod val="100000"/>
                  </a:schemeClr>
                </a:solidFill>
              </a:endParaRPr>
            </a:p>
          </p:txBody>
        </p:sp>
      </p:grpSp>
      <p:grpSp>
        <p:nvGrpSpPr>
          <p:cNvPr id="10" name="Group 125"/>
          <p:cNvGrpSpPr/>
          <p:nvPr/>
        </p:nvGrpSpPr>
        <p:grpSpPr>
          <a:xfrm>
            <a:off x="6517105" y="2020652"/>
            <a:ext cx="2118360" cy="569596"/>
            <a:chOff x="8772872" y="2095115"/>
            <a:chExt cx="2886506" cy="759461"/>
          </a:xfrm>
        </p:grpSpPr>
        <p:sp>
          <p:nvSpPr>
            <p:cNvPr id="14" name="TextBox 142"/>
            <p:cNvSpPr txBox="1"/>
            <p:nvPr/>
          </p:nvSpPr>
          <p:spPr>
            <a:xfrm>
              <a:off x="8772872" y="2095115"/>
              <a:ext cx="2699991" cy="247223"/>
            </a:xfrm>
            <a:prstGeom prst="rect">
              <a:avLst/>
            </a:prstGeom>
            <a:noFill/>
          </p:spPr>
          <p:txBody>
            <a:bodyPr wrap="none" lIns="360000" tIns="0" rIns="216000" bIns="0" anchor="b" anchorCtr="0">
              <a:normAutofit fontScale="92500" lnSpcReduction="10000"/>
            </a:bodyPr>
            <a:lstStyle/>
            <a:p>
              <a:r>
                <a:rPr lang="zh-CN" altLang="en-US" sz="1400" b="1">
                  <a:solidFill>
                    <a:srgbClr val="4D5985"/>
                  </a:solidFill>
                </a:rPr>
                <a:t>标题文本预设</a:t>
              </a:r>
              <a:endParaRPr lang="zh-CN" altLang="en-US" sz="1400" b="1">
                <a:solidFill>
                  <a:srgbClr val="4D5985"/>
                </a:solidFill>
              </a:endParaRPr>
            </a:p>
          </p:txBody>
        </p:sp>
        <p:sp>
          <p:nvSpPr>
            <p:cNvPr id="15" name="TextBox 143"/>
            <p:cNvSpPr txBox="1"/>
            <p:nvPr/>
          </p:nvSpPr>
          <p:spPr>
            <a:xfrm>
              <a:off x="8772872" y="2342342"/>
              <a:ext cx="2886506" cy="512234"/>
            </a:xfrm>
            <a:prstGeom prst="rect">
              <a:avLst/>
            </a:prstGeom>
          </p:spPr>
          <p:txBody>
            <a:bodyPr vert="horz" wrap="square" lIns="360000" tIns="0" rIns="216000" bIns="0" anchor="t" anchorCtr="0">
              <a:normAutofit fontScale="77500" lnSpcReduction="20000"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此部分内容作为文字排版占位显示 </a:t>
              </a:r>
              <a:b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（建议使用主题字体）</a:t>
              </a:r>
              <a:endParaRPr lang="zh-CN" altLang="en-US" sz="1000">
                <a:solidFill>
                  <a:schemeClr val="dk1">
                    <a:lumMod val="100000"/>
                  </a:schemeClr>
                </a:solidFill>
              </a:endParaRPr>
            </a:p>
          </p:txBody>
        </p:sp>
      </p:grpSp>
      <p:grpSp>
        <p:nvGrpSpPr>
          <p:cNvPr id="11" name="Group 144"/>
          <p:cNvGrpSpPr/>
          <p:nvPr/>
        </p:nvGrpSpPr>
        <p:grpSpPr>
          <a:xfrm>
            <a:off x="438257" y="2072306"/>
            <a:ext cx="1999070" cy="569630"/>
            <a:chOff x="8328247" y="2417875"/>
            <a:chExt cx="2198694" cy="759507"/>
          </a:xfrm>
        </p:grpSpPr>
        <p:sp>
          <p:nvSpPr>
            <p:cNvPr id="12" name="TextBox 145"/>
            <p:cNvSpPr txBox="1"/>
            <p:nvPr/>
          </p:nvSpPr>
          <p:spPr>
            <a:xfrm>
              <a:off x="9295835" y="2417875"/>
              <a:ext cx="1231106" cy="247223"/>
            </a:xfrm>
            <a:prstGeom prst="rect">
              <a:avLst/>
            </a:prstGeom>
            <a:noFill/>
          </p:spPr>
          <p:txBody>
            <a:bodyPr wrap="none" lIns="0" tIns="0" rIns="360000" bIns="0" anchor="b" anchorCtr="0">
              <a:normAutofit fontScale="92500" lnSpcReduction="10000"/>
            </a:bodyPr>
            <a:lstStyle/>
            <a:p>
              <a:pPr algn="r"/>
              <a:r>
                <a:rPr lang="zh-CN" altLang="en-US" sz="1400" b="1">
                  <a:solidFill>
                    <a:srgbClr val="4D5985"/>
                  </a:solidFill>
                </a:rPr>
                <a:t>标题文本预设</a:t>
              </a:r>
              <a:endParaRPr lang="zh-CN" altLang="en-US" sz="1400" b="1">
                <a:solidFill>
                  <a:srgbClr val="4D5985"/>
                </a:solidFill>
              </a:endParaRPr>
            </a:p>
          </p:txBody>
        </p:sp>
        <p:sp>
          <p:nvSpPr>
            <p:cNvPr id="13" name="TextBox 146"/>
            <p:cNvSpPr txBox="1"/>
            <p:nvPr/>
          </p:nvSpPr>
          <p:spPr>
            <a:xfrm>
              <a:off x="8328247" y="2665098"/>
              <a:ext cx="2198693" cy="512284"/>
            </a:xfrm>
            <a:prstGeom prst="rect">
              <a:avLst/>
            </a:prstGeom>
          </p:spPr>
          <p:txBody>
            <a:bodyPr vert="horz" wrap="square" lIns="0" tIns="0" rIns="360000" bIns="0" anchor="ctr">
              <a:normAutofit fontScale="77500" lnSpcReduction="200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此部分内容作为文字排版占位显示 </a:t>
              </a:r>
              <a:b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</a:rPr>
                <a:t>（建议使用主题字体）</a:t>
              </a:r>
              <a:endParaRPr lang="zh-CN" altLang="en-US" sz="1000">
                <a:solidFill>
                  <a:schemeClr val="dk1">
                    <a:lumMod val="100000"/>
                  </a:schemeClr>
                </a:solidFill>
              </a:endParaRPr>
            </a:p>
          </p:txBody>
        </p:sp>
      </p:grpSp>
      <p:sp>
        <p:nvSpPr>
          <p:cNvPr id="125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rgbClr val="4D5985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点击输入标题内容</a:t>
            </a:r>
            <a:endParaRPr lang="zh-CN" altLang="en-US" sz="1800" dirty="0">
              <a:solidFill>
                <a:srgbClr val="4D5985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jjjjj_0000s_0000_图层-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0239" y="667703"/>
            <a:ext cx="7233761" cy="4463891"/>
          </a:xfrm>
          <a:prstGeom prst="rect">
            <a:avLst/>
          </a:prstGeom>
        </p:spPr>
      </p:pic>
      <p:pic>
        <p:nvPicPr>
          <p:cNvPr id="5" name="图片 4" descr="jjjjj_0000s_0000s_0001_图层-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324" y="1448753"/>
            <a:ext cx="1996440" cy="1119188"/>
          </a:xfrm>
          <a:prstGeom prst="rect">
            <a:avLst/>
          </a:prstGeom>
        </p:spPr>
      </p:pic>
      <p:pic>
        <p:nvPicPr>
          <p:cNvPr id="10" name="图片 9" descr="jjjjj_0000s_0000s_0000s_0001_GuiYang-Mylike-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703" y="2515553"/>
            <a:ext cx="2014061" cy="321469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736759" y="2282508"/>
            <a:ext cx="4178141" cy="400050"/>
            <a:chOff x="902" y="4980"/>
            <a:chExt cx="8773" cy="840"/>
          </a:xfrm>
        </p:grpSpPr>
        <p:pic>
          <p:nvPicPr>
            <p:cNvPr id="11" name="图片 10" descr="jjjjj_0000s_0000s_0000_图层-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42" y="4980"/>
              <a:ext cx="5894" cy="840"/>
            </a:xfrm>
            <a:prstGeom prst="rect">
              <a:avLst/>
            </a:prstGeom>
          </p:spPr>
        </p:pic>
        <p:pic>
          <p:nvPicPr>
            <p:cNvPr id="8" name="图片 7" descr="jjjjj_0000s_0000s_0000s_0002_矩形-1-副本-拷贝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35" y="5790"/>
              <a:ext cx="1440" cy="30"/>
            </a:xfrm>
            <a:prstGeom prst="rect">
              <a:avLst/>
            </a:prstGeom>
          </p:spPr>
        </p:pic>
        <p:pic>
          <p:nvPicPr>
            <p:cNvPr id="12" name="图片 11" descr="jjjjj_0000s_0000s_0000s_0003_矩形-1-副本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2" y="5790"/>
              <a:ext cx="1440" cy="30"/>
            </a:xfrm>
            <a:prstGeom prst="rect">
              <a:avLst/>
            </a:prstGeom>
          </p:spPr>
        </p:pic>
      </p:grpSp>
      <p:pic>
        <p:nvPicPr>
          <p:cNvPr id="41" name="图片 40" descr="世界读书日1_0001_波浪纹"/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  <a:grayscl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5494" y="395335"/>
            <a:ext cx="757437" cy="272261"/>
          </a:xfrm>
          <a:prstGeom prst="rect">
            <a:avLst/>
          </a:prstGeom>
        </p:spPr>
      </p:pic>
      <p:cxnSp>
        <p:nvCxnSpPr>
          <p:cNvPr id="27" name="直接连接符 26"/>
          <p:cNvCxnSpPr/>
          <p:nvPr/>
        </p:nvCxnSpPr>
        <p:spPr>
          <a:xfrm flipV="1">
            <a:off x="4421981" y="488633"/>
            <a:ext cx="293370" cy="289560"/>
          </a:xfrm>
          <a:prstGeom prst="line">
            <a:avLst/>
          </a:prstGeom>
          <a:ln>
            <a:solidFill>
              <a:srgbClr val="778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>
            <a:spLocks noChangeAspect="1"/>
          </p:cNvSpPr>
          <p:nvPr/>
        </p:nvSpPr>
        <p:spPr>
          <a:xfrm>
            <a:off x="4228915" y="778335"/>
            <a:ext cx="192795" cy="192794"/>
          </a:xfrm>
          <a:prstGeom prst="ellipse">
            <a:avLst/>
          </a:prstGeom>
          <a:noFill/>
          <a:ln>
            <a:solidFill>
              <a:srgbClr val="778C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20"/>
          </a:p>
        </p:txBody>
      </p:sp>
      <p:pic>
        <p:nvPicPr>
          <p:cNvPr id="15" name="图片 14" descr="世界读书日1_0001_波浪纹"/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  <a:grayscl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57835" y="4297727"/>
            <a:ext cx="757437" cy="272261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297973" y="3020247"/>
            <a:ext cx="3288665" cy="714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50" dirty="0">
                <a:solidFill>
                  <a:srgbClr val="436369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读书</a:t>
            </a:r>
            <a:r>
              <a:rPr lang="en-US" altLang="zh-CN" sz="4050" dirty="0">
                <a:solidFill>
                  <a:srgbClr val="436369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·</a:t>
            </a:r>
            <a:r>
              <a:rPr lang="zh-CN" altLang="en-US" sz="4050" dirty="0">
                <a:solidFill>
                  <a:srgbClr val="436369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分享</a:t>
            </a:r>
            <a:r>
              <a:rPr lang="en-US" altLang="zh-CN" sz="4050" dirty="0">
                <a:solidFill>
                  <a:srgbClr val="436369"/>
                </a:solidFill>
                <a:latin typeface="字魂59号-创粗黑" panose="00000500000000000000" charset="-122"/>
                <a:ea typeface="字魂59号-创粗黑" panose="00000500000000000000" charset="-122"/>
              </a:rPr>
              <a:t>PPT</a:t>
            </a:r>
            <a:endParaRPr lang="en-US" altLang="zh-CN" sz="4050" dirty="0">
              <a:solidFill>
                <a:srgbClr val="436369"/>
              </a:solidFill>
              <a:latin typeface="字魂59号-创粗黑" panose="00000500000000000000" charset="-122"/>
              <a:ea typeface="字魂59号-创粗黑" panose="00000500000000000000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736759" y="4280535"/>
            <a:ext cx="293370" cy="289560"/>
          </a:xfrm>
          <a:prstGeom prst="line">
            <a:avLst/>
          </a:prstGeom>
          <a:ln>
            <a:solidFill>
              <a:srgbClr val="778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>
            <a:spLocks noChangeAspect="1"/>
          </p:cNvSpPr>
          <p:nvPr/>
        </p:nvSpPr>
        <p:spPr>
          <a:xfrm>
            <a:off x="1029944" y="4087796"/>
            <a:ext cx="192795" cy="192794"/>
          </a:xfrm>
          <a:prstGeom prst="ellipse">
            <a:avLst/>
          </a:prstGeom>
          <a:noFill/>
          <a:ln>
            <a:solidFill>
              <a:srgbClr val="778C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20"/>
          </a:p>
        </p:txBody>
      </p:sp>
      <p:sp>
        <p:nvSpPr>
          <p:cNvPr id="2" name="文本框 1"/>
          <p:cNvSpPr txBox="1"/>
          <p:nvPr/>
        </p:nvSpPr>
        <p:spPr>
          <a:xfrm>
            <a:off x="1716405" y="2787650"/>
            <a:ext cx="2297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284D55"/>
                </a:solidFill>
                <a:latin typeface="字魂59号-创粗黑" panose="00000500000000000000" charset="-122"/>
                <a:ea typeface="字魂59号-创粗黑" panose="00000500000000000000" charset="-122"/>
                <a:cs typeface="字魂59号-创粗黑" panose="00000500000000000000" charset="-122"/>
              </a:rPr>
              <a:t>读万卷书   行万里路</a:t>
            </a:r>
            <a:endParaRPr lang="zh-CN" altLang="en-US">
              <a:solidFill>
                <a:srgbClr val="284D55"/>
              </a:solidFill>
              <a:latin typeface="字魂59号-创粗黑" panose="00000500000000000000" charset="-122"/>
              <a:ea typeface="字魂59号-创粗黑" panose="00000500000000000000" charset="-122"/>
              <a:cs typeface="字魂59号-创粗黑" panose="00000500000000000000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ractur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17" grpId="0"/>
      <p:bldP spid="19" grpId="0" bldLvl="0" animBg="1"/>
    </p:bld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3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4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5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7.xml><?xml version="1.0" encoding="utf-8"?>
<p:tagLst xmlns:p="http://schemas.openxmlformats.org/presentationml/2006/main">
  <p:tag name="ISPRING_PRESENTATION_TITLE" val="读书分享"/>
</p:tagLst>
</file>

<file path=ppt/theme/theme1.xml><?xml version="1.0" encoding="utf-8"?>
<a:theme xmlns:a="http://schemas.openxmlformats.org/drawingml/2006/main" name="111">
  <a:themeElements>
    <a:clrScheme name="自定义 237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37B3D"/>
      </a:accent1>
      <a:accent2>
        <a:srgbClr val="0B5A8E"/>
      </a:accent2>
      <a:accent3>
        <a:srgbClr val="2C6B7C"/>
      </a:accent3>
      <a:accent4>
        <a:srgbClr val="122B33"/>
      </a:accent4>
      <a:accent5>
        <a:srgbClr val="F37B3D"/>
      </a:accent5>
      <a:accent6>
        <a:srgbClr val="0B5A8E"/>
      </a:accent6>
      <a:hlink>
        <a:srgbClr val="696356"/>
      </a:hlink>
      <a:folHlink>
        <a:srgbClr val="BFBFBF"/>
      </a:folHlink>
    </a:clrScheme>
    <a:fontScheme name="Office">
      <a:majorFont>
        <a:latin typeface="字魂59号-创粗黑"/>
        <a:ea typeface=""/>
        <a:cs typeface=""/>
        <a:font script="Jpan" typeface="ＭＳ Ｐゴシック"/>
        <a:font script="Hang" typeface="맑은 고딕"/>
        <a:font script="Hans" typeface="字魂59号-创粗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字魂59号-创粗黑"/>
        <a:ea typeface=""/>
        <a:cs typeface=""/>
        <a:font script="Jpan" typeface="ＭＳ Ｐゴシック"/>
        <a:font script="Hang" typeface="맑은 고딕"/>
        <a:font script="Hans" typeface="字魂59号-创粗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字魂59号-创粗黑"/>
        <a:cs typeface=""/>
      </a:majorFont>
      <a:minorFont>
        <a:latin typeface="Arial"/>
        <a:ea typeface="字魂59号-创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字魂59号-创粗黑"/>
        <a:ea typeface=""/>
        <a:cs typeface=""/>
        <a:font script="Jpan" typeface="ＭＳ Ｐゴシック"/>
        <a:font script="Hang" typeface="맑은 고딕"/>
        <a:font script="Hans" typeface="字魂59号-创粗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字魂59号-创粗黑"/>
        <a:ea typeface=""/>
        <a:cs typeface=""/>
        <a:font script="Jpan" typeface="ＭＳ Ｐゴシック"/>
        <a:font script="Hang" typeface="맑은 고딕"/>
        <a:font script="Hans" typeface="字魂59号-创粗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字魂59号-创粗黑"/>
        <a:ea typeface=""/>
        <a:cs typeface=""/>
        <a:font script="Jpan" typeface="ＭＳ Ｐゴシック"/>
        <a:font script="Hang" typeface="맑은 고딕"/>
        <a:font script="Hans" typeface="字魂59号-创粗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字魂59号-创粗黑"/>
        <a:ea typeface=""/>
        <a:cs typeface=""/>
        <a:font script="Jpan" typeface="ＭＳ Ｐゴシック"/>
        <a:font script="Hang" typeface="맑은 고딕"/>
        <a:font script="Hans" typeface="字魂59号-创粗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3115</Words>
  <Application>WPS 演示</Application>
  <PresentationFormat>全屏显示(16:9)</PresentationFormat>
  <Paragraphs>503</Paragraphs>
  <Slides>25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字魂59号-创粗黑</vt:lpstr>
      <vt:lpstr>黑体</vt:lpstr>
      <vt:lpstr>U.S. 101</vt:lpstr>
      <vt:lpstr>linea-weather-10</vt:lpstr>
      <vt:lpstr>Roboto</vt:lpstr>
      <vt:lpstr>Open Sans Light</vt:lpstr>
      <vt:lpstr>Arial Unicode MS</vt:lpstr>
      <vt:lpstr>字魂36号-正文宋楷</vt:lpstr>
      <vt:lpstr>Calibri</vt:lpstr>
      <vt:lpstr>Malgun Gothic</vt:lpstr>
      <vt:lpstr>111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读书分享</dc:title>
  <dc:creator>user</dc:creator>
  <cp:keywords>第一PPT模板网-WWW.1PPT.COM</cp:keywords>
  <cp:lastModifiedBy>鲤鱼旗</cp:lastModifiedBy>
  <cp:revision>224</cp:revision>
  <dcterms:created xsi:type="dcterms:W3CDTF">2015-12-11T17:46:00Z</dcterms:created>
  <dcterms:modified xsi:type="dcterms:W3CDTF">2021-03-27T08:09:36Z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2052-11.1.0.10356</vt:lpwstr>
  </property>
  <property fmtid="{D5CDD505-2E9C-101B-9397-08002B2CF9AE}" pid="3" name="ICV">
    <vt:lpwstr>96CC644986EC45D981A0984FE5CE225A</vt:lpwstr>
  </property>
</Properties>
</file>