
<file path=[Content_Types].xml><?xml version="1.0" encoding="utf-8"?>
<Types xmlns="http://schemas.openxmlformats.org/package/2006/content-types">
  <Default Extension="jpeg" ContentType="image/jpe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62" r:id="rId6"/>
    <p:sldId id="263" r:id="rId7"/>
    <p:sldId id="264" r:id="rId8"/>
    <p:sldId id="279" r:id="rId9"/>
    <p:sldId id="282" r:id="rId10"/>
    <p:sldId id="274" r:id="rId11"/>
    <p:sldId id="267" r:id="rId12"/>
    <p:sldId id="270" r:id="rId13"/>
    <p:sldId id="280" r:id="rId14"/>
    <p:sldId id="283" r:id="rId15"/>
    <p:sldId id="275" r:id="rId16"/>
    <p:sldId id="269" r:id="rId17"/>
    <p:sldId id="272" r:id="rId18"/>
    <p:sldId id="276" r:id="rId19"/>
    <p:sldId id="277" r:id="rId20"/>
    <p:sldId id="278" r:id="rId21"/>
    <p:sldId id="284" r:id="rId22"/>
    <p:sldId id="266" r:id="rId23"/>
    <p:sldId id="281" r:id="rId24"/>
    <p:sldId id="265" r:id="rId25"/>
    <p:sldId id="271" r:id="rId26"/>
    <p:sldId id="268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CD81"/>
    <a:srgbClr val="D08B2F"/>
    <a:srgbClr val="887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8" autoAdjust="0"/>
    <p:restoredTop sz="94660"/>
  </p:normalViewPr>
  <p:slideViewPr>
    <p:cSldViewPr snapToGrid="0">
      <p:cViewPr>
        <p:scale>
          <a:sx n="66" d="100"/>
          <a:sy n="66" d="100"/>
        </p:scale>
        <p:origin x="1422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8ABF-F4E1-4E5C-8EAB-8FA320A903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344E-EA7A-4180-AA5B-BA22A3016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8ABF-F4E1-4E5C-8EAB-8FA320A903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344E-EA7A-4180-AA5B-BA22A3016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8ABF-F4E1-4E5C-8EAB-8FA320A903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344E-EA7A-4180-AA5B-BA22A3016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8ABF-F4E1-4E5C-8EAB-8FA320A903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344E-EA7A-4180-AA5B-BA22A3016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8ABF-F4E1-4E5C-8EAB-8FA320A903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344E-EA7A-4180-AA5B-BA22A3016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8ABF-F4E1-4E5C-8EAB-8FA320A903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344E-EA7A-4180-AA5B-BA22A3016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8ABF-F4E1-4E5C-8EAB-8FA320A903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344E-EA7A-4180-AA5B-BA22A3016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8ABF-F4E1-4E5C-8EAB-8FA320A903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344E-EA7A-4180-AA5B-BA22A3016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8ABF-F4E1-4E5C-8EAB-8FA320A903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344E-EA7A-4180-AA5B-BA22A3016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58ABF-F4E1-4E5C-8EAB-8FA320A903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8344E-EA7A-4180-AA5B-BA22A301638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audio" Target="../media/media1.mp3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10" Type="http://schemas.microsoft.com/office/2007/relationships/media" Target="../media/media1.mp3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2.png"/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5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5.png"/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7.png"/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6.png"/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644376"/>
            <a:ext cx="12192000" cy="4229100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0" y="1559425"/>
            <a:ext cx="1511300" cy="1244600"/>
            <a:chOff x="0" y="1014421"/>
            <a:chExt cx="1511300" cy="124460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2" cstate="email"/>
            <a:srcRect/>
            <a:stretch>
              <a:fillRect/>
            </a:stretch>
          </p:blipFill>
          <p:spPr>
            <a:xfrm>
              <a:off x="0" y="1014421"/>
              <a:ext cx="1511300" cy="1244600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350533" y="1189146"/>
              <a:ext cx="810234" cy="895149"/>
            </a:xfrm>
            <a:prstGeom prst="rect">
              <a:avLst/>
            </a:prstGeom>
          </p:spPr>
        </p:pic>
      </p:grpSp>
      <p:sp>
        <p:nvSpPr>
          <p:cNvPr id="12" name="文本框 11"/>
          <p:cNvSpPr txBox="1"/>
          <p:nvPr/>
        </p:nvSpPr>
        <p:spPr>
          <a:xfrm>
            <a:off x="1530076" y="1244010"/>
            <a:ext cx="839524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blipFill dpi="0" rotWithShape="1">
                  <a:blip r:embed="rId4"/>
                  <a:srcRect/>
                  <a:tile tx="0" ty="0" sx="100000" sy="100000" flip="none" algn="tl"/>
                </a:blipFill>
              </a:rPr>
              <a:t>BUSINESS REPORT</a:t>
            </a:r>
            <a:endParaRPr lang="zh-CN" altLang="en-US" sz="8000" dirty="0">
              <a:blipFill dpi="0" rotWithShape="1">
                <a:blip r:embed="rId4"/>
                <a:srcRect/>
                <a:tile tx="0" ty="0" sx="100000" sy="100000" flip="none" algn="tl"/>
              </a:blipFill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676400" y="2405494"/>
            <a:ext cx="8102600" cy="398780"/>
            <a:chOff x="1676400" y="1860490"/>
            <a:chExt cx="8102600" cy="398780"/>
          </a:xfrm>
        </p:grpSpPr>
        <p:sp>
          <p:nvSpPr>
            <p:cNvPr id="13" name="矩形 12"/>
            <p:cNvSpPr/>
            <p:nvPr/>
          </p:nvSpPr>
          <p:spPr>
            <a:xfrm>
              <a:off x="1676400" y="1903422"/>
              <a:ext cx="8102600" cy="342900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676400" y="1860490"/>
              <a:ext cx="81026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000" dirty="0"/>
                <a:t>202X</a:t>
              </a:r>
              <a:r>
                <a:rPr lang="zh-CN" altLang="en-US" sz="2000" dirty="0"/>
                <a:t>年秋季新品上市商务汇报</a:t>
              </a:r>
              <a:endParaRPr lang="zh-CN" altLang="en-US" sz="2000" dirty="0"/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4173066" y="4406900"/>
            <a:ext cx="2322979" cy="231718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40548"/>
            <a:ext cx="12191999" cy="25146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5339" y="3183929"/>
            <a:ext cx="3832822" cy="383282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895302" y="3651251"/>
            <a:ext cx="3819525" cy="3810000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8521700" y="5253808"/>
            <a:ext cx="3479800" cy="1470278"/>
            <a:chOff x="8521700" y="5253808"/>
            <a:chExt cx="3479800" cy="1470278"/>
          </a:xfrm>
        </p:grpSpPr>
        <p:sp>
          <p:nvSpPr>
            <p:cNvPr id="15" name="文本框 14"/>
            <p:cNvSpPr txBox="1"/>
            <p:nvPr/>
          </p:nvSpPr>
          <p:spPr>
            <a:xfrm>
              <a:off x="8521700" y="5400647"/>
              <a:ext cx="34798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dirty="0" err="1"/>
                <a:t>Loem</a:t>
              </a:r>
              <a:r>
                <a:rPr lang="en-US" altLang="zh-CN" sz="2000" dirty="0"/>
                <a:t> ipsum dolor </a:t>
              </a:r>
              <a:r>
                <a:rPr lang="en-US" altLang="zh-CN" sz="2000" dirty="0" err="1"/>
                <a:t>sameman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tanam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casectetur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adipiscing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elit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tamam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dalam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qoue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sampe</a:t>
              </a:r>
              <a:r>
                <a:rPr lang="en-US" altLang="zh-CN" sz="2000" dirty="0"/>
                <a:t>. </a:t>
              </a:r>
              <a:endParaRPr lang="zh-CN" altLang="en-US" sz="2000" dirty="0"/>
            </a:p>
          </p:txBody>
        </p:sp>
        <p:sp>
          <p:nvSpPr>
            <p:cNvPr id="16" name="椭圆 15"/>
            <p:cNvSpPr/>
            <p:nvPr/>
          </p:nvSpPr>
          <p:spPr>
            <a:xfrm>
              <a:off x="11722100" y="5253808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1347450" y="5253808"/>
              <a:ext cx="114300" cy="114300"/>
            </a:xfrm>
            <a:prstGeom prst="ellipse">
              <a:avLst/>
            </a:prstGeom>
            <a:solidFill>
              <a:srgbClr val="E8CD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0972800" y="5253808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0598150" y="5253808"/>
              <a:ext cx="114300" cy="114300"/>
            </a:xfrm>
            <a:prstGeom prst="ellipse">
              <a:avLst/>
            </a:prstGeom>
            <a:solidFill>
              <a:srgbClr val="E8CD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0223500" y="5253808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5bd541267c6f0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886445" y="-1396584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3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1" presetClass="entr" presetSubtype="0" fill="hold" grpId="0" nodeType="withEffect">
                                  <p:stCondLst>
                                    <p:cond delay="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44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55" y="2619207"/>
            <a:ext cx="12219946" cy="4238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5891" y="4350634"/>
            <a:ext cx="12219946" cy="2520364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464078" y="2970795"/>
            <a:ext cx="2397266" cy="2397266"/>
            <a:chOff x="969068" y="2940107"/>
            <a:chExt cx="2397266" cy="2397266"/>
          </a:xfrm>
        </p:grpSpPr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969068" y="2940107"/>
              <a:ext cx="2397266" cy="2397266"/>
            </a:xfrm>
            <a:prstGeom prst="rect">
              <a:avLst/>
            </a:prstGeom>
          </p:spPr>
        </p:pic>
        <p:sp>
          <p:nvSpPr>
            <p:cNvPr id="2" name="椭圆 1"/>
            <p:cNvSpPr/>
            <p:nvPr/>
          </p:nvSpPr>
          <p:spPr>
            <a:xfrm>
              <a:off x="1393214" y="3364811"/>
              <a:ext cx="1526047" cy="1526047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729983" y="3371851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5400" dirty="0"/>
                <a:t>壹</a:t>
              </a:r>
              <a:endParaRPr lang="zh-CN" altLang="en-US" sz="5400" dirty="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00728" y="4183480"/>
              <a:ext cx="13110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ADD YOUR TITLE</a:t>
              </a:r>
              <a:endParaRPr lang="zh-CN" altLang="en-US" sz="1600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090600" y="1436381"/>
            <a:ext cx="2397266" cy="2397266"/>
            <a:chOff x="969068" y="2952807"/>
            <a:chExt cx="2397266" cy="2397266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969068" y="2952807"/>
              <a:ext cx="2397266" cy="2397266"/>
            </a:xfrm>
            <a:prstGeom prst="rect">
              <a:avLst/>
            </a:prstGeom>
          </p:spPr>
        </p:pic>
        <p:sp>
          <p:nvSpPr>
            <p:cNvPr id="27" name="椭圆 26"/>
            <p:cNvSpPr/>
            <p:nvPr/>
          </p:nvSpPr>
          <p:spPr>
            <a:xfrm>
              <a:off x="1393214" y="3364811"/>
              <a:ext cx="1526047" cy="1526047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729983" y="3371851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5400" dirty="0"/>
                <a:t>贰</a:t>
              </a:r>
              <a:endParaRPr lang="zh-CN" altLang="en-US" sz="5400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500728" y="4183480"/>
              <a:ext cx="13110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ADD YOUR TITLE</a:t>
              </a:r>
              <a:endParaRPr lang="zh-CN" altLang="en-US" sz="1600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874637" y="3125784"/>
            <a:ext cx="2397266" cy="2397266"/>
            <a:chOff x="956368" y="2940107"/>
            <a:chExt cx="2397266" cy="2397266"/>
          </a:xfrm>
        </p:grpSpPr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956368" y="2940107"/>
              <a:ext cx="2397266" cy="2397266"/>
            </a:xfrm>
            <a:prstGeom prst="rect">
              <a:avLst/>
            </a:prstGeom>
          </p:spPr>
        </p:pic>
        <p:sp>
          <p:nvSpPr>
            <p:cNvPr id="32" name="椭圆 31"/>
            <p:cNvSpPr/>
            <p:nvPr/>
          </p:nvSpPr>
          <p:spPr>
            <a:xfrm>
              <a:off x="1393214" y="3364811"/>
              <a:ext cx="1526047" cy="1526047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729983" y="3371851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5400" dirty="0"/>
                <a:t>叁</a:t>
              </a:r>
              <a:endParaRPr lang="zh-CN" altLang="en-US" sz="5400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500728" y="4183480"/>
              <a:ext cx="13110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ADD YOUR TITLE</a:t>
              </a:r>
              <a:endParaRPr lang="zh-CN" altLang="en-US" sz="1600" dirty="0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292556" y="2078596"/>
            <a:ext cx="2397266" cy="2397266"/>
            <a:chOff x="956368" y="2927407"/>
            <a:chExt cx="2397266" cy="2397266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956368" y="2927407"/>
              <a:ext cx="2397266" cy="2397266"/>
            </a:xfrm>
            <a:prstGeom prst="rect">
              <a:avLst/>
            </a:prstGeom>
          </p:spPr>
        </p:pic>
        <p:sp>
          <p:nvSpPr>
            <p:cNvPr id="37" name="椭圆 36"/>
            <p:cNvSpPr/>
            <p:nvPr/>
          </p:nvSpPr>
          <p:spPr>
            <a:xfrm>
              <a:off x="1393214" y="3364811"/>
              <a:ext cx="1526047" cy="1526047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729983" y="3371851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5400" dirty="0"/>
                <a:t>肆</a:t>
              </a:r>
              <a:endParaRPr lang="zh-CN" altLang="en-US" sz="5400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500728" y="4183480"/>
              <a:ext cx="13110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ADD YOUR TITLE</a:t>
              </a:r>
              <a:endParaRPr lang="zh-CN" altLang="en-US" sz="1600" dirty="0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837530" y="1187959"/>
            <a:ext cx="2700897" cy="400110"/>
            <a:chOff x="1676400" y="1860490"/>
            <a:chExt cx="2700897" cy="400110"/>
          </a:xfrm>
        </p:grpSpPr>
        <p:sp>
          <p:nvSpPr>
            <p:cNvPr id="41" name="矩形 40"/>
            <p:cNvSpPr/>
            <p:nvPr/>
          </p:nvSpPr>
          <p:spPr>
            <a:xfrm>
              <a:off x="1676400" y="1903422"/>
              <a:ext cx="2700897" cy="342900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676400" y="1860490"/>
              <a:ext cx="27008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000" dirty="0"/>
                <a:t>CONTENTS</a:t>
              </a:r>
              <a:endParaRPr lang="zh-CN" altLang="en-US" sz="2000" dirty="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8523736" y="422431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/>
              <a:t>目录</a:t>
            </a:r>
            <a:endParaRPr lang="zh-CN" alt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8689" y="2620893"/>
            <a:ext cx="12215086" cy="4237107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5520" y="4360157"/>
            <a:ext cx="12207520" cy="2517801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878" y="1875667"/>
            <a:ext cx="3832822" cy="3832822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529" y="509808"/>
            <a:ext cx="3348414" cy="3348414"/>
          </a:xfrm>
          <a:prstGeom prst="rect">
            <a:avLst/>
          </a:prstGeom>
        </p:spPr>
      </p:pic>
      <p:grpSp>
        <p:nvGrpSpPr>
          <p:cNvPr id="65" name="组合 64"/>
          <p:cNvGrpSpPr/>
          <p:nvPr/>
        </p:nvGrpSpPr>
        <p:grpSpPr>
          <a:xfrm>
            <a:off x="5131083" y="1413952"/>
            <a:ext cx="1526047" cy="1526047"/>
            <a:chOff x="5131083" y="1413952"/>
            <a:chExt cx="1526047" cy="1526047"/>
          </a:xfrm>
        </p:grpSpPr>
        <p:sp>
          <p:nvSpPr>
            <p:cNvPr id="62" name="椭圆 61"/>
            <p:cNvSpPr/>
            <p:nvPr/>
          </p:nvSpPr>
          <p:spPr>
            <a:xfrm>
              <a:off x="5131083" y="1413952"/>
              <a:ext cx="1526047" cy="1526047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5467852" y="1420992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5400" dirty="0"/>
                <a:t>壹</a:t>
              </a:r>
              <a:endParaRPr lang="zh-CN" altLang="en-US" sz="5400" dirty="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238597" y="2232621"/>
              <a:ext cx="13110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ADD YOUR TITLE</a:t>
              </a:r>
              <a:endParaRPr lang="zh-CN" altLang="en-US" sz="16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3423" y="2702609"/>
            <a:ext cx="12192000" cy="422910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878" y="1875667"/>
            <a:ext cx="3832822" cy="383282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16000" y="876300"/>
            <a:ext cx="10133391" cy="497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3423" y="4369213"/>
            <a:ext cx="12186874" cy="251354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257300" y="835815"/>
            <a:ext cx="2808084" cy="1323439"/>
            <a:chOff x="1257300" y="835815"/>
            <a:chExt cx="2808084" cy="1323439"/>
          </a:xfrm>
        </p:grpSpPr>
        <p:sp>
          <p:nvSpPr>
            <p:cNvPr id="3" name="文本框 2"/>
            <p:cNvSpPr txBox="1"/>
            <p:nvPr/>
          </p:nvSpPr>
          <p:spPr>
            <a:xfrm>
              <a:off x="1257300" y="835815"/>
              <a:ext cx="837089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8000" i="1" dirty="0">
                  <a:solidFill>
                    <a:srgbClr val="887040"/>
                  </a:solidFill>
                </a:rPr>
                <a:t>A</a:t>
              </a:r>
              <a:endParaRPr lang="zh-CN" altLang="en-US" sz="8000" i="1" dirty="0">
                <a:solidFill>
                  <a:srgbClr val="887040"/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994894" y="1232015"/>
              <a:ext cx="132279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 dirty="0">
                  <a:solidFill>
                    <a:srgbClr val="887040"/>
                  </a:solidFill>
                </a:rPr>
                <a:t>bout</a:t>
              </a:r>
              <a:endParaRPr lang="zh-CN" altLang="en-US" sz="4400" dirty="0">
                <a:solidFill>
                  <a:srgbClr val="887040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340506" y="1232015"/>
              <a:ext cx="72487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 dirty="0">
                  <a:solidFill>
                    <a:srgbClr val="887040"/>
                  </a:solidFill>
                </a:rPr>
                <a:t>us</a:t>
              </a:r>
              <a:endParaRPr lang="zh-CN" altLang="en-US" sz="4400" dirty="0">
                <a:solidFill>
                  <a:srgbClr val="887040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810235" y="2638012"/>
            <a:ext cx="3479800" cy="1470278"/>
            <a:chOff x="8521700" y="5253808"/>
            <a:chExt cx="3479800" cy="1470278"/>
          </a:xfrm>
        </p:grpSpPr>
        <p:sp>
          <p:nvSpPr>
            <p:cNvPr id="20" name="文本框 19"/>
            <p:cNvSpPr txBox="1"/>
            <p:nvPr/>
          </p:nvSpPr>
          <p:spPr>
            <a:xfrm>
              <a:off x="8521700" y="5400647"/>
              <a:ext cx="34798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dirty="0" err="1"/>
                <a:t>Loem</a:t>
              </a:r>
              <a:r>
                <a:rPr lang="en-US" altLang="zh-CN" sz="2000" dirty="0"/>
                <a:t> ipsum dolor </a:t>
              </a:r>
              <a:r>
                <a:rPr lang="en-US" altLang="zh-CN" sz="2000" dirty="0" err="1"/>
                <a:t>sameman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tanam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casectetur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adipiscing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elit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tamam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dalam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qoue</a:t>
              </a:r>
              <a:r>
                <a:rPr lang="en-US" altLang="zh-CN" sz="2000" dirty="0"/>
                <a:t> </a:t>
              </a:r>
              <a:r>
                <a:rPr lang="en-US" altLang="zh-CN" sz="2000" dirty="0" err="1"/>
                <a:t>sampe</a:t>
              </a:r>
              <a:r>
                <a:rPr lang="en-US" altLang="zh-CN" sz="2000" dirty="0"/>
                <a:t>. </a:t>
              </a:r>
              <a:endParaRPr lang="zh-CN" altLang="en-US" sz="2000" dirty="0"/>
            </a:p>
          </p:txBody>
        </p:sp>
        <p:sp>
          <p:nvSpPr>
            <p:cNvPr id="21" name="椭圆 20"/>
            <p:cNvSpPr/>
            <p:nvPr/>
          </p:nvSpPr>
          <p:spPr>
            <a:xfrm>
              <a:off x="11722100" y="5253808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7450" y="5253808"/>
              <a:ext cx="114300" cy="114300"/>
            </a:xfrm>
            <a:prstGeom prst="ellipse">
              <a:avLst/>
            </a:prstGeom>
            <a:solidFill>
              <a:srgbClr val="E8CD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0972800" y="5253808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0598150" y="5253808"/>
              <a:ext cx="114300" cy="114300"/>
            </a:xfrm>
            <a:prstGeom prst="ellipse">
              <a:avLst/>
            </a:prstGeom>
            <a:solidFill>
              <a:srgbClr val="E8CD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0223500" y="5253808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 rot="10800000">
            <a:off x="1468383" y="2099519"/>
            <a:ext cx="5081502" cy="2984008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4514" y="2611896"/>
            <a:ext cx="12241022" cy="4246104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41400" y="876300"/>
            <a:ext cx="10133391" cy="497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48841"/>
            <a:ext cx="12192000" cy="251460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067275" y="1536557"/>
            <a:ext cx="3041925" cy="1428332"/>
            <a:chOff x="7067275" y="1812329"/>
            <a:chExt cx="3041925" cy="1428332"/>
          </a:xfrm>
        </p:grpSpPr>
        <p:sp>
          <p:nvSpPr>
            <p:cNvPr id="11" name="矩形: 圆角 10"/>
            <p:cNvSpPr/>
            <p:nvPr/>
          </p:nvSpPr>
          <p:spPr>
            <a:xfrm>
              <a:off x="7285705" y="1812329"/>
              <a:ext cx="2235200" cy="444500"/>
            </a:xfrm>
            <a:prstGeom prst="roundRect">
              <a:avLst>
                <a:gd name="adj" fmla="val 50000"/>
              </a:avLst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466265" y="1849053"/>
              <a:ext cx="2054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ADD YOUR TITLE</a:t>
              </a:r>
              <a:endParaRPr lang="zh-CN" altLang="en-US" sz="1600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067275" y="2409664"/>
              <a:ext cx="30419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579680" y="1536557"/>
            <a:ext cx="3041925" cy="1428332"/>
            <a:chOff x="1824938" y="1812329"/>
            <a:chExt cx="3041925" cy="1428332"/>
          </a:xfrm>
        </p:grpSpPr>
        <p:grpSp>
          <p:nvGrpSpPr>
            <p:cNvPr id="36" name="组合 35"/>
            <p:cNvGrpSpPr/>
            <p:nvPr/>
          </p:nvGrpSpPr>
          <p:grpSpPr>
            <a:xfrm>
              <a:off x="2000855" y="1812329"/>
              <a:ext cx="2235200" cy="444500"/>
              <a:chOff x="2000855" y="1812329"/>
              <a:chExt cx="2235200" cy="4445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2000855" y="1812329"/>
                <a:ext cx="2235200" cy="444500"/>
              </a:xfrm>
              <a:prstGeom prst="roundRect">
                <a:avLst>
                  <a:gd name="adj" fmla="val 50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2124730" y="1849053"/>
                <a:ext cx="20546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ADD YOUR TITLE</a:t>
                </a:r>
                <a:endParaRPr lang="zh-CN" altLang="en-US" sz="1600" dirty="0"/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824938" y="2409664"/>
              <a:ext cx="30419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579679" y="3283404"/>
            <a:ext cx="3041925" cy="1456095"/>
            <a:chOff x="1824937" y="3559176"/>
            <a:chExt cx="3041925" cy="1456095"/>
          </a:xfrm>
        </p:grpSpPr>
        <p:sp>
          <p:nvSpPr>
            <p:cNvPr id="10" name="矩形: 圆角 9"/>
            <p:cNvSpPr/>
            <p:nvPr/>
          </p:nvSpPr>
          <p:spPr>
            <a:xfrm>
              <a:off x="2000855" y="3559176"/>
              <a:ext cx="2235200" cy="444500"/>
            </a:xfrm>
            <a:prstGeom prst="roundRect">
              <a:avLst>
                <a:gd name="adj" fmla="val 50000"/>
              </a:avLst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132063" y="3591720"/>
              <a:ext cx="2054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ADD YOUR TITLE</a:t>
              </a:r>
              <a:endParaRPr lang="zh-CN" altLang="en-US" sz="1600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824937" y="4184274"/>
              <a:ext cx="30419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067275" y="3283404"/>
            <a:ext cx="3041925" cy="1509888"/>
            <a:chOff x="7067275" y="3559176"/>
            <a:chExt cx="3041925" cy="1509888"/>
          </a:xfrm>
        </p:grpSpPr>
        <p:sp>
          <p:nvSpPr>
            <p:cNvPr id="12" name="矩形: 圆角 11"/>
            <p:cNvSpPr/>
            <p:nvPr/>
          </p:nvSpPr>
          <p:spPr>
            <a:xfrm>
              <a:off x="7285705" y="3559176"/>
              <a:ext cx="2235200" cy="444500"/>
            </a:xfrm>
            <a:prstGeom prst="roundRect">
              <a:avLst>
                <a:gd name="adj" fmla="val 50000"/>
              </a:avLst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426893" y="3585541"/>
              <a:ext cx="2054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ADD YOUR TITLE</a:t>
              </a:r>
              <a:endParaRPr lang="zh-CN" altLang="en-US" sz="1600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067275" y="4238067"/>
              <a:ext cx="30419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4212" y="2609004"/>
            <a:ext cx="12249360" cy="4248996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41400" y="876300"/>
            <a:ext cx="10133391" cy="497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41709"/>
            <a:ext cx="12226579" cy="2521732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1179869" y="1735732"/>
            <a:ext cx="1776538" cy="1772107"/>
            <a:chOff x="969068" y="2943096"/>
            <a:chExt cx="2397266" cy="2391287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 cstate="email"/>
            <a:srcRect/>
            <a:stretch>
              <a:fillRect/>
            </a:stretch>
          </p:blipFill>
          <p:spPr>
            <a:xfrm>
              <a:off x="969068" y="2943096"/>
              <a:ext cx="2397266" cy="2391287"/>
            </a:xfrm>
            <a:prstGeom prst="rect">
              <a:avLst/>
            </a:prstGeom>
          </p:spPr>
        </p:pic>
        <p:sp>
          <p:nvSpPr>
            <p:cNvPr id="23" name="椭圆 22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5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壹</a:t>
              </a:r>
              <a:endParaRPr lang="zh-CN" altLang="en-US" sz="28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860974" y="1735732"/>
            <a:ext cx="1776538" cy="1772107"/>
            <a:chOff x="969068" y="2943096"/>
            <a:chExt cx="2397266" cy="2391287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4" cstate="email"/>
            <a:srcRect/>
            <a:stretch>
              <a:fillRect/>
            </a:stretch>
          </p:blipFill>
          <p:spPr>
            <a:xfrm>
              <a:off x="969068" y="2943096"/>
              <a:ext cx="2397266" cy="2391287"/>
            </a:xfrm>
            <a:prstGeom prst="rect">
              <a:avLst/>
            </a:prstGeom>
          </p:spPr>
        </p:pic>
        <p:sp>
          <p:nvSpPr>
            <p:cNvPr id="28" name="椭圆 27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5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贰</a:t>
              </a:r>
              <a:endParaRPr lang="zh-CN" altLang="en-US" sz="2800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542079" y="1735732"/>
            <a:ext cx="1776538" cy="1772107"/>
            <a:chOff x="969068" y="2943096"/>
            <a:chExt cx="2397266" cy="2391287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4" cstate="email"/>
            <a:srcRect/>
            <a:stretch>
              <a:fillRect/>
            </a:stretch>
          </p:blipFill>
          <p:spPr>
            <a:xfrm>
              <a:off x="969068" y="2943096"/>
              <a:ext cx="2397266" cy="2391287"/>
            </a:xfrm>
            <a:prstGeom prst="rect">
              <a:avLst/>
            </a:prstGeom>
          </p:spPr>
        </p:pic>
        <p:sp>
          <p:nvSpPr>
            <p:cNvPr id="40" name="椭圆 39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5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叁</a:t>
              </a:r>
              <a:endParaRPr lang="zh-CN" altLang="en-US" sz="28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9223185" y="1735732"/>
            <a:ext cx="1776538" cy="1772107"/>
            <a:chOff x="969068" y="2943096"/>
            <a:chExt cx="2397266" cy="2391287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4" cstate="email"/>
            <a:srcRect/>
            <a:stretch>
              <a:fillRect/>
            </a:stretch>
          </p:blipFill>
          <p:spPr>
            <a:xfrm>
              <a:off x="969068" y="2943096"/>
              <a:ext cx="2397266" cy="2391287"/>
            </a:xfrm>
            <a:prstGeom prst="rect">
              <a:avLst/>
            </a:prstGeom>
          </p:spPr>
        </p:pic>
        <p:sp>
          <p:nvSpPr>
            <p:cNvPr id="45" name="椭圆 44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5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肆</a:t>
              </a:r>
              <a:endParaRPr lang="zh-CN" altLang="en-US" sz="2800" dirty="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  <p:cxnSp>
        <p:nvCxnSpPr>
          <p:cNvPr id="4" name="直接连接符 3"/>
          <p:cNvCxnSpPr>
            <a:endCxn id="27" idx="1"/>
          </p:cNvCxnSpPr>
          <p:nvPr/>
        </p:nvCxnSpPr>
        <p:spPr>
          <a:xfrm>
            <a:off x="2956407" y="2621785"/>
            <a:ext cx="904567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621219" y="2609005"/>
            <a:ext cx="904567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8318617" y="2609004"/>
            <a:ext cx="904567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277280" y="3608113"/>
            <a:ext cx="15647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/>
              <a:t>Loem</a:t>
            </a:r>
            <a:r>
              <a:rPr lang="en-US" altLang="zh-CN" sz="1400" dirty="0"/>
              <a:t> ipsum dolor </a:t>
            </a:r>
            <a:r>
              <a:rPr lang="en-US" altLang="zh-CN" sz="1400" dirty="0" err="1"/>
              <a:t>sameman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tanam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casectetur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adipiscing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elit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tamam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dalam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qoue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sampe</a:t>
            </a:r>
            <a:r>
              <a:rPr lang="en-US" altLang="zh-CN" sz="1400" dirty="0"/>
              <a:t>. </a:t>
            </a:r>
            <a:endParaRPr lang="zh-CN" altLang="en-US" sz="1400" dirty="0"/>
          </a:p>
        </p:txBody>
      </p:sp>
      <p:sp>
        <p:nvSpPr>
          <p:cNvPr id="9" name="文本框 8"/>
          <p:cNvSpPr txBox="1"/>
          <p:nvPr/>
        </p:nvSpPr>
        <p:spPr>
          <a:xfrm>
            <a:off x="3958385" y="3639954"/>
            <a:ext cx="15647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/>
              <a:t>Loem</a:t>
            </a:r>
            <a:r>
              <a:rPr lang="en-US" altLang="zh-CN" sz="1400" dirty="0"/>
              <a:t> ipsum dolor </a:t>
            </a:r>
            <a:r>
              <a:rPr lang="en-US" altLang="zh-CN" sz="1400" dirty="0" err="1"/>
              <a:t>sameman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tanam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casectetur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adipiscing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elit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tamam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dalam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qoue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sampe</a:t>
            </a:r>
            <a:r>
              <a:rPr lang="en-US" altLang="zh-CN" sz="1400" dirty="0"/>
              <a:t>. </a:t>
            </a:r>
            <a:endParaRPr lang="zh-CN" altLang="en-US" sz="1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6701327" y="3608113"/>
            <a:ext cx="15647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/>
              <a:t>Loem</a:t>
            </a:r>
            <a:r>
              <a:rPr lang="en-US" altLang="zh-CN" sz="1400" dirty="0"/>
              <a:t> ipsum dolor </a:t>
            </a:r>
            <a:r>
              <a:rPr lang="en-US" altLang="zh-CN" sz="1400" dirty="0" err="1"/>
              <a:t>sameman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tanam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casectetur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adipiscing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elit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tamam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dalam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qoue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sampe</a:t>
            </a:r>
            <a:r>
              <a:rPr lang="en-US" altLang="zh-CN" sz="1400" dirty="0"/>
              <a:t>. </a:t>
            </a:r>
            <a:endParaRPr lang="zh-CN" altLang="en-US" sz="1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9457603" y="3594654"/>
            <a:ext cx="15647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/>
              <a:t>Loem</a:t>
            </a:r>
            <a:r>
              <a:rPr lang="en-US" altLang="zh-CN" sz="1400" dirty="0"/>
              <a:t> ipsum dolor </a:t>
            </a:r>
            <a:r>
              <a:rPr lang="en-US" altLang="zh-CN" sz="1400" dirty="0" err="1"/>
              <a:t>sameman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tanam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casectetur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adipiscing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elit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tamam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dalam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qoue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sampe</a:t>
            </a:r>
            <a:r>
              <a:rPr lang="en-US" altLang="zh-CN" sz="1400" dirty="0"/>
              <a:t>. </a:t>
            </a:r>
            <a:endParaRPr lang="zh-CN" alt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9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616" y="2628901"/>
            <a:ext cx="12192000" cy="422910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41400" y="876300"/>
            <a:ext cx="10133391" cy="497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137" y="4358026"/>
            <a:ext cx="12147476" cy="2505417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301813" y="2075200"/>
            <a:ext cx="3186113" cy="1015663"/>
            <a:chOff x="1057275" y="2474941"/>
            <a:chExt cx="3186113" cy="1015663"/>
          </a:xfrm>
        </p:grpSpPr>
        <p:sp>
          <p:nvSpPr>
            <p:cNvPr id="23" name="Oval 6"/>
            <p:cNvSpPr/>
            <p:nvPr/>
          </p:nvSpPr>
          <p:spPr>
            <a:xfrm>
              <a:off x="1057275" y="2543204"/>
              <a:ext cx="571500" cy="571500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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Rectangle 8"/>
            <p:cNvSpPr/>
            <p:nvPr/>
          </p:nvSpPr>
          <p:spPr>
            <a:xfrm>
              <a:off x="1833563" y="2474941"/>
              <a:ext cx="2409825" cy="101566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b="1" dirty="0">
                  <a:latin typeface="Open Sans" panose="020B0606030504020204" pitchFamily="34" charset="0"/>
                  <a:ea typeface="Calibri" panose="020F0502020204030204" pitchFamily="34" charset="0"/>
                </a:rPr>
                <a:t>UNIQUE &amp; MODERN DESIGN</a:t>
              </a:r>
              <a:endParaRPr lang="en-US" sz="1200" b="1" dirty="0">
                <a:latin typeface="Open Sans" panose="020B0606030504020204" pitchFamily="34" charset="0"/>
                <a:ea typeface="Calibri" panose="020F0502020204030204" pitchFamily="34" charset="0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b="1" dirty="0">
                <a:latin typeface="Open Sans" panose="020B0606030504020204" pitchFamily="34" charset="0"/>
                <a:ea typeface="Calibri" panose="020F0502020204030204" pitchFamily="34" charset="0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Lid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est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laborum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dolo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rumes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fugats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untras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. Lid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est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laborum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dolo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rumes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.</a:t>
              </a:r>
              <a:endParaRPr lang="en-US" sz="1200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287526" y="3456325"/>
            <a:ext cx="3186112" cy="1015663"/>
            <a:chOff x="1042988" y="3856066"/>
            <a:chExt cx="3186112" cy="1015663"/>
          </a:xfrm>
        </p:grpSpPr>
        <p:sp>
          <p:nvSpPr>
            <p:cNvPr id="26" name="Oval 9"/>
            <p:cNvSpPr/>
            <p:nvPr/>
          </p:nvSpPr>
          <p:spPr>
            <a:xfrm>
              <a:off x="1042988" y="3924329"/>
              <a:ext cx="571500" cy="571500"/>
            </a:xfrm>
            <a:prstGeom prst="ellipse">
              <a:avLst/>
            </a:prstGeom>
            <a:blipFill>
              <a:blip r:embed="rId4"/>
              <a:tile tx="0" ty="0" sx="100000" sy="100000" flip="none" algn="tl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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Rectangle 10"/>
            <p:cNvSpPr/>
            <p:nvPr/>
          </p:nvSpPr>
          <p:spPr>
            <a:xfrm>
              <a:off x="1819275" y="3856066"/>
              <a:ext cx="2409825" cy="101566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b="1" dirty="0">
                  <a:latin typeface="Open Sans" panose="020B0606030504020204" pitchFamily="34" charset="0"/>
                  <a:ea typeface="Calibri" panose="020F0502020204030204" pitchFamily="34" charset="0"/>
                </a:rPr>
                <a:t>AWESOME VECTOR ICONS</a:t>
              </a:r>
              <a:endParaRPr lang="en-US" sz="1200" b="1" dirty="0">
                <a:latin typeface="Open Sans" panose="020B0606030504020204" pitchFamily="34" charset="0"/>
                <a:ea typeface="Calibri" panose="020F0502020204030204" pitchFamily="34" charset="0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b="1" dirty="0">
                <a:latin typeface="Open Sans" panose="020B0606030504020204" pitchFamily="34" charset="0"/>
                <a:ea typeface="Calibri" panose="020F0502020204030204" pitchFamily="34" charset="0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Lid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est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laborum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dolo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rumes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fugats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untras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. Lid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est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laborum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dolo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rumes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.</a:t>
              </a:r>
              <a:endParaRPr lang="en-US" sz="1200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643501" y="2075200"/>
            <a:ext cx="3186112" cy="1015663"/>
            <a:chOff x="4398963" y="2474941"/>
            <a:chExt cx="3186112" cy="1015663"/>
          </a:xfrm>
        </p:grpSpPr>
        <p:sp>
          <p:nvSpPr>
            <p:cNvPr id="29" name="Oval 12"/>
            <p:cNvSpPr/>
            <p:nvPr/>
          </p:nvSpPr>
          <p:spPr>
            <a:xfrm>
              <a:off x="4398963" y="2543204"/>
              <a:ext cx="571500" cy="571500"/>
            </a:xfrm>
            <a:prstGeom prst="ellipse">
              <a:avLst/>
            </a:prstGeom>
            <a:blipFill>
              <a:blip r:embed="rId4"/>
              <a:tile tx="0" ty="0" sx="100000" sy="100000" flip="none" algn="tl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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Rectangle 13"/>
            <p:cNvSpPr/>
            <p:nvPr/>
          </p:nvSpPr>
          <p:spPr>
            <a:xfrm>
              <a:off x="5175250" y="2474941"/>
              <a:ext cx="2409825" cy="101566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b="1">
                  <a:latin typeface="Open Sans" panose="020B0606030504020204" pitchFamily="34" charset="0"/>
                  <a:ea typeface="Calibri" panose="020F0502020204030204" pitchFamily="34" charset="0"/>
                </a:rPr>
                <a:t>UNLIMITED COLOR SCHEMES</a:t>
              </a:r>
              <a:endParaRPr lang="en-US" sz="1200" b="1">
                <a:latin typeface="Open Sans" panose="020B0606030504020204" pitchFamily="34" charset="0"/>
                <a:ea typeface="Calibri" panose="020F0502020204030204" pitchFamily="34" charset="0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b="1">
                <a:latin typeface="Open Sans" panose="020B0606030504020204" pitchFamily="34" charset="0"/>
                <a:ea typeface="Calibri" panose="020F0502020204030204" pitchFamily="34" charset="0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>
                  <a:latin typeface="Open Sans" panose="020B0606030504020204" pitchFamily="34" charset="0"/>
                  <a:ea typeface="Calibri" panose="020F0502020204030204" pitchFamily="34" charset="0"/>
                </a:rPr>
                <a:t>Lid est laborum dolo rumes fugats untras. Lid est laborum dolo rumes.</a:t>
              </a:r>
              <a:endParaRPr lang="en-US" sz="120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629213" y="3456325"/>
            <a:ext cx="3186113" cy="1015663"/>
            <a:chOff x="4384675" y="3856066"/>
            <a:chExt cx="3186113" cy="1015663"/>
          </a:xfrm>
        </p:grpSpPr>
        <p:sp>
          <p:nvSpPr>
            <p:cNvPr id="33" name="Oval 14"/>
            <p:cNvSpPr/>
            <p:nvPr/>
          </p:nvSpPr>
          <p:spPr>
            <a:xfrm>
              <a:off x="4384675" y="3924329"/>
              <a:ext cx="571500" cy="571500"/>
            </a:xfrm>
            <a:prstGeom prst="ellipse">
              <a:avLst/>
            </a:prstGeom>
            <a:blipFill>
              <a:blip r:embed="rId4"/>
              <a:tile tx="0" ty="0" sx="100000" sy="100000" flip="none" algn="tl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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15"/>
            <p:cNvSpPr/>
            <p:nvPr/>
          </p:nvSpPr>
          <p:spPr>
            <a:xfrm>
              <a:off x="5160963" y="3856066"/>
              <a:ext cx="2409825" cy="101566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b="1" dirty="0">
                  <a:latin typeface="Open Sans" panose="020B0606030504020204" pitchFamily="34" charset="0"/>
                  <a:ea typeface="Calibri" panose="020F0502020204030204" pitchFamily="34" charset="0"/>
                </a:rPr>
                <a:t>LIVE INFOGRAPHIC</a:t>
              </a:r>
              <a:endParaRPr lang="en-US" sz="1200" b="1" dirty="0">
                <a:latin typeface="Open Sans" panose="020B0606030504020204" pitchFamily="34" charset="0"/>
                <a:ea typeface="Calibri" panose="020F0502020204030204" pitchFamily="34" charset="0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b="1" dirty="0">
                <a:latin typeface="Open Sans" panose="020B0606030504020204" pitchFamily="34" charset="0"/>
                <a:ea typeface="Calibri" panose="020F0502020204030204" pitchFamily="34" charset="0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Lid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est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laborum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dolo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rumes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fugats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untras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. Lid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est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laborum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dolo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latin typeface="Open Sans" panose="020B0606030504020204" pitchFamily="34" charset="0"/>
                  <a:ea typeface="Calibri" panose="020F0502020204030204" pitchFamily="34" charset="0"/>
                </a:rPr>
                <a:t>rumes</a:t>
              </a:r>
              <a:r>
                <a:rPr lang="en-US" sz="1200" dirty="0">
                  <a:latin typeface="Open Sans" panose="020B0606030504020204" pitchFamily="34" charset="0"/>
                  <a:ea typeface="Calibri" panose="020F0502020204030204" pitchFamily="34" charset="0"/>
                </a:rPr>
                <a:t>.</a:t>
              </a:r>
              <a:endParaRPr lang="en-US" sz="1200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997888" y="2075200"/>
            <a:ext cx="3186113" cy="1015663"/>
            <a:chOff x="7753350" y="2474941"/>
            <a:chExt cx="3186113" cy="1015663"/>
          </a:xfrm>
        </p:grpSpPr>
        <p:sp>
          <p:nvSpPr>
            <p:cNvPr id="38" name="Oval 16"/>
            <p:cNvSpPr/>
            <p:nvPr/>
          </p:nvSpPr>
          <p:spPr>
            <a:xfrm>
              <a:off x="7753350" y="2543204"/>
              <a:ext cx="571500" cy="571500"/>
            </a:xfrm>
            <a:prstGeom prst="ellipse">
              <a:avLst/>
            </a:prstGeom>
            <a:blipFill>
              <a:blip r:embed="rId4"/>
              <a:tile tx="0" ty="0" sx="100000" sy="100000" flip="none" algn="tl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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17"/>
            <p:cNvSpPr/>
            <p:nvPr/>
          </p:nvSpPr>
          <p:spPr>
            <a:xfrm>
              <a:off x="8529638" y="2474941"/>
              <a:ext cx="2409825" cy="101566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b="1">
                  <a:latin typeface="Open Sans" panose="020B0606030504020204" pitchFamily="34" charset="0"/>
                  <a:ea typeface="Calibri" panose="020F0502020204030204" pitchFamily="34" charset="0"/>
                </a:rPr>
                <a:t>MANY CHART DESIGN</a:t>
              </a:r>
              <a:endParaRPr lang="en-US" sz="1200" b="1">
                <a:latin typeface="Open Sans" panose="020B0606030504020204" pitchFamily="34" charset="0"/>
                <a:ea typeface="Calibri" panose="020F0502020204030204" pitchFamily="34" charset="0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b="1">
                <a:latin typeface="Open Sans" panose="020B0606030504020204" pitchFamily="34" charset="0"/>
                <a:ea typeface="Calibri" panose="020F0502020204030204" pitchFamily="34" charset="0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>
                  <a:latin typeface="Open Sans" panose="020B0606030504020204" pitchFamily="34" charset="0"/>
                  <a:ea typeface="Calibri" panose="020F0502020204030204" pitchFamily="34" charset="0"/>
                </a:rPr>
                <a:t>Lid est laborum dolo rumes fugats untras. Lid est laborum dolo rumes.</a:t>
              </a:r>
              <a:endParaRPr lang="en-US" sz="1200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983601" y="3456325"/>
            <a:ext cx="3186112" cy="1015663"/>
            <a:chOff x="7739063" y="3856066"/>
            <a:chExt cx="3186112" cy="1015663"/>
          </a:xfrm>
        </p:grpSpPr>
        <p:sp>
          <p:nvSpPr>
            <p:cNvPr id="41" name="Oval 18"/>
            <p:cNvSpPr/>
            <p:nvPr/>
          </p:nvSpPr>
          <p:spPr>
            <a:xfrm>
              <a:off x="7739063" y="3924329"/>
              <a:ext cx="571500" cy="571500"/>
            </a:xfrm>
            <a:prstGeom prst="ellipse">
              <a:avLst/>
            </a:prstGeom>
            <a:blipFill>
              <a:blip r:embed="rId4"/>
              <a:tile tx="0" ty="0" sx="100000" sy="100000" flip="none" algn="tl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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Rectangle 19"/>
            <p:cNvSpPr/>
            <p:nvPr/>
          </p:nvSpPr>
          <p:spPr>
            <a:xfrm>
              <a:off x="8515350" y="3856066"/>
              <a:ext cx="2409825" cy="101566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b="1">
                  <a:latin typeface="Open Sans" panose="020B0606030504020204" pitchFamily="34" charset="0"/>
                  <a:ea typeface="Calibri" panose="020F0502020204030204" pitchFamily="34" charset="0"/>
                </a:rPr>
                <a:t>EASY EDITABLE CONTENT</a:t>
              </a:r>
              <a:endParaRPr lang="en-US" sz="1200" b="1">
                <a:latin typeface="Open Sans" panose="020B0606030504020204" pitchFamily="34" charset="0"/>
                <a:ea typeface="Calibri" panose="020F0502020204030204" pitchFamily="34" charset="0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b="1">
                <a:latin typeface="Open Sans" panose="020B0606030504020204" pitchFamily="34" charset="0"/>
                <a:ea typeface="Calibri" panose="020F0502020204030204" pitchFamily="34" charset="0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>
                  <a:latin typeface="Open Sans" panose="020B0606030504020204" pitchFamily="34" charset="0"/>
                  <a:ea typeface="Calibri" panose="020F0502020204030204" pitchFamily="34" charset="0"/>
                </a:rPr>
                <a:t>Lid est laborum dolo rumes fugats untras. Lid est laborum dolo rumes.</a:t>
              </a:r>
              <a:endParaRPr lang="en-US" sz="12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8689" y="2620893"/>
            <a:ext cx="12215086" cy="4237107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5520" y="4360157"/>
            <a:ext cx="12207520" cy="2517801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878" y="1875667"/>
            <a:ext cx="3832822" cy="3832822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529" y="509808"/>
            <a:ext cx="3348414" cy="3348414"/>
          </a:xfrm>
          <a:prstGeom prst="rect">
            <a:avLst/>
          </a:prstGeom>
        </p:spPr>
      </p:pic>
      <p:grpSp>
        <p:nvGrpSpPr>
          <p:cNvPr id="65" name="组合 64"/>
          <p:cNvGrpSpPr/>
          <p:nvPr/>
        </p:nvGrpSpPr>
        <p:grpSpPr>
          <a:xfrm>
            <a:off x="5131083" y="1413952"/>
            <a:ext cx="1526047" cy="1526047"/>
            <a:chOff x="5131083" y="1413952"/>
            <a:chExt cx="1526047" cy="1526047"/>
          </a:xfrm>
        </p:grpSpPr>
        <p:sp>
          <p:nvSpPr>
            <p:cNvPr id="62" name="椭圆 61"/>
            <p:cNvSpPr/>
            <p:nvPr/>
          </p:nvSpPr>
          <p:spPr>
            <a:xfrm>
              <a:off x="5131083" y="1413952"/>
              <a:ext cx="1526047" cy="1526047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5467852" y="1420992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5400" dirty="0"/>
                <a:t>贰</a:t>
              </a:r>
              <a:endParaRPr lang="zh-CN" altLang="en-US" sz="5400" dirty="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238597" y="2232621"/>
              <a:ext cx="13110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ADD YOUR TITLE</a:t>
              </a:r>
              <a:endParaRPr lang="zh-CN" altLang="en-US" sz="16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628899"/>
            <a:ext cx="12192000" cy="422910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41400" y="876300"/>
            <a:ext cx="10133391" cy="497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1041400" y="876300"/>
            <a:ext cx="7713082" cy="49784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661561" y="1319409"/>
            <a:ext cx="3041925" cy="1428332"/>
            <a:chOff x="1661561" y="1319409"/>
            <a:chExt cx="3041925" cy="1428332"/>
          </a:xfrm>
        </p:grpSpPr>
        <p:grpSp>
          <p:nvGrpSpPr>
            <p:cNvPr id="37" name="组合 36"/>
            <p:cNvGrpSpPr/>
            <p:nvPr/>
          </p:nvGrpSpPr>
          <p:grpSpPr>
            <a:xfrm>
              <a:off x="1837478" y="1319409"/>
              <a:ext cx="2235200" cy="444500"/>
              <a:chOff x="2000855" y="1812329"/>
              <a:chExt cx="2235200" cy="4445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2000855" y="1812329"/>
                <a:ext cx="2235200" cy="444500"/>
              </a:xfrm>
              <a:prstGeom prst="roundRect">
                <a:avLst>
                  <a:gd name="adj" fmla="val 50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2124730" y="1849053"/>
                <a:ext cx="20546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ADD YOUR TITLE</a:t>
                </a:r>
                <a:endParaRPr lang="zh-CN" altLang="en-US" sz="1600" dirty="0"/>
              </a:p>
            </p:txBody>
          </p:sp>
        </p:grpSp>
        <p:sp>
          <p:nvSpPr>
            <p:cNvPr id="53" name="文本框 52"/>
            <p:cNvSpPr txBox="1"/>
            <p:nvPr/>
          </p:nvSpPr>
          <p:spPr>
            <a:xfrm>
              <a:off x="1661561" y="1916744"/>
              <a:ext cx="30419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855918" y="3100701"/>
            <a:ext cx="3041925" cy="1428332"/>
            <a:chOff x="7855918" y="3100701"/>
            <a:chExt cx="3041925" cy="1428332"/>
          </a:xfrm>
        </p:grpSpPr>
        <p:grpSp>
          <p:nvGrpSpPr>
            <p:cNvPr id="54" name="组合 53"/>
            <p:cNvGrpSpPr/>
            <p:nvPr/>
          </p:nvGrpSpPr>
          <p:grpSpPr>
            <a:xfrm>
              <a:off x="8031835" y="3100701"/>
              <a:ext cx="2235200" cy="444500"/>
              <a:chOff x="2000855" y="1812329"/>
              <a:chExt cx="2235200" cy="444500"/>
            </a:xfrm>
          </p:grpSpPr>
          <p:sp>
            <p:nvSpPr>
              <p:cNvPr id="56" name="矩形: 圆角 55"/>
              <p:cNvSpPr/>
              <p:nvPr/>
            </p:nvSpPr>
            <p:spPr>
              <a:xfrm>
                <a:off x="2000855" y="1812329"/>
                <a:ext cx="2235200" cy="444500"/>
              </a:xfrm>
              <a:prstGeom prst="roundRect">
                <a:avLst>
                  <a:gd name="adj" fmla="val 50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2124730" y="1849053"/>
                <a:ext cx="20546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ADD YOUR TITLE</a:t>
                </a:r>
                <a:endParaRPr lang="zh-CN" altLang="en-US" sz="1600" dirty="0"/>
              </a:p>
            </p:txBody>
          </p:sp>
        </p:grpSp>
        <p:sp>
          <p:nvSpPr>
            <p:cNvPr id="60" name="文本框 59"/>
            <p:cNvSpPr txBox="1"/>
            <p:nvPr/>
          </p:nvSpPr>
          <p:spPr>
            <a:xfrm>
              <a:off x="7855918" y="3698036"/>
              <a:ext cx="30419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5573" y="4341508"/>
            <a:ext cx="12227573" cy="2521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9796" y="2636419"/>
            <a:ext cx="12242375" cy="4246573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41401" y="876300"/>
            <a:ext cx="4752834" cy="497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70041"/>
            <a:ext cx="12229953" cy="2522428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6376897" y="869951"/>
            <a:ext cx="4752834" cy="497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535132" y="1757823"/>
            <a:ext cx="5081502" cy="2984008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552788" y="1673819"/>
            <a:ext cx="1564723" cy="2601247"/>
            <a:chOff x="1552788" y="1673819"/>
            <a:chExt cx="1564723" cy="2601247"/>
          </a:xfrm>
        </p:grpSpPr>
        <p:grpSp>
          <p:nvGrpSpPr>
            <p:cNvPr id="12" name="组合 11"/>
            <p:cNvGrpSpPr/>
            <p:nvPr/>
          </p:nvGrpSpPr>
          <p:grpSpPr>
            <a:xfrm>
              <a:off x="1845106" y="1673819"/>
              <a:ext cx="971554" cy="971554"/>
              <a:chOff x="1573865" y="2123228"/>
              <a:chExt cx="971554" cy="971554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1573865" y="2123228"/>
                <a:ext cx="971554" cy="971554"/>
              </a:xfrm>
              <a:prstGeom prst="ellipse">
                <a:avLst/>
              </a:prstGeom>
              <a:blipFill dpi="0" rotWithShape="1">
                <a:blip r:embed="rId5"/>
                <a:srcRect/>
                <a:tile tx="0" ty="0" sx="100000" sy="100000" flip="none" algn="ctr"/>
              </a:blipFill>
              <a:ln>
                <a:solidFill>
                  <a:srgbClr val="E8CD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807259" y="2155069"/>
                <a:ext cx="5437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800" dirty="0"/>
                  <a:t>壹</a:t>
                </a:r>
                <a:endParaRPr lang="zh-CN" altLang="en-US" sz="2800" dirty="0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573865" y="2654941"/>
                <a:ext cx="97155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/>
                  <a:t>ADD YOUR TITLE</a:t>
                </a:r>
                <a:endParaRPr lang="zh-CN" altLang="en-US" sz="1100" dirty="0"/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552788" y="2890071"/>
              <a:ext cx="1564723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err="1"/>
                <a:t>Loem</a:t>
              </a:r>
              <a:r>
                <a:rPr lang="en-US" altLang="zh-CN" sz="1400" dirty="0"/>
                <a:t> ipsum dolor </a:t>
              </a:r>
              <a:r>
                <a:rPr lang="en-US" altLang="zh-CN" sz="1400" dirty="0" err="1"/>
                <a:t>sameman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tanam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casectetur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adipiscing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elit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tamam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dalam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qoue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sampe</a:t>
              </a:r>
              <a:r>
                <a:rPr lang="en-US" altLang="zh-CN" sz="1400" dirty="0"/>
                <a:t>. </a:t>
              </a:r>
              <a:endParaRPr lang="zh-CN" altLang="en-US" sz="1400" dirty="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034255" y="1673819"/>
            <a:ext cx="1564723" cy="2630653"/>
            <a:chOff x="9034255" y="1673819"/>
            <a:chExt cx="1564723" cy="2630653"/>
          </a:xfrm>
        </p:grpSpPr>
        <p:grpSp>
          <p:nvGrpSpPr>
            <p:cNvPr id="54" name="组合 53"/>
            <p:cNvGrpSpPr/>
            <p:nvPr/>
          </p:nvGrpSpPr>
          <p:grpSpPr>
            <a:xfrm>
              <a:off x="9387405" y="1673819"/>
              <a:ext cx="971554" cy="971554"/>
              <a:chOff x="1573865" y="2123228"/>
              <a:chExt cx="971554" cy="971554"/>
            </a:xfrm>
          </p:grpSpPr>
          <p:sp>
            <p:nvSpPr>
              <p:cNvPr id="56" name="椭圆 55"/>
              <p:cNvSpPr/>
              <p:nvPr/>
            </p:nvSpPr>
            <p:spPr>
              <a:xfrm>
                <a:off x="1573865" y="2123228"/>
                <a:ext cx="971554" cy="971554"/>
              </a:xfrm>
              <a:prstGeom prst="ellipse">
                <a:avLst/>
              </a:prstGeom>
              <a:blipFill dpi="0" rotWithShape="1">
                <a:blip r:embed="rId5"/>
                <a:srcRect/>
                <a:tile tx="0" ty="0" sx="100000" sy="100000" flip="none" algn="ctr"/>
              </a:blipFill>
              <a:ln>
                <a:solidFill>
                  <a:srgbClr val="E8CD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807259" y="2155069"/>
                <a:ext cx="5437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800" dirty="0"/>
                  <a:t>贰</a:t>
                </a:r>
                <a:endParaRPr lang="zh-CN" altLang="en-US" sz="2800" dirty="0"/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573865" y="2654941"/>
                <a:ext cx="97155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/>
                  <a:t>ADD YOUR TITLE</a:t>
                </a:r>
                <a:endParaRPr lang="zh-CN" altLang="en-US" sz="1100" dirty="0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9034255" y="2919477"/>
              <a:ext cx="1564723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err="1"/>
                <a:t>Loem</a:t>
              </a:r>
              <a:r>
                <a:rPr lang="en-US" altLang="zh-CN" sz="1400" dirty="0"/>
                <a:t> ipsum dolor </a:t>
              </a:r>
              <a:r>
                <a:rPr lang="en-US" altLang="zh-CN" sz="1400" dirty="0" err="1"/>
                <a:t>sameman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tanam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casectetur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adipiscing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elit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tamam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dalam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qoue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sampe</a:t>
              </a:r>
              <a:r>
                <a:rPr lang="en-US" altLang="zh-CN" sz="1400" dirty="0"/>
                <a:t>. </a:t>
              </a:r>
              <a:endParaRPr lang="zh-CN" altLang="en-US" sz="14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6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638494"/>
            <a:ext cx="12192000" cy="422910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727506" y="1482129"/>
            <a:ext cx="2807626" cy="4978400"/>
            <a:chOff x="727506" y="1482129"/>
            <a:chExt cx="2807626" cy="4978400"/>
          </a:xfrm>
        </p:grpSpPr>
        <p:sp>
          <p:nvSpPr>
            <p:cNvPr id="2" name="矩形 1"/>
            <p:cNvSpPr/>
            <p:nvPr/>
          </p:nvSpPr>
          <p:spPr>
            <a:xfrm>
              <a:off x="1041401" y="1482129"/>
              <a:ext cx="2493731" cy="4978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727506" y="3688200"/>
              <a:ext cx="2235200" cy="444500"/>
              <a:chOff x="2000855" y="1812329"/>
              <a:chExt cx="2235200" cy="444500"/>
            </a:xfrm>
          </p:grpSpPr>
          <p:sp>
            <p:nvSpPr>
              <p:cNvPr id="27" name="矩形: 圆角 26"/>
              <p:cNvSpPr/>
              <p:nvPr/>
            </p:nvSpPr>
            <p:spPr>
              <a:xfrm>
                <a:off x="2000855" y="1812329"/>
                <a:ext cx="2235200" cy="444500"/>
              </a:xfrm>
              <a:prstGeom prst="roundRect">
                <a:avLst>
                  <a:gd name="adj" fmla="val 50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2124730" y="1849053"/>
                <a:ext cx="20546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ADD YOUR TITLE</a:t>
                </a:r>
                <a:endParaRPr lang="zh-CN" altLang="en-US" sz="1600" dirty="0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196002" y="4307922"/>
              <a:ext cx="214206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</p:txBody>
        </p:sp>
        <p:sp>
          <p:nvSpPr>
            <p:cNvPr id="3" name="椭圆 2"/>
            <p:cNvSpPr/>
            <p:nvPr/>
          </p:nvSpPr>
          <p:spPr>
            <a:xfrm>
              <a:off x="1395207" y="1684293"/>
              <a:ext cx="1757459" cy="1757459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021603" y="1149511"/>
            <a:ext cx="2684239" cy="4978400"/>
            <a:chOff x="8021603" y="1149511"/>
            <a:chExt cx="2684239" cy="4978400"/>
          </a:xfrm>
        </p:grpSpPr>
        <p:sp>
          <p:nvSpPr>
            <p:cNvPr id="21" name="矩形 20"/>
            <p:cNvSpPr/>
            <p:nvPr/>
          </p:nvSpPr>
          <p:spPr>
            <a:xfrm>
              <a:off x="8355914" y="1149511"/>
              <a:ext cx="2349928" cy="4978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8021603" y="3297634"/>
              <a:ext cx="2235200" cy="444500"/>
              <a:chOff x="2000855" y="1812329"/>
              <a:chExt cx="2235200" cy="444500"/>
            </a:xfrm>
          </p:grpSpPr>
          <p:sp>
            <p:nvSpPr>
              <p:cNvPr id="33" name="矩形: 圆角 32"/>
              <p:cNvSpPr/>
              <p:nvPr/>
            </p:nvSpPr>
            <p:spPr>
              <a:xfrm>
                <a:off x="2000855" y="1812329"/>
                <a:ext cx="2235200" cy="444500"/>
              </a:xfrm>
              <a:prstGeom prst="roundRect">
                <a:avLst>
                  <a:gd name="adj" fmla="val 50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2124730" y="1849053"/>
                <a:ext cx="20546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ADD YOUR TITLE</a:t>
                </a:r>
                <a:endParaRPr lang="zh-CN" altLang="en-US" sz="1600" dirty="0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8498537" y="3822939"/>
              <a:ext cx="212605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8682836" y="1468602"/>
              <a:ext cx="1757459" cy="1757459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48841"/>
            <a:ext cx="12192000" cy="25146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4415632" y="719096"/>
            <a:ext cx="2644392" cy="4978400"/>
            <a:chOff x="4415632" y="719096"/>
            <a:chExt cx="2644392" cy="4978400"/>
          </a:xfrm>
        </p:grpSpPr>
        <p:sp>
          <p:nvSpPr>
            <p:cNvPr id="36" name="矩形 35"/>
            <p:cNvSpPr/>
            <p:nvPr/>
          </p:nvSpPr>
          <p:spPr>
            <a:xfrm>
              <a:off x="4710096" y="719096"/>
              <a:ext cx="2349928" cy="4978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4415632" y="3157454"/>
              <a:ext cx="2235200" cy="444500"/>
              <a:chOff x="2000855" y="1812329"/>
              <a:chExt cx="2235200" cy="444500"/>
            </a:xfrm>
          </p:grpSpPr>
          <p:sp>
            <p:nvSpPr>
              <p:cNvPr id="30" name="矩形: 圆角 29"/>
              <p:cNvSpPr/>
              <p:nvPr/>
            </p:nvSpPr>
            <p:spPr>
              <a:xfrm>
                <a:off x="2000855" y="1812329"/>
                <a:ext cx="2235200" cy="444500"/>
              </a:xfrm>
              <a:prstGeom prst="roundRect">
                <a:avLst>
                  <a:gd name="adj" fmla="val 50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2124730" y="1849053"/>
                <a:ext cx="20546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ADD YOUR TITLE</a:t>
                </a:r>
                <a:endParaRPr lang="zh-CN" altLang="en-US" sz="1600" dirty="0"/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4865865" y="3822940"/>
              <a:ext cx="212605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</p:txBody>
        </p:sp>
        <p:sp>
          <p:nvSpPr>
            <p:cNvPr id="4" name="椭圆 3"/>
            <p:cNvSpPr/>
            <p:nvPr/>
          </p:nvSpPr>
          <p:spPr>
            <a:xfrm>
              <a:off x="5037323" y="947478"/>
              <a:ext cx="1757459" cy="1757459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5400000" flipH="1" flipV="1">
            <a:off x="7542525" y="2243563"/>
            <a:ext cx="6904094" cy="2394857"/>
          </a:xfrm>
          <a:prstGeom prst="rect">
            <a:avLst/>
          </a:prstGeom>
        </p:spPr>
      </p:pic>
      <p:grpSp>
        <p:nvGrpSpPr>
          <p:cNvPr id="38" name="组合 37"/>
          <p:cNvGrpSpPr/>
          <p:nvPr/>
        </p:nvGrpSpPr>
        <p:grpSpPr>
          <a:xfrm>
            <a:off x="3431006" y="3830486"/>
            <a:ext cx="8760994" cy="2342505"/>
            <a:chOff x="3245812" y="3685344"/>
            <a:chExt cx="8760994" cy="2342505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 rotWithShape="1">
            <a:blip r:embed="rId2" cstate="email"/>
            <a:srcRect/>
            <a:stretch>
              <a:fillRect/>
            </a:stretch>
          </p:blipFill>
          <p:spPr>
            <a:xfrm>
              <a:off x="3245812" y="3685344"/>
              <a:ext cx="8760994" cy="2342505"/>
            </a:xfrm>
            <a:prstGeom prst="rect">
              <a:avLst/>
            </a:prstGeom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0" name="组合 39"/>
            <p:cNvGrpSpPr/>
            <p:nvPr/>
          </p:nvGrpSpPr>
          <p:grpSpPr>
            <a:xfrm>
              <a:off x="4086552" y="4308438"/>
              <a:ext cx="1086462" cy="1086462"/>
              <a:chOff x="7091076" y="2921634"/>
              <a:chExt cx="1086462" cy="1086462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7091076" y="2921634"/>
                <a:ext cx="1086462" cy="1086462"/>
              </a:xfrm>
              <a:prstGeom prst="ellipse">
                <a:avLst/>
              </a:prstGeom>
              <a:blipFill>
                <a:blip r:embed="rId3"/>
                <a:tile tx="0" ty="0" sx="100000" sy="100000" flip="none" algn="tl"/>
              </a:blipFill>
              <a:ln w="76200">
                <a:solidFill>
                  <a:srgbClr val="967758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55321"/>
                  </a:solidFill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7259845" y="3034151"/>
                <a:ext cx="74892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4400" dirty="0">
                    <a:solidFill>
                      <a:srgbClr val="755321"/>
                    </a:solidFill>
                  </a:rPr>
                  <a:t>贰</a:t>
                </a:r>
                <a:endParaRPr lang="zh-CN" altLang="en-US" sz="4400" dirty="0">
                  <a:solidFill>
                    <a:srgbClr val="755321"/>
                  </a:solidFill>
                </a:endParaRPr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5338220" y="4430846"/>
              <a:ext cx="541287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rgbClr val="75532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请替换文字内容，添加相关标题，修改文字内容，也可以直接复制你的内容到此。请替换文字内容，添加相关标题，修改文字内容，也可以直接复制你的内容到此。</a:t>
              </a:r>
              <a:endParaRPr lang="zh-CN" altLang="en-US" sz="1400" dirty="0">
                <a:solidFill>
                  <a:srgbClr val="75532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endParaRPr lang="zh-CN" altLang="en-US" sz="1400" dirty="0">
                <a:solidFill>
                  <a:srgbClr val="75532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-180621" y="531245"/>
            <a:ext cx="9850650" cy="2342505"/>
            <a:chOff x="-180621" y="531245"/>
            <a:chExt cx="9850650" cy="2342505"/>
          </a:xfrm>
        </p:grpSpPr>
        <p:grpSp>
          <p:nvGrpSpPr>
            <p:cNvPr id="30" name="组合 29"/>
            <p:cNvGrpSpPr/>
            <p:nvPr/>
          </p:nvGrpSpPr>
          <p:grpSpPr>
            <a:xfrm>
              <a:off x="-180621" y="531245"/>
              <a:ext cx="9850650" cy="2342505"/>
              <a:chOff x="-180621" y="531245"/>
              <a:chExt cx="9850650" cy="2342505"/>
            </a:xfrm>
          </p:grpSpPr>
          <p:pic>
            <p:nvPicPr>
              <p:cNvPr id="36" name="图片 35"/>
              <p:cNvPicPr>
                <a:picLocks noChangeAspect="1"/>
              </p:cNvPicPr>
              <p:nvPr/>
            </p:nvPicPr>
            <p:blipFill rotWithShape="1">
              <a:blip r:embed="rId4" cstate="email"/>
              <a:srcRect/>
              <a:stretch>
                <a:fillRect/>
              </a:stretch>
            </p:blipFill>
            <p:spPr>
              <a:xfrm>
                <a:off x="-180621" y="531245"/>
                <a:ext cx="9850650" cy="2342505"/>
              </a:xfrm>
              <a:prstGeom prst="rect">
                <a:avLst/>
              </a:prstGeom>
              <a:effectLst>
                <a:outerShdw blurRad="228600" dist="38100" dir="5400000" algn="t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7" name="文本框 36"/>
              <p:cNvSpPr txBox="1"/>
              <p:nvPr/>
            </p:nvSpPr>
            <p:spPr>
              <a:xfrm>
                <a:off x="2192774" y="1252282"/>
                <a:ext cx="541287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solidFill>
                      <a:srgbClr val="755321"/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请替换文字内容，添加相关标题，修改文字内容，也可以直接复制你的内容到此。请替换文字内容，添加相关标题，修改文字内容，也可以直接复制你的内容到此。</a:t>
                </a:r>
                <a:endParaRPr lang="zh-CN" altLang="en-US" sz="1400" dirty="0">
                  <a:solidFill>
                    <a:srgbClr val="75532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  <a:p>
                <a:endParaRPr lang="zh-CN" altLang="en-US" sz="1400" dirty="0">
                  <a:solidFill>
                    <a:srgbClr val="75532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8111216" y="1119927"/>
              <a:ext cx="1086462" cy="1086462"/>
              <a:chOff x="7316860" y="456394"/>
              <a:chExt cx="1086462" cy="1086462"/>
            </a:xfrm>
          </p:grpSpPr>
          <p:sp>
            <p:nvSpPr>
              <p:cNvPr id="34" name="椭圆 33"/>
              <p:cNvSpPr/>
              <p:nvPr/>
            </p:nvSpPr>
            <p:spPr>
              <a:xfrm>
                <a:off x="7316860" y="456394"/>
                <a:ext cx="1086462" cy="1086462"/>
              </a:xfrm>
              <a:prstGeom prst="ellipse">
                <a:avLst/>
              </a:prstGeom>
              <a:blipFill>
                <a:blip r:embed="rId3"/>
                <a:tile tx="0" ty="0" sx="100000" sy="100000" flip="none" algn="tl"/>
              </a:blipFill>
              <a:ln w="76200">
                <a:solidFill>
                  <a:srgbClr val="967758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55321"/>
                  </a:solidFill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7493552" y="576498"/>
                <a:ext cx="74892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4400" dirty="0">
                    <a:solidFill>
                      <a:srgbClr val="755321"/>
                    </a:solidFill>
                  </a:rPr>
                  <a:t>壹</a:t>
                </a:r>
                <a:endParaRPr lang="zh-CN" altLang="en-US" sz="4400" dirty="0">
                  <a:solidFill>
                    <a:srgbClr val="755321"/>
                  </a:solidFill>
                </a:endParaRPr>
              </a:p>
            </p:txBody>
          </p:sp>
        </p:grp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5400000">
            <a:off x="-2268286" y="2194759"/>
            <a:ext cx="6945939" cy="240937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6200000" flipH="1" flipV="1">
            <a:off x="-2734148" y="2693628"/>
            <a:ext cx="6904658" cy="1424086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6200000">
            <a:off x="8007567" y="2703768"/>
            <a:ext cx="6945940" cy="14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8689" y="2620893"/>
            <a:ext cx="12215086" cy="4237107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5520" y="4360157"/>
            <a:ext cx="12207520" cy="2517801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878" y="1875667"/>
            <a:ext cx="3832822" cy="3832822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529" y="509808"/>
            <a:ext cx="3348414" cy="3348414"/>
          </a:xfrm>
          <a:prstGeom prst="rect">
            <a:avLst/>
          </a:prstGeom>
        </p:spPr>
      </p:pic>
      <p:grpSp>
        <p:nvGrpSpPr>
          <p:cNvPr id="65" name="组合 64"/>
          <p:cNvGrpSpPr/>
          <p:nvPr/>
        </p:nvGrpSpPr>
        <p:grpSpPr>
          <a:xfrm>
            <a:off x="5131083" y="1413952"/>
            <a:ext cx="1526047" cy="1526047"/>
            <a:chOff x="5131083" y="1413952"/>
            <a:chExt cx="1526047" cy="1526047"/>
          </a:xfrm>
        </p:grpSpPr>
        <p:sp>
          <p:nvSpPr>
            <p:cNvPr id="62" name="椭圆 61"/>
            <p:cNvSpPr/>
            <p:nvPr/>
          </p:nvSpPr>
          <p:spPr>
            <a:xfrm>
              <a:off x="5131083" y="1413952"/>
              <a:ext cx="1526047" cy="1526047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5467852" y="1420992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5400" dirty="0"/>
                <a:t>叁</a:t>
              </a:r>
              <a:endParaRPr lang="zh-CN" altLang="en-US" sz="5400" dirty="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238597" y="2232621"/>
              <a:ext cx="13110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ADD YOUR TITLE</a:t>
              </a:r>
              <a:endParaRPr lang="zh-CN" altLang="en-US" sz="16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66040"/>
            <a:ext cx="12178986" cy="2511916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-180910" y="2401677"/>
            <a:ext cx="8027464" cy="1151459"/>
            <a:chOff x="927100" y="1386262"/>
            <a:chExt cx="8027464" cy="1151459"/>
          </a:xfrm>
        </p:grpSpPr>
        <p:sp>
          <p:nvSpPr>
            <p:cNvPr id="37" name="矩形 36"/>
            <p:cNvSpPr/>
            <p:nvPr/>
          </p:nvSpPr>
          <p:spPr>
            <a:xfrm>
              <a:off x="927100" y="1480032"/>
              <a:ext cx="7770574" cy="89188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9B2B"/>
              </a:solidFill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7868102" y="1386262"/>
              <a:ext cx="1086462" cy="1086462"/>
            </a:xfrm>
            <a:prstGeom prst="ellipse">
              <a:avLst/>
            </a:prstGeom>
            <a:blipFill>
              <a:blip r:embed="rId3"/>
              <a:tile tx="0" ty="0" sx="100000" sy="100000" flip="none" algn="tl"/>
            </a:blipFill>
            <a:ln w="76200">
              <a:solidFill>
                <a:srgbClr val="967758">
                  <a:alpha val="32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755321"/>
                </a:solidFill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8036871" y="1498779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755321"/>
                  </a:solidFill>
                </a:rPr>
                <a:t>贰</a:t>
              </a:r>
              <a:endParaRPr lang="zh-CN" altLang="en-US" sz="4400" dirty="0">
                <a:solidFill>
                  <a:srgbClr val="755321"/>
                </a:solidFill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119298" y="1583614"/>
              <a:ext cx="541287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err="1"/>
                <a:t>Loem</a:t>
              </a:r>
              <a:r>
                <a:rPr lang="en-US" altLang="zh-CN" sz="1400" dirty="0"/>
                <a:t> ipsum dolor </a:t>
              </a:r>
              <a:r>
                <a:rPr lang="en-US" altLang="zh-CN" sz="1400" dirty="0" err="1"/>
                <a:t>sameman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tanam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casectetur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adipiscing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elit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tamam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dalam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qoue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sampe</a:t>
              </a:r>
              <a:r>
                <a:rPr lang="en-US" altLang="zh-CN" sz="1400" dirty="0"/>
                <a:t>. </a:t>
              </a:r>
              <a:r>
                <a:rPr lang="en-US" altLang="zh-CN" sz="1400" dirty="0" err="1"/>
                <a:t>Loem</a:t>
              </a:r>
              <a:r>
                <a:rPr lang="en-US" altLang="zh-CN" sz="1400" dirty="0"/>
                <a:t> ipsum dolor </a:t>
              </a:r>
              <a:r>
                <a:rPr lang="en-US" altLang="zh-CN" sz="1400" dirty="0" err="1"/>
                <a:t>sameman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tanam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casectetur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adipiscing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elit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tamam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dalam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qoue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sampe</a:t>
              </a:r>
              <a:r>
                <a:rPr lang="en-US" altLang="zh-CN" sz="1400" dirty="0"/>
                <a:t>. </a:t>
              </a:r>
              <a:endParaRPr lang="zh-CN" altLang="en-US" sz="1400" dirty="0"/>
            </a:p>
            <a:p>
              <a:endParaRPr lang="zh-CN" altLang="en-US" sz="1400" dirty="0">
                <a:solidFill>
                  <a:srgbClr val="75532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-247152" y="1030879"/>
            <a:ext cx="9124001" cy="1151459"/>
            <a:chOff x="-169437" y="1386262"/>
            <a:chExt cx="9124001" cy="1151459"/>
          </a:xfrm>
        </p:grpSpPr>
        <p:sp>
          <p:nvSpPr>
            <p:cNvPr id="56" name="矩形 55"/>
            <p:cNvSpPr/>
            <p:nvPr/>
          </p:nvSpPr>
          <p:spPr>
            <a:xfrm>
              <a:off x="-169437" y="1480032"/>
              <a:ext cx="8867111" cy="89188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9B2B"/>
              </a:solidFill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7868102" y="1386262"/>
              <a:ext cx="1086462" cy="1086462"/>
            </a:xfrm>
            <a:prstGeom prst="ellipse">
              <a:avLst/>
            </a:prstGeom>
            <a:blipFill>
              <a:blip r:embed="rId3"/>
              <a:tile tx="0" ty="0" sx="100000" sy="100000" flip="none" algn="tl"/>
            </a:blipFill>
            <a:ln w="76200">
              <a:solidFill>
                <a:srgbClr val="967758">
                  <a:alpha val="32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755321"/>
                </a:solidFill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8036871" y="1498779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755321"/>
                  </a:solidFill>
                </a:rPr>
                <a:t>壹</a:t>
              </a:r>
              <a:endParaRPr lang="zh-CN" altLang="en-US" sz="4400" dirty="0">
                <a:solidFill>
                  <a:srgbClr val="755321"/>
                </a:solidFill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2119298" y="1583614"/>
              <a:ext cx="541287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err="1"/>
                <a:t>Loem</a:t>
              </a:r>
              <a:r>
                <a:rPr lang="en-US" altLang="zh-CN" sz="1400" dirty="0"/>
                <a:t> ipsum dolor </a:t>
              </a:r>
              <a:r>
                <a:rPr lang="en-US" altLang="zh-CN" sz="1400" dirty="0" err="1"/>
                <a:t>sameman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tanam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casectetur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adipiscing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elit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tamam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dalam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qoue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sampe</a:t>
              </a:r>
              <a:r>
                <a:rPr lang="en-US" altLang="zh-CN" sz="1400" dirty="0"/>
                <a:t>. </a:t>
              </a:r>
              <a:r>
                <a:rPr lang="en-US" altLang="zh-CN" sz="1400" dirty="0" err="1"/>
                <a:t>Loem</a:t>
              </a:r>
              <a:r>
                <a:rPr lang="en-US" altLang="zh-CN" sz="1400" dirty="0"/>
                <a:t> ipsum dolor </a:t>
              </a:r>
              <a:r>
                <a:rPr lang="en-US" altLang="zh-CN" sz="1400" dirty="0" err="1"/>
                <a:t>sameman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tanam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casectetur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adipiscing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elit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tamam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dalam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qoue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sampe</a:t>
              </a:r>
              <a:r>
                <a:rPr lang="en-US" altLang="zh-CN" sz="1400" dirty="0"/>
                <a:t>. </a:t>
              </a:r>
              <a:endParaRPr lang="zh-CN" altLang="en-US" sz="1400" dirty="0"/>
            </a:p>
            <a:p>
              <a:endParaRPr lang="zh-CN" altLang="en-US" sz="1400" dirty="0">
                <a:solidFill>
                  <a:srgbClr val="75532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-150647" y="3858559"/>
            <a:ext cx="9180204" cy="1151459"/>
            <a:chOff x="-225640" y="1386262"/>
            <a:chExt cx="9180204" cy="1151459"/>
          </a:xfrm>
        </p:grpSpPr>
        <p:sp>
          <p:nvSpPr>
            <p:cNvPr id="63" name="矩形 62"/>
            <p:cNvSpPr/>
            <p:nvPr/>
          </p:nvSpPr>
          <p:spPr>
            <a:xfrm>
              <a:off x="-225640" y="1480032"/>
              <a:ext cx="8923314" cy="89188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9B2B"/>
              </a:solidFill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7868102" y="1386262"/>
              <a:ext cx="1086462" cy="1086462"/>
            </a:xfrm>
            <a:prstGeom prst="ellipse">
              <a:avLst/>
            </a:prstGeom>
            <a:blipFill>
              <a:blip r:embed="rId3"/>
              <a:tile tx="0" ty="0" sx="100000" sy="100000" flip="none" algn="tl"/>
            </a:blipFill>
            <a:ln w="76200">
              <a:solidFill>
                <a:srgbClr val="967758">
                  <a:alpha val="32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755321"/>
                </a:solidFill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8036871" y="1498779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755321"/>
                  </a:solidFill>
                </a:rPr>
                <a:t>叁</a:t>
              </a:r>
              <a:endParaRPr lang="zh-CN" altLang="en-US" sz="4400" dirty="0">
                <a:solidFill>
                  <a:srgbClr val="755321"/>
                </a:solidFill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2119298" y="1583614"/>
              <a:ext cx="541287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err="1"/>
                <a:t>Loem</a:t>
              </a:r>
              <a:r>
                <a:rPr lang="en-US" altLang="zh-CN" sz="1400" dirty="0"/>
                <a:t> ipsum dolor </a:t>
              </a:r>
              <a:r>
                <a:rPr lang="en-US" altLang="zh-CN" sz="1400" dirty="0" err="1"/>
                <a:t>sameman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tanam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casectetur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adipiscing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elit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tamam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dalam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qoue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sampe</a:t>
              </a:r>
              <a:r>
                <a:rPr lang="en-US" altLang="zh-CN" sz="1400" dirty="0"/>
                <a:t>. </a:t>
              </a:r>
              <a:r>
                <a:rPr lang="en-US" altLang="zh-CN" sz="1400" dirty="0" err="1"/>
                <a:t>Loem</a:t>
              </a:r>
              <a:r>
                <a:rPr lang="en-US" altLang="zh-CN" sz="1400" dirty="0"/>
                <a:t> ipsum dolor </a:t>
              </a:r>
              <a:r>
                <a:rPr lang="en-US" altLang="zh-CN" sz="1400" dirty="0" err="1"/>
                <a:t>sameman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tanam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casectetur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adipiscing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elit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tamam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dalam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qoue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sampe</a:t>
              </a:r>
              <a:r>
                <a:rPr lang="en-US" altLang="zh-CN" sz="1400" dirty="0"/>
                <a:t>. </a:t>
              </a:r>
              <a:endParaRPr lang="zh-CN" altLang="en-US" sz="1400" dirty="0"/>
            </a:p>
            <a:p>
              <a:endParaRPr lang="zh-CN" altLang="en-US" sz="1400" dirty="0">
                <a:solidFill>
                  <a:srgbClr val="75532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" y="2640675"/>
            <a:ext cx="12191997" cy="4229099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712485" y="1482129"/>
            <a:ext cx="2822647" cy="4978400"/>
            <a:chOff x="712485" y="1482129"/>
            <a:chExt cx="2822647" cy="4978400"/>
          </a:xfrm>
        </p:grpSpPr>
        <p:sp>
          <p:nvSpPr>
            <p:cNvPr id="2" name="矩形 1"/>
            <p:cNvSpPr/>
            <p:nvPr/>
          </p:nvSpPr>
          <p:spPr>
            <a:xfrm>
              <a:off x="1041401" y="1482129"/>
              <a:ext cx="2493731" cy="4978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712485" y="1748230"/>
              <a:ext cx="2235200" cy="444500"/>
              <a:chOff x="2000855" y="1812329"/>
              <a:chExt cx="2235200" cy="444500"/>
            </a:xfrm>
          </p:grpSpPr>
          <p:sp>
            <p:nvSpPr>
              <p:cNvPr id="27" name="矩形: 圆角 26"/>
              <p:cNvSpPr/>
              <p:nvPr/>
            </p:nvSpPr>
            <p:spPr>
              <a:xfrm>
                <a:off x="2000855" y="1812329"/>
                <a:ext cx="2235200" cy="444500"/>
              </a:xfrm>
              <a:prstGeom prst="roundRect">
                <a:avLst>
                  <a:gd name="adj" fmla="val 50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2124730" y="1849053"/>
                <a:ext cx="20546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ADD YOUR TITLE</a:t>
                </a:r>
                <a:endParaRPr lang="zh-CN" altLang="en-US" sz="1600" dirty="0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467028" y="2769451"/>
              <a:ext cx="1564723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424773" y="719096"/>
            <a:ext cx="2635251" cy="4978400"/>
            <a:chOff x="4424773" y="719096"/>
            <a:chExt cx="2635251" cy="4978400"/>
          </a:xfrm>
        </p:grpSpPr>
        <p:sp>
          <p:nvSpPr>
            <p:cNvPr id="36" name="矩形 35"/>
            <p:cNvSpPr/>
            <p:nvPr/>
          </p:nvSpPr>
          <p:spPr>
            <a:xfrm>
              <a:off x="4710096" y="719096"/>
              <a:ext cx="2349928" cy="4978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4424773" y="965836"/>
              <a:ext cx="2235200" cy="444500"/>
              <a:chOff x="2000855" y="1812329"/>
              <a:chExt cx="2235200" cy="444500"/>
            </a:xfrm>
          </p:grpSpPr>
          <p:sp>
            <p:nvSpPr>
              <p:cNvPr id="30" name="矩形: 圆角 29"/>
              <p:cNvSpPr/>
              <p:nvPr/>
            </p:nvSpPr>
            <p:spPr>
              <a:xfrm>
                <a:off x="2000855" y="1812329"/>
                <a:ext cx="2235200" cy="444500"/>
              </a:xfrm>
              <a:prstGeom prst="roundRect">
                <a:avLst>
                  <a:gd name="adj" fmla="val 50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2124730" y="1849053"/>
                <a:ext cx="20546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ADD YOUR TITLE</a:t>
                </a:r>
                <a:endParaRPr lang="zh-CN" altLang="en-US" sz="1600" dirty="0"/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5095250" y="2021838"/>
              <a:ext cx="1564723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070673" y="1149511"/>
            <a:ext cx="2635169" cy="4978400"/>
            <a:chOff x="8070673" y="1149511"/>
            <a:chExt cx="2635169" cy="4978400"/>
          </a:xfrm>
        </p:grpSpPr>
        <p:sp>
          <p:nvSpPr>
            <p:cNvPr id="21" name="矩形 20"/>
            <p:cNvSpPr/>
            <p:nvPr/>
          </p:nvSpPr>
          <p:spPr>
            <a:xfrm>
              <a:off x="8355914" y="1149511"/>
              <a:ext cx="2349928" cy="4978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8070673" y="1558756"/>
              <a:ext cx="2235200" cy="444500"/>
              <a:chOff x="2000855" y="1812329"/>
              <a:chExt cx="2235200" cy="444500"/>
            </a:xfrm>
          </p:grpSpPr>
          <p:sp>
            <p:nvSpPr>
              <p:cNvPr id="33" name="矩形: 圆角 32"/>
              <p:cNvSpPr/>
              <p:nvPr/>
            </p:nvSpPr>
            <p:spPr>
              <a:xfrm>
                <a:off x="2000855" y="1812329"/>
                <a:ext cx="2235200" cy="444500"/>
              </a:xfrm>
              <a:prstGeom prst="roundRect">
                <a:avLst>
                  <a:gd name="adj" fmla="val 50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2124730" y="1849053"/>
                <a:ext cx="20546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ADD YOUR TITLE</a:t>
                </a:r>
                <a:endParaRPr lang="zh-CN" altLang="en-US" sz="1600" dirty="0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8741150" y="2478410"/>
              <a:ext cx="1564723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48841"/>
            <a:ext cx="12191999" cy="2514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628901"/>
            <a:ext cx="12191999" cy="4229099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041400" y="695253"/>
            <a:ext cx="10133391" cy="2339509"/>
            <a:chOff x="1041400" y="695253"/>
            <a:chExt cx="10133391" cy="2339509"/>
          </a:xfrm>
        </p:grpSpPr>
        <p:sp>
          <p:nvSpPr>
            <p:cNvPr id="2" name="矩形 1"/>
            <p:cNvSpPr/>
            <p:nvPr/>
          </p:nvSpPr>
          <p:spPr>
            <a:xfrm>
              <a:off x="1041400" y="876300"/>
              <a:ext cx="10133391" cy="2158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1286272" y="695253"/>
              <a:ext cx="2235200" cy="444500"/>
              <a:chOff x="2000855" y="1812329"/>
              <a:chExt cx="2235200" cy="4445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2000855" y="1812329"/>
                <a:ext cx="2235200" cy="444500"/>
              </a:xfrm>
              <a:prstGeom prst="roundRect">
                <a:avLst>
                  <a:gd name="adj" fmla="val 50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2124730" y="1849053"/>
                <a:ext cx="20546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ADD YOUR TITLE</a:t>
                </a:r>
                <a:endParaRPr lang="zh-CN" altLang="en-US" sz="1600" dirty="0"/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433362" y="1609610"/>
              <a:ext cx="907867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  <a:p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  <a:p>
              <a:endParaRPr lang="zh-CN" altLang="en-US" sz="1600" dirty="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9304" y="3490884"/>
            <a:ext cx="10133391" cy="2338949"/>
            <a:chOff x="1029304" y="3490884"/>
            <a:chExt cx="10133391" cy="2338949"/>
          </a:xfrm>
        </p:grpSpPr>
        <p:sp>
          <p:nvSpPr>
            <p:cNvPr id="22" name="矩形 21"/>
            <p:cNvSpPr/>
            <p:nvPr/>
          </p:nvSpPr>
          <p:spPr>
            <a:xfrm>
              <a:off x="1029304" y="3671371"/>
              <a:ext cx="10133391" cy="2158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8481986" y="3490884"/>
              <a:ext cx="2235200" cy="444500"/>
              <a:chOff x="2000855" y="1812329"/>
              <a:chExt cx="2235200" cy="444500"/>
            </a:xfrm>
          </p:grpSpPr>
          <p:sp>
            <p:nvSpPr>
              <p:cNvPr id="24" name="矩形: 圆角 23"/>
              <p:cNvSpPr/>
              <p:nvPr/>
            </p:nvSpPr>
            <p:spPr>
              <a:xfrm>
                <a:off x="2000855" y="1812329"/>
                <a:ext cx="2235200" cy="444500"/>
              </a:xfrm>
              <a:prstGeom prst="roundRect">
                <a:avLst>
                  <a:gd name="adj" fmla="val 50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2124730" y="1849053"/>
                <a:ext cx="20546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ADD YOUR TITLE</a:t>
                </a:r>
                <a:endParaRPr lang="zh-CN" altLang="en-US" sz="1600" dirty="0"/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1421266" y="4317597"/>
              <a:ext cx="907867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  <a:p>
              <a:r>
                <a:rPr lang="en-US" altLang="zh-CN" sz="1600" dirty="0" err="1"/>
                <a:t>Loem</a:t>
              </a:r>
              <a:r>
                <a:rPr lang="en-US" altLang="zh-CN" sz="1600" dirty="0"/>
                <a:t> ipsum dolor </a:t>
              </a:r>
              <a:r>
                <a:rPr lang="en-US" altLang="zh-CN" sz="1600" dirty="0" err="1"/>
                <a:t>sameman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tanam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casectetur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adipiscing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elit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tamam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dalam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qoue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sampe</a:t>
              </a:r>
              <a:r>
                <a:rPr lang="en-US" altLang="zh-CN" sz="1600" dirty="0"/>
                <a:t>. </a:t>
              </a:r>
              <a:endParaRPr lang="zh-CN" altLang="en-US" sz="1600" dirty="0"/>
            </a:p>
            <a:p>
              <a:endParaRPr lang="zh-CN" altLang="en-US" sz="1600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63355"/>
            <a:ext cx="12191999" cy="2514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6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0" y="754"/>
            <a:ext cx="12208266" cy="2517955"/>
          </a:xfrm>
          <a:prstGeom prst="rect">
            <a:avLst/>
          </a:prstGeom>
        </p:spPr>
      </p:pic>
      <p:sp>
        <p:nvSpPr>
          <p:cNvPr id="31" name="TextBox 26"/>
          <p:cNvSpPr txBox="1"/>
          <p:nvPr/>
        </p:nvSpPr>
        <p:spPr>
          <a:xfrm>
            <a:off x="338986" y="2422700"/>
            <a:ext cx="6357831" cy="26495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11500" b="1" dirty="0">
                <a:solidFill>
                  <a:schemeClr val="bg1">
                    <a:alpha val="29000"/>
                  </a:schemeClr>
                </a:solidFill>
                <a:latin typeface="Bebas Neue" charset="0"/>
                <a:ea typeface="Bebas Neue" charset="0"/>
                <a:cs typeface="Bebas Neue" charset="0"/>
              </a:rPr>
              <a:t>START</a:t>
            </a:r>
            <a:endParaRPr lang="en-US" sz="11500" b="1" dirty="0">
              <a:solidFill>
                <a:schemeClr val="bg1">
                  <a:alpha val="29000"/>
                </a:schemeClr>
              </a:solidFill>
              <a:latin typeface="Bebas Neue" charset="0"/>
              <a:ea typeface="Bebas Neue" charset="0"/>
              <a:cs typeface="Bebas Neue" charset="0"/>
            </a:endParaRPr>
          </a:p>
          <a:p>
            <a:pPr>
              <a:lnSpc>
                <a:spcPct val="70000"/>
              </a:lnSpc>
            </a:pPr>
            <a:r>
              <a:rPr lang="en-US" sz="11500" b="1" dirty="0">
                <a:solidFill>
                  <a:schemeClr val="bg1">
                    <a:alpha val="29000"/>
                  </a:schemeClr>
                </a:solidFill>
                <a:latin typeface="Bebas Neue" charset="0"/>
                <a:ea typeface="Bebas Neue" charset="0"/>
                <a:cs typeface="Bebas Neue" charset="0"/>
              </a:rPr>
              <a:t>TIME LINE</a:t>
            </a:r>
            <a:endParaRPr lang="en-US" sz="11500" b="1" dirty="0">
              <a:solidFill>
                <a:schemeClr val="bg1">
                  <a:alpha val="29000"/>
                </a:schemeClr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32" name="Group 23"/>
          <p:cNvGrpSpPr/>
          <p:nvPr/>
        </p:nvGrpSpPr>
        <p:grpSpPr>
          <a:xfrm>
            <a:off x="7865633" y="1946221"/>
            <a:ext cx="2945803" cy="1050426"/>
            <a:chOff x="7865633" y="1946221"/>
            <a:chExt cx="2945803" cy="1050426"/>
          </a:xfrm>
        </p:grpSpPr>
        <p:sp>
          <p:nvSpPr>
            <p:cNvPr id="33" name="TextBox 13"/>
            <p:cNvSpPr txBox="1"/>
            <p:nvPr/>
          </p:nvSpPr>
          <p:spPr>
            <a:xfrm>
              <a:off x="7865634" y="2461116"/>
              <a:ext cx="2945802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 err="1">
                  <a:latin typeface="Playfair Display" charset="0"/>
                  <a:ea typeface="Playfair Display" charset="0"/>
                  <a:cs typeface="Playfair Display" charset="0"/>
                </a:rPr>
                <a:t>Lorem</a:t>
              </a:r>
              <a:r>
                <a:rPr lang="en-US" sz="1200" dirty="0">
                  <a:latin typeface="Playfair Display" charset="0"/>
                  <a:ea typeface="Playfair Display" charset="0"/>
                  <a:cs typeface="Playfair Display" charset="0"/>
                </a:rPr>
                <a:t> </a:t>
              </a:r>
              <a:r>
                <a:rPr lang="en-US" sz="1200" dirty="0" err="1">
                  <a:latin typeface="Playfair Display" charset="0"/>
                  <a:ea typeface="Playfair Display" charset="0"/>
                  <a:cs typeface="Playfair Display" charset="0"/>
                </a:rPr>
                <a:t>Ipsum</a:t>
              </a:r>
              <a:r>
                <a:rPr lang="en-US" sz="1200" dirty="0">
                  <a:latin typeface="Playfair Display" charset="0"/>
                  <a:ea typeface="Playfair Display" charset="0"/>
                  <a:cs typeface="Playfair Display" charset="0"/>
                </a:rPr>
                <a:t> is simply dummy text of the printing and typesetting industry. </a:t>
              </a:r>
              <a:endParaRPr lang="en-US" sz="1200" dirty="0">
                <a:latin typeface="Playfair Display" charset="0"/>
                <a:ea typeface="Playfair Display" charset="0"/>
                <a:cs typeface="Playfair Display" charset="0"/>
              </a:endParaRPr>
            </a:p>
          </p:txBody>
        </p:sp>
        <p:sp>
          <p:nvSpPr>
            <p:cNvPr id="34" name="Title 4"/>
            <p:cNvSpPr txBox="1"/>
            <p:nvPr/>
          </p:nvSpPr>
          <p:spPr>
            <a:xfrm>
              <a:off x="7865633" y="1946221"/>
              <a:ext cx="2945802" cy="370097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/>
                  </a:solidFill>
                  <a:latin typeface="Playfair Display Black" charset="0"/>
                  <a:ea typeface="Playfair Display Black" charset="0"/>
                  <a:cs typeface="Playfair Display Black" charset="0"/>
                </a:defRPr>
              </a:lvl1pPr>
            </a:lstStyle>
            <a:p>
              <a:pPr algn="l"/>
              <a:r>
                <a:rPr lang="en-US" sz="2000" dirty="0"/>
                <a:t>Dec 2019</a:t>
              </a:r>
              <a:endParaRPr lang="en-US" sz="2000" dirty="0"/>
            </a:p>
          </p:txBody>
        </p:sp>
        <p:cxnSp>
          <p:nvCxnSpPr>
            <p:cNvPr id="35" name="Straight Connector 15"/>
            <p:cNvCxnSpPr/>
            <p:nvPr/>
          </p:nvCxnSpPr>
          <p:spPr>
            <a:xfrm>
              <a:off x="7969940" y="2360535"/>
              <a:ext cx="613064" cy="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24"/>
          <p:cNvGrpSpPr/>
          <p:nvPr/>
        </p:nvGrpSpPr>
        <p:grpSpPr>
          <a:xfrm>
            <a:off x="7865633" y="3361069"/>
            <a:ext cx="2945803" cy="1050426"/>
            <a:chOff x="7865633" y="1946221"/>
            <a:chExt cx="2945803" cy="1050426"/>
          </a:xfrm>
        </p:grpSpPr>
        <p:sp>
          <p:nvSpPr>
            <p:cNvPr id="48" name="TextBox 25"/>
            <p:cNvSpPr txBox="1"/>
            <p:nvPr/>
          </p:nvSpPr>
          <p:spPr>
            <a:xfrm>
              <a:off x="7865634" y="2461116"/>
              <a:ext cx="2945802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 err="1">
                  <a:latin typeface="Playfair Display" charset="0"/>
                  <a:ea typeface="Playfair Display" charset="0"/>
                  <a:cs typeface="Playfair Display" charset="0"/>
                </a:rPr>
                <a:t>Lorem</a:t>
              </a:r>
              <a:r>
                <a:rPr lang="en-US" sz="1200" dirty="0">
                  <a:latin typeface="Playfair Display" charset="0"/>
                  <a:ea typeface="Playfair Display" charset="0"/>
                  <a:cs typeface="Playfair Display" charset="0"/>
                </a:rPr>
                <a:t> </a:t>
              </a:r>
              <a:r>
                <a:rPr lang="en-US" sz="1200" dirty="0" err="1">
                  <a:latin typeface="Playfair Display" charset="0"/>
                  <a:ea typeface="Playfair Display" charset="0"/>
                  <a:cs typeface="Playfair Display" charset="0"/>
                </a:rPr>
                <a:t>Ipsum</a:t>
              </a:r>
              <a:r>
                <a:rPr lang="en-US" sz="1200" dirty="0">
                  <a:latin typeface="Playfair Display" charset="0"/>
                  <a:ea typeface="Playfair Display" charset="0"/>
                  <a:cs typeface="Playfair Display" charset="0"/>
                </a:rPr>
                <a:t> is simply dummy text of the printing and typesetting industry. </a:t>
              </a:r>
              <a:endParaRPr lang="en-US" sz="1200" dirty="0">
                <a:latin typeface="Playfair Display" charset="0"/>
                <a:ea typeface="Playfair Display" charset="0"/>
                <a:cs typeface="Playfair Display" charset="0"/>
              </a:endParaRPr>
            </a:p>
          </p:txBody>
        </p:sp>
        <p:sp>
          <p:nvSpPr>
            <p:cNvPr id="49" name="Title 4"/>
            <p:cNvSpPr txBox="1"/>
            <p:nvPr/>
          </p:nvSpPr>
          <p:spPr>
            <a:xfrm>
              <a:off x="7865633" y="1946221"/>
              <a:ext cx="2945802" cy="370097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/>
                  </a:solidFill>
                  <a:latin typeface="Playfair Display Black" charset="0"/>
                  <a:ea typeface="Playfair Display Black" charset="0"/>
                  <a:cs typeface="Playfair Display Black" charset="0"/>
                </a:defRPr>
              </a:lvl1pPr>
            </a:lstStyle>
            <a:p>
              <a:pPr algn="l"/>
              <a:r>
                <a:rPr lang="en-US" sz="2000" dirty="0"/>
                <a:t>Dec 2019</a:t>
              </a:r>
              <a:endParaRPr lang="en-US" sz="2000" dirty="0"/>
            </a:p>
          </p:txBody>
        </p:sp>
        <p:cxnSp>
          <p:nvCxnSpPr>
            <p:cNvPr id="50" name="Straight Connector 27"/>
            <p:cNvCxnSpPr/>
            <p:nvPr/>
          </p:nvCxnSpPr>
          <p:spPr>
            <a:xfrm>
              <a:off x="7969940" y="2360535"/>
              <a:ext cx="613064" cy="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28"/>
          <p:cNvGrpSpPr/>
          <p:nvPr/>
        </p:nvGrpSpPr>
        <p:grpSpPr>
          <a:xfrm>
            <a:off x="7865633" y="4775917"/>
            <a:ext cx="2945803" cy="1050426"/>
            <a:chOff x="7865633" y="1946221"/>
            <a:chExt cx="2945803" cy="1050426"/>
          </a:xfrm>
        </p:grpSpPr>
        <p:sp>
          <p:nvSpPr>
            <p:cNvPr id="52" name="TextBox 29"/>
            <p:cNvSpPr txBox="1"/>
            <p:nvPr/>
          </p:nvSpPr>
          <p:spPr>
            <a:xfrm>
              <a:off x="7865634" y="2461116"/>
              <a:ext cx="2945802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 err="1">
                  <a:latin typeface="Playfair Display" charset="0"/>
                  <a:ea typeface="Playfair Display" charset="0"/>
                  <a:cs typeface="Playfair Display" charset="0"/>
                </a:rPr>
                <a:t>Lorem</a:t>
              </a:r>
              <a:r>
                <a:rPr lang="en-US" sz="1200" dirty="0">
                  <a:latin typeface="Playfair Display" charset="0"/>
                  <a:ea typeface="Playfair Display" charset="0"/>
                  <a:cs typeface="Playfair Display" charset="0"/>
                </a:rPr>
                <a:t> </a:t>
              </a:r>
              <a:r>
                <a:rPr lang="en-US" sz="1200" dirty="0" err="1">
                  <a:latin typeface="Playfair Display" charset="0"/>
                  <a:ea typeface="Playfair Display" charset="0"/>
                  <a:cs typeface="Playfair Display" charset="0"/>
                </a:rPr>
                <a:t>Ipsum</a:t>
              </a:r>
              <a:r>
                <a:rPr lang="en-US" sz="1200" dirty="0">
                  <a:latin typeface="Playfair Display" charset="0"/>
                  <a:ea typeface="Playfair Display" charset="0"/>
                  <a:cs typeface="Playfair Display" charset="0"/>
                </a:rPr>
                <a:t> is simply dummy text of the printing and typesetting industry. </a:t>
              </a:r>
              <a:endParaRPr lang="en-US" sz="1200" dirty="0">
                <a:latin typeface="Playfair Display" charset="0"/>
                <a:ea typeface="Playfair Display" charset="0"/>
                <a:cs typeface="Playfair Display" charset="0"/>
              </a:endParaRPr>
            </a:p>
          </p:txBody>
        </p:sp>
        <p:sp>
          <p:nvSpPr>
            <p:cNvPr id="53" name="Title 4"/>
            <p:cNvSpPr txBox="1"/>
            <p:nvPr/>
          </p:nvSpPr>
          <p:spPr>
            <a:xfrm>
              <a:off x="7865633" y="1946221"/>
              <a:ext cx="2945802" cy="370097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/>
                  </a:solidFill>
                  <a:latin typeface="Playfair Display Black" charset="0"/>
                  <a:ea typeface="Playfair Display Black" charset="0"/>
                  <a:cs typeface="Playfair Display Black" charset="0"/>
                </a:defRPr>
              </a:lvl1pPr>
            </a:lstStyle>
            <a:p>
              <a:pPr algn="l"/>
              <a:r>
                <a:rPr lang="en-US" sz="2000" dirty="0"/>
                <a:t>Dec 2019</a:t>
              </a:r>
              <a:endParaRPr lang="en-US" sz="2000" dirty="0"/>
            </a:p>
          </p:txBody>
        </p:sp>
        <p:cxnSp>
          <p:nvCxnSpPr>
            <p:cNvPr id="54" name="Straight Connector 31"/>
            <p:cNvCxnSpPr/>
            <p:nvPr/>
          </p:nvCxnSpPr>
          <p:spPr>
            <a:xfrm>
              <a:off x="7969940" y="2360535"/>
              <a:ext cx="613064" cy="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/>
        </p:nvGrpSpPr>
        <p:grpSpPr>
          <a:xfrm>
            <a:off x="7250654" y="2012478"/>
            <a:ext cx="237581" cy="4845522"/>
            <a:chOff x="7250654" y="2012478"/>
            <a:chExt cx="237581" cy="4845522"/>
          </a:xfrm>
        </p:grpSpPr>
        <p:grpSp>
          <p:nvGrpSpPr>
            <p:cNvPr id="56" name="Group 19"/>
            <p:cNvGrpSpPr/>
            <p:nvPr/>
          </p:nvGrpSpPr>
          <p:grpSpPr>
            <a:xfrm>
              <a:off x="7250654" y="2012478"/>
              <a:ext cx="237581" cy="237581"/>
              <a:chOff x="7250654" y="2012478"/>
              <a:chExt cx="237581" cy="237581"/>
            </a:xfrm>
          </p:grpSpPr>
          <p:sp>
            <p:nvSpPr>
              <p:cNvPr id="66" name="Oval 16"/>
              <p:cNvSpPr/>
              <p:nvPr/>
            </p:nvSpPr>
            <p:spPr>
              <a:xfrm>
                <a:off x="7250654" y="2012478"/>
                <a:ext cx="237581" cy="237581"/>
              </a:xfrm>
              <a:prstGeom prst="ellipse">
                <a:avLst/>
              </a:prstGeom>
              <a:noFill/>
              <a:ln>
                <a:solidFill>
                  <a:srgbClr val="E8CD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Oval 17"/>
              <p:cNvSpPr/>
              <p:nvPr/>
            </p:nvSpPr>
            <p:spPr>
              <a:xfrm>
                <a:off x="7288308" y="2050133"/>
                <a:ext cx="162271" cy="162271"/>
              </a:xfrm>
              <a:prstGeom prst="ellipse">
                <a:avLst/>
              </a:prstGeom>
              <a:solidFill>
                <a:srgbClr val="E8CD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7" name="Group 20"/>
            <p:cNvGrpSpPr/>
            <p:nvPr/>
          </p:nvGrpSpPr>
          <p:grpSpPr>
            <a:xfrm>
              <a:off x="7250654" y="3434343"/>
              <a:ext cx="237581" cy="237581"/>
              <a:chOff x="7250654" y="2012478"/>
              <a:chExt cx="237581" cy="237581"/>
            </a:xfrm>
          </p:grpSpPr>
          <p:sp>
            <p:nvSpPr>
              <p:cNvPr id="64" name="Oval 21"/>
              <p:cNvSpPr/>
              <p:nvPr/>
            </p:nvSpPr>
            <p:spPr>
              <a:xfrm>
                <a:off x="7250654" y="2012478"/>
                <a:ext cx="237581" cy="237581"/>
              </a:xfrm>
              <a:prstGeom prst="ellipse">
                <a:avLst/>
              </a:prstGeom>
              <a:noFill/>
              <a:ln>
                <a:solidFill>
                  <a:srgbClr val="FFE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22"/>
              <p:cNvSpPr/>
              <p:nvPr/>
            </p:nvSpPr>
            <p:spPr>
              <a:xfrm>
                <a:off x="7288308" y="2050133"/>
                <a:ext cx="162271" cy="162271"/>
              </a:xfrm>
              <a:prstGeom prst="ellipse">
                <a:avLst/>
              </a:prstGeom>
              <a:solidFill>
                <a:srgbClr val="FFEE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32"/>
            <p:cNvGrpSpPr/>
            <p:nvPr/>
          </p:nvGrpSpPr>
          <p:grpSpPr>
            <a:xfrm>
              <a:off x="7250654" y="4842174"/>
              <a:ext cx="237581" cy="237581"/>
              <a:chOff x="7250654" y="2012478"/>
              <a:chExt cx="237581" cy="237581"/>
            </a:xfrm>
          </p:grpSpPr>
          <p:sp>
            <p:nvSpPr>
              <p:cNvPr id="62" name="Oval 33"/>
              <p:cNvSpPr/>
              <p:nvPr/>
            </p:nvSpPr>
            <p:spPr>
              <a:xfrm>
                <a:off x="7250654" y="2012478"/>
                <a:ext cx="237581" cy="237581"/>
              </a:xfrm>
              <a:prstGeom prst="ellipse">
                <a:avLst/>
              </a:prstGeom>
              <a:noFill/>
              <a:ln>
                <a:solidFill>
                  <a:srgbClr val="E8CD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Oval 34"/>
              <p:cNvSpPr/>
              <p:nvPr/>
            </p:nvSpPr>
            <p:spPr>
              <a:xfrm>
                <a:off x="7288308" y="2050133"/>
                <a:ext cx="162271" cy="162271"/>
              </a:xfrm>
              <a:prstGeom prst="ellipse">
                <a:avLst/>
              </a:prstGeom>
              <a:solidFill>
                <a:srgbClr val="E8CD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9" name="Straight Connector 36"/>
            <p:cNvCxnSpPr>
              <a:stCxn id="66" idx="4"/>
              <a:endCxn id="64" idx="0"/>
            </p:cNvCxnSpPr>
            <p:nvPr/>
          </p:nvCxnSpPr>
          <p:spPr>
            <a:xfrm>
              <a:off x="7369445" y="2250059"/>
              <a:ext cx="0" cy="1184284"/>
            </a:xfrm>
            <a:prstGeom prst="line">
              <a:avLst/>
            </a:prstGeom>
            <a:ln>
              <a:solidFill>
                <a:srgbClr val="FFEE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37"/>
            <p:cNvCxnSpPr>
              <a:stCxn id="64" idx="4"/>
              <a:endCxn id="62" idx="0"/>
            </p:cNvCxnSpPr>
            <p:nvPr/>
          </p:nvCxnSpPr>
          <p:spPr>
            <a:xfrm>
              <a:off x="7369445" y="3671924"/>
              <a:ext cx="0" cy="1170250"/>
            </a:xfrm>
            <a:prstGeom prst="line">
              <a:avLst/>
            </a:prstGeom>
            <a:ln>
              <a:solidFill>
                <a:srgbClr val="FFEE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0"/>
            <p:cNvCxnSpPr>
              <a:stCxn id="62" idx="4"/>
            </p:cNvCxnSpPr>
            <p:nvPr/>
          </p:nvCxnSpPr>
          <p:spPr>
            <a:xfrm>
              <a:off x="7369445" y="5079755"/>
              <a:ext cx="0" cy="1778245"/>
            </a:xfrm>
            <a:prstGeom prst="line">
              <a:avLst/>
            </a:prstGeom>
            <a:ln>
              <a:solidFill>
                <a:srgbClr val="FFEE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 tmFilter="0,0; .5, 1; 1, 1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49"/>
                                </p:stCondLst>
                                <p:childTnLst>
                                  <p:par>
                                    <p:cTn id="18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0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nodeType="withEffect" p14:presetBounceEnd="5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7" dur="1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8" dur="1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nodeType="withEffect" p14:presetBounceEnd="5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 tmFilter="0,0; .5, 1; 1, 1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49"/>
                                </p:stCondLst>
                                <p:childTnLst>
                                  <p:par>
                                    <p:cTn id="18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0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26"/>
          <p:cNvSpPr txBox="1"/>
          <p:nvPr/>
        </p:nvSpPr>
        <p:spPr>
          <a:xfrm>
            <a:off x="387016" y="1404095"/>
            <a:ext cx="6357831" cy="26495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ct val="70000"/>
              </a:lnSpc>
              <a:defRPr sz="11500" b="1">
                <a:solidFill>
                  <a:schemeClr val="bg1">
                    <a:alpha val="29000"/>
                  </a:schemeClr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r>
              <a:rPr lang="en-US" altLang="zh-CN" dirty="0"/>
              <a:t>END</a:t>
            </a:r>
            <a:endParaRPr lang="en-US" altLang="zh-CN" dirty="0"/>
          </a:p>
          <a:p>
            <a:r>
              <a:rPr lang="en-US" altLang="zh-CN" dirty="0"/>
              <a:t>TIME LINE</a:t>
            </a:r>
            <a:endParaRPr lang="en-US" altLang="zh-CN" dirty="0"/>
          </a:p>
        </p:txBody>
      </p:sp>
      <p:grpSp>
        <p:nvGrpSpPr>
          <p:cNvPr id="29" name="Group 11"/>
          <p:cNvGrpSpPr/>
          <p:nvPr/>
        </p:nvGrpSpPr>
        <p:grpSpPr>
          <a:xfrm>
            <a:off x="7894661" y="1031821"/>
            <a:ext cx="2945803" cy="1050426"/>
            <a:chOff x="7865633" y="1946221"/>
            <a:chExt cx="2945803" cy="1050426"/>
          </a:xfrm>
        </p:grpSpPr>
        <p:sp>
          <p:nvSpPr>
            <p:cNvPr id="30" name="TextBox 12"/>
            <p:cNvSpPr txBox="1"/>
            <p:nvPr/>
          </p:nvSpPr>
          <p:spPr>
            <a:xfrm>
              <a:off x="7865634" y="2461116"/>
              <a:ext cx="2945802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 err="1">
                  <a:latin typeface="Playfair Display" charset="0"/>
                  <a:ea typeface="Playfair Display" charset="0"/>
                  <a:cs typeface="Playfair Display" charset="0"/>
                </a:rPr>
                <a:t>Lorem</a:t>
              </a:r>
              <a:r>
                <a:rPr lang="en-US" sz="1200" dirty="0">
                  <a:latin typeface="Playfair Display" charset="0"/>
                  <a:ea typeface="Playfair Display" charset="0"/>
                  <a:cs typeface="Playfair Display" charset="0"/>
                </a:rPr>
                <a:t> </a:t>
              </a:r>
              <a:r>
                <a:rPr lang="en-US" sz="1200" dirty="0" err="1">
                  <a:latin typeface="Playfair Display" charset="0"/>
                  <a:ea typeface="Playfair Display" charset="0"/>
                  <a:cs typeface="Playfair Display" charset="0"/>
                </a:rPr>
                <a:t>Ipsum</a:t>
              </a:r>
              <a:r>
                <a:rPr lang="en-US" sz="1200" dirty="0">
                  <a:latin typeface="Playfair Display" charset="0"/>
                  <a:ea typeface="Playfair Display" charset="0"/>
                  <a:cs typeface="Playfair Display" charset="0"/>
                </a:rPr>
                <a:t> is simply dummy text of the printing and typesetting industry. </a:t>
              </a:r>
              <a:endParaRPr lang="en-US" sz="1200" dirty="0">
                <a:latin typeface="Playfair Display" charset="0"/>
                <a:ea typeface="Playfair Display" charset="0"/>
                <a:cs typeface="Playfair Display" charset="0"/>
              </a:endParaRPr>
            </a:p>
          </p:txBody>
        </p:sp>
        <p:sp>
          <p:nvSpPr>
            <p:cNvPr id="36" name="Title 4"/>
            <p:cNvSpPr txBox="1"/>
            <p:nvPr/>
          </p:nvSpPr>
          <p:spPr>
            <a:xfrm>
              <a:off x="7865633" y="1946221"/>
              <a:ext cx="2945802" cy="370097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/>
                  </a:solidFill>
                  <a:latin typeface="Playfair Display Black" charset="0"/>
                  <a:ea typeface="Playfair Display Black" charset="0"/>
                  <a:cs typeface="Playfair Display Black" charset="0"/>
                </a:defRPr>
              </a:lvl1pPr>
            </a:lstStyle>
            <a:p>
              <a:pPr algn="l"/>
              <a:r>
                <a:rPr lang="en-US" sz="2000" dirty="0"/>
                <a:t>Dec 2012</a:t>
              </a:r>
              <a:endParaRPr lang="en-US" sz="2000" dirty="0"/>
            </a:p>
          </p:txBody>
        </p:sp>
        <p:cxnSp>
          <p:nvCxnSpPr>
            <p:cNvPr id="38" name="Straight Connector 14"/>
            <p:cNvCxnSpPr/>
            <p:nvPr/>
          </p:nvCxnSpPr>
          <p:spPr>
            <a:xfrm>
              <a:off x="7969940" y="2360535"/>
              <a:ext cx="613064" cy="0"/>
            </a:xfrm>
            <a:prstGeom prst="line">
              <a:avLst/>
            </a:prstGeom>
            <a:ln>
              <a:solidFill>
                <a:srgbClr val="FFEED9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21"/>
          <p:cNvGrpSpPr/>
          <p:nvPr/>
        </p:nvGrpSpPr>
        <p:grpSpPr>
          <a:xfrm>
            <a:off x="7894661" y="2446669"/>
            <a:ext cx="2945803" cy="1050426"/>
            <a:chOff x="7865633" y="1946221"/>
            <a:chExt cx="2945803" cy="1050426"/>
          </a:xfrm>
        </p:grpSpPr>
        <p:sp>
          <p:nvSpPr>
            <p:cNvPr id="40" name="TextBox 22"/>
            <p:cNvSpPr txBox="1"/>
            <p:nvPr/>
          </p:nvSpPr>
          <p:spPr>
            <a:xfrm>
              <a:off x="7865634" y="2461116"/>
              <a:ext cx="2945802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 err="1">
                  <a:latin typeface="Playfair Display" charset="0"/>
                  <a:ea typeface="Playfair Display" charset="0"/>
                  <a:cs typeface="Playfair Display" charset="0"/>
                </a:rPr>
                <a:t>Lorem</a:t>
              </a:r>
              <a:r>
                <a:rPr lang="en-US" sz="1200" dirty="0">
                  <a:latin typeface="Playfair Display" charset="0"/>
                  <a:ea typeface="Playfair Display" charset="0"/>
                  <a:cs typeface="Playfair Display" charset="0"/>
                </a:rPr>
                <a:t> </a:t>
              </a:r>
              <a:r>
                <a:rPr lang="en-US" sz="1200" dirty="0" err="1">
                  <a:latin typeface="Playfair Display" charset="0"/>
                  <a:ea typeface="Playfair Display" charset="0"/>
                  <a:cs typeface="Playfair Display" charset="0"/>
                </a:rPr>
                <a:t>Ipsum</a:t>
              </a:r>
              <a:r>
                <a:rPr lang="en-US" sz="1200" dirty="0">
                  <a:latin typeface="Playfair Display" charset="0"/>
                  <a:ea typeface="Playfair Display" charset="0"/>
                  <a:cs typeface="Playfair Display" charset="0"/>
                </a:rPr>
                <a:t> is simply dummy text of the printing and typesetting industry. </a:t>
              </a:r>
              <a:endParaRPr lang="en-US" sz="1200" dirty="0">
                <a:latin typeface="Playfair Display" charset="0"/>
                <a:ea typeface="Playfair Display" charset="0"/>
                <a:cs typeface="Playfair Display" charset="0"/>
              </a:endParaRPr>
            </a:p>
          </p:txBody>
        </p:sp>
        <p:sp>
          <p:nvSpPr>
            <p:cNvPr id="41" name="Title 4"/>
            <p:cNvSpPr txBox="1"/>
            <p:nvPr/>
          </p:nvSpPr>
          <p:spPr>
            <a:xfrm>
              <a:off x="7865633" y="1946221"/>
              <a:ext cx="2945802" cy="370097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/>
                  </a:solidFill>
                  <a:latin typeface="Playfair Display Black" charset="0"/>
                  <a:ea typeface="Playfair Display Black" charset="0"/>
                  <a:cs typeface="Playfair Display Black" charset="0"/>
                </a:defRPr>
              </a:lvl1pPr>
            </a:lstStyle>
            <a:p>
              <a:pPr algn="l"/>
              <a:r>
                <a:rPr lang="en-US" sz="2000" dirty="0"/>
                <a:t>Dec 2012</a:t>
              </a:r>
              <a:endParaRPr lang="en-US" sz="2000" dirty="0"/>
            </a:p>
          </p:txBody>
        </p:sp>
        <p:cxnSp>
          <p:nvCxnSpPr>
            <p:cNvPr id="42" name="Straight Connector 24"/>
            <p:cNvCxnSpPr/>
            <p:nvPr/>
          </p:nvCxnSpPr>
          <p:spPr>
            <a:xfrm>
              <a:off x="7969940" y="2360535"/>
              <a:ext cx="613064" cy="0"/>
            </a:xfrm>
            <a:prstGeom prst="line">
              <a:avLst/>
            </a:prstGeom>
            <a:ln>
              <a:solidFill>
                <a:srgbClr val="7BACD5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25"/>
          <p:cNvGrpSpPr/>
          <p:nvPr/>
        </p:nvGrpSpPr>
        <p:grpSpPr>
          <a:xfrm>
            <a:off x="7894661" y="3861517"/>
            <a:ext cx="2945803" cy="1050426"/>
            <a:chOff x="7865633" y="1946221"/>
            <a:chExt cx="2945803" cy="1050426"/>
          </a:xfrm>
        </p:grpSpPr>
        <p:sp>
          <p:nvSpPr>
            <p:cNvPr id="44" name="TextBox 26"/>
            <p:cNvSpPr txBox="1"/>
            <p:nvPr/>
          </p:nvSpPr>
          <p:spPr>
            <a:xfrm>
              <a:off x="7865634" y="2461116"/>
              <a:ext cx="2945802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 err="1">
                  <a:latin typeface="Playfair Display" charset="0"/>
                  <a:ea typeface="Playfair Display" charset="0"/>
                  <a:cs typeface="Playfair Display" charset="0"/>
                </a:rPr>
                <a:t>Lorem</a:t>
              </a:r>
              <a:r>
                <a:rPr lang="en-US" sz="1200" dirty="0">
                  <a:latin typeface="Playfair Display" charset="0"/>
                  <a:ea typeface="Playfair Display" charset="0"/>
                  <a:cs typeface="Playfair Display" charset="0"/>
                </a:rPr>
                <a:t> </a:t>
              </a:r>
              <a:r>
                <a:rPr lang="en-US" sz="1200" dirty="0" err="1">
                  <a:latin typeface="Playfair Display" charset="0"/>
                  <a:ea typeface="Playfair Display" charset="0"/>
                  <a:cs typeface="Playfair Display" charset="0"/>
                </a:rPr>
                <a:t>Ipsum</a:t>
              </a:r>
              <a:r>
                <a:rPr lang="en-US" sz="1200" dirty="0">
                  <a:latin typeface="Playfair Display" charset="0"/>
                  <a:ea typeface="Playfair Display" charset="0"/>
                  <a:cs typeface="Playfair Display" charset="0"/>
                </a:rPr>
                <a:t> is simply dummy text of the printing and typesetting industry. </a:t>
              </a:r>
              <a:endParaRPr lang="en-US" sz="1200" dirty="0">
                <a:latin typeface="Playfair Display" charset="0"/>
                <a:ea typeface="Playfair Display" charset="0"/>
                <a:cs typeface="Playfair Display" charset="0"/>
              </a:endParaRPr>
            </a:p>
          </p:txBody>
        </p:sp>
        <p:sp>
          <p:nvSpPr>
            <p:cNvPr id="45" name="Title 4"/>
            <p:cNvSpPr txBox="1"/>
            <p:nvPr/>
          </p:nvSpPr>
          <p:spPr>
            <a:xfrm>
              <a:off x="7865633" y="1946221"/>
              <a:ext cx="2945802" cy="370097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/>
                  </a:solidFill>
                  <a:latin typeface="Playfair Display Black" charset="0"/>
                  <a:ea typeface="Playfair Display Black" charset="0"/>
                  <a:cs typeface="Playfair Display Black" charset="0"/>
                </a:defRPr>
              </a:lvl1pPr>
            </a:lstStyle>
            <a:p>
              <a:pPr algn="l"/>
              <a:r>
                <a:rPr lang="en-US" sz="2000" dirty="0"/>
                <a:t>Dec 2012</a:t>
              </a:r>
              <a:endParaRPr lang="en-US" sz="2000" dirty="0"/>
            </a:p>
          </p:txBody>
        </p:sp>
        <p:cxnSp>
          <p:nvCxnSpPr>
            <p:cNvPr id="46" name="Straight Connector 28"/>
            <p:cNvCxnSpPr/>
            <p:nvPr/>
          </p:nvCxnSpPr>
          <p:spPr>
            <a:xfrm>
              <a:off x="7969940" y="2360535"/>
              <a:ext cx="613064" cy="0"/>
            </a:xfrm>
            <a:prstGeom prst="line">
              <a:avLst/>
            </a:prstGeom>
            <a:ln>
              <a:solidFill>
                <a:srgbClr val="FFEED9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/>
        </p:nvGrpSpPr>
        <p:grpSpPr>
          <a:xfrm>
            <a:off x="7279682" y="-926758"/>
            <a:ext cx="237581" cy="5092113"/>
            <a:chOff x="7250654" y="-12358"/>
            <a:chExt cx="237581" cy="5092113"/>
          </a:xfrm>
        </p:grpSpPr>
        <p:grpSp>
          <p:nvGrpSpPr>
            <p:cNvPr id="68" name="Group 15"/>
            <p:cNvGrpSpPr/>
            <p:nvPr/>
          </p:nvGrpSpPr>
          <p:grpSpPr>
            <a:xfrm>
              <a:off x="7250654" y="2012478"/>
              <a:ext cx="237581" cy="237581"/>
              <a:chOff x="7250654" y="2012478"/>
              <a:chExt cx="237581" cy="237581"/>
            </a:xfrm>
          </p:grpSpPr>
          <p:sp>
            <p:nvSpPr>
              <p:cNvPr id="79" name="Oval 16"/>
              <p:cNvSpPr/>
              <p:nvPr/>
            </p:nvSpPr>
            <p:spPr>
              <a:xfrm>
                <a:off x="7250654" y="2012478"/>
                <a:ext cx="237581" cy="237581"/>
              </a:xfrm>
              <a:prstGeom prst="ellipse">
                <a:avLst/>
              </a:prstGeom>
              <a:noFill/>
              <a:ln>
                <a:solidFill>
                  <a:srgbClr val="FFE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Oval 17"/>
              <p:cNvSpPr/>
              <p:nvPr/>
            </p:nvSpPr>
            <p:spPr>
              <a:xfrm>
                <a:off x="7288308" y="2050133"/>
                <a:ext cx="162271" cy="162271"/>
              </a:xfrm>
              <a:prstGeom prst="ellipse">
                <a:avLst/>
              </a:prstGeom>
              <a:solidFill>
                <a:srgbClr val="E8CD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0" name="Group 18"/>
            <p:cNvGrpSpPr/>
            <p:nvPr/>
          </p:nvGrpSpPr>
          <p:grpSpPr>
            <a:xfrm>
              <a:off x="7250654" y="3434343"/>
              <a:ext cx="237581" cy="237581"/>
              <a:chOff x="7250654" y="2012478"/>
              <a:chExt cx="237581" cy="237581"/>
            </a:xfrm>
          </p:grpSpPr>
          <p:sp>
            <p:nvSpPr>
              <p:cNvPr id="77" name="Oval 19"/>
              <p:cNvSpPr/>
              <p:nvPr/>
            </p:nvSpPr>
            <p:spPr>
              <a:xfrm>
                <a:off x="7250654" y="2012478"/>
                <a:ext cx="237581" cy="237581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Oval 20"/>
              <p:cNvSpPr/>
              <p:nvPr/>
            </p:nvSpPr>
            <p:spPr>
              <a:xfrm>
                <a:off x="7288308" y="2050133"/>
                <a:ext cx="162271" cy="16227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1" name="Group 29"/>
            <p:cNvGrpSpPr/>
            <p:nvPr/>
          </p:nvGrpSpPr>
          <p:grpSpPr>
            <a:xfrm>
              <a:off x="7250654" y="4842174"/>
              <a:ext cx="237581" cy="237581"/>
              <a:chOff x="7250654" y="2012478"/>
              <a:chExt cx="237581" cy="237581"/>
            </a:xfrm>
          </p:grpSpPr>
          <p:sp>
            <p:nvSpPr>
              <p:cNvPr id="75" name="Oval 30"/>
              <p:cNvSpPr/>
              <p:nvPr/>
            </p:nvSpPr>
            <p:spPr>
              <a:xfrm>
                <a:off x="7250654" y="2012478"/>
                <a:ext cx="237581" cy="237581"/>
              </a:xfrm>
              <a:prstGeom prst="ellipse">
                <a:avLst/>
              </a:prstGeom>
              <a:noFill/>
              <a:ln>
                <a:solidFill>
                  <a:srgbClr val="FFE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Oval 31"/>
              <p:cNvSpPr/>
              <p:nvPr/>
            </p:nvSpPr>
            <p:spPr>
              <a:xfrm>
                <a:off x="7288308" y="2050133"/>
                <a:ext cx="162271" cy="162271"/>
              </a:xfrm>
              <a:prstGeom prst="ellipse">
                <a:avLst/>
              </a:prstGeom>
              <a:solidFill>
                <a:srgbClr val="E8CD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72" name="Straight Connector 32"/>
            <p:cNvCxnSpPr>
              <a:stCxn id="44" idx="4"/>
              <a:endCxn id="76" idx="0"/>
            </p:cNvCxnSpPr>
            <p:nvPr/>
          </p:nvCxnSpPr>
          <p:spPr>
            <a:xfrm flipH="1">
              <a:off x="7369444" y="2250059"/>
              <a:ext cx="1" cy="2629770"/>
            </a:xfrm>
            <a:prstGeom prst="line">
              <a:avLst/>
            </a:prstGeom>
            <a:ln>
              <a:solidFill>
                <a:srgbClr val="FFEE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33"/>
            <p:cNvCxnSpPr>
              <a:stCxn id="76" idx="4"/>
            </p:cNvCxnSpPr>
            <p:nvPr/>
          </p:nvCxnSpPr>
          <p:spPr>
            <a:xfrm>
              <a:off x="7369445" y="3671924"/>
              <a:ext cx="0" cy="1170250"/>
            </a:xfrm>
            <a:prstGeom prst="line">
              <a:avLst/>
            </a:prstGeom>
            <a:ln>
              <a:solidFill>
                <a:srgbClr val="FFEE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34"/>
            <p:cNvCxnSpPr>
              <a:endCxn id="79" idx="0"/>
            </p:cNvCxnSpPr>
            <p:nvPr/>
          </p:nvCxnSpPr>
          <p:spPr>
            <a:xfrm>
              <a:off x="7369445" y="-12358"/>
              <a:ext cx="0" cy="2024836"/>
            </a:xfrm>
            <a:prstGeom prst="line">
              <a:avLst/>
            </a:prstGeom>
            <a:ln>
              <a:solidFill>
                <a:srgbClr val="FFEE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1" name="图片 8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4348845"/>
            <a:ext cx="12191999" cy="2514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 tmFilter="0,0; .5, 1; 1, 1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49"/>
                                </p:stCondLst>
                                <p:childTnLst>
                                  <p:par>
                                    <p:cTn id="18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0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1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1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nodeType="withEffect" p14:presetBounceEnd="5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7" dur="1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8" dur="1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nodeType="withEffect" p14:presetBounceEnd="5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 tmFilter="0,0; .5, 1; 1, 1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49"/>
                                </p:stCondLst>
                                <p:childTnLst>
                                  <p:par>
                                    <p:cTn id="18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0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496955"/>
            <a:ext cx="12192000" cy="3599543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solidFill>
              <a:srgbClr val="E8CD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5400000">
            <a:off x="-2267820" y="2210536"/>
            <a:ext cx="6944509" cy="2408876"/>
          </a:xfrm>
          <a:prstGeom prst="rect">
            <a:avLst/>
          </a:prstGeom>
        </p:spPr>
      </p:pic>
      <p:grpSp>
        <p:nvGrpSpPr>
          <p:cNvPr id="86" name="组合 85"/>
          <p:cNvGrpSpPr/>
          <p:nvPr/>
        </p:nvGrpSpPr>
        <p:grpSpPr>
          <a:xfrm>
            <a:off x="2665185" y="1893582"/>
            <a:ext cx="4757738" cy="392033"/>
            <a:chOff x="5930900" y="1499712"/>
            <a:chExt cx="4757738" cy="392033"/>
          </a:xfrm>
        </p:grpSpPr>
        <p:cxnSp>
          <p:nvCxnSpPr>
            <p:cNvPr id="87" name="Straight Connector 9"/>
            <p:cNvCxnSpPr/>
            <p:nvPr/>
          </p:nvCxnSpPr>
          <p:spPr>
            <a:xfrm>
              <a:off x="6024563" y="1885950"/>
              <a:ext cx="4664075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0"/>
            <p:cNvCxnSpPr/>
            <p:nvPr/>
          </p:nvCxnSpPr>
          <p:spPr>
            <a:xfrm>
              <a:off x="6024563" y="1885950"/>
              <a:ext cx="4298950" cy="0"/>
            </a:xfrm>
            <a:prstGeom prst="line">
              <a:avLst/>
            </a:prstGeom>
            <a:ln w="25400">
              <a:solidFill>
                <a:srgbClr val="E8CD8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12"/>
            <p:cNvSpPr txBox="1"/>
            <p:nvPr/>
          </p:nvSpPr>
          <p:spPr>
            <a:xfrm>
              <a:off x="5930900" y="1522413"/>
              <a:ext cx="1972015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WEB SITE USER’S</a:t>
              </a:r>
              <a:endPara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0" name="TextBox 13"/>
            <p:cNvSpPr txBox="1"/>
            <p:nvPr/>
          </p:nvSpPr>
          <p:spPr>
            <a:xfrm>
              <a:off x="9978160" y="1499712"/>
              <a:ext cx="638316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95%</a:t>
              </a:r>
              <a:endPara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2665185" y="2528582"/>
            <a:ext cx="4757738" cy="392033"/>
            <a:chOff x="5930900" y="2134712"/>
            <a:chExt cx="4757738" cy="392033"/>
          </a:xfrm>
        </p:grpSpPr>
        <p:cxnSp>
          <p:nvCxnSpPr>
            <p:cNvPr id="92" name="Straight Connector 14"/>
            <p:cNvCxnSpPr/>
            <p:nvPr/>
          </p:nvCxnSpPr>
          <p:spPr>
            <a:xfrm>
              <a:off x="6024563" y="2520950"/>
              <a:ext cx="4664075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5"/>
            <p:cNvCxnSpPr/>
            <p:nvPr/>
          </p:nvCxnSpPr>
          <p:spPr>
            <a:xfrm>
              <a:off x="6024563" y="2520950"/>
              <a:ext cx="3475037" cy="0"/>
            </a:xfrm>
            <a:prstGeom prst="line">
              <a:avLst/>
            </a:prstGeom>
            <a:ln w="25400">
              <a:solidFill>
                <a:srgbClr val="BDA88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16"/>
            <p:cNvSpPr txBox="1"/>
            <p:nvPr/>
          </p:nvSpPr>
          <p:spPr>
            <a:xfrm>
              <a:off x="5930900" y="2157413"/>
              <a:ext cx="1821524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DEVELOPMENT</a:t>
              </a:r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5" name="TextBox 17"/>
            <p:cNvSpPr txBox="1"/>
            <p:nvPr/>
          </p:nvSpPr>
          <p:spPr>
            <a:xfrm>
              <a:off x="9155835" y="2134712"/>
              <a:ext cx="638316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75%</a:t>
              </a:r>
              <a:endPara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2665185" y="3206444"/>
            <a:ext cx="4757738" cy="392033"/>
            <a:chOff x="5930900" y="2812574"/>
            <a:chExt cx="4757738" cy="392033"/>
          </a:xfrm>
        </p:grpSpPr>
        <p:cxnSp>
          <p:nvCxnSpPr>
            <p:cNvPr id="97" name="Straight Connector 18"/>
            <p:cNvCxnSpPr/>
            <p:nvPr/>
          </p:nvCxnSpPr>
          <p:spPr>
            <a:xfrm>
              <a:off x="6024563" y="3198813"/>
              <a:ext cx="4664075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19"/>
            <p:cNvCxnSpPr/>
            <p:nvPr/>
          </p:nvCxnSpPr>
          <p:spPr>
            <a:xfrm>
              <a:off x="6024563" y="3198813"/>
              <a:ext cx="3932237" cy="0"/>
            </a:xfrm>
            <a:prstGeom prst="line">
              <a:avLst/>
            </a:prstGeom>
            <a:ln w="25400">
              <a:solidFill>
                <a:srgbClr val="D08B2F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20"/>
            <p:cNvSpPr txBox="1"/>
            <p:nvPr/>
          </p:nvSpPr>
          <p:spPr>
            <a:xfrm>
              <a:off x="5930900" y="2835275"/>
              <a:ext cx="156485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WEB DESIGN</a:t>
              </a:r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0" name="TextBox 21"/>
            <p:cNvSpPr txBox="1"/>
            <p:nvPr/>
          </p:nvSpPr>
          <p:spPr>
            <a:xfrm>
              <a:off x="9617798" y="2812574"/>
              <a:ext cx="638316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83%</a:t>
              </a:r>
              <a:endPara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2665185" y="3884307"/>
            <a:ext cx="4757738" cy="392033"/>
            <a:chOff x="5930900" y="3490437"/>
            <a:chExt cx="4757738" cy="392033"/>
          </a:xfrm>
        </p:grpSpPr>
        <p:cxnSp>
          <p:nvCxnSpPr>
            <p:cNvPr id="102" name="Straight Connector 22"/>
            <p:cNvCxnSpPr/>
            <p:nvPr/>
          </p:nvCxnSpPr>
          <p:spPr>
            <a:xfrm>
              <a:off x="6024563" y="3876675"/>
              <a:ext cx="4664075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23"/>
            <p:cNvCxnSpPr/>
            <p:nvPr/>
          </p:nvCxnSpPr>
          <p:spPr>
            <a:xfrm>
              <a:off x="6024563" y="3876675"/>
              <a:ext cx="4298950" cy="0"/>
            </a:xfrm>
            <a:prstGeom prst="line">
              <a:avLst/>
            </a:prstGeom>
            <a:ln w="25400">
              <a:solidFill>
                <a:srgbClr val="BDA88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24"/>
            <p:cNvSpPr txBox="1"/>
            <p:nvPr/>
          </p:nvSpPr>
          <p:spPr>
            <a:xfrm>
              <a:off x="5930900" y="3513138"/>
              <a:ext cx="253159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CREATIVE &amp; CONTENT</a:t>
              </a:r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5" name="TextBox 25"/>
            <p:cNvSpPr txBox="1"/>
            <p:nvPr/>
          </p:nvSpPr>
          <p:spPr>
            <a:xfrm>
              <a:off x="9978160" y="3490437"/>
              <a:ext cx="638316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95%</a:t>
              </a:r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07" name="Title 4"/>
          <p:cNvSpPr txBox="1"/>
          <p:nvPr/>
        </p:nvSpPr>
        <p:spPr>
          <a:xfrm>
            <a:off x="6784748" y="1932590"/>
            <a:ext cx="5052541" cy="219485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Playfair Display Black" charset="0"/>
                <a:ea typeface="Playfair Display Black" charset="0"/>
                <a:cs typeface="Playfair Display Black" charset="0"/>
              </a:defRPr>
            </a:lvl1pPr>
          </a:lstStyle>
          <a:p>
            <a:pPr algn="r"/>
            <a:r>
              <a:rPr lang="en-US" sz="6600" dirty="0"/>
              <a:t>Amazing</a:t>
            </a:r>
            <a:endParaRPr lang="en-US" sz="6600" dirty="0"/>
          </a:p>
          <a:p>
            <a:pPr algn="r"/>
            <a:r>
              <a:rPr lang="en-US" sz="6600" dirty="0"/>
              <a:t>Infographic</a:t>
            </a:r>
            <a:endParaRPr lang="en-US" sz="6600" dirty="0"/>
          </a:p>
        </p:txBody>
      </p:sp>
      <p:sp>
        <p:nvSpPr>
          <p:cNvPr id="108" name="TextBox 8"/>
          <p:cNvSpPr txBox="1"/>
          <p:nvPr/>
        </p:nvSpPr>
        <p:spPr>
          <a:xfrm>
            <a:off x="8708818" y="2681166"/>
            <a:ext cx="26709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>
                <a:latin typeface="Bebas Neue" charset="0"/>
                <a:ea typeface="Bebas Neue" charset="0"/>
                <a:cs typeface="Bebas Neue" charset="0"/>
              </a:rPr>
              <a:t>D U B L I N   P R E S E N T A T I O N</a:t>
            </a:r>
            <a:endParaRPr lang="en-US" sz="1400" b="1" dirty="0">
              <a:latin typeface="Bebas Neue" charset="0"/>
              <a:ea typeface="Bebas Neue" charset="0"/>
              <a:cs typeface="Bebas Neue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8622676" y="3802516"/>
            <a:ext cx="3118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 err="1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Loem</a:t>
            </a:r>
            <a:r>
              <a:rPr lang="en-US" altLang="zh-CN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ipsum dolor </a:t>
            </a:r>
            <a:r>
              <a:rPr lang="en-US" altLang="zh-CN" sz="1400" dirty="0" err="1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sameman</a:t>
            </a:r>
            <a:r>
              <a:rPr lang="en-US" altLang="zh-CN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1400" dirty="0" err="1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tanam</a:t>
            </a:r>
            <a:r>
              <a:rPr lang="en-US" altLang="zh-CN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1400" dirty="0" err="1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casectetur</a:t>
            </a:r>
            <a:r>
              <a:rPr lang="en-US" altLang="zh-CN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1400" dirty="0" err="1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adipiscing</a:t>
            </a:r>
            <a:r>
              <a:rPr lang="en-US" altLang="zh-CN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1400" dirty="0" err="1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elit</a:t>
            </a:r>
            <a:r>
              <a:rPr lang="en-US" altLang="zh-CN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1400" dirty="0" err="1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tamam</a:t>
            </a:r>
            <a:r>
              <a:rPr lang="en-US" altLang="zh-CN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1400" dirty="0" err="1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dalam</a:t>
            </a:r>
            <a:r>
              <a:rPr lang="en-US" altLang="zh-CN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1400" dirty="0" err="1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qoue</a:t>
            </a:r>
            <a:r>
              <a:rPr lang="en-US" altLang="zh-CN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1400" dirty="0" err="1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sampe</a:t>
            </a:r>
            <a:r>
              <a:rPr lang="en-US" altLang="zh-CN" sz="1400" dirty="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.   </a:t>
            </a:r>
            <a:endParaRPr lang="zh-CN" altLang="en-US" sz="14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6200000" flipH="1" flipV="1">
            <a:off x="-2715633" y="2721770"/>
            <a:ext cx="6858003" cy="14144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2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7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7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9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1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7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1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56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34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35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36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37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4699"/>
                                </p:stCondLst>
                                <p:childTnLst>
                                  <p:par>
                                    <p:cTn id="39" presetID="2" presetClass="entr" presetSubtype="8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1" dur="10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2" dur="10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1000"/>
                                            <p:tgtEl>
                                              <p:spTgt spid="10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6" dur="10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10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107" grpId="0"/>
          <p:bldP spid="108" grpId="0"/>
          <p:bldP spid="109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2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7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7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9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1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7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1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56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34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35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36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37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4699"/>
                                </p:stCondLst>
                                <p:childTnLst>
                                  <p:par>
                                    <p:cTn id="39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10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10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42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1000"/>
                                            <p:tgtEl>
                                              <p:spTgt spid="10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6" dur="10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10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107" grpId="0"/>
          <p:bldP spid="108" grpId="0"/>
          <p:bldP spid="109" grpId="0"/>
        </p:bld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8689" y="2620893"/>
            <a:ext cx="12215086" cy="4237107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5520" y="4360157"/>
            <a:ext cx="12207520" cy="2517801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878" y="1875667"/>
            <a:ext cx="3832822" cy="3832822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529" y="509808"/>
            <a:ext cx="3348414" cy="3348414"/>
          </a:xfrm>
          <a:prstGeom prst="rect">
            <a:avLst/>
          </a:prstGeom>
        </p:spPr>
      </p:pic>
      <p:grpSp>
        <p:nvGrpSpPr>
          <p:cNvPr id="65" name="组合 64"/>
          <p:cNvGrpSpPr/>
          <p:nvPr/>
        </p:nvGrpSpPr>
        <p:grpSpPr>
          <a:xfrm>
            <a:off x="5131083" y="1413952"/>
            <a:ext cx="1526047" cy="1526047"/>
            <a:chOff x="5131083" y="1413952"/>
            <a:chExt cx="1526047" cy="1526047"/>
          </a:xfrm>
        </p:grpSpPr>
        <p:sp>
          <p:nvSpPr>
            <p:cNvPr id="62" name="椭圆 61"/>
            <p:cNvSpPr/>
            <p:nvPr/>
          </p:nvSpPr>
          <p:spPr>
            <a:xfrm>
              <a:off x="5131083" y="1413952"/>
              <a:ext cx="1526047" cy="1526047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5467852" y="1420992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5400" dirty="0"/>
                <a:t>肆</a:t>
              </a:r>
              <a:endParaRPr lang="zh-CN" altLang="en-US" sz="5400" dirty="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238597" y="2232621"/>
              <a:ext cx="13110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ADD YOUR TITLE</a:t>
              </a:r>
              <a:endParaRPr lang="zh-CN" altLang="en-US" sz="16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621449"/>
            <a:ext cx="12213479" cy="4236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63358"/>
            <a:ext cx="12192000" cy="251460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1069896" y="3221001"/>
            <a:ext cx="1772107" cy="1772107"/>
            <a:chOff x="972057" y="2943096"/>
            <a:chExt cx="2391287" cy="2391287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 cstate="email"/>
            <a:srcRect/>
            <a:stretch>
              <a:fillRect/>
            </a:stretch>
          </p:blipFill>
          <p:spPr>
            <a:xfrm>
              <a:off x="972057" y="2943096"/>
              <a:ext cx="2391287" cy="2391287"/>
            </a:xfrm>
            <a:prstGeom prst="rect">
              <a:avLst/>
            </a:prstGeom>
          </p:spPr>
        </p:pic>
        <p:sp>
          <p:nvSpPr>
            <p:cNvPr id="23" name="椭圆 22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壹</a:t>
              </a:r>
              <a:endParaRPr lang="zh-CN" altLang="en-US" sz="28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707559" y="4280036"/>
            <a:ext cx="1776538" cy="1772107"/>
            <a:chOff x="969068" y="2943096"/>
            <a:chExt cx="2397266" cy="2391287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5" cstate="email"/>
            <a:srcRect/>
            <a:stretch>
              <a:fillRect/>
            </a:stretch>
          </p:blipFill>
          <p:spPr>
            <a:xfrm>
              <a:off x="969068" y="2943096"/>
              <a:ext cx="2397266" cy="2391287"/>
            </a:xfrm>
            <a:prstGeom prst="rect">
              <a:avLst/>
            </a:prstGeom>
          </p:spPr>
        </p:pic>
        <p:sp>
          <p:nvSpPr>
            <p:cNvPr id="28" name="椭圆 27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贰</a:t>
              </a:r>
              <a:endParaRPr lang="zh-CN" altLang="en-US" sz="2800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636276" y="3054948"/>
            <a:ext cx="1772107" cy="1772107"/>
            <a:chOff x="972057" y="2943096"/>
            <a:chExt cx="2391287" cy="2391287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3" cstate="email"/>
            <a:srcRect/>
            <a:stretch>
              <a:fillRect/>
            </a:stretch>
          </p:blipFill>
          <p:spPr>
            <a:xfrm>
              <a:off x="972057" y="2943096"/>
              <a:ext cx="2391287" cy="2391287"/>
            </a:xfrm>
            <a:prstGeom prst="rect">
              <a:avLst/>
            </a:prstGeom>
          </p:spPr>
        </p:pic>
        <p:sp>
          <p:nvSpPr>
            <p:cNvPr id="40" name="椭圆 39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叁</a:t>
              </a:r>
              <a:endParaRPr lang="zh-CN" altLang="en-US" sz="28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9393354" y="2880146"/>
            <a:ext cx="1776538" cy="1772107"/>
            <a:chOff x="969068" y="2943096"/>
            <a:chExt cx="2397266" cy="2391287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5" cstate="email"/>
            <a:srcRect/>
            <a:stretch>
              <a:fillRect/>
            </a:stretch>
          </p:blipFill>
          <p:spPr>
            <a:xfrm>
              <a:off x="969068" y="2943096"/>
              <a:ext cx="2397266" cy="2391287"/>
            </a:xfrm>
            <a:prstGeom prst="rect">
              <a:avLst/>
            </a:prstGeom>
          </p:spPr>
        </p:pic>
        <p:sp>
          <p:nvSpPr>
            <p:cNvPr id="45" name="椭圆 44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肆</a:t>
              </a:r>
              <a:endParaRPr lang="zh-CN" altLang="en-US" sz="2800" dirty="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069896" y="1353881"/>
            <a:ext cx="15647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solidFill>
                  <a:schemeClr val="bg1"/>
                </a:solidFill>
              </a:rPr>
              <a:t>Loem</a:t>
            </a:r>
            <a:r>
              <a:rPr lang="en-US" altLang="zh-CN" sz="1400" dirty="0">
                <a:solidFill>
                  <a:schemeClr val="bg1"/>
                </a:solidFill>
              </a:rPr>
              <a:t> ipsum dolor </a:t>
            </a:r>
            <a:r>
              <a:rPr lang="en-US" altLang="zh-CN" sz="1400" dirty="0" err="1">
                <a:solidFill>
                  <a:schemeClr val="bg1"/>
                </a:solidFill>
              </a:rPr>
              <a:t>sameman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tanam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casectetur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adipiscing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elit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tamam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dalam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qoue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sampe</a:t>
            </a:r>
            <a:r>
              <a:rPr lang="en-US" altLang="zh-CN" sz="1400" dirty="0">
                <a:solidFill>
                  <a:schemeClr val="bg1"/>
                </a:solidFill>
              </a:rPr>
              <a:t>. 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87083" y="2231188"/>
            <a:ext cx="15647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solidFill>
                  <a:schemeClr val="bg1"/>
                </a:solidFill>
              </a:rPr>
              <a:t>Loem</a:t>
            </a:r>
            <a:r>
              <a:rPr lang="en-US" altLang="zh-CN" sz="1400" dirty="0">
                <a:solidFill>
                  <a:schemeClr val="bg1"/>
                </a:solidFill>
              </a:rPr>
              <a:t> ipsum dolor </a:t>
            </a:r>
            <a:r>
              <a:rPr lang="en-US" altLang="zh-CN" sz="1400" dirty="0" err="1">
                <a:solidFill>
                  <a:schemeClr val="bg1"/>
                </a:solidFill>
              </a:rPr>
              <a:t>sameman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tanam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casectetur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adipiscing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elit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tamam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dalam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qoue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sampe</a:t>
            </a:r>
            <a:r>
              <a:rPr lang="en-US" altLang="zh-CN" sz="1400" dirty="0">
                <a:solidFill>
                  <a:schemeClr val="bg1"/>
                </a:solidFill>
              </a:rPr>
              <a:t>. 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50958" y="1236454"/>
            <a:ext cx="15647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solidFill>
                  <a:schemeClr val="bg1"/>
                </a:solidFill>
              </a:rPr>
              <a:t>Loem</a:t>
            </a:r>
            <a:r>
              <a:rPr lang="en-US" altLang="zh-CN" sz="1400" dirty="0">
                <a:solidFill>
                  <a:schemeClr val="bg1"/>
                </a:solidFill>
              </a:rPr>
              <a:t> ipsum dolor </a:t>
            </a:r>
            <a:r>
              <a:rPr lang="en-US" altLang="zh-CN" sz="1400" dirty="0" err="1">
                <a:solidFill>
                  <a:schemeClr val="bg1"/>
                </a:solidFill>
              </a:rPr>
              <a:t>sameman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tanam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casectetur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adipiscing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elit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tamam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dalam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qoue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sampe</a:t>
            </a:r>
            <a:r>
              <a:rPr lang="en-US" altLang="zh-CN" sz="1400" dirty="0">
                <a:solidFill>
                  <a:schemeClr val="bg1"/>
                </a:solidFill>
              </a:rPr>
              <a:t>. 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05169" y="4799307"/>
            <a:ext cx="15647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/>
              <a:t>Loem</a:t>
            </a:r>
            <a:r>
              <a:rPr lang="en-US" altLang="zh-CN" sz="1400" dirty="0"/>
              <a:t> ipsum dolor </a:t>
            </a:r>
            <a:r>
              <a:rPr lang="en-US" altLang="zh-CN" sz="1400" dirty="0" err="1"/>
              <a:t>sameman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tanam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casectetur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adipiscing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elit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tamam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dalam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qoue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sampe</a:t>
            </a:r>
            <a:r>
              <a:rPr lang="en-US" altLang="zh-CN" sz="1400" dirty="0"/>
              <a:t>. </a:t>
            </a:r>
            <a:endParaRPr lang="zh-CN" altLang="en-US" sz="1400" dirty="0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6" cstate="email"/>
          <a:stretch>
            <a:fillRect/>
          </a:stretch>
        </p:blipFill>
        <p:spPr>
          <a:xfrm>
            <a:off x="9040934" y="-693411"/>
            <a:ext cx="4455144" cy="3221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9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628899"/>
            <a:ext cx="12192000" cy="42291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65711"/>
            <a:ext cx="12180579" cy="2512245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2233914" y="1125695"/>
            <a:ext cx="2190067" cy="3323269"/>
            <a:chOff x="1100745" y="1018954"/>
            <a:chExt cx="2190067" cy="3323269"/>
          </a:xfrm>
        </p:grpSpPr>
        <p:grpSp>
          <p:nvGrpSpPr>
            <p:cNvPr id="32" name="组合 31"/>
            <p:cNvGrpSpPr/>
            <p:nvPr/>
          </p:nvGrpSpPr>
          <p:grpSpPr>
            <a:xfrm>
              <a:off x="1100745" y="1018954"/>
              <a:ext cx="1245169" cy="1086462"/>
              <a:chOff x="2620538" y="4382790"/>
              <a:chExt cx="1245169" cy="1086462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2703700" y="4382790"/>
                <a:ext cx="1086462" cy="1086462"/>
              </a:xfrm>
              <a:prstGeom prst="ellipse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76200">
                <a:solidFill>
                  <a:srgbClr val="967758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55321"/>
                  </a:solidFill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2620538" y="4636948"/>
                <a:ext cx="1245169" cy="646331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755321"/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请输入你的题目</a:t>
                </a:r>
                <a:endParaRPr lang="zh-CN" altLang="en-US" dirty="0">
                  <a:solidFill>
                    <a:srgbClr val="75532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</p:txBody>
          </p:sp>
        </p:grpSp>
        <p:cxnSp>
          <p:nvCxnSpPr>
            <p:cNvPr id="33" name="直接连接符 32"/>
            <p:cNvCxnSpPr>
              <a:stCxn id="35" idx="4"/>
            </p:cNvCxnSpPr>
            <p:nvPr/>
          </p:nvCxnSpPr>
          <p:spPr>
            <a:xfrm flipH="1">
              <a:off x="1723331" y="2105416"/>
              <a:ext cx="3807" cy="2236807"/>
            </a:xfrm>
            <a:prstGeom prst="line">
              <a:avLst/>
            </a:prstGeom>
            <a:ln>
              <a:solidFill>
                <a:srgbClr val="C09B2B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1746991" y="2336808"/>
              <a:ext cx="154382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</a:rPr>
                <a:t>Loem</a:t>
              </a:r>
              <a:r>
                <a:rPr lang="en-US" altLang="zh-CN" sz="1400" dirty="0">
                  <a:solidFill>
                    <a:schemeClr val="bg1"/>
                  </a:solidFill>
                </a:rPr>
                <a:t> ipsum dolor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sameman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tanam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casectetur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adipiscing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elit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tamam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dalam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qoue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sampe</a:t>
              </a:r>
              <a:r>
                <a:rPr lang="en-US" altLang="zh-CN" sz="1400" dirty="0">
                  <a:solidFill>
                    <a:schemeClr val="bg1"/>
                  </a:solidFill>
                </a:rPr>
                <a:t>. 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848128" y="840507"/>
            <a:ext cx="2190069" cy="3576783"/>
            <a:chOff x="3718016" y="1345604"/>
            <a:chExt cx="2190069" cy="3576783"/>
          </a:xfrm>
        </p:grpSpPr>
        <p:grpSp>
          <p:nvGrpSpPr>
            <p:cNvPr id="49" name="组合 48"/>
            <p:cNvGrpSpPr/>
            <p:nvPr/>
          </p:nvGrpSpPr>
          <p:grpSpPr>
            <a:xfrm>
              <a:off x="3718016" y="1345604"/>
              <a:ext cx="1245169" cy="1086462"/>
              <a:chOff x="2620538" y="4382790"/>
              <a:chExt cx="1245169" cy="1086462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2703700" y="4382790"/>
                <a:ext cx="1086462" cy="1086462"/>
              </a:xfrm>
              <a:prstGeom prst="ellipse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76200">
                <a:solidFill>
                  <a:srgbClr val="967758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55321"/>
                  </a:solidFill>
                </a:endParaRP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2620538" y="4636948"/>
                <a:ext cx="1245169" cy="646331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755321"/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请输入你的题目</a:t>
                </a:r>
                <a:endParaRPr lang="zh-CN" altLang="en-US" dirty="0">
                  <a:solidFill>
                    <a:srgbClr val="75532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</p:txBody>
          </p:sp>
        </p:grpSp>
        <p:cxnSp>
          <p:nvCxnSpPr>
            <p:cNvPr id="50" name="直接连接符 49"/>
            <p:cNvCxnSpPr/>
            <p:nvPr/>
          </p:nvCxnSpPr>
          <p:spPr>
            <a:xfrm>
              <a:off x="4344411" y="2462269"/>
              <a:ext cx="3807" cy="2460118"/>
            </a:xfrm>
            <a:prstGeom prst="line">
              <a:avLst/>
            </a:prstGeom>
            <a:ln>
              <a:solidFill>
                <a:srgbClr val="C09B2B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/>
          </p:nvSpPr>
          <p:spPr>
            <a:xfrm>
              <a:off x="4415257" y="2574764"/>
              <a:ext cx="1492828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</a:rPr>
                <a:t>Loem</a:t>
              </a:r>
              <a:r>
                <a:rPr lang="en-US" altLang="zh-CN" sz="1400" dirty="0">
                  <a:solidFill>
                    <a:schemeClr val="bg1"/>
                  </a:solidFill>
                </a:rPr>
                <a:t> ipsum dolor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sameman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tanam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casectetur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adipiscing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elit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tamam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dalam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qoue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sampe</a:t>
              </a:r>
              <a:r>
                <a:rPr lang="en-US" altLang="zh-CN" sz="1400" dirty="0">
                  <a:solidFill>
                    <a:schemeClr val="bg1"/>
                  </a:solidFill>
                </a:rPr>
                <a:t>. 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7428630" y="634863"/>
            <a:ext cx="2160302" cy="4271207"/>
            <a:chOff x="6480636" y="534684"/>
            <a:chExt cx="2160302" cy="4271207"/>
          </a:xfrm>
        </p:grpSpPr>
        <p:grpSp>
          <p:nvGrpSpPr>
            <p:cNvPr id="55" name="组合 54"/>
            <p:cNvGrpSpPr/>
            <p:nvPr/>
          </p:nvGrpSpPr>
          <p:grpSpPr>
            <a:xfrm>
              <a:off x="6480636" y="534684"/>
              <a:ext cx="1245169" cy="1086462"/>
              <a:chOff x="2620538" y="4382790"/>
              <a:chExt cx="1245169" cy="1086462"/>
            </a:xfrm>
          </p:grpSpPr>
          <p:sp>
            <p:nvSpPr>
              <p:cNvPr id="58" name="椭圆 57"/>
              <p:cNvSpPr/>
              <p:nvPr/>
            </p:nvSpPr>
            <p:spPr>
              <a:xfrm>
                <a:off x="2703700" y="4382790"/>
                <a:ext cx="1086462" cy="1086462"/>
              </a:xfrm>
              <a:prstGeom prst="ellipse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76200">
                <a:solidFill>
                  <a:srgbClr val="967758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55321"/>
                  </a:solidFill>
                </a:endParaRP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2620538" y="4636948"/>
                <a:ext cx="1245169" cy="646331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755321"/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请输入你的题目</a:t>
                </a:r>
                <a:endParaRPr lang="zh-CN" altLang="en-US" dirty="0">
                  <a:solidFill>
                    <a:srgbClr val="75532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</p:txBody>
          </p:sp>
        </p:grpSp>
        <p:cxnSp>
          <p:nvCxnSpPr>
            <p:cNvPr id="56" name="直接连接符 55"/>
            <p:cNvCxnSpPr/>
            <p:nvPr/>
          </p:nvCxnSpPr>
          <p:spPr>
            <a:xfrm flipH="1">
              <a:off x="7124181" y="1651898"/>
              <a:ext cx="1" cy="3153993"/>
            </a:xfrm>
            <a:prstGeom prst="line">
              <a:avLst/>
            </a:prstGeom>
            <a:ln>
              <a:solidFill>
                <a:srgbClr val="C09B2B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/>
          </p:nvSpPr>
          <p:spPr>
            <a:xfrm>
              <a:off x="7187448" y="1997388"/>
              <a:ext cx="1453490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err="1">
                  <a:solidFill>
                    <a:schemeClr val="bg1"/>
                  </a:solidFill>
                </a:rPr>
                <a:t>Loem</a:t>
              </a:r>
              <a:r>
                <a:rPr lang="en-US" altLang="zh-CN" sz="1400" dirty="0">
                  <a:solidFill>
                    <a:schemeClr val="bg1"/>
                  </a:solidFill>
                </a:rPr>
                <a:t> ipsum dolor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sameman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tanam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casectetur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adipiscing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elit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tamam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dalam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qoue</a:t>
              </a:r>
              <a:r>
                <a:rPr lang="en-US" altLang="zh-CN" sz="1400" dirty="0">
                  <a:solidFill>
                    <a:schemeClr val="bg1"/>
                  </a:solidFill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sampe</a:t>
              </a:r>
              <a:r>
                <a:rPr lang="en-US" altLang="zh-CN" sz="1400" dirty="0">
                  <a:solidFill>
                    <a:schemeClr val="bg1"/>
                  </a:solidFill>
                </a:rPr>
                <a:t>. 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86696" y="2597962"/>
            <a:ext cx="12281193" cy="4260038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1557" y="3308351"/>
            <a:ext cx="3832822" cy="383282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702" y="306771"/>
            <a:ext cx="6885978" cy="688597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63355"/>
            <a:ext cx="12192000" cy="2514600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6571418" y="3251202"/>
            <a:ext cx="971554" cy="971554"/>
            <a:chOff x="1500727" y="3465984"/>
            <a:chExt cx="1311018" cy="1311018"/>
          </a:xfrm>
        </p:grpSpPr>
        <p:sp>
          <p:nvSpPr>
            <p:cNvPr id="50" name="椭圆 49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壹</a:t>
              </a:r>
              <a:endParaRPr lang="zh-CN" altLang="en-US" sz="2800" dirty="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466518" y="829881"/>
            <a:ext cx="971554" cy="971554"/>
            <a:chOff x="1500727" y="3465984"/>
            <a:chExt cx="1311018" cy="1311018"/>
          </a:xfrm>
        </p:grpSpPr>
        <p:sp>
          <p:nvSpPr>
            <p:cNvPr id="56" name="椭圆 55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叁</a:t>
              </a:r>
              <a:endParaRPr lang="zh-CN" altLang="en-US" sz="2800" dirty="0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9893009" y="2776821"/>
            <a:ext cx="971554" cy="971554"/>
            <a:chOff x="1500727" y="3465984"/>
            <a:chExt cx="1311018" cy="1311018"/>
          </a:xfrm>
        </p:grpSpPr>
        <p:sp>
          <p:nvSpPr>
            <p:cNvPr id="62" name="椭圆 61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伍</a:t>
              </a:r>
              <a:endParaRPr lang="zh-CN" altLang="en-US" sz="2800" dirty="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072646" y="3251202"/>
            <a:ext cx="971554" cy="971554"/>
            <a:chOff x="1500727" y="3465984"/>
            <a:chExt cx="1311018" cy="1311018"/>
          </a:xfrm>
        </p:grpSpPr>
        <p:sp>
          <p:nvSpPr>
            <p:cNvPr id="66" name="椭圆 65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贰</a:t>
              </a:r>
              <a:endParaRPr lang="zh-CN" altLang="en-US" sz="2800" dirty="0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8682812" y="511316"/>
            <a:ext cx="971554" cy="971554"/>
            <a:chOff x="1500727" y="3465984"/>
            <a:chExt cx="1311018" cy="1311018"/>
          </a:xfrm>
        </p:grpSpPr>
        <p:sp>
          <p:nvSpPr>
            <p:cNvPr id="70" name="椭圆 69"/>
            <p:cNvSpPr/>
            <p:nvPr/>
          </p:nvSpPr>
          <p:spPr>
            <a:xfrm>
              <a:off x="1500727" y="3465984"/>
              <a:ext cx="1311018" cy="1311018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ctr"/>
            </a:blipFill>
            <a:ln>
              <a:solidFill>
                <a:srgbClr val="E8C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815670" y="3508951"/>
              <a:ext cx="733723" cy="706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dirty="0"/>
                <a:t>肆</a:t>
              </a:r>
              <a:endParaRPr lang="zh-CN" altLang="en-US" sz="2800" dirty="0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500727" y="4183480"/>
              <a:ext cx="1311018" cy="58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ADD YOUR TITLE</a:t>
              </a:r>
              <a:endParaRPr lang="zh-CN" altLang="en-US" sz="11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5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5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5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5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75017"/>
            <a:ext cx="12246028" cy="4298866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4876800" y="3287331"/>
            <a:ext cx="4318000" cy="474238"/>
            <a:chOff x="1148670" y="1812329"/>
            <a:chExt cx="4318000" cy="474238"/>
          </a:xfrm>
        </p:grpSpPr>
        <p:sp>
          <p:nvSpPr>
            <p:cNvPr id="30" name="矩形: 圆角 29"/>
            <p:cNvSpPr/>
            <p:nvPr/>
          </p:nvSpPr>
          <p:spPr>
            <a:xfrm>
              <a:off x="1148670" y="1812329"/>
              <a:ext cx="4318000" cy="444500"/>
            </a:xfrm>
            <a:prstGeom prst="roundRect">
              <a:avLst>
                <a:gd name="adj" fmla="val 50000"/>
              </a:avLst>
            </a:prstGeom>
            <a:blipFill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801800" y="1824902"/>
              <a:ext cx="30117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ADD YOUR TITLE</a:t>
              </a:r>
              <a:endParaRPr lang="zh-CN" altLang="en-US" sz="24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631995" y="884624"/>
            <a:ext cx="6209871" cy="1446550"/>
            <a:chOff x="3631995" y="884624"/>
            <a:chExt cx="6209871" cy="1446550"/>
          </a:xfrm>
        </p:grpSpPr>
        <p:sp>
          <p:nvSpPr>
            <p:cNvPr id="49" name="文本框 48"/>
            <p:cNvSpPr txBox="1"/>
            <p:nvPr/>
          </p:nvSpPr>
          <p:spPr>
            <a:xfrm>
              <a:off x="7241474" y="884624"/>
              <a:ext cx="2600392" cy="1446550"/>
            </a:xfrm>
            <a:prstGeom prst="rect">
              <a:avLst/>
            </a:prstGeom>
            <a:no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88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80%</a:t>
              </a:r>
              <a:endParaRPr lang="zh-CN" altLang="en-US" sz="8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631995" y="1192400"/>
              <a:ext cx="35002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solidFill>
                    <a:schemeClr val="bg1"/>
                  </a:solidFill>
                </a:rPr>
                <a:t>Loem</a:t>
              </a:r>
              <a:r>
                <a:rPr lang="en-US" altLang="zh-CN" sz="1600" dirty="0">
                  <a:solidFill>
                    <a:schemeClr val="bg1"/>
                  </a:solidFill>
                </a:rPr>
                <a:t> ipsum dolor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sameman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tanam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casectetur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adipiscing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elit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tamam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dalam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qoue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sampe</a:t>
              </a:r>
              <a:r>
                <a:rPr lang="en-US" altLang="zh-CN" sz="1600" dirty="0">
                  <a:solidFill>
                    <a:schemeClr val="bg1"/>
                  </a:solidFill>
                </a:rPr>
                <a:t>. 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67774" y="4409950"/>
            <a:ext cx="7018175" cy="1446550"/>
            <a:chOff x="1767774" y="4409950"/>
            <a:chExt cx="7018175" cy="1446550"/>
          </a:xfrm>
        </p:grpSpPr>
        <p:sp>
          <p:nvSpPr>
            <p:cNvPr id="117" name="文本框 116"/>
            <p:cNvSpPr txBox="1"/>
            <p:nvPr/>
          </p:nvSpPr>
          <p:spPr>
            <a:xfrm>
              <a:off x="1767774" y="4409950"/>
              <a:ext cx="2600392" cy="1446550"/>
            </a:xfrm>
            <a:prstGeom prst="rect">
              <a:avLst/>
            </a:prstGeom>
            <a:no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88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70%</a:t>
              </a:r>
              <a:endParaRPr lang="zh-CN" altLang="en-US" sz="88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285650" y="4580266"/>
              <a:ext cx="35002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solidFill>
                    <a:schemeClr val="bg1"/>
                  </a:solidFill>
                </a:rPr>
                <a:t>Loem</a:t>
              </a:r>
              <a:r>
                <a:rPr lang="en-US" altLang="zh-CN" sz="1600" dirty="0">
                  <a:solidFill>
                    <a:schemeClr val="bg1"/>
                  </a:solidFill>
                </a:rPr>
                <a:t> ipsum dolor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sameman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tanam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casectetur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adipiscing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elit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tamam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dalam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qoue</a:t>
              </a:r>
              <a:r>
                <a:rPr lang="en-US" altLang="zh-CN" sz="1600" dirty="0">
                  <a:solidFill>
                    <a:schemeClr val="bg1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bg1"/>
                  </a:solidFill>
                </a:rPr>
                <a:t>sampe</a:t>
              </a:r>
              <a:r>
                <a:rPr lang="en-US" altLang="zh-CN" sz="1600" dirty="0">
                  <a:solidFill>
                    <a:schemeClr val="bg1"/>
                  </a:solidFill>
                </a:rPr>
                <a:t>. 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355916"/>
            <a:ext cx="12228072" cy="2522040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4620986" y="3167741"/>
            <a:ext cx="2700897" cy="400110"/>
            <a:chOff x="1676400" y="1860490"/>
            <a:chExt cx="2700897" cy="400110"/>
          </a:xfrm>
        </p:grpSpPr>
        <p:sp>
          <p:nvSpPr>
            <p:cNvPr id="41" name="矩形 40"/>
            <p:cNvSpPr/>
            <p:nvPr/>
          </p:nvSpPr>
          <p:spPr>
            <a:xfrm>
              <a:off x="1676400" y="1903422"/>
              <a:ext cx="2700897" cy="3429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676400" y="1860490"/>
              <a:ext cx="27008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000" dirty="0"/>
                <a:t>THANKS</a:t>
              </a:r>
              <a:endParaRPr lang="zh-CN" altLang="en-US" sz="2000" dirty="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647995" y="2379676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800" dirty="0">
                <a:solidFill>
                  <a:schemeClr val="bg1"/>
                </a:solidFill>
              </a:rPr>
              <a:t>谢谢聆听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lnSpc>
            <a:spcPct val="70000"/>
          </a:lnSpc>
          <a:defRPr sz="16600" b="1" dirty="0">
            <a:solidFill>
              <a:schemeClr val="bg1">
                <a:alpha val="5000"/>
              </a:schemeClr>
            </a:solidFill>
            <a:latin typeface="Bebas Neue" charset="0"/>
            <a:ea typeface="Bebas Neue" charset="0"/>
            <a:cs typeface="Bebas Neue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5418</Words>
  <Application>WPS 演示</Application>
  <PresentationFormat>宽屏</PresentationFormat>
  <Paragraphs>330</Paragraphs>
  <Slides>25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Arial</vt:lpstr>
      <vt:lpstr>宋体</vt:lpstr>
      <vt:lpstr>Wingdings</vt:lpstr>
      <vt:lpstr>Bebas Neue</vt:lpstr>
      <vt:lpstr>★日文毛笔</vt:lpstr>
      <vt:lpstr>Open Sans</vt:lpstr>
      <vt:lpstr>Calibri</vt:lpstr>
      <vt:lpstr>等线</vt:lpstr>
      <vt:lpstr>微软雅黑</vt:lpstr>
      <vt:lpstr>Arial Unicode MS</vt:lpstr>
      <vt:lpstr>等线 Light</vt:lpstr>
      <vt:lpstr>思源黑体 CN Light</vt:lpstr>
      <vt:lpstr>Playfair Display</vt:lpstr>
      <vt:lpstr>Playfair Display Black</vt:lpstr>
      <vt:lpstr>思源黑体 CN 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hxj</dc:creator>
  <cp:lastModifiedBy>王保伦</cp:lastModifiedBy>
  <cp:revision>34</cp:revision>
  <dcterms:created xsi:type="dcterms:W3CDTF">2020-08-12T02:31:00Z</dcterms:created>
  <dcterms:modified xsi:type="dcterms:W3CDTF">2020-09-13T15:00:57Z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