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3"/>
    <p:sldMasterId id="2147483665" r:id="rId4"/>
    <p:sldMasterId id="2147483671" r:id="rId5"/>
  </p:sldMasterIdLst>
  <p:notesMasterIdLst>
    <p:notesMasterId r:id="rId7"/>
  </p:notesMasterIdLst>
  <p:sldIdLst>
    <p:sldId id="305" r:id="rId6"/>
    <p:sldId id="306" r:id="rId8"/>
    <p:sldId id="270" r:id="rId9"/>
    <p:sldId id="277" r:id="rId10"/>
    <p:sldId id="274" r:id="rId11"/>
    <p:sldId id="283" r:id="rId12"/>
    <p:sldId id="307" r:id="rId13"/>
    <p:sldId id="279" r:id="rId14"/>
    <p:sldId id="282" r:id="rId15"/>
    <p:sldId id="284" r:id="rId16"/>
    <p:sldId id="310" r:id="rId17"/>
    <p:sldId id="308" r:id="rId18"/>
    <p:sldId id="311" r:id="rId19"/>
    <p:sldId id="285" r:id="rId20"/>
    <p:sldId id="278" r:id="rId21"/>
    <p:sldId id="312" r:id="rId22"/>
    <p:sldId id="309" r:id="rId23"/>
    <p:sldId id="288" r:id="rId24"/>
    <p:sldId id="313" r:id="rId25"/>
    <p:sldId id="315" r:id="rId26"/>
    <p:sldId id="316" r:id="rId27"/>
    <p:sldId id="317" r:id="rId28"/>
  </p:sldIdLst>
  <p:sldSz cx="12192000" cy="6858000"/>
  <p:notesSz cx="6858000" cy="9144000"/>
  <p:embeddedFontLst>
    <p:embeddedFont>
      <p:font typeface="黑体" panose="02010609060101010101" pitchFamily="49" charset="-122"/>
      <p:regular r:id="rId32"/>
    </p:embeddedFont>
    <p:embeddedFont>
      <p:font typeface="微软雅黑" panose="020B0503020204020204" pitchFamily="34" charset="-122"/>
      <p:regular r:id="rId33"/>
    </p:embeddedFont>
    <p:embeddedFont>
      <p:font typeface="Calibri" panose="020F0502020204030204" pitchFamily="34" charset="0"/>
      <p:regular r:id="rId34"/>
      <p:bold r:id="rId35"/>
      <p:italic r:id="rId36"/>
      <p:boldItalic r:id="rId37"/>
    </p:embeddedFont>
    <p:embeddedFont>
      <p:font typeface="字魂59号-创粗黑" panose="00000500000000000000" charset="0"/>
      <p:regular r:id="rId38"/>
    </p:embeddedFont>
  </p:embeddedFontLst>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3F42"/>
    <a:srgbClr val="F7F7F6"/>
    <a:srgbClr val="FDC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1" autoAdjust="0"/>
    <p:restoredTop sz="94660"/>
  </p:normalViewPr>
  <p:slideViewPr>
    <p:cSldViewPr snapToGrid="0">
      <p:cViewPr>
        <p:scale>
          <a:sx n="66" d="100"/>
          <a:sy n="66" d="100"/>
        </p:scale>
        <p:origin x="1038" y="19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8.xml"/><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DF14A-D5C1-499F-85CD-B76E610975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26B7E-4A71-4C41-B19F-D91302E5879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6DD38-D176-4641-AFA7-7D9BAEFE43A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582E544-093A-4AB3-8E37-E9BCDC7ED24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582E544-093A-4AB3-8E37-E9BCDC7ED24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826B7E-4A71-4C41-B19F-D91302E5879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sp>
        <p:nvSpPr>
          <p:cNvPr id="16" name="文本占位符"/>
          <p:cNvSpPr>
            <a:spLocks noGrp="1"/>
          </p:cNvSpPr>
          <p:nvPr>
            <p:ph type="body" sz="quarter" idx="13" hasCustomPrompt="1"/>
          </p:nvPr>
        </p:nvSpPr>
        <p:spPr>
          <a:xfrm>
            <a:off x="469557" y="5072819"/>
            <a:ext cx="4223383" cy="553998"/>
          </a:xfrm>
          <a:prstGeom prst="rect">
            <a:avLst/>
          </a:prstGeom>
          <a:noFill/>
          <a:ln>
            <a:noFill/>
          </a:ln>
        </p:spPr>
        <p:txBody>
          <a:bodyPr wrap="square" anchor="ctr">
            <a:spAutoFit/>
          </a:bodyPr>
          <a:lstStyle>
            <a:lvl1pPr marL="0" indent="0" algn="ctr">
              <a:lnSpc>
                <a:spcPct val="100000"/>
              </a:lnSpc>
              <a:buNone/>
              <a:defRPr lang="zh-CN" altLang="en-US" sz="3000" b="1" spc="0" baseline="0" dirty="0">
                <a:solidFill>
                  <a:schemeClr val="bg1"/>
                </a:solidFill>
                <a:latin typeface="+mj-ea"/>
                <a:ea typeface="+mj-ea"/>
              </a:defRPr>
            </a:lvl1pPr>
          </a:lstStyle>
          <a:p>
            <a:pPr marL="0" lvl="0"/>
            <a:r>
              <a:rPr lang="en-US" altLang="zh-CN" dirty="0"/>
              <a:t>PART ONE</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tmplLst>
          <p:tmpl lvl="0">
            <p:tnLst>
              <p:par>
                <p:cTn presetID="9" presetClass="entr" presetSubtype="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dissolve">
                      <p:cBhvr>
                        <p:cTn dur="500"/>
                        <p:tgtEl>
                          <p:spTgt spid="16"/>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endParaRPr lang="zh-CN" altLang="en-US" dirty="0"/>
          </a:p>
        </p:txBody>
      </p:sp>
      <p:sp>
        <p:nvSpPr>
          <p:cNvPr id="3" name="日期占位符 2"/>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endParaRPr lang="zh-CN" altLang="en-US" dirty="0"/>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MH_Others_2"/>
          <p:cNvSpPr/>
          <p:nvPr userDrawn="1">
            <p:custDataLst>
              <p:tags r:id="rId2"/>
            </p:custDataLst>
          </p:nvPr>
        </p:nvSpPr>
        <p:spPr>
          <a:xfrm>
            <a:off x="335" y="151656"/>
            <a:ext cx="1384742" cy="474197"/>
          </a:xfrm>
          <a:prstGeom prst="rect">
            <a:avLst/>
          </a:prstGeom>
          <a:solidFill>
            <a:srgbClr val="2F5B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0" tIns="45715" rIns="91430" bIns="45715" numCol="1" spcCol="0" rtlCol="0" fromWordArt="0" anchor="ctr" anchorCtr="0" forceAA="0" compatLnSpc="1">
            <a:noAutofit/>
          </a:bodyPr>
          <a:lstStyle/>
          <a:p>
            <a:pPr defTabSz="914400" fontAlgn="base">
              <a:spcBef>
                <a:spcPct val="0"/>
              </a:spcBef>
              <a:spcAft>
                <a:spcPct val="0"/>
              </a:spcAft>
            </a:pPr>
            <a:endParaRPr lang="zh-CN" altLang="en-US" sz="19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p:cNvSpPr txBox="1"/>
          <p:nvPr userDrawn="1"/>
        </p:nvSpPr>
        <p:spPr>
          <a:xfrm>
            <a:off x="71402" y="188102"/>
            <a:ext cx="1339262" cy="437751"/>
          </a:xfrm>
          <a:prstGeom prst="rect">
            <a:avLst/>
          </a:prstGeom>
          <a:noFill/>
        </p:spPr>
        <p:txBody>
          <a:bodyPr wrap="none" lIns="86694" tIns="43347" rIns="86694" bIns="43347" rtlCol="0">
            <a:spAutoFit/>
          </a:bodyPr>
          <a:lstStyle/>
          <a:p>
            <a:pPr defTabSz="914400" fontAlgn="base">
              <a:spcBef>
                <a:spcPct val="0"/>
              </a:spcBef>
              <a:spcAft>
                <a:spcPct val="0"/>
              </a:spcAft>
            </a:pPr>
            <a:r>
              <a:rPr lang="en-US" altLang="zh-CN" sz="2300" dirty="0">
                <a:solidFill>
                  <a:srgbClr val="FFFFFF"/>
                </a:solidFill>
                <a:latin typeface="微软雅黑" panose="020B0503020204020204" pitchFamily="34" charset="-122"/>
                <a:ea typeface="微软雅黑" panose="020B0503020204020204" pitchFamily="34" charset="-122"/>
              </a:rPr>
              <a:t>PARK 02</a:t>
            </a:r>
            <a:endParaRPr lang="zh-CN" altLang="en-US" sz="23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389" y="365780"/>
            <a:ext cx="10515224" cy="1324636"/>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389" y="1825890"/>
            <a:ext cx="10515224" cy="43517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389" y="6356747"/>
            <a:ext cx="2742447" cy="364275"/>
          </a:xfrm>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a:xfrm>
            <a:off x="4038413" y="6356747"/>
            <a:ext cx="4115176" cy="364275"/>
          </a:xfrm>
        </p:spPr>
        <p:txBody>
          <a:bodyPr/>
          <a:lstStyle/>
          <a:p>
            <a:endParaRPr lang="zh-CN" altLang="en-US"/>
          </a:p>
        </p:txBody>
      </p:sp>
      <p:sp>
        <p:nvSpPr>
          <p:cNvPr id="6" name="灯片编号占位符 5"/>
          <p:cNvSpPr>
            <a:spLocks noGrp="1"/>
          </p:cNvSpPr>
          <p:nvPr>
            <p:ph type="sldNum" sz="quarter" idx="12"/>
          </p:nvPr>
        </p:nvSpPr>
        <p:spPr>
          <a:xfrm>
            <a:off x="8611166" y="6356747"/>
            <a:ext cx="2742447" cy="364275"/>
          </a:xfrm>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7579D1B-5EBE-4669-AD85-AA50233696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A4C1E5-1F58-41A6-8FB2-98F84BEF9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2" Type="http://schemas.openxmlformats.org/officeDocument/2006/relationships/theme" Target="../theme/theme4.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12"/>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1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fld>
            <a:endParaRPr lang="zh-CN" altLang="en-US"/>
          </a:p>
        </p:txBody>
      </p:sp>
      <p:sp>
        <p:nvSpPr>
          <p:cNvPr id="2" name="KSO_TEMPLATE" hidden="1"/>
          <p:cNvSpPr/>
          <p:nvPr userDrawn="1">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文本框 11"/>
          <p:cNvSpPr txBox="1"/>
          <p:nvPr userDrawn="1"/>
        </p:nvSpPr>
        <p:spPr>
          <a:xfrm>
            <a:off x="3869690" y="2025650"/>
            <a:ext cx="4730115" cy="1476375"/>
          </a:xfrm>
          <a:prstGeom prst="rect">
            <a:avLst/>
          </a:prstGeom>
          <a:noFill/>
        </p:spPr>
        <p:txBody>
          <a:bodyPr wrap="square" rtlCol="0" anchor="t">
            <a:spAutoFit/>
          </a:bodyPr>
          <a:lstStyle/>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感谢您下载包图网平台上提供的</a:t>
            </a:r>
            <a:r>
              <a:rPr lang="en-US" altLang="zh-CN" dirty="0">
                <a:solidFill>
                  <a:schemeClr val="tx1">
                    <a:lumMod val="75000"/>
                    <a:lumOff val="25000"/>
                    <a:alpha val="0"/>
                  </a:schemeClr>
                </a:solidFill>
                <a:latin typeface="宋体" panose="02010600030101010101" pitchFamily="2" charset="-122"/>
                <a:ea typeface="宋体" panose="02010600030101010101" pitchFamily="2" charset="-122"/>
                <a:sym typeface="+mn-ea"/>
              </a:rPr>
              <a:t>PPT</a:t>
            </a:r>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作品，</a:t>
            </a:r>
            <a:endPar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endParaRP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为了您和包图网以及原创作者的利益，请</a:t>
            </a:r>
            <a:endPar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endParaRP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勿复制、传播、销售，否则将承担法律责</a:t>
            </a:r>
            <a:endPar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endParaRP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任！包图网将对作品进行维权，按照传播</a:t>
            </a:r>
            <a:endPar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endParaRP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下载次数进行十倍的索取赔偿！</a:t>
            </a:r>
            <a:endPar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866775" rtl="0" eaLnBrk="1" latinLnBrk="0" hangingPunct="1">
        <a:lnSpc>
          <a:spcPct val="90000"/>
        </a:lnSpc>
        <a:spcBef>
          <a:spcPct val="0"/>
        </a:spcBef>
        <a:buNone/>
        <a:defRPr sz="420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700"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300"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900"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0" kern="1200">
          <a:solidFill>
            <a:schemeClr val="tx1"/>
          </a:solidFill>
          <a:latin typeface="+mn-lt"/>
          <a:ea typeface="+mn-ea"/>
          <a:cs typeface="+mn-cs"/>
        </a:defRPr>
      </a:lvl9pPr>
    </p:bodyStyle>
    <p:otherStyle>
      <a:defPPr>
        <a:defRPr lang="zh-CN"/>
      </a:defPPr>
      <a:lvl1pPr marL="0" algn="l" defTabSz="866775" rtl="0" eaLnBrk="1" latinLnBrk="0" hangingPunct="1">
        <a:defRPr sz="1700" kern="1200">
          <a:solidFill>
            <a:schemeClr val="tx1"/>
          </a:solidFill>
          <a:latin typeface="+mn-lt"/>
          <a:ea typeface="+mn-ea"/>
          <a:cs typeface="+mn-cs"/>
        </a:defRPr>
      </a:lvl1pPr>
      <a:lvl2pPr marL="433705" algn="l" defTabSz="866775" rtl="0" eaLnBrk="1" latinLnBrk="0" hangingPunct="1">
        <a:defRPr sz="1700" kern="1200">
          <a:solidFill>
            <a:schemeClr val="tx1"/>
          </a:solidFill>
          <a:latin typeface="+mn-lt"/>
          <a:ea typeface="+mn-ea"/>
          <a:cs typeface="+mn-cs"/>
        </a:defRPr>
      </a:lvl2pPr>
      <a:lvl3pPr marL="866775" algn="l" defTabSz="866775" rtl="0" eaLnBrk="1" latinLnBrk="0" hangingPunct="1">
        <a:defRPr sz="1700" kern="1200">
          <a:solidFill>
            <a:schemeClr val="tx1"/>
          </a:solidFill>
          <a:latin typeface="+mn-lt"/>
          <a:ea typeface="+mn-ea"/>
          <a:cs typeface="+mn-cs"/>
        </a:defRPr>
      </a:lvl3pPr>
      <a:lvl4pPr marL="1300480" algn="l" defTabSz="866775" rtl="0" eaLnBrk="1" latinLnBrk="0" hangingPunct="1">
        <a:defRPr sz="1700" kern="1200">
          <a:solidFill>
            <a:schemeClr val="tx1"/>
          </a:solidFill>
          <a:latin typeface="+mn-lt"/>
          <a:ea typeface="+mn-ea"/>
          <a:cs typeface="+mn-cs"/>
        </a:defRPr>
      </a:lvl4pPr>
      <a:lvl5pPr marL="1734185" algn="l" defTabSz="866775" rtl="0" eaLnBrk="1" latinLnBrk="0" hangingPunct="1">
        <a:defRPr sz="1700" kern="1200">
          <a:solidFill>
            <a:schemeClr val="tx1"/>
          </a:solidFill>
          <a:latin typeface="+mn-lt"/>
          <a:ea typeface="+mn-ea"/>
          <a:cs typeface="+mn-cs"/>
        </a:defRPr>
      </a:lvl5pPr>
      <a:lvl6pPr marL="2167255" algn="l" defTabSz="866775" rtl="0" eaLnBrk="1" latinLnBrk="0" hangingPunct="1">
        <a:defRPr sz="1700" kern="1200">
          <a:solidFill>
            <a:schemeClr val="tx1"/>
          </a:solidFill>
          <a:latin typeface="+mn-lt"/>
          <a:ea typeface="+mn-ea"/>
          <a:cs typeface="+mn-cs"/>
        </a:defRPr>
      </a:lvl6pPr>
      <a:lvl7pPr marL="2600960" algn="l" defTabSz="866775" rtl="0" eaLnBrk="1" latinLnBrk="0" hangingPunct="1">
        <a:defRPr sz="1700" kern="1200">
          <a:solidFill>
            <a:schemeClr val="tx1"/>
          </a:solidFill>
          <a:latin typeface="+mn-lt"/>
          <a:ea typeface="+mn-ea"/>
          <a:cs typeface="+mn-cs"/>
        </a:defRPr>
      </a:lvl7pPr>
      <a:lvl8pPr marL="3034030" algn="l" defTabSz="866775" rtl="0" eaLnBrk="1" latinLnBrk="0" hangingPunct="1">
        <a:defRPr sz="1700" kern="1200">
          <a:solidFill>
            <a:schemeClr val="tx1"/>
          </a:solidFill>
          <a:latin typeface="+mn-lt"/>
          <a:ea typeface="+mn-ea"/>
          <a:cs typeface="+mn-cs"/>
        </a:defRPr>
      </a:lvl8pPr>
      <a:lvl9pPr marL="3467735" algn="l" defTabSz="866775" rtl="0" eaLnBrk="1" latinLnBrk="0" hangingPunct="1">
        <a:defRPr sz="1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579D1B-5EBE-4669-AD85-AA502336963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A4C1E5-1F58-41A6-8FB2-98F84BEF99B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6.xml"/><Relationship Id="rId6" Type="http://schemas.openxmlformats.org/officeDocument/2006/relationships/tags" Target="../tags/tag5.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6.xml"/><Relationship Id="rId6" Type="http://schemas.openxmlformats.org/officeDocument/2006/relationships/tags" Target="../tags/tag6.xml"/><Relationship Id="rId5" Type="http://schemas.openxmlformats.org/officeDocument/2006/relationships/image" Target="../media/image5.png"/><Relationship Id="rId4" Type="http://schemas.openxmlformats.org/officeDocument/2006/relationships/image" Target="../media/image6.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2.xml"/><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6.xml"/><Relationship Id="rId6"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6" name="图片 5" descr="钟表"/>
          <p:cNvPicPr>
            <a:picLocks noChangeAspect="1"/>
          </p:cNvPicPr>
          <p:nvPr/>
        </p:nvPicPr>
        <p:blipFill>
          <a:blip r:embed="rId3"/>
          <a:stretch>
            <a:fillRect/>
          </a:stretch>
        </p:blipFill>
        <p:spPr>
          <a:xfrm>
            <a:off x="7524115" y="-7620"/>
            <a:ext cx="1684655" cy="1684655"/>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0032" y="2854643"/>
            <a:ext cx="3978275" cy="3978275"/>
          </a:xfrm>
          <a:prstGeom prst="rect">
            <a:avLst/>
          </a:prstGeom>
        </p:spPr>
      </p:pic>
      <p:sp>
        <p:nvSpPr>
          <p:cNvPr id="2" name="文本框 1"/>
          <p:cNvSpPr txBox="1"/>
          <p:nvPr/>
        </p:nvSpPr>
        <p:spPr>
          <a:xfrm>
            <a:off x="3497580" y="1126172"/>
            <a:ext cx="1538883" cy="4989443"/>
          </a:xfrm>
          <a:prstGeom prst="rect">
            <a:avLst/>
          </a:prstGeom>
          <a:noFill/>
        </p:spPr>
        <p:txBody>
          <a:bodyPr vert="eaVert" wrap="square" rtlCol="0">
            <a:spAutoFit/>
          </a:bodyPr>
          <a:lstStyle/>
          <a:p>
            <a:r>
              <a:rPr lang="zh-CN" altLang="en-US" sz="8800" dirty="0"/>
              <a:t>阅读时光</a:t>
            </a:r>
            <a:endParaRPr lang="zh-CN" altLang="en-US" sz="8800" dirty="0"/>
          </a:p>
        </p:txBody>
      </p:sp>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钟表"/>
          <p:cNvPicPr>
            <a:picLocks noChangeAspect="1"/>
          </p:cNvPicPr>
          <p:nvPr/>
        </p:nvPicPr>
        <p:blipFill>
          <a:blip r:embed="rId1"/>
          <a:stretch>
            <a:fillRect/>
          </a:stretch>
        </p:blipFill>
        <p:spPr>
          <a:xfrm>
            <a:off x="7524115" y="-7620"/>
            <a:ext cx="1684655" cy="1684655"/>
          </a:xfrm>
          <a:prstGeom prst="rect">
            <a:avLst/>
          </a:prstGeom>
        </p:spPr>
      </p:pic>
      <p:grpSp>
        <p:nvGrpSpPr>
          <p:cNvPr id="3" name="组合 2"/>
          <p:cNvGrpSpPr/>
          <p:nvPr/>
        </p:nvGrpSpPr>
        <p:grpSpPr>
          <a:xfrm>
            <a:off x="2668905" y="2343785"/>
            <a:ext cx="3827145" cy="3380740"/>
            <a:chOff x="12744" y="4106"/>
            <a:chExt cx="6027" cy="5324"/>
          </a:xfrm>
        </p:grpSpPr>
        <p:sp>
          <p:nvSpPr>
            <p:cNvPr id="26" name="椭圆"/>
            <p:cNvSpPr/>
            <p:nvPr/>
          </p:nvSpPr>
          <p:spPr>
            <a:xfrm>
              <a:off x="12744" y="4106"/>
              <a:ext cx="942" cy="942"/>
            </a:xfrm>
            <a:prstGeom prst="ellipse">
              <a:avLst/>
            </a:prstGeom>
            <a:solidFill>
              <a:srgbClr val="8B3F42">
                <a:alpha val="50000"/>
              </a:srgbClr>
            </a:solidFill>
            <a:ln w="38100">
              <a:noFill/>
            </a:ln>
          </p:spPr>
          <p:style>
            <a:lnRef idx="2">
              <a:srgbClr val="884512">
                <a:shade val="50000"/>
              </a:srgbClr>
            </a:lnRef>
            <a:fillRef idx="1">
              <a:srgbClr val="884512"/>
            </a:fillRef>
            <a:effectRef idx="0">
              <a:srgbClr val="884512"/>
            </a:effectRef>
            <a:fontRef idx="minor">
              <a:sysClr val="window" lastClr="FFFFFF"/>
            </a:fontRef>
          </p:style>
          <p:txBody>
            <a:bodyPr rtlCol="0" anchor="ctr"/>
            <a:lstStyle/>
            <a:p>
              <a:pPr algn="ctr"/>
              <a:r>
                <a:rPr lang="en-US" altLang="zh-CN" sz="3000" b="1" dirty="0">
                  <a:cs typeface="+mn-ea"/>
                  <a:sym typeface="+mn-lt"/>
                </a:rPr>
                <a:t>1</a:t>
              </a:r>
              <a:endParaRPr lang="zh-CN" altLang="en-US" sz="3000" b="1" dirty="0">
                <a:cs typeface="+mn-ea"/>
                <a:sym typeface="+mn-lt"/>
              </a:endParaRPr>
            </a:p>
          </p:txBody>
        </p:sp>
        <p:sp>
          <p:nvSpPr>
            <p:cNvPr id="27" name="椭圆"/>
            <p:cNvSpPr/>
            <p:nvPr/>
          </p:nvSpPr>
          <p:spPr>
            <a:xfrm>
              <a:off x="12744" y="5567"/>
              <a:ext cx="942" cy="942"/>
            </a:xfrm>
            <a:prstGeom prst="ellipse">
              <a:avLst/>
            </a:prstGeom>
            <a:solidFill>
              <a:srgbClr val="8B3F42">
                <a:alpha val="50000"/>
              </a:srgbClr>
            </a:solidFill>
            <a:ln w="38100">
              <a:noFill/>
            </a:ln>
          </p:spPr>
          <p:style>
            <a:lnRef idx="2">
              <a:srgbClr val="884512">
                <a:shade val="50000"/>
              </a:srgbClr>
            </a:lnRef>
            <a:fillRef idx="1">
              <a:srgbClr val="884512"/>
            </a:fillRef>
            <a:effectRef idx="0">
              <a:srgbClr val="884512"/>
            </a:effectRef>
            <a:fontRef idx="minor">
              <a:sysClr val="window" lastClr="FFFFFF"/>
            </a:fontRef>
          </p:style>
          <p:txBody>
            <a:bodyPr rtlCol="0" anchor="ctr"/>
            <a:lstStyle/>
            <a:p>
              <a:pPr algn="ctr"/>
              <a:r>
                <a:rPr lang="en-US" altLang="zh-CN" sz="3000" b="1" dirty="0">
                  <a:cs typeface="+mn-ea"/>
                  <a:sym typeface="+mn-lt"/>
                </a:rPr>
                <a:t>2</a:t>
              </a:r>
              <a:endParaRPr lang="zh-CN" altLang="en-US" sz="3000" b="1" dirty="0">
                <a:cs typeface="+mn-ea"/>
                <a:sym typeface="+mn-lt"/>
              </a:endParaRPr>
            </a:p>
          </p:txBody>
        </p:sp>
        <p:sp>
          <p:nvSpPr>
            <p:cNvPr id="29" name="椭圆"/>
            <p:cNvSpPr/>
            <p:nvPr/>
          </p:nvSpPr>
          <p:spPr>
            <a:xfrm>
              <a:off x="12744" y="7028"/>
              <a:ext cx="942" cy="942"/>
            </a:xfrm>
            <a:prstGeom prst="ellipse">
              <a:avLst/>
            </a:prstGeom>
            <a:solidFill>
              <a:srgbClr val="8B3F42">
                <a:alpha val="50000"/>
              </a:srgbClr>
            </a:solidFill>
            <a:ln w="38100">
              <a:noFill/>
            </a:ln>
          </p:spPr>
          <p:style>
            <a:lnRef idx="2">
              <a:srgbClr val="884512">
                <a:shade val="50000"/>
              </a:srgbClr>
            </a:lnRef>
            <a:fillRef idx="1">
              <a:srgbClr val="884512"/>
            </a:fillRef>
            <a:effectRef idx="0">
              <a:srgbClr val="884512"/>
            </a:effectRef>
            <a:fontRef idx="minor">
              <a:sysClr val="window" lastClr="FFFFFF"/>
            </a:fontRef>
          </p:style>
          <p:txBody>
            <a:bodyPr rtlCol="0" anchor="ctr"/>
            <a:lstStyle/>
            <a:p>
              <a:pPr algn="ctr"/>
              <a:r>
                <a:rPr lang="en-US" altLang="zh-CN" sz="3000" b="1" dirty="0">
                  <a:cs typeface="+mn-ea"/>
                  <a:sym typeface="+mn-lt"/>
                </a:rPr>
                <a:t>3</a:t>
              </a:r>
              <a:endParaRPr lang="zh-CN" altLang="en-US" sz="3000" b="1" dirty="0">
                <a:cs typeface="+mn-ea"/>
                <a:sym typeface="+mn-lt"/>
              </a:endParaRPr>
            </a:p>
          </p:txBody>
        </p:sp>
        <p:sp>
          <p:nvSpPr>
            <p:cNvPr id="30" name="椭圆"/>
            <p:cNvSpPr/>
            <p:nvPr/>
          </p:nvSpPr>
          <p:spPr>
            <a:xfrm>
              <a:off x="12744" y="8488"/>
              <a:ext cx="942" cy="942"/>
            </a:xfrm>
            <a:prstGeom prst="ellipse">
              <a:avLst/>
            </a:prstGeom>
            <a:solidFill>
              <a:srgbClr val="8B3F42">
                <a:alpha val="50000"/>
              </a:srgbClr>
            </a:solidFill>
            <a:ln w="38100">
              <a:noFill/>
            </a:ln>
          </p:spPr>
          <p:style>
            <a:lnRef idx="2">
              <a:srgbClr val="884512">
                <a:shade val="50000"/>
              </a:srgbClr>
            </a:lnRef>
            <a:fillRef idx="1">
              <a:srgbClr val="884512"/>
            </a:fillRef>
            <a:effectRef idx="0">
              <a:srgbClr val="884512"/>
            </a:effectRef>
            <a:fontRef idx="minor">
              <a:sysClr val="window" lastClr="FFFFFF"/>
            </a:fontRef>
          </p:style>
          <p:txBody>
            <a:bodyPr rtlCol="0" anchor="ctr"/>
            <a:lstStyle/>
            <a:p>
              <a:pPr algn="ctr"/>
              <a:r>
                <a:rPr lang="en-US" altLang="zh-CN" sz="3000" b="1" dirty="0">
                  <a:cs typeface="+mn-ea"/>
                  <a:sym typeface="+mn-lt"/>
                </a:rPr>
                <a:t>4</a:t>
              </a:r>
              <a:endParaRPr lang="zh-CN" altLang="en-US" sz="3000" b="1" dirty="0">
                <a:cs typeface="+mn-ea"/>
                <a:sym typeface="+mn-lt"/>
              </a:endParaRPr>
            </a:p>
          </p:txBody>
        </p:sp>
        <p:sp>
          <p:nvSpPr>
            <p:cNvPr id="31" name="文本"/>
            <p:cNvSpPr/>
            <p:nvPr/>
          </p:nvSpPr>
          <p:spPr>
            <a:xfrm>
              <a:off x="14169" y="4165"/>
              <a:ext cx="3987" cy="824"/>
            </a:xfrm>
            <a:prstGeom prst="rect">
              <a:avLst/>
            </a:prstGeom>
          </p:spPr>
          <p:txBody>
            <a:bodyPr wrap="none">
              <a:spAutoFit/>
            </a:bodyPr>
            <a:lstStyle/>
            <a:p>
              <a:r>
                <a:rPr lang="zh-CN" altLang="en-US" sz="2800" b="1" spc="250" dirty="0">
                  <a:solidFill>
                    <a:schemeClr val="bg1">
                      <a:lumMod val="50000"/>
                    </a:schemeClr>
                  </a:solidFill>
                  <a:cs typeface="+mn-ea"/>
                  <a:sym typeface="+mn-lt"/>
                </a:rPr>
                <a:t>为什么要读书</a:t>
              </a:r>
              <a:endParaRPr lang="zh-CN" altLang="en-US" sz="2800" b="1" spc="250" dirty="0">
                <a:solidFill>
                  <a:schemeClr val="bg1">
                    <a:lumMod val="50000"/>
                  </a:schemeClr>
                </a:solidFill>
                <a:cs typeface="+mn-ea"/>
                <a:sym typeface="+mn-lt"/>
              </a:endParaRPr>
            </a:p>
          </p:txBody>
        </p:sp>
        <p:sp>
          <p:nvSpPr>
            <p:cNvPr id="32" name="文本"/>
            <p:cNvSpPr/>
            <p:nvPr/>
          </p:nvSpPr>
          <p:spPr>
            <a:xfrm>
              <a:off x="14169" y="5626"/>
              <a:ext cx="3371" cy="824"/>
            </a:xfrm>
            <a:prstGeom prst="rect">
              <a:avLst/>
            </a:prstGeom>
          </p:spPr>
          <p:txBody>
            <a:bodyPr wrap="none">
              <a:spAutoFit/>
            </a:bodyPr>
            <a:lstStyle/>
            <a:p>
              <a:r>
                <a:rPr lang="zh-CN" altLang="en-US" sz="2800" b="1" spc="250" dirty="0">
                  <a:solidFill>
                    <a:schemeClr val="bg1">
                      <a:lumMod val="50000"/>
                    </a:schemeClr>
                  </a:solidFill>
                  <a:cs typeface="+mn-ea"/>
                  <a:sym typeface="+mn-lt"/>
                </a:rPr>
                <a:t>读书的意义</a:t>
              </a:r>
              <a:endParaRPr lang="zh-CN" altLang="en-US" sz="2800" b="1" spc="250" dirty="0">
                <a:solidFill>
                  <a:schemeClr val="bg1">
                    <a:lumMod val="50000"/>
                  </a:schemeClr>
                </a:solidFill>
                <a:cs typeface="+mn-ea"/>
                <a:sym typeface="+mn-lt"/>
              </a:endParaRPr>
            </a:p>
          </p:txBody>
        </p:sp>
        <p:sp>
          <p:nvSpPr>
            <p:cNvPr id="33" name="文本"/>
            <p:cNvSpPr/>
            <p:nvPr/>
          </p:nvSpPr>
          <p:spPr>
            <a:xfrm>
              <a:off x="14169" y="7087"/>
              <a:ext cx="3371" cy="824"/>
            </a:xfrm>
            <a:prstGeom prst="rect">
              <a:avLst/>
            </a:prstGeom>
          </p:spPr>
          <p:txBody>
            <a:bodyPr wrap="none">
              <a:spAutoFit/>
            </a:bodyPr>
            <a:lstStyle/>
            <a:p>
              <a:r>
                <a:rPr lang="zh-CN" altLang="en-US" sz="2800" b="1" spc="250" dirty="0">
                  <a:solidFill>
                    <a:schemeClr val="bg1">
                      <a:lumMod val="50000"/>
                    </a:schemeClr>
                  </a:solidFill>
                  <a:cs typeface="+mn-ea"/>
                  <a:sym typeface="+mn-lt"/>
                </a:rPr>
                <a:t>如何读好书</a:t>
              </a:r>
              <a:endParaRPr lang="zh-CN" altLang="en-US" sz="2800" b="1" spc="250" dirty="0">
                <a:solidFill>
                  <a:schemeClr val="bg1">
                    <a:lumMod val="50000"/>
                  </a:schemeClr>
                </a:solidFill>
                <a:cs typeface="+mn-ea"/>
                <a:sym typeface="+mn-lt"/>
              </a:endParaRPr>
            </a:p>
          </p:txBody>
        </p:sp>
        <p:sp>
          <p:nvSpPr>
            <p:cNvPr id="34" name="文本"/>
            <p:cNvSpPr/>
            <p:nvPr/>
          </p:nvSpPr>
          <p:spPr>
            <a:xfrm>
              <a:off x="14169" y="8548"/>
              <a:ext cx="4603" cy="824"/>
            </a:xfrm>
            <a:prstGeom prst="rect">
              <a:avLst/>
            </a:prstGeom>
          </p:spPr>
          <p:txBody>
            <a:bodyPr wrap="none">
              <a:spAutoFit/>
            </a:bodyPr>
            <a:lstStyle/>
            <a:p>
              <a:r>
                <a:rPr lang="zh-CN" altLang="en-US" sz="2800" b="1" spc="250" dirty="0">
                  <a:solidFill>
                    <a:schemeClr val="bg1">
                      <a:lumMod val="50000"/>
                    </a:schemeClr>
                  </a:solidFill>
                  <a:cs typeface="+mn-ea"/>
                  <a:sym typeface="+mn-lt"/>
                </a:rPr>
                <a:t>分享读书的乐趣</a:t>
              </a:r>
              <a:endParaRPr lang="zh-CN" altLang="en-US" sz="2800" b="1" spc="250" dirty="0">
                <a:solidFill>
                  <a:schemeClr val="bg1">
                    <a:lumMod val="50000"/>
                  </a:schemeClr>
                </a:solidFill>
                <a:cs typeface="+mn-ea"/>
                <a:sym typeface="+mn-lt"/>
              </a:endParaRPr>
            </a:p>
          </p:txBody>
        </p:sp>
      </p:grpSp>
      <p:grpSp>
        <p:nvGrpSpPr>
          <p:cNvPr id="2" name="组合 1"/>
          <p:cNvGrpSpPr/>
          <p:nvPr/>
        </p:nvGrpSpPr>
        <p:grpSpPr>
          <a:xfrm>
            <a:off x="7176452" y="1657509"/>
            <a:ext cx="1772920" cy="1603375"/>
            <a:chOff x="1214" y="1701"/>
            <a:chExt cx="2792" cy="2525"/>
          </a:xfrm>
        </p:grpSpPr>
        <p:sp>
          <p:nvSpPr>
            <p:cNvPr id="35" name="文本"/>
            <p:cNvSpPr/>
            <p:nvPr/>
          </p:nvSpPr>
          <p:spPr>
            <a:xfrm>
              <a:off x="1704" y="3579"/>
              <a:ext cx="1813" cy="647"/>
            </a:xfrm>
            <a:prstGeom prst="rect">
              <a:avLst/>
            </a:prstGeom>
          </p:spPr>
          <p:txBody>
            <a:bodyPr wrap="none">
              <a:spAutoFit/>
            </a:bodyPr>
            <a:lstStyle/>
            <a:p>
              <a:pPr algn="ctr" defTabSz="913765">
                <a:lnSpc>
                  <a:spcPct val="120000"/>
                </a:lnSpc>
                <a:defRPr/>
              </a:pPr>
              <a:r>
                <a:rPr lang="en-US" altLang="zh-CN" b="1" kern="0" spc="100" dirty="0">
                  <a:solidFill>
                    <a:srgbClr val="8B3F42">
                      <a:alpha val="62000"/>
                    </a:srgbClr>
                  </a:solidFill>
                  <a:cs typeface="+mn-ea"/>
                  <a:sym typeface="+mn-lt"/>
                </a:rPr>
                <a:t>Contents</a:t>
              </a:r>
              <a:endParaRPr lang="en-US" altLang="zh-CN" b="1" kern="0" spc="100" dirty="0">
                <a:solidFill>
                  <a:srgbClr val="8B3F42">
                    <a:alpha val="62000"/>
                  </a:srgbClr>
                </a:solidFill>
                <a:cs typeface="+mn-ea"/>
                <a:sym typeface="+mn-lt"/>
              </a:endParaRPr>
            </a:p>
          </p:txBody>
        </p:sp>
        <p:sp>
          <p:nvSpPr>
            <p:cNvPr id="36" name="标题"/>
            <p:cNvSpPr txBox="1">
              <a:spLocks noChangeArrowheads="1"/>
            </p:cNvSpPr>
            <p:nvPr/>
          </p:nvSpPr>
          <p:spPr bwMode="auto">
            <a:xfrm>
              <a:off x="1214" y="1701"/>
              <a:ext cx="2792" cy="1985"/>
            </a:xfrm>
            <a:prstGeom prst="rect">
              <a:avLst/>
            </a:prstGeom>
            <a:noFill/>
            <a:ln>
              <a:noFill/>
            </a:ln>
          </p:spPr>
          <p:txBody>
            <a:bodyPr wrap="none" lIns="0" rIns="0" anchor="ctr" anchorCtr="1">
              <a:spAutoFit/>
            </a:bodyPr>
            <a:lstStyle>
              <a:lvl1pPr eaLnBrk="0" hangingPunct="0">
                <a:defRPr>
                  <a:solidFill>
                    <a:sysClr val="windowText" lastClr="000000"/>
                  </a:solidFill>
                  <a:latin typeface="Arial" panose="020B0604020202020204" pitchFamily="34" charset="0"/>
                  <a:ea typeface="宋体" panose="02010600030101010101" pitchFamily="2" charset="-122"/>
                </a:defRPr>
              </a:lvl1pPr>
              <a:lvl2pPr marL="742950" indent="-285750" eaLnBrk="0" hangingPunct="0">
                <a:defRPr>
                  <a:solidFill>
                    <a:sysClr val="windowText" lastClr="000000"/>
                  </a:solidFill>
                  <a:latin typeface="Arial" panose="020B0604020202020204" pitchFamily="34" charset="0"/>
                  <a:ea typeface="宋体" panose="02010600030101010101" pitchFamily="2" charset="-122"/>
                </a:defRPr>
              </a:lvl2pPr>
              <a:lvl3pPr marL="1143000" indent="-228600" eaLnBrk="0" hangingPunct="0">
                <a:defRPr>
                  <a:solidFill>
                    <a:sysClr val="windowText" lastClr="000000"/>
                  </a:solidFill>
                  <a:latin typeface="Arial" panose="020B0604020202020204" pitchFamily="34" charset="0"/>
                  <a:ea typeface="宋体" panose="02010600030101010101" pitchFamily="2" charset="-122"/>
                </a:defRPr>
              </a:lvl3pPr>
              <a:lvl4pPr marL="1600200" indent="-228600" eaLnBrk="0" hangingPunct="0">
                <a:defRPr>
                  <a:solidFill>
                    <a:sysClr val="windowText" lastClr="000000"/>
                  </a:solidFill>
                  <a:latin typeface="Arial" panose="020B0604020202020204" pitchFamily="34" charset="0"/>
                  <a:ea typeface="宋体" panose="02010600030101010101" pitchFamily="2" charset="-122"/>
                </a:defRPr>
              </a:lvl4pPr>
              <a:lvl5pPr marL="2057400" indent="-228600" eaLnBrk="0" hangingPunct="0">
                <a:defRPr>
                  <a:solidFill>
                    <a:sysClr val="windowText" lastClr="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ea typeface="宋体" panose="02010600030101010101" pitchFamily="2" charset="-122"/>
                </a:defRPr>
              </a:lvl9pPr>
            </a:lstStyle>
            <a:p>
              <a:pPr algn="ctr" defTabSz="913765">
                <a:lnSpc>
                  <a:spcPct val="120000"/>
                </a:lnSpc>
                <a:defRPr/>
              </a:pPr>
              <a:r>
                <a:rPr lang="zh-CN" altLang="en-US" sz="6600" b="1" spc="300" dirty="0">
                  <a:solidFill>
                    <a:srgbClr val="8B3F42">
                      <a:alpha val="58000"/>
                    </a:srgbClr>
                  </a:solidFill>
                  <a:latin typeface="+mn-lt"/>
                  <a:ea typeface="+mn-ea"/>
                  <a:cs typeface="+mn-ea"/>
                  <a:sym typeface="+mn-lt"/>
                </a:rPr>
                <a:t>目录</a:t>
              </a:r>
              <a:endParaRPr lang="zh-CN" altLang="en-US" sz="6600" b="1" spc="300" dirty="0">
                <a:solidFill>
                  <a:srgbClr val="8B3F42">
                    <a:alpha val="58000"/>
                  </a:srgbClr>
                </a:solidFill>
                <a:latin typeface="+mn-lt"/>
                <a:ea typeface="+mn-ea"/>
                <a:cs typeface="+mn-ea"/>
                <a:sym typeface="+mn-lt"/>
              </a:endParaRPr>
            </a:p>
          </p:txBody>
        </p:sp>
      </p:gr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0032" y="2854643"/>
            <a:ext cx="3978275" cy="3978275"/>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
          <p:cNvSpPr>
            <a:spLocks noGrp="1"/>
          </p:cNvSpPr>
          <p:nvPr>
            <p:ph type="body" sz="quarter" idx="13"/>
          </p:nvPr>
        </p:nvSpPr>
        <p:spPr/>
        <p:txBody>
          <a:bodyPr/>
          <a:lstStyle/>
          <a:p>
            <a:r>
              <a:rPr lang="en-US" altLang="zh-CN">
                <a:latin typeface="+mn-lt"/>
                <a:ea typeface="+mn-ea"/>
                <a:cs typeface="+mn-ea"/>
                <a:sym typeface="+mn-lt"/>
              </a:rPr>
              <a:t>PART ONE</a:t>
            </a:r>
            <a:endParaRPr lang="en-US" altLang="zh-CN" dirty="0">
              <a:latin typeface="+mn-lt"/>
              <a:ea typeface="+mn-ea"/>
              <a:cs typeface="+mn-ea"/>
              <a:sym typeface="+mn-lt"/>
            </a:endParaRPr>
          </a:p>
        </p:txBody>
      </p:sp>
      <p:sp>
        <p:nvSpPr>
          <p:cNvPr id="31" name="文本"/>
          <p:cNvSpPr/>
          <p:nvPr/>
        </p:nvSpPr>
        <p:spPr>
          <a:xfrm>
            <a:off x="4113530" y="2732405"/>
            <a:ext cx="4488180" cy="922020"/>
          </a:xfrm>
          <a:prstGeom prst="rect">
            <a:avLst/>
          </a:prstGeom>
        </p:spPr>
        <p:txBody>
          <a:bodyPr wrap="none">
            <a:spAutoFit/>
          </a:bodyPr>
          <a:lstStyle/>
          <a:p>
            <a:r>
              <a:rPr lang="zh-CN" altLang="en-US" sz="5400" b="1" spc="250" dirty="0">
                <a:solidFill>
                  <a:srgbClr val="8B3F42">
                    <a:alpha val="56000"/>
                  </a:srgbClr>
                </a:solidFill>
                <a:cs typeface="+mn-ea"/>
                <a:sym typeface="+mn-lt"/>
              </a:rPr>
              <a:t>为什么要读书</a:t>
            </a:r>
            <a:endParaRPr lang="zh-CN" altLang="en-US" sz="5400" b="1" spc="250" dirty="0">
              <a:solidFill>
                <a:srgbClr val="8B3F42">
                  <a:alpha val="56000"/>
                </a:srgbClr>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408" y="99279"/>
            <a:ext cx="2529840" cy="252984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5635" y="3193415"/>
            <a:ext cx="3978275" cy="3978275"/>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图标"/>
          <p:cNvSpPr>
            <a:spLocks noChangeAspect="1" noEditPoints="1"/>
          </p:cNvSpPr>
          <p:nvPr/>
        </p:nvSpPr>
        <p:spPr bwMode="auto">
          <a:xfrm>
            <a:off x="9029685" y="2359994"/>
            <a:ext cx="419116" cy="621788"/>
          </a:xfrm>
          <a:custGeom>
            <a:avLst/>
            <a:gdLst>
              <a:gd name="T0" fmla="*/ 101032 w 579"/>
              <a:gd name="T1" fmla="*/ 478821 h 857"/>
              <a:gd name="T2" fmla="*/ 321785 w 579"/>
              <a:gd name="T3" fmla="*/ 478821 h 857"/>
              <a:gd name="T4" fmla="*/ 333465 w 579"/>
              <a:gd name="T5" fmla="*/ 490528 h 857"/>
              <a:gd name="T6" fmla="*/ 321785 w 579"/>
              <a:gd name="T7" fmla="*/ 501650 h 857"/>
              <a:gd name="T8" fmla="*/ 101032 w 579"/>
              <a:gd name="T9" fmla="*/ 501650 h 857"/>
              <a:gd name="T10" fmla="*/ 89352 w 579"/>
              <a:gd name="T11" fmla="*/ 490528 h 857"/>
              <a:gd name="T12" fmla="*/ 101032 w 579"/>
              <a:gd name="T13" fmla="*/ 478821 h 857"/>
              <a:gd name="T14" fmla="*/ 105704 w 579"/>
              <a:gd name="T15" fmla="*/ 369945 h 857"/>
              <a:gd name="T16" fmla="*/ 227177 w 579"/>
              <a:gd name="T17" fmla="*/ 169753 h 857"/>
              <a:gd name="T18" fmla="*/ 269809 w 579"/>
              <a:gd name="T19" fmla="*/ 195509 h 857"/>
              <a:gd name="T20" fmla="*/ 148920 w 579"/>
              <a:gd name="T21" fmla="*/ 395701 h 857"/>
              <a:gd name="T22" fmla="*/ 105704 w 579"/>
              <a:gd name="T23" fmla="*/ 369945 h 857"/>
              <a:gd name="T24" fmla="*/ 20440 w 579"/>
              <a:gd name="T25" fmla="*/ 317848 h 857"/>
              <a:gd name="T26" fmla="*/ 141912 w 579"/>
              <a:gd name="T27" fmla="*/ 117657 h 857"/>
              <a:gd name="T28" fmla="*/ 184545 w 579"/>
              <a:gd name="T29" fmla="*/ 143412 h 857"/>
              <a:gd name="T30" fmla="*/ 63072 w 579"/>
              <a:gd name="T31" fmla="*/ 343604 h 857"/>
              <a:gd name="T32" fmla="*/ 20440 w 579"/>
              <a:gd name="T33" fmla="*/ 317848 h 857"/>
              <a:gd name="T34" fmla="*/ 1168 w 579"/>
              <a:gd name="T35" fmla="*/ 479992 h 857"/>
              <a:gd name="T36" fmla="*/ 12848 w 579"/>
              <a:gd name="T37" fmla="*/ 380481 h 857"/>
              <a:gd name="T38" fmla="*/ 96360 w 579"/>
              <a:gd name="T39" fmla="*/ 430822 h 857"/>
              <a:gd name="T40" fmla="*/ 14016 w 579"/>
              <a:gd name="T41" fmla="*/ 487601 h 857"/>
              <a:gd name="T42" fmla="*/ 1168 w 579"/>
              <a:gd name="T43" fmla="*/ 479992 h 857"/>
              <a:gd name="T44" fmla="*/ 174617 w 579"/>
              <a:gd name="T45" fmla="*/ 62048 h 857"/>
              <a:gd name="T46" fmla="*/ 157096 w 579"/>
              <a:gd name="T47" fmla="*/ 91316 h 857"/>
              <a:gd name="T48" fmla="*/ 284993 w 579"/>
              <a:gd name="T49" fmla="*/ 169168 h 857"/>
              <a:gd name="T50" fmla="*/ 303097 w 579"/>
              <a:gd name="T51" fmla="*/ 139900 h 857"/>
              <a:gd name="T52" fmla="*/ 174617 w 579"/>
              <a:gd name="T53" fmla="*/ 62048 h 857"/>
              <a:gd name="T54" fmla="*/ 202065 w 579"/>
              <a:gd name="T55" fmla="*/ 17561 h 857"/>
              <a:gd name="T56" fmla="*/ 240609 w 579"/>
              <a:gd name="T57" fmla="*/ 8195 h 857"/>
              <a:gd name="T58" fmla="*/ 320617 w 579"/>
              <a:gd name="T59" fmla="*/ 56780 h 857"/>
              <a:gd name="T60" fmla="*/ 330545 w 579"/>
              <a:gd name="T61" fmla="*/ 95413 h 857"/>
              <a:gd name="T62" fmla="*/ 319449 w 579"/>
              <a:gd name="T63" fmla="*/ 113559 h 857"/>
              <a:gd name="T64" fmla="*/ 190969 w 579"/>
              <a:gd name="T65" fmla="*/ 35707 h 857"/>
              <a:gd name="T66" fmla="*/ 202065 w 579"/>
              <a:gd name="T67" fmla="*/ 17561 h 8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79" h="857">
                <a:moveTo>
                  <a:pt x="173" y="818"/>
                </a:moveTo>
                <a:lnTo>
                  <a:pt x="551" y="818"/>
                </a:lnTo>
                <a:cubicBezTo>
                  <a:pt x="562" y="818"/>
                  <a:pt x="571" y="827"/>
                  <a:pt x="571" y="838"/>
                </a:cubicBezTo>
                <a:cubicBezTo>
                  <a:pt x="571" y="849"/>
                  <a:pt x="562" y="857"/>
                  <a:pt x="551" y="857"/>
                </a:cubicBezTo>
                <a:lnTo>
                  <a:pt x="173" y="857"/>
                </a:lnTo>
                <a:cubicBezTo>
                  <a:pt x="162" y="857"/>
                  <a:pt x="153" y="849"/>
                  <a:pt x="153" y="838"/>
                </a:cubicBezTo>
                <a:cubicBezTo>
                  <a:pt x="153" y="827"/>
                  <a:pt x="162" y="818"/>
                  <a:pt x="173" y="818"/>
                </a:cubicBezTo>
                <a:close/>
                <a:moveTo>
                  <a:pt x="181" y="632"/>
                </a:moveTo>
                <a:lnTo>
                  <a:pt x="389" y="290"/>
                </a:lnTo>
                <a:lnTo>
                  <a:pt x="462" y="334"/>
                </a:lnTo>
                <a:lnTo>
                  <a:pt x="255" y="676"/>
                </a:lnTo>
                <a:lnTo>
                  <a:pt x="181" y="632"/>
                </a:lnTo>
                <a:close/>
                <a:moveTo>
                  <a:pt x="35" y="543"/>
                </a:moveTo>
                <a:lnTo>
                  <a:pt x="243" y="201"/>
                </a:lnTo>
                <a:lnTo>
                  <a:pt x="316" y="245"/>
                </a:lnTo>
                <a:lnTo>
                  <a:pt x="108" y="587"/>
                </a:lnTo>
                <a:lnTo>
                  <a:pt x="35" y="543"/>
                </a:lnTo>
                <a:close/>
                <a:moveTo>
                  <a:pt x="2" y="820"/>
                </a:moveTo>
                <a:lnTo>
                  <a:pt x="22" y="650"/>
                </a:lnTo>
                <a:lnTo>
                  <a:pt x="165" y="736"/>
                </a:lnTo>
                <a:lnTo>
                  <a:pt x="24" y="833"/>
                </a:lnTo>
                <a:cubicBezTo>
                  <a:pt x="9" y="844"/>
                  <a:pt x="0" y="838"/>
                  <a:pt x="2" y="820"/>
                </a:cubicBezTo>
                <a:close/>
                <a:moveTo>
                  <a:pt x="299" y="106"/>
                </a:moveTo>
                <a:lnTo>
                  <a:pt x="269" y="156"/>
                </a:lnTo>
                <a:lnTo>
                  <a:pt x="488" y="289"/>
                </a:lnTo>
                <a:lnTo>
                  <a:pt x="519" y="239"/>
                </a:lnTo>
                <a:lnTo>
                  <a:pt x="299" y="106"/>
                </a:lnTo>
                <a:close/>
                <a:moveTo>
                  <a:pt x="346" y="30"/>
                </a:moveTo>
                <a:cubicBezTo>
                  <a:pt x="360" y="7"/>
                  <a:pt x="390" y="0"/>
                  <a:pt x="412" y="14"/>
                </a:cubicBezTo>
                <a:lnTo>
                  <a:pt x="549" y="97"/>
                </a:lnTo>
                <a:cubicBezTo>
                  <a:pt x="572" y="110"/>
                  <a:pt x="579" y="140"/>
                  <a:pt x="566" y="163"/>
                </a:cubicBezTo>
                <a:lnTo>
                  <a:pt x="547" y="194"/>
                </a:lnTo>
                <a:lnTo>
                  <a:pt x="327" y="61"/>
                </a:lnTo>
                <a:lnTo>
                  <a:pt x="346" y="30"/>
                </a:lnTo>
                <a:close/>
              </a:path>
            </a:pathLst>
          </a:custGeom>
          <a:solidFill>
            <a:schemeClr val="bg1"/>
          </a:solidFill>
          <a:ln>
            <a:noFill/>
          </a:ln>
        </p:spPr>
        <p:txBody>
          <a:bodyPr/>
          <a:lstStyle/>
          <a:p>
            <a:pPr eaLnBrk="0" fontAlgn="base" hangingPunct="0">
              <a:spcBef>
                <a:spcPct val="0"/>
              </a:spcBef>
              <a:spcAft>
                <a:spcPct val="0"/>
              </a:spcAft>
            </a:pPr>
            <a:endParaRPr lang="zh-CN" altLang="en-US">
              <a:solidFill>
                <a:prstClr val="black"/>
              </a:solidFill>
              <a:cs typeface="+mn-ea"/>
              <a:sym typeface="+mn-lt"/>
            </a:endParaRPr>
          </a:p>
        </p:txBody>
      </p:sp>
      <p:sp>
        <p:nvSpPr>
          <p:cNvPr id="43" name="文本"/>
          <p:cNvSpPr txBox="1"/>
          <p:nvPr/>
        </p:nvSpPr>
        <p:spPr>
          <a:xfrm>
            <a:off x="6184753" y="3173258"/>
            <a:ext cx="5376894" cy="1200329"/>
          </a:xfrm>
          <a:prstGeom prst="rect">
            <a:avLst/>
          </a:prstGeom>
          <a:noFill/>
        </p:spPr>
        <p:txBody>
          <a:bodyPr wrap="square" lIns="180000" rIns="90000" rtlCol="0" anchor="ctr">
            <a:spAutoFit/>
          </a:bodyPr>
          <a:lstStyle>
            <a:defPPr>
              <a:defRPr lang="zh-CN"/>
            </a:defPPr>
            <a:lvl1pPr indent="467995">
              <a:lnSpc>
                <a:spcPct val="150000"/>
              </a:lnSpc>
              <a:spcAft>
                <a:spcPts val="1500"/>
              </a:spcAft>
              <a:defRPr sz="1700" spc="150">
                <a:solidFill>
                  <a:schemeClr val="tx1">
                    <a:lumMod val="95000"/>
                    <a:lumOff val="5000"/>
                  </a:schemeClr>
                </a:solidFill>
                <a:latin typeface="+mn-ea"/>
              </a:defRPr>
            </a:lvl1pPr>
          </a:lstStyle>
          <a:p>
            <a:r>
              <a:rPr lang="zh-CN" altLang="en-US" sz="1600"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sz="1600" dirty="0">
              <a:solidFill>
                <a:schemeClr val="accent3"/>
              </a:solidFill>
              <a:latin typeface="+mn-lt"/>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50900" y="1473835"/>
            <a:ext cx="4828540" cy="4828540"/>
          </a:xfrm>
          <a:prstGeom prst="rect">
            <a:avLst/>
          </a:prstGeom>
          <a:ln>
            <a:noFill/>
          </a:ln>
        </p:spPr>
      </p:pic>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p:tgtEl>
                                          <p:spTgt spid="35"/>
                                        </p:tgtEl>
                                        <p:attrNameLst>
                                          <p:attrName>ppt_y</p:attrName>
                                        </p:attrNameLst>
                                      </p:cBhvr>
                                      <p:tavLst>
                                        <p:tav tm="0">
                                          <p:val>
                                            <p:strVal val="#ppt_y+#ppt_h*1.125000"/>
                                          </p:val>
                                        </p:tav>
                                        <p:tav tm="100000">
                                          <p:val>
                                            <p:strVal val="#ppt_y"/>
                                          </p:val>
                                        </p:tav>
                                      </p:tavLst>
                                    </p:anim>
                                    <p:animEffect transition="in" filter="wipe(up)">
                                      <p:cBhvr>
                                        <p:cTn id="8" dur="500"/>
                                        <p:tgtEl>
                                          <p:spTgt spid="35"/>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left)">
                                      <p:cBhvr>
                                        <p:cTn id="12" dur="500"/>
                                        <p:tgtEl>
                                          <p:spTgt spid="43"/>
                                        </p:tgtEl>
                                      </p:cBhvr>
                                    </p:animEffect>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3"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
          <p:cNvSpPr txBox="1"/>
          <p:nvPr/>
        </p:nvSpPr>
        <p:spPr>
          <a:xfrm>
            <a:off x="339266" y="5629757"/>
            <a:ext cx="11513469" cy="800219"/>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accent3"/>
                </a:solidFill>
                <a:latin typeface="+mn-ea"/>
              </a:defRPr>
            </a:lvl1pPr>
          </a:lstStyle>
          <a:p>
            <a:r>
              <a:rPr lang="zh-CN" altLang="en-US" dirty="0">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latin typeface="+mn-lt"/>
              <a:cs typeface="+mn-ea"/>
              <a:sym typeface="+mn-lt"/>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98601" y="1102994"/>
            <a:ext cx="4196556" cy="4387163"/>
          </a:xfrm>
          <a:prstGeom prst="rect">
            <a:avLst/>
          </a:prstGeom>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24675" y="1574801"/>
            <a:ext cx="3252470" cy="3252470"/>
          </a:xfrm>
          <a:prstGeom prst="rect">
            <a:avLst/>
          </a:prstGeom>
        </p:spPr>
      </p:pic>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trips(downRight)">
                                      <p:cBhvr>
                                        <p:cTn id="11" dur="500"/>
                                        <p:tgtEl>
                                          <p:spTgt spid="13"/>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trips(downRight)">
                                      <p:cBhvr>
                                        <p:cTn id="15" dur="500"/>
                                        <p:tgtEl>
                                          <p:spTgt spid="2"/>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标"/>
          <p:cNvSpPr>
            <a:spLocks noEditPoints="1"/>
          </p:cNvSpPr>
          <p:nvPr/>
        </p:nvSpPr>
        <p:spPr bwMode="auto">
          <a:xfrm>
            <a:off x="5914549" y="2664448"/>
            <a:ext cx="947867" cy="1176117"/>
          </a:xfrm>
          <a:custGeom>
            <a:avLst/>
            <a:gdLst>
              <a:gd name="T0" fmla="*/ 19 w 168"/>
              <a:gd name="T1" fmla="*/ 2 h 214"/>
              <a:gd name="T2" fmla="*/ 7 w 168"/>
              <a:gd name="T3" fmla="*/ 21 h 214"/>
              <a:gd name="T4" fmla="*/ 7 w 168"/>
              <a:gd name="T5" fmla="*/ 34 h 214"/>
              <a:gd name="T6" fmla="*/ 7 w 168"/>
              <a:gd name="T7" fmla="*/ 49 h 214"/>
              <a:gd name="T8" fmla="*/ 7 w 168"/>
              <a:gd name="T9" fmla="*/ 59 h 214"/>
              <a:gd name="T10" fmla="*/ 3 w 168"/>
              <a:gd name="T11" fmla="*/ 70 h 214"/>
              <a:gd name="T12" fmla="*/ 7 w 168"/>
              <a:gd name="T13" fmla="*/ 86 h 214"/>
              <a:gd name="T14" fmla="*/ 7 w 168"/>
              <a:gd name="T15" fmla="*/ 97 h 214"/>
              <a:gd name="T16" fmla="*/ 7 w 168"/>
              <a:gd name="T17" fmla="*/ 109 h 214"/>
              <a:gd name="T18" fmla="*/ 7 w 168"/>
              <a:gd name="T19" fmla="*/ 118 h 214"/>
              <a:gd name="T20" fmla="*/ 3 w 168"/>
              <a:gd name="T21" fmla="*/ 128 h 214"/>
              <a:gd name="T22" fmla="*/ 7 w 168"/>
              <a:gd name="T23" fmla="*/ 145 h 214"/>
              <a:gd name="T24" fmla="*/ 7 w 168"/>
              <a:gd name="T25" fmla="*/ 156 h 214"/>
              <a:gd name="T26" fmla="*/ 7 w 168"/>
              <a:gd name="T27" fmla="*/ 171 h 214"/>
              <a:gd name="T28" fmla="*/ 4 w 168"/>
              <a:gd name="T29" fmla="*/ 184 h 214"/>
              <a:gd name="T30" fmla="*/ 7 w 168"/>
              <a:gd name="T31" fmla="*/ 201 h 214"/>
              <a:gd name="T32" fmla="*/ 123 w 168"/>
              <a:gd name="T33" fmla="*/ 214 h 214"/>
              <a:gd name="T34" fmla="*/ 167 w 168"/>
              <a:gd name="T35" fmla="*/ 59 h 214"/>
              <a:gd name="T36" fmla="*/ 6 w 168"/>
              <a:gd name="T37" fmla="*/ 17 h 214"/>
              <a:gd name="T38" fmla="*/ 6 w 168"/>
              <a:gd name="T39" fmla="*/ 17 h 214"/>
              <a:gd name="T40" fmla="*/ 6 w 168"/>
              <a:gd name="T41" fmla="*/ 26 h 214"/>
              <a:gd name="T42" fmla="*/ 7 w 168"/>
              <a:gd name="T43" fmla="*/ 42 h 214"/>
              <a:gd name="T44" fmla="*/ 6 w 168"/>
              <a:gd name="T45" fmla="*/ 53 h 214"/>
              <a:gd name="T46" fmla="*/ 7 w 168"/>
              <a:gd name="T47" fmla="*/ 62 h 214"/>
              <a:gd name="T48" fmla="*/ 7 w 168"/>
              <a:gd name="T49" fmla="*/ 71 h 214"/>
              <a:gd name="T50" fmla="*/ 5 w 168"/>
              <a:gd name="T51" fmla="*/ 82 h 214"/>
              <a:gd name="T52" fmla="*/ 6 w 168"/>
              <a:gd name="T53" fmla="*/ 83 h 214"/>
              <a:gd name="T54" fmla="*/ 7 w 168"/>
              <a:gd name="T55" fmla="*/ 92 h 214"/>
              <a:gd name="T56" fmla="*/ 6 w 168"/>
              <a:gd name="T57" fmla="*/ 103 h 214"/>
              <a:gd name="T58" fmla="*/ 6 w 168"/>
              <a:gd name="T59" fmla="*/ 103 h 214"/>
              <a:gd name="T60" fmla="*/ 6 w 168"/>
              <a:gd name="T61" fmla="*/ 112 h 214"/>
              <a:gd name="T62" fmla="*/ 6 w 168"/>
              <a:gd name="T63" fmla="*/ 121 h 214"/>
              <a:gd name="T64" fmla="*/ 6 w 168"/>
              <a:gd name="T65" fmla="*/ 130 h 214"/>
              <a:gd name="T66" fmla="*/ 6 w 168"/>
              <a:gd name="T67" fmla="*/ 140 h 214"/>
              <a:gd name="T68" fmla="*/ 6 w 168"/>
              <a:gd name="T69" fmla="*/ 152 h 214"/>
              <a:gd name="T70" fmla="*/ 7 w 168"/>
              <a:gd name="T71" fmla="*/ 151 h 214"/>
              <a:gd name="T72" fmla="*/ 7 w 168"/>
              <a:gd name="T73" fmla="*/ 161 h 214"/>
              <a:gd name="T74" fmla="*/ 5 w 168"/>
              <a:gd name="T75" fmla="*/ 175 h 214"/>
              <a:gd name="T76" fmla="*/ 7 w 168"/>
              <a:gd name="T77" fmla="*/ 176 h 214"/>
              <a:gd name="T78" fmla="*/ 7 w 168"/>
              <a:gd name="T79" fmla="*/ 185 h 214"/>
              <a:gd name="T80" fmla="*/ 7 w 168"/>
              <a:gd name="T81" fmla="*/ 196 h 214"/>
              <a:gd name="T82" fmla="*/ 7 w 168"/>
              <a:gd name="T83" fmla="*/ 196 h 214"/>
              <a:gd name="T84" fmla="*/ 10 w 168"/>
              <a:gd name="T85" fmla="*/ 203 h 214"/>
              <a:gd name="T86" fmla="*/ 13 w 168"/>
              <a:gd name="T87" fmla="*/ 194 h 214"/>
              <a:gd name="T88" fmla="*/ 14 w 168"/>
              <a:gd name="T89" fmla="*/ 183 h 214"/>
              <a:gd name="T90" fmla="*/ 13 w 168"/>
              <a:gd name="T91" fmla="*/ 172 h 214"/>
              <a:gd name="T92" fmla="*/ 14 w 168"/>
              <a:gd name="T93" fmla="*/ 160 h 214"/>
              <a:gd name="T94" fmla="*/ 15 w 168"/>
              <a:gd name="T95" fmla="*/ 151 h 214"/>
              <a:gd name="T96" fmla="*/ 14 w 168"/>
              <a:gd name="T97" fmla="*/ 140 h 214"/>
              <a:gd name="T98" fmla="*/ 13 w 168"/>
              <a:gd name="T99" fmla="*/ 130 h 214"/>
              <a:gd name="T100" fmla="*/ 13 w 168"/>
              <a:gd name="T101" fmla="*/ 120 h 214"/>
              <a:gd name="T102" fmla="*/ 13 w 168"/>
              <a:gd name="T103" fmla="*/ 110 h 214"/>
              <a:gd name="T104" fmla="*/ 13 w 168"/>
              <a:gd name="T105" fmla="*/ 100 h 214"/>
              <a:gd name="T106" fmla="*/ 12 w 168"/>
              <a:gd name="T107" fmla="*/ 90 h 214"/>
              <a:gd name="T108" fmla="*/ 13 w 168"/>
              <a:gd name="T109" fmla="*/ 81 h 214"/>
              <a:gd name="T110" fmla="*/ 13 w 168"/>
              <a:gd name="T111" fmla="*/ 70 h 214"/>
              <a:gd name="T112" fmla="*/ 13 w 168"/>
              <a:gd name="T113" fmla="*/ 61 h 214"/>
              <a:gd name="T114" fmla="*/ 13 w 168"/>
              <a:gd name="T115" fmla="*/ 50 h 214"/>
              <a:gd name="T116" fmla="*/ 14 w 168"/>
              <a:gd name="T117" fmla="*/ 37 h 214"/>
              <a:gd name="T118" fmla="*/ 14 w 168"/>
              <a:gd name="T119" fmla="*/ 23 h 214"/>
              <a:gd name="T120" fmla="*/ 13 w 168"/>
              <a:gd name="T121" fmla="*/ 14 h 214"/>
              <a:gd name="T122" fmla="*/ 24 w 168"/>
              <a:gd name="T123" fmla="*/ 4 h 214"/>
              <a:gd name="T124" fmla="*/ 164 w 168"/>
              <a:gd name="T125"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214">
                <a:moveTo>
                  <a:pt x="144" y="2"/>
                </a:moveTo>
                <a:cubicBezTo>
                  <a:pt x="131" y="2"/>
                  <a:pt x="118" y="2"/>
                  <a:pt x="105" y="2"/>
                </a:cubicBezTo>
                <a:cubicBezTo>
                  <a:pt x="78" y="2"/>
                  <a:pt x="51" y="2"/>
                  <a:pt x="24" y="2"/>
                </a:cubicBezTo>
                <a:cubicBezTo>
                  <a:pt x="22" y="2"/>
                  <a:pt x="20" y="2"/>
                  <a:pt x="19" y="2"/>
                </a:cubicBezTo>
                <a:cubicBezTo>
                  <a:pt x="13" y="2"/>
                  <a:pt x="8" y="6"/>
                  <a:pt x="8" y="11"/>
                </a:cubicBezTo>
                <a:cubicBezTo>
                  <a:pt x="6" y="12"/>
                  <a:pt x="5" y="12"/>
                  <a:pt x="4" y="13"/>
                </a:cubicBezTo>
                <a:cubicBezTo>
                  <a:pt x="3" y="14"/>
                  <a:pt x="3" y="16"/>
                  <a:pt x="3" y="17"/>
                </a:cubicBezTo>
                <a:cubicBezTo>
                  <a:pt x="4" y="19"/>
                  <a:pt x="6" y="20"/>
                  <a:pt x="7" y="21"/>
                </a:cubicBezTo>
                <a:cubicBezTo>
                  <a:pt x="7" y="21"/>
                  <a:pt x="7" y="22"/>
                  <a:pt x="7" y="23"/>
                </a:cubicBezTo>
                <a:cubicBezTo>
                  <a:pt x="6" y="23"/>
                  <a:pt x="5" y="23"/>
                  <a:pt x="3" y="24"/>
                </a:cubicBezTo>
                <a:cubicBezTo>
                  <a:pt x="2" y="26"/>
                  <a:pt x="2" y="28"/>
                  <a:pt x="3" y="30"/>
                </a:cubicBezTo>
                <a:cubicBezTo>
                  <a:pt x="4" y="32"/>
                  <a:pt x="5" y="33"/>
                  <a:pt x="7" y="34"/>
                </a:cubicBezTo>
                <a:cubicBezTo>
                  <a:pt x="7" y="34"/>
                  <a:pt x="7" y="35"/>
                  <a:pt x="7" y="35"/>
                </a:cubicBezTo>
                <a:cubicBezTo>
                  <a:pt x="5" y="35"/>
                  <a:pt x="4" y="36"/>
                  <a:pt x="3" y="38"/>
                </a:cubicBezTo>
                <a:cubicBezTo>
                  <a:pt x="0" y="41"/>
                  <a:pt x="4" y="44"/>
                  <a:pt x="7" y="44"/>
                </a:cubicBezTo>
                <a:cubicBezTo>
                  <a:pt x="7" y="46"/>
                  <a:pt x="7" y="47"/>
                  <a:pt x="7" y="49"/>
                </a:cubicBezTo>
                <a:cubicBezTo>
                  <a:pt x="6" y="49"/>
                  <a:pt x="4" y="50"/>
                  <a:pt x="3" y="51"/>
                </a:cubicBezTo>
                <a:cubicBezTo>
                  <a:pt x="2" y="53"/>
                  <a:pt x="2" y="54"/>
                  <a:pt x="3" y="56"/>
                </a:cubicBezTo>
                <a:cubicBezTo>
                  <a:pt x="3" y="57"/>
                  <a:pt x="6" y="58"/>
                  <a:pt x="7" y="59"/>
                </a:cubicBezTo>
                <a:cubicBezTo>
                  <a:pt x="7" y="59"/>
                  <a:pt x="7" y="59"/>
                  <a:pt x="7" y="59"/>
                </a:cubicBezTo>
                <a:cubicBezTo>
                  <a:pt x="6" y="59"/>
                  <a:pt x="6" y="59"/>
                  <a:pt x="5" y="60"/>
                </a:cubicBezTo>
                <a:cubicBezTo>
                  <a:pt x="2" y="63"/>
                  <a:pt x="4" y="66"/>
                  <a:pt x="7" y="67"/>
                </a:cubicBezTo>
                <a:cubicBezTo>
                  <a:pt x="7" y="68"/>
                  <a:pt x="7" y="68"/>
                  <a:pt x="7" y="68"/>
                </a:cubicBezTo>
                <a:cubicBezTo>
                  <a:pt x="6" y="68"/>
                  <a:pt x="4" y="69"/>
                  <a:pt x="3" y="70"/>
                </a:cubicBezTo>
                <a:cubicBezTo>
                  <a:pt x="1" y="73"/>
                  <a:pt x="4" y="77"/>
                  <a:pt x="7" y="77"/>
                </a:cubicBezTo>
                <a:cubicBezTo>
                  <a:pt x="7" y="78"/>
                  <a:pt x="7" y="78"/>
                  <a:pt x="7" y="78"/>
                </a:cubicBezTo>
                <a:cubicBezTo>
                  <a:pt x="5" y="78"/>
                  <a:pt x="4" y="79"/>
                  <a:pt x="2" y="80"/>
                </a:cubicBezTo>
                <a:cubicBezTo>
                  <a:pt x="0" y="83"/>
                  <a:pt x="5" y="86"/>
                  <a:pt x="7" y="86"/>
                </a:cubicBezTo>
                <a:cubicBezTo>
                  <a:pt x="7" y="87"/>
                  <a:pt x="7" y="88"/>
                  <a:pt x="7" y="89"/>
                </a:cubicBezTo>
                <a:cubicBezTo>
                  <a:pt x="7" y="89"/>
                  <a:pt x="6" y="89"/>
                  <a:pt x="6" y="89"/>
                </a:cubicBezTo>
                <a:cubicBezTo>
                  <a:pt x="4" y="90"/>
                  <a:pt x="3" y="91"/>
                  <a:pt x="2" y="92"/>
                </a:cubicBezTo>
                <a:cubicBezTo>
                  <a:pt x="2" y="95"/>
                  <a:pt x="5" y="96"/>
                  <a:pt x="7" y="97"/>
                </a:cubicBezTo>
                <a:cubicBezTo>
                  <a:pt x="7" y="97"/>
                  <a:pt x="7" y="98"/>
                  <a:pt x="7" y="99"/>
                </a:cubicBezTo>
                <a:cubicBezTo>
                  <a:pt x="6" y="99"/>
                  <a:pt x="4" y="99"/>
                  <a:pt x="3" y="101"/>
                </a:cubicBezTo>
                <a:cubicBezTo>
                  <a:pt x="1" y="104"/>
                  <a:pt x="5" y="106"/>
                  <a:pt x="7" y="107"/>
                </a:cubicBezTo>
                <a:cubicBezTo>
                  <a:pt x="7" y="107"/>
                  <a:pt x="7" y="108"/>
                  <a:pt x="7" y="109"/>
                </a:cubicBezTo>
                <a:cubicBezTo>
                  <a:pt x="7" y="109"/>
                  <a:pt x="7" y="109"/>
                  <a:pt x="6" y="109"/>
                </a:cubicBezTo>
                <a:cubicBezTo>
                  <a:pt x="5" y="109"/>
                  <a:pt x="3" y="110"/>
                  <a:pt x="3" y="112"/>
                </a:cubicBezTo>
                <a:cubicBezTo>
                  <a:pt x="2" y="115"/>
                  <a:pt x="5" y="116"/>
                  <a:pt x="7" y="117"/>
                </a:cubicBezTo>
                <a:cubicBezTo>
                  <a:pt x="7" y="117"/>
                  <a:pt x="7" y="117"/>
                  <a:pt x="7" y="118"/>
                </a:cubicBezTo>
                <a:cubicBezTo>
                  <a:pt x="6" y="118"/>
                  <a:pt x="5" y="118"/>
                  <a:pt x="3" y="119"/>
                </a:cubicBezTo>
                <a:cubicBezTo>
                  <a:pt x="1" y="122"/>
                  <a:pt x="5" y="125"/>
                  <a:pt x="7" y="126"/>
                </a:cubicBezTo>
                <a:cubicBezTo>
                  <a:pt x="7" y="126"/>
                  <a:pt x="7" y="127"/>
                  <a:pt x="7" y="127"/>
                </a:cubicBezTo>
                <a:cubicBezTo>
                  <a:pt x="6" y="127"/>
                  <a:pt x="4" y="128"/>
                  <a:pt x="3" y="128"/>
                </a:cubicBezTo>
                <a:cubicBezTo>
                  <a:pt x="0" y="131"/>
                  <a:pt x="5" y="135"/>
                  <a:pt x="7" y="136"/>
                </a:cubicBezTo>
                <a:cubicBezTo>
                  <a:pt x="7" y="136"/>
                  <a:pt x="7" y="137"/>
                  <a:pt x="7" y="137"/>
                </a:cubicBezTo>
                <a:cubicBezTo>
                  <a:pt x="6" y="137"/>
                  <a:pt x="4" y="138"/>
                  <a:pt x="3" y="139"/>
                </a:cubicBezTo>
                <a:cubicBezTo>
                  <a:pt x="0" y="142"/>
                  <a:pt x="4" y="145"/>
                  <a:pt x="7" y="145"/>
                </a:cubicBezTo>
                <a:cubicBezTo>
                  <a:pt x="7" y="146"/>
                  <a:pt x="7" y="147"/>
                  <a:pt x="7" y="148"/>
                </a:cubicBezTo>
                <a:cubicBezTo>
                  <a:pt x="6" y="148"/>
                  <a:pt x="6" y="148"/>
                  <a:pt x="5" y="149"/>
                </a:cubicBezTo>
                <a:cubicBezTo>
                  <a:pt x="3" y="150"/>
                  <a:pt x="3" y="151"/>
                  <a:pt x="3" y="153"/>
                </a:cubicBezTo>
                <a:cubicBezTo>
                  <a:pt x="3" y="155"/>
                  <a:pt x="6" y="156"/>
                  <a:pt x="7" y="156"/>
                </a:cubicBezTo>
                <a:cubicBezTo>
                  <a:pt x="7" y="157"/>
                  <a:pt x="7" y="158"/>
                  <a:pt x="7" y="158"/>
                </a:cubicBezTo>
                <a:cubicBezTo>
                  <a:pt x="6" y="158"/>
                  <a:pt x="4" y="159"/>
                  <a:pt x="2" y="161"/>
                </a:cubicBezTo>
                <a:cubicBezTo>
                  <a:pt x="0" y="165"/>
                  <a:pt x="4" y="167"/>
                  <a:pt x="7" y="167"/>
                </a:cubicBezTo>
                <a:cubicBezTo>
                  <a:pt x="7" y="169"/>
                  <a:pt x="7" y="170"/>
                  <a:pt x="7" y="171"/>
                </a:cubicBezTo>
                <a:cubicBezTo>
                  <a:pt x="6" y="171"/>
                  <a:pt x="4" y="172"/>
                  <a:pt x="3" y="173"/>
                </a:cubicBezTo>
                <a:cubicBezTo>
                  <a:pt x="1" y="176"/>
                  <a:pt x="5" y="178"/>
                  <a:pt x="7" y="179"/>
                </a:cubicBezTo>
                <a:cubicBezTo>
                  <a:pt x="7" y="180"/>
                  <a:pt x="7" y="181"/>
                  <a:pt x="7" y="182"/>
                </a:cubicBezTo>
                <a:cubicBezTo>
                  <a:pt x="6" y="182"/>
                  <a:pt x="5" y="183"/>
                  <a:pt x="4" y="184"/>
                </a:cubicBezTo>
                <a:cubicBezTo>
                  <a:pt x="2" y="186"/>
                  <a:pt x="5" y="189"/>
                  <a:pt x="7" y="190"/>
                </a:cubicBezTo>
                <a:cubicBezTo>
                  <a:pt x="7" y="191"/>
                  <a:pt x="7" y="192"/>
                  <a:pt x="7" y="192"/>
                </a:cubicBezTo>
                <a:cubicBezTo>
                  <a:pt x="6" y="193"/>
                  <a:pt x="5" y="193"/>
                  <a:pt x="4" y="194"/>
                </a:cubicBezTo>
                <a:cubicBezTo>
                  <a:pt x="1" y="197"/>
                  <a:pt x="5" y="200"/>
                  <a:pt x="7" y="201"/>
                </a:cubicBezTo>
                <a:cubicBezTo>
                  <a:pt x="8" y="206"/>
                  <a:pt x="9" y="210"/>
                  <a:pt x="14" y="213"/>
                </a:cubicBezTo>
                <a:cubicBezTo>
                  <a:pt x="16" y="214"/>
                  <a:pt x="19" y="214"/>
                  <a:pt x="22" y="214"/>
                </a:cubicBezTo>
                <a:cubicBezTo>
                  <a:pt x="26" y="214"/>
                  <a:pt x="30" y="214"/>
                  <a:pt x="34" y="214"/>
                </a:cubicBezTo>
                <a:cubicBezTo>
                  <a:pt x="64" y="214"/>
                  <a:pt x="93" y="214"/>
                  <a:pt x="123" y="214"/>
                </a:cubicBezTo>
                <a:cubicBezTo>
                  <a:pt x="132" y="214"/>
                  <a:pt x="141" y="214"/>
                  <a:pt x="151" y="214"/>
                </a:cubicBezTo>
                <a:cubicBezTo>
                  <a:pt x="158" y="214"/>
                  <a:pt x="166" y="212"/>
                  <a:pt x="167" y="203"/>
                </a:cubicBezTo>
                <a:cubicBezTo>
                  <a:pt x="167" y="203"/>
                  <a:pt x="167" y="203"/>
                  <a:pt x="167" y="203"/>
                </a:cubicBezTo>
                <a:cubicBezTo>
                  <a:pt x="167" y="155"/>
                  <a:pt x="167" y="107"/>
                  <a:pt x="167" y="59"/>
                </a:cubicBezTo>
                <a:cubicBezTo>
                  <a:pt x="167" y="47"/>
                  <a:pt x="167" y="36"/>
                  <a:pt x="167" y="24"/>
                </a:cubicBezTo>
                <a:cubicBezTo>
                  <a:pt x="167" y="19"/>
                  <a:pt x="168" y="12"/>
                  <a:pt x="166" y="7"/>
                </a:cubicBezTo>
                <a:cubicBezTo>
                  <a:pt x="162" y="0"/>
                  <a:pt x="151" y="2"/>
                  <a:pt x="144" y="2"/>
                </a:cubicBezTo>
                <a:close/>
                <a:moveTo>
                  <a:pt x="6" y="17"/>
                </a:moveTo>
                <a:cubicBezTo>
                  <a:pt x="6" y="16"/>
                  <a:pt x="6" y="15"/>
                  <a:pt x="6" y="15"/>
                </a:cubicBezTo>
                <a:cubicBezTo>
                  <a:pt x="7" y="15"/>
                  <a:pt x="7" y="15"/>
                  <a:pt x="7" y="14"/>
                </a:cubicBezTo>
                <a:cubicBezTo>
                  <a:pt x="7" y="16"/>
                  <a:pt x="7" y="17"/>
                  <a:pt x="7" y="18"/>
                </a:cubicBezTo>
                <a:cubicBezTo>
                  <a:pt x="7" y="18"/>
                  <a:pt x="6" y="17"/>
                  <a:pt x="6" y="17"/>
                </a:cubicBezTo>
                <a:close/>
                <a:moveTo>
                  <a:pt x="6" y="26"/>
                </a:moveTo>
                <a:cubicBezTo>
                  <a:pt x="7" y="26"/>
                  <a:pt x="7" y="26"/>
                  <a:pt x="7" y="25"/>
                </a:cubicBezTo>
                <a:cubicBezTo>
                  <a:pt x="7" y="27"/>
                  <a:pt x="7" y="29"/>
                  <a:pt x="7" y="31"/>
                </a:cubicBezTo>
                <a:cubicBezTo>
                  <a:pt x="6" y="30"/>
                  <a:pt x="4" y="27"/>
                  <a:pt x="6" y="26"/>
                </a:cubicBezTo>
                <a:close/>
                <a:moveTo>
                  <a:pt x="6" y="41"/>
                </a:moveTo>
                <a:cubicBezTo>
                  <a:pt x="5" y="40"/>
                  <a:pt x="5" y="40"/>
                  <a:pt x="6" y="39"/>
                </a:cubicBezTo>
                <a:cubicBezTo>
                  <a:pt x="6" y="38"/>
                  <a:pt x="7" y="38"/>
                  <a:pt x="7" y="38"/>
                </a:cubicBezTo>
                <a:cubicBezTo>
                  <a:pt x="7" y="39"/>
                  <a:pt x="7" y="40"/>
                  <a:pt x="7" y="42"/>
                </a:cubicBezTo>
                <a:cubicBezTo>
                  <a:pt x="7" y="41"/>
                  <a:pt x="6" y="41"/>
                  <a:pt x="6" y="41"/>
                </a:cubicBezTo>
                <a:close/>
                <a:moveTo>
                  <a:pt x="5" y="54"/>
                </a:moveTo>
                <a:cubicBezTo>
                  <a:pt x="5" y="54"/>
                  <a:pt x="5" y="54"/>
                  <a:pt x="5" y="54"/>
                </a:cubicBezTo>
                <a:cubicBezTo>
                  <a:pt x="5" y="53"/>
                  <a:pt x="5" y="53"/>
                  <a:pt x="6" y="53"/>
                </a:cubicBezTo>
                <a:cubicBezTo>
                  <a:pt x="6" y="52"/>
                  <a:pt x="7" y="52"/>
                  <a:pt x="7" y="52"/>
                </a:cubicBezTo>
                <a:cubicBezTo>
                  <a:pt x="7" y="53"/>
                  <a:pt x="7" y="54"/>
                  <a:pt x="7" y="56"/>
                </a:cubicBezTo>
                <a:cubicBezTo>
                  <a:pt x="6" y="55"/>
                  <a:pt x="6" y="55"/>
                  <a:pt x="5" y="54"/>
                </a:cubicBezTo>
                <a:close/>
                <a:moveTo>
                  <a:pt x="7" y="62"/>
                </a:moveTo>
                <a:cubicBezTo>
                  <a:pt x="7" y="63"/>
                  <a:pt x="7" y="63"/>
                  <a:pt x="7" y="64"/>
                </a:cubicBezTo>
                <a:cubicBezTo>
                  <a:pt x="6" y="63"/>
                  <a:pt x="6" y="62"/>
                  <a:pt x="7" y="62"/>
                </a:cubicBezTo>
                <a:close/>
                <a:moveTo>
                  <a:pt x="6" y="71"/>
                </a:moveTo>
                <a:cubicBezTo>
                  <a:pt x="6" y="71"/>
                  <a:pt x="7" y="71"/>
                  <a:pt x="7" y="71"/>
                </a:cubicBezTo>
                <a:cubicBezTo>
                  <a:pt x="7" y="72"/>
                  <a:pt x="7" y="73"/>
                  <a:pt x="7" y="74"/>
                </a:cubicBezTo>
                <a:cubicBezTo>
                  <a:pt x="6" y="74"/>
                  <a:pt x="4" y="73"/>
                  <a:pt x="6" y="71"/>
                </a:cubicBezTo>
                <a:close/>
                <a:moveTo>
                  <a:pt x="6" y="83"/>
                </a:moveTo>
                <a:cubicBezTo>
                  <a:pt x="5" y="83"/>
                  <a:pt x="5" y="82"/>
                  <a:pt x="5" y="82"/>
                </a:cubicBezTo>
                <a:cubicBezTo>
                  <a:pt x="5" y="82"/>
                  <a:pt x="5" y="82"/>
                  <a:pt x="5" y="82"/>
                </a:cubicBezTo>
                <a:cubicBezTo>
                  <a:pt x="5" y="81"/>
                  <a:pt x="6" y="81"/>
                  <a:pt x="7" y="81"/>
                </a:cubicBezTo>
                <a:cubicBezTo>
                  <a:pt x="7" y="82"/>
                  <a:pt x="7" y="83"/>
                  <a:pt x="7" y="83"/>
                </a:cubicBezTo>
                <a:cubicBezTo>
                  <a:pt x="7" y="83"/>
                  <a:pt x="6" y="83"/>
                  <a:pt x="6" y="83"/>
                </a:cubicBezTo>
                <a:close/>
                <a:moveTo>
                  <a:pt x="6" y="93"/>
                </a:moveTo>
                <a:cubicBezTo>
                  <a:pt x="6" y="93"/>
                  <a:pt x="6" y="93"/>
                  <a:pt x="5" y="93"/>
                </a:cubicBezTo>
                <a:cubicBezTo>
                  <a:pt x="5" y="93"/>
                  <a:pt x="5" y="92"/>
                  <a:pt x="5" y="93"/>
                </a:cubicBezTo>
                <a:cubicBezTo>
                  <a:pt x="5" y="92"/>
                  <a:pt x="7" y="92"/>
                  <a:pt x="7" y="92"/>
                </a:cubicBezTo>
                <a:cubicBezTo>
                  <a:pt x="7" y="92"/>
                  <a:pt x="7" y="92"/>
                  <a:pt x="7" y="92"/>
                </a:cubicBezTo>
                <a:cubicBezTo>
                  <a:pt x="7" y="93"/>
                  <a:pt x="7" y="93"/>
                  <a:pt x="7" y="94"/>
                </a:cubicBezTo>
                <a:cubicBezTo>
                  <a:pt x="7" y="94"/>
                  <a:pt x="7" y="94"/>
                  <a:pt x="6" y="93"/>
                </a:cubicBezTo>
                <a:close/>
                <a:moveTo>
                  <a:pt x="6" y="103"/>
                </a:moveTo>
                <a:cubicBezTo>
                  <a:pt x="5" y="102"/>
                  <a:pt x="5" y="102"/>
                  <a:pt x="6" y="102"/>
                </a:cubicBezTo>
                <a:cubicBezTo>
                  <a:pt x="7" y="102"/>
                  <a:pt x="7" y="102"/>
                  <a:pt x="7" y="101"/>
                </a:cubicBezTo>
                <a:cubicBezTo>
                  <a:pt x="7" y="102"/>
                  <a:pt x="7" y="103"/>
                  <a:pt x="7" y="104"/>
                </a:cubicBezTo>
                <a:cubicBezTo>
                  <a:pt x="7" y="103"/>
                  <a:pt x="7" y="103"/>
                  <a:pt x="6" y="103"/>
                </a:cubicBezTo>
                <a:close/>
                <a:moveTo>
                  <a:pt x="6" y="112"/>
                </a:moveTo>
                <a:cubicBezTo>
                  <a:pt x="6" y="112"/>
                  <a:pt x="7" y="112"/>
                  <a:pt x="7" y="112"/>
                </a:cubicBezTo>
                <a:cubicBezTo>
                  <a:pt x="7" y="113"/>
                  <a:pt x="7" y="113"/>
                  <a:pt x="7" y="114"/>
                </a:cubicBezTo>
                <a:cubicBezTo>
                  <a:pt x="7" y="114"/>
                  <a:pt x="6" y="113"/>
                  <a:pt x="6" y="112"/>
                </a:cubicBezTo>
                <a:close/>
                <a:moveTo>
                  <a:pt x="6" y="121"/>
                </a:moveTo>
                <a:cubicBezTo>
                  <a:pt x="7" y="120"/>
                  <a:pt x="7" y="120"/>
                  <a:pt x="7" y="121"/>
                </a:cubicBezTo>
                <a:cubicBezTo>
                  <a:pt x="7" y="121"/>
                  <a:pt x="7" y="122"/>
                  <a:pt x="7" y="123"/>
                </a:cubicBezTo>
                <a:cubicBezTo>
                  <a:pt x="6" y="122"/>
                  <a:pt x="5" y="121"/>
                  <a:pt x="6" y="121"/>
                </a:cubicBezTo>
                <a:close/>
                <a:moveTo>
                  <a:pt x="6" y="130"/>
                </a:moveTo>
                <a:cubicBezTo>
                  <a:pt x="6" y="130"/>
                  <a:pt x="7" y="130"/>
                  <a:pt x="7" y="130"/>
                </a:cubicBezTo>
                <a:cubicBezTo>
                  <a:pt x="7" y="131"/>
                  <a:pt x="7" y="132"/>
                  <a:pt x="7" y="133"/>
                </a:cubicBezTo>
                <a:cubicBezTo>
                  <a:pt x="6" y="132"/>
                  <a:pt x="4" y="131"/>
                  <a:pt x="6" y="130"/>
                </a:cubicBezTo>
                <a:close/>
                <a:moveTo>
                  <a:pt x="6" y="140"/>
                </a:moveTo>
                <a:cubicBezTo>
                  <a:pt x="7" y="140"/>
                  <a:pt x="7" y="140"/>
                  <a:pt x="7" y="140"/>
                </a:cubicBezTo>
                <a:cubicBezTo>
                  <a:pt x="7" y="141"/>
                  <a:pt x="7" y="142"/>
                  <a:pt x="7" y="142"/>
                </a:cubicBezTo>
                <a:cubicBezTo>
                  <a:pt x="6" y="142"/>
                  <a:pt x="4" y="141"/>
                  <a:pt x="6" y="140"/>
                </a:cubicBezTo>
                <a:close/>
                <a:moveTo>
                  <a:pt x="6" y="153"/>
                </a:moveTo>
                <a:cubicBezTo>
                  <a:pt x="6" y="153"/>
                  <a:pt x="6" y="153"/>
                  <a:pt x="6" y="152"/>
                </a:cubicBezTo>
                <a:cubicBezTo>
                  <a:pt x="6" y="152"/>
                  <a:pt x="6" y="152"/>
                  <a:pt x="6" y="152"/>
                </a:cubicBezTo>
                <a:cubicBezTo>
                  <a:pt x="6" y="152"/>
                  <a:pt x="6" y="152"/>
                  <a:pt x="6" y="152"/>
                </a:cubicBezTo>
                <a:cubicBezTo>
                  <a:pt x="6" y="152"/>
                  <a:pt x="6" y="152"/>
                  <a:pt x="6" y="152"/>
                </a:cubicBezTo>
                <a:cubicBezTo>
                  <a:pt x="6" y="152"/>
                  <a:pt x="6" y="152"/>
                  <a:pt x="6" y="152"/>
                </a:cubicBezTo>
                <a:cubicBezTo>
                  <a:pt x="6" y="152"/>
                  <a:pt x="6" y="152"/>
                  <a:pt x="7" y="151"/>
                </a:cubicBezTo>
                <a:cubicBezTo>
                  <a:pt x="7" y="151"/>
                  <a:pt x="7" y="151"/>
                  <a:pt x="7" y="151"/>
                </a:cubicBezTo>
                <a:cubicBezTo>
                  <a:pt x="7" y="152"/>
                  <a:pt x="7" y="152"/>
                  <a:pt x="7" y="153"/>
                </a:cubicBezTo>
                <a:cubicBezTo>
                  <a:pt x="7" y="153"/>
                  <a:pt x="7" y="153"/>
                  <a:pt x="6" y="153"/>
                </a:cubicBezTo>
                <a:close/>
                <a:moveTo>
                  <a:pt x="5" y="162"/>
                </a:moveTo>
                <a:cubicBezTo>
                  <a:pt x="6" y="161"/>
                  <a:pt x="6" y="161"/>
                  <a:pt x="7" y="161"/>
                </a:cubicBezTo>
                <a:cubicBezTo>
                  <a:pt x="7" y="162"/>
                  <a:pt x="7" y="163"/>
                  <a:pt x="7" y="165"/>
                </a:cubicBezTo>
                <a:cubicBezTo>
                  <a:pt x="6" y="164"/>
                  <a:pt x="4" y="163"/>
                  <a:pt x="5" y="162"/>
                </a:cubicBezTo>
                <a:close/>
                <a:moveTo>
                  <a:pt x="6" y="175"/>
                </a:moveTo>
                <a:cubicBezTo>
                  <a:pt x="6" y="175"/>
                  <a:pt x="6" y="175"/>
                  <a:pt x="5" y="175"/>
                </a:cubicBezTo>
                <a:cubicBezTo>
                  <a:pt x="5" y="175"/>
                  <a:pt x="5" y="175"/>
                  <a:pt x="5" y="175"/>
                </a:cubicBezTo>
                <a:cubicBezTo>
                  <a:pt x="5" y="174"/>
                  <a:pt x="6" y="174"/>
                  <a:pt x="6" y="174"/>
                </a:cubicBezTo>
                <a:cubicBezTo>
                  <a:pt x="6" y="174"/>
                  <a:pt x="7" y="174"/>
                  <a:pt x="7" y="174"/>
                </a:cubicBezTo>
                <a:cubicBezTo>
                  <a:pt x="7" y="174"/>
                  <a:pt x="7" y="175"/>
                  <a:pt x="7" y="176"/>
                </a:cubicBezTo>
                <a:cubicBezTo>
                  <a:pt x="7" y="176"/>
                  <a:pt x="7" y="175"/>
                  <a:pt x="6" y="175"/>
                </a:cubicBezTo>
                <a:close/>
                <a:moveTo>
                  <a:pt x="7" y="186"/>
                </a:moveTo>
                <a:cubicBezTo>
                  <a:pt x="7" y="186"/>
                  <a:pt x="6" y="186"/>
                  <a:pt x="6" y="186"/>
                </a:cubicBezTo>
                <a:cubicBezTo>
                  <a:pt x="6" y="185"/>
                  <a:pt x="6" y="185"/>
                  <a:pt x="7" y="185"/>
                </a:cubicBezTo>
                <a:cubicBezTo>
                  <a:pt x="7" y="185"/>
                  <a:pt x="7" y="185"/>
                  <a:pt x="7" y="185"/>
                </a:cubicBezTo>
                <a:cubicBezTo>
                  <a:pt x="7" y="186"/>
                  <a:pt x="7" y="186"/>
                  <a:pt x="7" y="187"/>
                </a:cubicBezTo>
                <a:cubicBezTo>
                  <a:pt x="7" y="187"/>
                  <a:pt x="7" y="186"/>
                  <a:pt x="7" y="186"/>
                </a:cubicBezTo>
                <a:close/>
                <a:moveTo>
                  <a:pt x="7" y="196"/>
                </a:moveTo>
                <a:cubicBezTo>
                  <a:pt x="7" y="195"/>
                  <a:pt x="7" y="195"/>
                  <a:pt x="7" y="195"/>
                </a:cubicBezTo>
                <a:cubicBezTo>
                  <a:pt x="7" y="196"/>
                  <a:pt x="7" y="197"/>
                  <a:pt x="7" y="198"/>
                </a:cubicBezTo>
                <a:cubicBezTo>
                  <a:pt x="7" y="197"/>
                  <a:pt x="7" y="197"/>
                  <a:pt x="7" y="197"/>
                </a:cubicBezTo>
                <a:cubicBezTo>
                  <a:pt x="6" y="196"/>
                  <a:pt x="6" y="196"/>
                  <a:pt x="7" y="196"/>
                </a:cubicBezTo>
                <a:close/>
                <a:moveTo>
                  <a:pt x="141" y="211"/>
                </a:moveTo>
                <a:cubicBezTo>
                  <a:pt x="127" y="211"/>
                  <a:pt x="113" y="211"/>
                  <a:pt x="99" y="211"/>
                </a:cubicBezTo>
                <a:cubicBezTo>
                  <a:pt x="73" y="211"/>
                  <a:pt x="47" y="211"/>
                  <a:pt x="22" y="211"/>
                </a:cubicBezTo>
                <a:cubicBezTo>
                  <a:pt x="16" y="211"/>
                  <a:pt x="11" y="209"/>
                  <a:pt x="10" y="203"/>
                </a:cubicBezTo>
                <a:cubicBezTo>
                  <a:pt x="10" y="201"/>
                  <a:pt x="10" y="200"/>
                  <a:pt x="10" y="199"/>
                </a:cubicBezTo>
                <a:cubicBezTo>
                  <a:pt x="10" y="198"/>
                  <a:pt x="10" y="197"/>
                  <a:pt x="10" y="196"/>
                </a:cubicBezTo>
                <a:cubicBezTo>
                  <a:pt x="11" y="196"/>
                  <a:pt x="12" y="196"/>
                  <a:pt x="12" y="197"/>
                </a:cubicBezTo>
                <a:cubicBezTo>
                  <a:pt x="13" y="198"/>
                  <a:pt x="15" y="195"/>
                  <a:pt x="13" y="194"/>
                </a:cubicBezTo>
                <a:cubicBezTo>
                  <a:pt x="13" y="193"/>
                  <a:pt x="11" y="193"/>
                  <a:pt x="10" y="193"/>
                </a:cubicBezTo>
                <a:cubicBezTo>
                  <a:pt x="10" y="190"/>
                  <a:pt x="10" y="188"/>
                  <a:pt x="10" y="185"/>
                </a:cubicBezTo>
                <a:cubicBezTo>
                  <a:pt x="11" y="186"/>
                  <a:pt x="12" y="186"/>
                  <a:pt x="13" y="186"/>
                </a:cubicBezTo>
                <a:cubicBezTo>
                  <a:pt x="15" y="187"/>
                  <a:pt x="16" y="184"/>
                  <a:pt x="14" y="183"/>
                </a:cubicBezTo>
                <a:cubicBezTo>
                  <a:pt x="13" y="183"/>
                  <a:pt x="11" y="183"/>
                  <a:pt x="10" y="182"/>
                </a:cubicBezTo>
                <a:cubicBezTo>
                  <a:pt x="10" y="180"/>
                  <a:pt x="10" y="177"/>
                  <a:pt x="10" y="174"/>
                </a:cubicBezTo>
                <a:cubicBezTo>
                  <a:pt x="11" y="175"/>
                  <a:pt x="12" y="175"/>
                  <a:pt x="12" y="175"/>
                </a:cubicBezTo>
                <a:cubicBezTo>
                  <a:pt x="14" y="176"/>
                  <a:pt x="15" y="173"/>
                  <a:pt x="13" y="172"/>
                </a:cubicBezTo>
                <a:cubicBezTo>
                  <a:pt x="12" y="172"/>
                  <a:pt x="11" y="172"/>
                  <a:pt x="10" y="171"/>
                </a:cubicBezTo>
                <a:cubicBezTo>
                  <a:pt x="10" y="168"/>
                  <a:pt x="10" y="165"/>
                  <a:pt x="10" y="162"/>
                </a:cubicBezTo>
                <a:cubicBezTo>
                  <a:pt x="11" y="162"/>
                  <a:pt x="12" y="163"/>
                  <a:pt x="13" y="163"/>
                </a:cubicBezTo>
                <a:cubicBezTo>
                  <a:pt x="15" y="164"/>
                  <a:pt x="15" y="161"/>
                  <a:pt x="14" y="160"/>
                </a:cubicBezTo>
                <a:cubicBezTo>
                  <a:pt x="13" y="160"/>
                  <a:pt x="11" y="159"/>
                  <a:pt x="10" y="159"/>
                </a:cubicBezTo>
                <a:cubicBezTo>
                  <a:pt x="10" y="156"/>
                  <a:pt x="10" y="154"/>
                  <a:pt x="10" y="151"/>
                </a:cubicBezTo>
                <a:cubicBezTo>
                  <a:pt x="11" y="151"/>
                  <a:pt x="12" y="152"/>
                  <a:pt x="12" y="152"/>
                </a:cubicBezTo>
                <a:cubicBezTo>
                  <a:pt x="13" y="154"/>
                  <a:pt x="16" y="152"/>
                  <a:pt x="15" y="151"/>
                </a:cubicBezTo>
                <a:cubicBezTo>
                  <a:pt x="14" y="149"/>
                  <a:pt x="12" y="148"/>
                  <a:pt x="10" y="148"/>
                </a:cubicBezTo>
                <a:cubicBezTo>
                  <a:pt x="10" y="146"/>
                  <a:pt x="10" y="143"/>
                  <a:pt x="10" y="141"/>
                </a:cubicBezTo>
                <a:cubicBezTo>
                  <a:pt x="11" y="141"/>
                  <a:pt x="12" y="142"/>
                  <a:pt x="12" y="142"/>
                </a:cubicBezTo>
                <a:cubicBezTo>
                  <a:pt x="14" y="143"/>
                  <a:pt x="15" y="141"/>
                  <a:pt x="14" y="140"/>
                </a:cubicBezTo>
                <a:cubicBezTo>
                  <a:pt x="13" y="139"/>
                  <a:pt x="12" y="138"/>
                  <a:pt x="10" y="138"/>
                </a:cubicBezTo>
                <a:cubicBezTo>
                  <a:pt x="10" y="136"/>
                  <a:pt x="10" y="133"/>
                  <a:pt x="10" y="131"/>
                </a:cubicBezTo>
                <a:cubicBezTo>
                  <a:pt x="11" y="131"/>
                  <a:pt x="12" y="132"/>
                  <a:pt x="12" y="132"/>
                </a:cubicBezTo>
                <a:cubicBezTo>
                  <a:pt x="14" y="133"/>
                  <a:pt x="15" y="131"/>
                  <a:pt x="13" y="130"/>
                </a:cubicBezTo>
                <a:cubicBezTo>
                  <a:pt x="13" y="129"/>
                  <a:pt x="11" y="128"/>
                  <a:pt x="10" y="128"/>
                </a:cubicBezTo>
                <a:cubicBezTo>
                  <a:pt x="10" y="126"/>
                  <a:pt x="10" y="124"/>
                  <a:pt x="10" y="122"/>
                </a:cubicBezTo>
                <a:cubicBezTo>
                  <a:pt x="11" y="122"/>
                  <a:pt x="12" y="122"/>
                  <a:pt x="13" y="123"/>
                </a:cubicBezTo>
                <a:cubicBezTo>
                  <a:pt x="14" y="123"/>
                  <a:pt x="15" y="120"/>
                  <a:pt x="13" y="120"/>
                </a:cubicBezTo>
                <a:cubicBezTo>
                  <a:pt x="12" y="119"/>
                  <a:pt x="11" y="119"/>
                  <a:pt x="10" y="118"/>
                </a:cubicBezTo>
                <a:cubicBezTo>
                  <a:pt x="10" y="117"/>
                  <a:pt x="10" y="115"/>
                  <a:pt x="10" y="113"/>
                </a:cubicBezTo>
                <a:cubicBezTo>
                  <a:pt x="11" y="113"/>
                  <a:pt x="11" y="113"/>
                  <a:pt x="12" y="113"/>
                </a:cubicBezTo>
                <a:cubicBezTo>
                  <a:pt x="14" y="114"/>
                  <a:pt x="15" y="111"/>
                  <a:pt x="13" y="110"/>
                </a:cubicBezTo>
                <a:cubicBezTo>
                  <a:pt x="12" y="110"/>
                  <a:pt x="11" y="110"/>
                  <a:pt x="10" y="110"/>
                </a:cubicBezTo>
                <a:cubicBezTo>
                  <a:pt x="10" y="107"/>
                  <a:pt x="10" y="104"/>
                  <a:pt x="10" y="102"/>
                </a:cubicBezTo>
                <a:cubicBezTo>
                  <a:pt x="11" y="102"/>
                  <a:pt x="12" y="102"/>
                  <a:pt x="12" y="103"/>
                </a:cubicBezTo>
                <a:cubicBezTo>
                  <a:pt x="14" y="103"/>
                  <a:pt x="15" y="100"/>
                  <a:pt x="13" y="100"/>
                </a:cubicBezTo>
                <a:cubicBezTo>
                  <a:pt x="12" y="99"/>
                  <a:pt x="11" y="99"/>
                  <a:pt x="10" y="99"/>
                </a:cubicBezTo>
                <a:cubicBezTo>
                  <a:pt x="10" y="97"/>
                  <a:pt x="10" y="95"/>
                  <a:pt x="10" y="92"/>
                </a:cubicBezTo>
                <a:cubicBezTo>
                  <a:pt x="11" y="93"/>
                  <a:pt x="11" y="93"/>
                  <a:pt x="12" y="93"/>
                </a:cubicBezTo>
                <a:cubicBezTo>
                  <a:pt x="13" y="93"/>
                  <a:pt x="14" y="91"/>
                  <a:pt x="12" y="90"/>
                </a:cubicBezTo>
                <a:cubicBezTo>
                  <a:pt x="12" y="90"/>
                  <a:pt x="11" y="90"/>
                  <a:pt x="10" y="89"/>
                </a:cubicBezTo>
                <a:cubicBezTo>
                  <a:pt x="10" y="87"/>
                  <a:pt x="10" y="85"/>
                  <a:pt x="10" y="83"/>
                </a:cubicBezTo>
                <a:cubicBezTo>
                  <a:pt x="11" y="83"/>
                  <a:pt x="11" y="83"/>
                  <a:pt x="11" y="83"/>
                </a:cubicBezTo>
                <a:cubicBezTo>
                  <a:pt x="12" y="84"/>
                  <a:pt x="14" y="82"/>
                  <a:pt x="13" y="81"/>
                </a:cubicBezTo>
                <a:cubicBezTo>
                  <a:pt x="12" y="80"/>
                  <a:pt x="11" y="80"/>
                  <a:pt x="10" y="79"/>
                </a:cubicBezTo>
                <a:cubicBezTo>
                  <a:pt x="10" y="77"/>
                  <a:pt x="10" y="74"/>
                  <a:pt x="10" y="71"/>
                </a:cubicBezTo>
                <a:cubicBezTo>
                  <a:pt x="11" y="72"/>
                  <a:pt x="11" y="72"/>
                  <a:pt x="12" y="72"/>
                </a:cubicBezTo>
                <a:cubicBezTo>
                  <a:pt x="14" y="73"/>
                  <a:pt x="15" y="70"/>
                  <a:pt x="13" y="70"/>
                </a:cubicBezTo>
                <a:cubicBezTo>
                  <a:pt x="13" y="69"/>
                  <a:pt x="11" y="69"/>
                  <a:pt x="10" y="68"/>
                </a:cubicBezTo>
                <a:cubicBezTo>
                  <a:pt x="10" y="66"/>
                  <a:pt x="10" y="64"/>
                  <a:pt x="10" y="62"/>
                </a:cubicBezTo>
                <a:cubicBezTo>
                  <a:pt x="11" y="63"/>
                  <a:pt x="11" y="63"/>
                  <a:pt x="12" y="63"/>
                </a:cubicBezTo>
                <a:cubicBezTo>
                  <a:pt x="13" y="64"/>
                  <a:pt x="15" y="62"/>
                  <a:pt x="13" y="61"/>
                </a:cubicBezTo>
                <a:cubicBezTo>
                  <a:pt x="12" y="60"/>
                  <a:pt x="11" y="60"/>
                  <a:pt x="10" y="59"/>
                </a:cubicBezTo>
                <a:cubicBezTo>
                  <a:pt x="10" y="57"/>
                  <a:pt x="10" y="54"/>
                  <a:pt x="10" y="52"/>
                </a:cubicBezTo>
                <a:cubicBezTo>
                  <a:pt x="11" y="52"/>
                  <a:pt x="11" y="52"/>
                  <a:pt x="12" y="53"/>
                </a:cubicBezTo>
                <a:cubicBezTo>
                  <a:pt x="13" y="54"/>
                  <a:pt x="15" y="51"/>
                  <a:pt x="13" y="50"/>
                </a:cubicBezTo>
                <a:cubicBezTo>
                  <a:pt x="13" y="50"/>
                  <a:pt x="11" y="49"/>
                  <a:pt x="10" y="49"/>
                </a:cubicBezTo>
                <a:cubicBezTo>
                  <a:pt x="10" y="45"/>
                  <a:pt x="10" y="42"/>
                  <a:pt x="10" y="38"/>
                </a:cubicBezTo>
                <a:cubicBezTo>
                  <a:pt x="11" y="38"/>
                  <a:pt x="12" y="39"/>
                  <a:pt x="12" y="39"/>
                </a:cubicBezTo>
                <a:cubicBezTo>
                  <a:pt x="14" y="40"/>
                  <a:pt x="16" y="38"/>
                  <a:pt x="14" y="37"/>
                </a:cubicBezTo>
                <a:cubicBezTo>
                  <a:pt x="13" y="36"/>
                  <a:pt x="12" y="35"/>
                  <a:pt x="10" y="35"/>
                </a:cubicBezTo>
                <a:cubicBezTo>
                  <a:pt x="10" y="32"/>
                  <a:pt x="10" y="29"/>
                  <a:pt x="10" y="25"/>
                </a:cubicBezTo>
                <a:cubicBezTo>
                  <a:pt x="11" y="25"/>
                  <a:pt x="12" y="26"/>
                  <a:pt x="13" y="26"/>
                </a:cubicBezTo>
                <a:cubicBezTo>
                  <a:pt x="15" y="26"/>
                  <a:pt x="15" y="23"/>
                  <a:pt x="14" y="23"/>
                </a:cubicBezTo>
                <a:cubicBezTo>
                  <a:pt x="13" y="23"/>
                  <a:pt x="11" y="23"/>
                  <a:pt x="10" y="22"/>
                </a:cubicBezTo>
                <a:cubicBezTo>
                  <a:pt x="10" y="20"/>
                  <a:pt x="10" y="17"/>
                  <a:pt x="10" y="15"/>
                </a:cubicBezTo>
                <a:cubicBezTo>
                  <a:pt x="10" y="15"/>
                  <a:pt x="10" y="14"/>
                  <a:pt x="10" y="14"/>
                </a:cubicBezTo>
                <a:cubicBezTo>
                  <a:pt x="11" y="14"/>
                  <a:pt x="12" y="14"/>
                  <a:pt x="13" y="14"/>
                </a:cubicBezTo>
                <a:cubicBezTo>
                  <a:pt x="15" y="15"/>
                  <a:pt x="16" y="13"/>
                  <a:pt x="14" y="12"/>
                </a:cubicBezTo>
                <a:cubicBezTo>
                  <a:pt x="13" y="11"/>
                  <a:pt x="12" y="11"/>
                  <a:pt x="11" y="11"/>
                </a:cubicBezTo>
                <a:cubicBezTo>
                  <a:pt x="12" y="7"/>
                  <a:pt x="14" y="5"/>
                  <a:pt x="19" y="4"/>
                </a:cubicBezTo>
                <a:cubicBezTo>
                  <a:pt x="20" y="4"/>
                  <a:pt x="22" y="4"/>
                  <a:pt x="24" y="4"/>
                </a:cubicBezTo>
                <a:cubicBezTo>
                  <a:pt x="35" y="4"/>
                  <a:pt x="46" y="4"/>
                  <a:pt x="58" y="4"/>
                </a:cubicBezTo>
                <a:cubicBezTo>
                  <a:pt x="87" y="4"/>
                  <a:pt x="115" y="4"/>
                  <a:pt x="144" y="4"/>
                </a:cubicBezTo>
                <a:cubicBezTo>
                  <a:pt x="151" y="4"/>
                  <a:pt x="164" y="2"/>
                  <a:pt x="164" y="13"/>
                </a:cubicBezTo>
                <a:cubicBezTo>
                  <a:pt x="164" y="19"/>
                  <a:pt x="164" y="25"/>
                  <a:pt x="164" y="31"/>
                </a:cubicBezTo>
                <a:cubicBezTo>
                  <a:pt x="164" y="85"/>
                  <a:pt x="164" y="139"/>
                  <a:pt x="164" y="194"/>
                </a:cubicBezTo>
                <a:cubicBezTo>
                  <a:pt x="164" y="197"/>
                  <a:pt x="164" y="200"/>
                  <a:pt x="164" y="203"/>
                </a:cubicBezTo>
                <a:cubicBezTo>
                  <a:pt x="163" y="213"/>
                  <a:pt x="148" y="211"/>
                  <a:pt x="141" y="211"/>
                </a:cubicBezTo>
                <a:close/>
              </a:path>
            </a:pathLst>
          </a:custGeom>
          <a:solidFill>
            <a:schemeClr val="bg1"/>
          </a:solidFill>
          <a:ln>
            <a:solidFill>
              <a:srgbClr val="8B3F42">
                <a:alpha val="64000"/>
              </a:srgbClr>
            </a:solidFill>
          </a:ln>
        </p:spPr>
        <p:txBody>
          <a:bodyPr vert="horz" wrap="square" lIns="180000" tIns="45720" rIns="91440" bIns="45720" numCol="1" anchor="ctr" anchorCtr="0" compatLnSpc="1"/>
          <a:lstStyle/>
          <a:p>
            <a:pPr algn="ctr">
              <a:lnSpc>
                <a:spcPts val="2000"/>
              </a:lnSpc>
            </a:pPr>
            <a:r>
              <a:rPr lang="zh-CN" altLang="en-US" sz="1600" spc="200" dirty="0">
                <a:solidFill>
                  <a:schemeClr val="accent3"/>
                </a:solidFill>
                <a:cs typeface="+mn-ea"/>
                <a:sym typeface="+mn-lt"/>
              </a:rPr>
              <a:t>添加</a:t>
            </a:r>
            <a:endParaRPr lang="en-US" altLang="zh-CN" sz="1600" spc="200" dirty="0">
              <a:solidFill>
                <a:schemeClr val="accent3"/>
              </a:solidFill>
              <a:cs typeface="+mn-ea"/>
              <a:sym typeface="+mn-lt"/>
            </a:endParaRPr>
          </a:p>
          <a:p>
            <a:pPr algn="ctr">
              <a:lnSpc>
                <a:spcPts val="2000"/>
              </a:lnSpc>
            </a:pPr>
            <a:r>
              <a:rPr lang="zh-CN" altLang="en-US" sz="1600" spc="200" dirty="0">
                <a:solidFill>
                  <a:schemeClr val="accent3"/>
                </a:solidFill>
                <a:cs typeface="+mn-ea"/>
                <a:sym typeface="+mn-lt"/>
              </a:rPr>
              <a:t>标题</a:t>
            </a:r>
            <a:endParaRPr lang="zh-CN" altLang="en-US" sz="1600" spc="200" dirty="0">
              <a:solidFill>
                <a:schemeClr val="accent3"/>
              </a:solidFill>
              <a:cs typeface="+mn-ea"/>
              <a:sym typeface="+mn-lt"/>
            </a:endParaRPr>
          </a:p>
        </p:txBody>
      </p:sp>
      <p:sp>
        <p:nvSpPr>
          <p:cNvPr id="5" name="图标"/>
          <p:cNvSpPr>
            <a:spLocks noEditPoints="1"/>
          </p:cNvSpPr>
          <p:nvPr/>
        </p:nvSpPr>
        <p:spPr bwMode="auto">
          <a:xfrm>
            <a:off x="7062848" y="3124191"/>
            <a:ext cx="947867" cy="1176117"/>
          </a:xfrm>
          <a:custGeom>
            <a:avLst/>
            <a:gdLst>
              <a:gd name="T0" fmla="*/ 19 w 168"/>
              <a:gd name="T1" fmla="*/ 2 h 214"/>
              <a:gd name="T2" fmla="*/ 7 w 168"/>
              <a:gd name="T3" fmla="*/ 21 h 214"/>
              <a:gd name="T4" fmla="*/ 7 w 168"/>
              <a:gd name="T5" fmla="*/ 34 h 214"/>
              <a:gd name="T6" fmla="*/ 7 w 168"/>
              <a:gd name="T7" fmla="*/ 49 h 214"/>
              <a:gd name="T8" fmla="*/ 7 w 168"/>
              <a:gd name="T9" fmla="*/ 59 h 214"/>
              <a:gd name="T10" fmla="*/ 3 w 168"/>
              <a:gd name="T11" fmla="*/ 70 h 214"/>
              <a:gd name="T12" fmla="*/ 7 w 168"/>
              <a:gd name="T13" fmla="*/ 86 h 214"/>
              <a:gd name="T14" fmla="*/ 7 w 168"/>
              <a:gd name="T15" fmla="*/ 97 h 214"/>
              <a:gd name="T16" fmla="*/ 7 w 168"/>
              <a:gd name="T17" fmla="*/ 109 h 214"/>
              <a:gd name="T18" fmla="*/ 7 w 168"/>
              <a:gd name="T19" fmla="*/ 118 h 214"/>
              <a:gd name="T20" fmla="*/ 3 w 168"/>
              <a:gd name="T21" fmla="*/ 128 h 214"/>
              <a:gd name="T22" fmla="*/ 7 w 168"/>
              <a:gd name="T23" fmla="*/ 145 h 214"/>
              <a:gd name="T24" fmla="*/ 7 w 168"/>
              <a:gd name="T25" fmla="*/ 156 h 214"/>
              <a:gd name="T26" fmla="*/ 7 w 168"/>
              <a:gd name="T27" fmla="*/ 171 h 214"/>
              <a:gd name="T28" fmla="*/ 4 w 168"/>
              <a:gd name="T29" fmla="*/ 184 h 214"/>
              <a:gd name="T30" fmla="*/ 7 w 168"/>
              <a:gd name="T31" fmla="*/ 201 h 214"/>
              <a:gd name="T32" fmla="*/ 123 w 168"/>
              <a:gd name="T33" fmla="*/ 214 h 214"/>
              <a:gd name="T34" fmla="*/ 167 w 168"/>
              <a:gd name="T35" fmla="*/ 59 h 214"/>
              <a:gd name="T36" fmla="*/ 6 w 168"/>
              <a:gd name="T37" fmla="*/ 17 h 214"/>
              <a:gd name="T38" fmla="*/ 6 w 168"/>
              <a:gd name="T39" fmla="*/ 17 h 214"/>
              <a:gd name="T40" fmla="*/ 6 w 168"/>
              <a:gd name="T41" fmla="*/ 26 h 214"/>
              <a:gd name="T42" fmla="*/ 7 w 168"/>
              <a:gd name="T43" fmla="*/ 42 h 214"/>
              <a:gd name="T44" fmla="*/ 6 w 168"/>
              <a:gd name="T45" fmla="*/ 53 h 214"/>
              <a:gd name="T46" fmla="*/ 7 w 168"/>
              <a:gd name="T47" fmla="*/ 62 h 214"/>
              <a:gd name="T48" fmla="*/ 7 w 168"/>
              <a:gd name="T49" fmla="*/ 71 h 214"/>
              <a:gd name="T50" fmla="*/ 5 w 168"/>
              <a:gd name="T51" fmla="*/ 82 h 214"/>
              <a:gd name="T52" fmla="*/ 6 w 168"/>
              <a:gd name="T53" fmla="*/ 83 h 214"/>
              <a:gd name="T54" fmla="*/ 7 w 168"/>
              <a:gd name="T55" fmla="*/ 92 h 214"/>
              <a:gd name="T56" fmla="*/ 6 w 168"/>
              <a:gd name="T57" fmla="*/ 103 h 214"/>
              <a:gd name="T58" fmla="*/ 6 w 168"/>
              <a:gd name="T59" fmla="*/ 103 h 214"/>
              <a:gd name="T60" fmla="*/ 6 w 168"/>
              <a:gd name="T61" fmla="*/ 112 h 214"/>
              <a:gd name="T62" fmla="*/ 6 w 168"/>
              <a:gd name="T63" fmla="*/ 121 h 214"/>
              <a:gd name="T64" fmla="*/ 6 w 168"/>
              <a:gd name="T65" fmla="*/ 130 h 214"/>
              <a:gd name="T66" fmla="*/ 6 w 168"/>
              <a:gd name="T67" fmla="*/ 140 h 214"/>
              <a:gd name="T68" fmla="*/ 6 w 168"/>
              <a:gd name="T69" fmla="*/ 152 h 214"/>
              <a:gd name="T70" fmla="*/ 7 w 168"/>
              <a:gd name="T71" fmla="*/ 151 h 214"/>
              <a:gd name="T72" fmla="*/ 7 w 168"/>
              <a:gd name="T73" fmla="*/ 161 h 214"/>
              <a:gd name="T74" fmla="*/ 5 w 168"/>
              <a:gd name="T75" fmla="*/ 175 h 214"/>
              <a:gd name="T76" fmla="*/ 7 w 168"/>
              <a:gd name="T77" fmla="*/ 176 h 214"/>
              <a:gd name="T78" fmla="*/ 7 w 168"/>
              <a:gd name="T79" fmla="*/ 185 h 214"/>
              <a:gd name="T80" fmla="*/ 7 w 168"/>
              <a:gd name="T81" fmla="*/ 196 h 214"/>
              <a:gd name="T82" fmla="*/ 7 w 168"/>
              <a:gd name="T83" fmla="*/ 196 h 214"/>
              <a:gd name="T84" fmla="*/ 10 w 168"/>
              <a:gd name="T85" fmla="*/ 203 h 214"/>
              <a:gd name="T86" fmla="*/ 13 w 168"/>
              <a:gd name="T87" fmla="*/ 194 h 214"/>
              <a:gd name="T88" fmla="*/ 14 w 168"/>
              <a:gd name="T89" fmla="*/ 183 h 214"/>
              <a:gd name="T90" fmla="*/ 13 w 168"/>
              <a:gd name="T91" fmla="*/ 172 h 214"/>
              <a:gd name="T92" fmla="*/ 14 w 168"/>
              <a:gd name="T93" fmla="*/ 160 h 214"/>
              <a:gd name="T94" fmla="*/ 15 w 168"/>
              <a:gd name="T95" fmla="*/ 151 h 214"/>
              <a:gd name="T96" fmla="*/ 14 w 168"/>
              <a:gd name="T97" fmla="*/ 140 h 214"/>
              <a:gd name="T98" fmla="*/ 13 w 168"/>
              <a:gd name="T99" fmla="*/ 130 h 214"/>
              <a:gd name="T100" fmla="*/ 13 w 168"/>
              <a:gd name="T101" fmla="*/ 120 h 214"/>
              <a:gd name="T102" fmla="*/ 13 w 168"/>
              <a:gd name="T103" fmla="*/ 110 h 214"/>
              <a:gd name="T104" fmla="*/ 13 w 168"/>
              <a:gd name="T105" fmla="*/ 100 h 214"/>
              <a:gd name="T106" fmla="*/ 12 w 168"/>
              <a:gd name="T107" fmla="*/ 90 h 214"/>
              <a:gd name="T108" fmla="*/ 13 w 168"/>
              <a:gd name="T109" fmla="*/ 81 h 214"/>
              <a:gd name="T110" fmla="*/ 13 w 168"/>
              <a:gd name="T111" fmla="*/ 70 h 214"/>
              <a:gd name="T112" fmla="*/ 13 w 168"/>
              <a:gd name="T113" fmla="*/ 61 h 214"/>
              <a:gd name="T114" fmla="*/ 13 w 168"/>
              <a:gd name="T115" fmla="*/ 50 h 214"/>
              <a:gd name="T116" fmla="*/ 14 w 168"/>
              <a:gd name="T117" fmla="*/ 37 h 214"/>
              <a:gd name="T118" fmla="*/ 14 w 168"/>
              <a:gd name="T119" fmla="*/ 23 h 214"/>
              <a:gd name="T120" fmla="*/ 13 w 168"/>
              <a:gd name="T121" fmla="*/ 14 h 214"/>
              <a:gd name="T122" fmla="*/ 24 w 168"/>
              <a:gd name="T123" fmla="*/ 4 h 214"/>
              <a:gd name="T124" fmla="*/ 164 w 168"/>
              <a:gd name="T125"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214">
                <a:moveTo>
                  <a:pt x="144" y="2"/>
                </a:moveTo>
                <a:cubicBezTo>
                  <a:pt x="131" y="2"/>
                  <a:pt x="118" y="2"/>
                  <a:pt x="105" y="2"/>
                </a:cubicBezTo>
                <a:cubicBezTo>
                  <a:pt x="78" y="2"/>
                  <a:pt x="51" y="2"/>
                  <a:pt x="24" y="2"/>
                </a:cubicBezTo>
                <a:cubicBezTo>
                  <a:pt x="22" y="2"/>
                  <a:pt x="20" y="2"/>
                  <a:pt x="19" y="2"/>
                </a:cubicBezTo>
                <a:cubicBezTo>
                  <a:pt x="13" y="2"/>
                  <a:pt x="8" y="6"/>
                  <a:pt x="8" y="11"/>
                </a:cubicBezTo>
                <a:cubicBezTo>
                  <a:pt x="6" y="12"/>
                  <a:pt x="5" y="12"/>
                  <a:pt x="4" y="13"/>
                </a:cubicBezTo>
                <a:cubicBezTo>
                  <a:pt x="3" y="14"/>
                  <a:pt x="3" y="16"/>
                  <a:pt x="3" y="17"/>
                </a:cubicBezTo>
                <a:cubicBezTo>
                  <a:pt x="4" y="19"/>
                  <a:pt x="6" y="20"/>
                  <a:pt x="7" y="21"/>
                </a:cubicBezTo>
                <a:cubicBezTo>
                  <a:pt x="7" y="21"/>
                  <a:pt x="7" y="22"/>
                  <a:pt x="7" y="23"/>
                </a:cubicBezTo>
                <a:cubicBezTo>
                  <a:pt x="6" y="23"/>
                  <a:pt x="5" y="23"/>
                  <a:pt x="3" y="24"/>
                </a:cubicBezTo>
                <a:cubicBezTo>
                  <a:pt x="2" y="26"/>
                  <a:pt x="2" y="28"/>
                  <a:pt x="3" y="30"/>
                </a:cubicBezTo>
                <a:cubicBezTo>
                  <a:pt x="4" y="32"/>
                  <a:pt x="5" y="33"/>
                  <a:pt x="7" y="34"/>
                </a:cubicBezTo>
                <a:cubicBezTo>
                  <a:pt x="7" y="34"/>
                  <a:pt x="7" y="35"/>
                  <a:pt x="7" y="35"/>
                </a:cubicBezTo>
                <a:cubicBezTo>
                  <a:pt x="5" y="35"/>
                  <a:pt x="4" y="36"/>
                  <a:pt x="3" y="38"/>
                </a:cubicBezTo>
                <a:cubicBezTo>
                  <a:pt x="0" y="41"/>
                  <a:pt x="4" y="44"/>
                  <a:pt x="7" y="44"/>
                </a:cubicBezTo>
                <a:cubicBezTo>
                  <a:pt x="7" y="46"/>
                  <a:pt x="7" y="47"/>
                  <a:pt x="7" y="49"/>
                </a:cubicBezTo>
                <a:cubicBezTo>
                  <a:pt x="6" y="49"/>
                  <a:pt x="4" y="50"/>
                  <a:pt x="3" y="51"/>
                </a:cubicBezTo>
                <a:cubicBezTo>
                  <a:pt x="2" y="53"/>
                  <a:pt x="2" y="54"/>
                  <a:pt x="3" y="56"/>
                </a:cubicBezTo>
                <a:cubicBezTo>
                  <a:pt x="3" y="57"/>
                  <a:pt x="6" y="58"/>
                  <a:pt x="7" y="59"/>
                </a:cubicBezTo>
                <a:cubicBezTo>
                  <a:pt x="7" y="59"/>
                  <a:pt x="7" y="59"/>
                  <a:pt x="7" y="59"/>
                </a:cubicBezTo>
                <a:cubicBezTo>
                  <a:pt x="6" y="59"/>
                  <a:pt x="6" y="59"/>
                  <a:pt x="5" y="60"/>
                </a:cubicBezTo>
                <a:cubicBezTo>
                  <a:pt x="2" y="63"/>
                  <a:pt x="4" y="66"/>
                  <a:pt x="7" y="67"/>
                </a:cubicBezTo>
                <a:cubicBezTo>
                  <a:pt x="7" y="68"/>
                  <a:pt x="7" y="68"/>
                  <a:pt x="7" y="68"/>
                </a:cubicBezTo>
                <a:cubicBezTo>
                  <a:pt x="6" y="68"/>
                  <a:pt x="4" y="69"/>
                  <a:pt x="3" y="70"/>
                </a:cubicBezTo>
                <a:cubicBezTo>
                  <a:pt x="1" y="73"/>
                  <a:pt x="4" y="77"/>
                  <a:pt x="7" y="77"/>
                </a:cubicBezTo>
                <a:cubicBezTo>
                  <a:pt x="7" y="78"/>
                  <a:pt x="7" y="78"/>
                  <a:pt x="7" y="78"/>
                </a:cubicBezTo>
                <a:cubicBezTo>
                  <a:pt x="5" y="78"/>
                  <a:pt x="4" y="79"/>
                  <a:pt x="2" y="80"/>
                </a:cubicBezTo>
                <a:cubicBezTo>
                  <a:pt x="0" y="83"/>
                  <a:pt x="5" y="86"/>
                  <a:pt x="7" y="86"/>
                </a:cubicBezTo>
                <a:cubicBezTo>
                  <a:pt x="7" y="87"/>
                  <a:pt x="7" y="88"/>
                  <a:pt x="7" y="89"/>
                </a:cubicBezTo>
                <a:cubicBezTo>
                  <a:pt x="7" y="89"/>
                  <a:pt x="6" y="89"/>
                  <a:pt x="6" y="89"/>
                </a:cubicBezTo>
                <a:cubicBezTo>
                  <a:pt x="4" y="90"/>
                  <a:pt x="3" y="91"/>
                  <a:pt x="2" y="92"/>
                </a:cubicBezTo>
                <a:cubicBezTo>
                  <a:pt x="2" y="95"/>
                  <a:pt x="5" y="96"/>
                  <a:pt x="7" y="97"/>
                </a:cubicBezTo>
                <a:cubicBezTo>
                  <a:pt x="7" y="97"/>
                  <a:pt x="7" y="98"/>
                  <a:pt x="7" y="99"/>
                </a:cubicBezTo>
                <a:cubicBezTo>
                  <a:pt x="6" y="99"/>
                  <a:pt x="4" y="99"/>
                  <a:pt x="3" y="101"/>
                </a:cubicBezTo>
                <a:cubicBezTo>
                  <a:pt x="1" y="104"/>
                  <a:pt x="5" y="106"/>
                  <a:pt x="7" y="107"/>
                </a:cubicBezTo>
                <a:cubicBezTo>
                  <a:pt x="7" y="107"/>
                  <a:pt x="7" y="108"/>
                  <a:pt x="7" y="109"/>
                </a:cubicBezTo>
                <a:cubicBezTo>
                  <a:pt x="7" y="109"/>
                  <a:pt x="7" y="109"/>
                  <a:pt x="6" y="109"/>
                </a:cubicBezTo>
                <a:cubicBezTo>
                  <a:pt x="5" y="109"/>
                  <a:pt x="3" y="110"/>
                  <a:pt x="3" y="112"/>
                </a:cubicBezTo>
                <a:cubicBezTo>
                  <a:pt x="2" y="115"/>
                  <a:pt x="5" y="116"/>
                  <a:pt x="7" y="117"/>
                </a:cubicBezTo>
                <a:cubicBezTo>
                  <a:pt x="7" y="117"/>
                  <a:pt x="7" y="117"/>
                  <a:pt x="7" y="118"/>
                </a:cubicBezTo>
                <a:cubicBezTo>
                  <a:pt x="6" y="118"/>
                  <a:pt x="5" y="118"/>
                  <a:pt x="3" y="119"/>
                </a:cubicBezTo>
                <a:cubicBezTo>
                  <a:pt x="1" y="122"/>
                  <a:pt x="5" y="125"/>
                  <a:pt x="7" y="126"/>
                </a:cubicBezTo>
                <a:cubicBezTo>
                  <a:pt x="7" y="126"/>
                  <a:pt x="7" y="127"/>
                  <a:pt x="7" y="127"/>
                </a:cubicBezTo>
                <a:cubicBezTo>
                  <a:pt x="6" y="127"/>
                  <a:pt x="4" y="128"/>
                  <a:pt x="3" y="128"/>
                </a:cubicBezTo>
                <a:cubicBezTo>
                  <a:pt x="0" y="131"/>
                  <a:pt x="5" y="135"/>
                  <a:pt x="7" y="136"/>
                </a:cubicBezTo>
                <a:cubicBezTo>
                  <a:pt x="7" y="136"/>
                  <a:pt x="7" y="137"/>
                  <a:pt x="7" y="137"/>
                </a:cubicBezTo>
                <a:cubicBezTo>
                  <a:pt x="6" y="137"/>
                  <a:pt x="4" y="138"/>
                  <a:pt x="3" y="139"/>
                </a:cubicBezTo>
                <a:cubicBezTo>
                  <a:pt x="0" y="142"/>
                  <a:pt x="4" y="145"/>
                  <a:pt x="7" y="145"/>
                </a:cubicBezTo>
                <a:cubicBezTo>
                  <a:pt x="7" y="146"/>
                  <a:pt x="7" y="147"/>
                  <a:pt x="7" y="148"/>
                </a:cubicBezTo>
                <a:cubicBezTo>
                  <a:pt x="6" y="148"/>
                  <a:pt x="6" y="148"/>
                  <a:pt x="5" y="149"/>
                </a:cubicBezTo>
                <a:cubicBezTo>
                  <a:pt x="3" y="150"/>
                  <a:pt x="3" y="151"/>
                  <a:pt x="3" y="153"/>
                </a:cubicBezTo>
                <a:cubicBezTo>
                  <a:pt x="3" y="155"/>
                  <a:pt x="6" y="156"/>
                  <a:pt x="7" y="156"/>
                </a:cubicBezTo>
                <a:cubicBezTo>
                  <a:pt x="7" y="157"/>
                  <a:pt x="7" y="158"/>
                  <a:pt x="7" y="158"/>
                </a:cubicBezTo>
                <a:cubicBezTo>
                  <a:pt x="6" y="158"/>
                  <a:pt x="4" y="159"/>
                  <a:pt x="2" y="161"/>
                </a:cubicBezTo>
                <a:cubicBezTo>
                  <a:pt x="0" y="165"/>
                  <a:pt x="4" y="167"/>
                  <a:pt x="7" y="167"/>
                </a:cubicBezTo>
                <a:cubicBezTo>
                  <a:pt x="7" y="169"/>
                  <a:pt x="7" y="170"/>
                  <a:pt x="7" y="171"/>
                </a:cubicBezTo>
                <a:cubicBezTo>
                  <a:pt x="6" y="171"/>
                  <a:pt x="4" y="172"/>
                  <a:pt x="3" y="173"/>
                </a:cubicBezTo>
                <a:cubicBezTo>
                  <a:pt x="1" y="176"/>
                  <a:pt x="5" y="178"/>
                  <a:pt x="7" y="179"/>
                </a:cubicBezTo>
                <a:cubicBezTo>
                  <a:pt x="7" y="180"/>
                  <a:pt x="7" y="181"/>
                  <a:pt x="7" y="182"/>
                </a:cubicBezTo>
                <a:cubicBezTo>
                  <a:pt x="6" y="182"/>
                  <a:pt x="5" y="183"/>
                  <a:pt x="4" y="184"/>
                </a:cubicBezTo>
                <a:cubicBezTo>
                  <a:pt x="2" y="186"/>
                  <a:pt x="5" y="189"/>
                  <a:pt x="7" y="190"/>
                </a:cubicBezTo>
                <a:cubicBezTo>
                  <a:pt x="7" y="191"/>
                  <a:pt x="7" y="192"/>
                  <a:pt x="7" y="192"/>
                </a:cubicBezTo>
                <a:cubicBezTo>
                  <a:pt x="6" y="193"/>
                  <a:pt x="5" y="193"/>
                  <a:pt x="4" y="194"/>
                </a:cubicBezTo>
                <a:cubicBezTo>
                  <a:pt x="1" y="197"/>
                  <a:pt x="5" y="200"/>
                  <a:pt x="7" y="201"/>
                </a:cubicBezTo>
                <a:cubicBezTo>
                  <a:pt x="8" y="206"/>
                  <a:pt x="9" y="210"/>
                  <a:pt x="14" y="213"/>
                </a:cubicBezTo>
                <a:cubicBezTo>
                  <a:pt x="16" y="214"/>
                  <a:pt x="19" y="214"/>
                  <a:pt x="22" y="214"/>
                </a:cubicBezTo>
                <a:cubicBezTo>
                  <a:pt x="26" y="214"/>
                  <a:pt x="30" y="214"/>
                  <a:pt x="34" y="214"/>
                </a:cubicBezTo>
                <a:cubicBezTo>
                  <a:pt x="64" y="214"/>
                  <a:pt x="93" y="214"/>
                  <a:pt x="123" y="214"/>
                </a:cubicBezTo>
                <a:cubicBezTo>
                  <a:pt x="132" y="214"/>
                  <a:pt x="141" y="214"/>
                  <a:pt x="151" y="214"/>
                </a:cubicBezTo>
                <a:cubicBezTo>
                  <a:pt x="158" y="214"/>
                  <a:pt x="166" y="212"/>
                  <a:pt x="167" y="203"/>
                </a:cubicBezTo>
                <a:cubicBezTo>
                  <a:pt x="167" y="203"/>
                  <a:pt x="167" y="203"/>
                  <a:pt x="167" y="203"/>
                </a:cubicBezTo>
                <a:cubicBezTo>
                  <a:pt x="167" y="155"/>
                  <a:pt x="167" y="107"/>
                  <a:pt x="167" y="59"/>
                </a:cubicBezTo>
                <a:cubicBezTo>
                  <a:pt x="167" y="47"/>
                  <a:pt x="167" y="36"/>
                  <a:pt x="167" y="24"/>
                </a:cubicBezTo>
                <a:cubicBezTo>
                  <a:pt x="167" y="19"/>
                  <a:pt x="168" y="12"/>
                  <a:pt x="166" y="7"/>
                </a:cubicBezTo>
                <a:cubicBezTo>
                  <a:pt x="162" y="0"/>
                  <a:pt x="151" y="2"/>
                  <a:pt x="144" y="2"/>
                </a:cubicBezTo>
                <a:close/>
                <a:moveTo>
                  <a:pt x="6" y="17"/>
                </a:moveTo>
                <a:cubicBezTo>
                  <a:pt x="6" y="16"/>
                  <a:pt x="6" y="15"/>
                  <a:pt x="6" y="15"/>
                </a:cubicBezTo>
                <a:cubicBezTo>
                  <a:pt x="7" y="15"/>
                  <a:pt x="7" y="15"/>
                  <a:pt x="7" y="14"/>
                </a:cubicBezTo>
                <a:cubicBezTo>
                  <a:pt x="7" y="16"/>
                  <a:pt x="7" y="17"/>
                  <a:pt x="7" y="18"/>
                </a:cubicBezTo>
                <a:cubicBezTo>
                  <a:pt x="7" y="18"/>
                  <a:pt x="6" y="17"/>
                  <a:pt x="6" y="17"/>
                </a:cubicBezTo>
                <a:close/>
                <a:moveTo>
                  <a:pt x="6" y="26"/>
                </a:moveTo>
                <a:cubicBezTo>
                  <a:pt x="7" y="26"/>
                  <a:pt x="7" y="26"/>
                  <a:pt x="7" y="25"/>
                </a:cubicBezTo>
                <a:cubicBezTo>
                  <a:pt x="7" y="27"/>
                  <a:pt x="7" y="29"/>
                  <a:pt x="7" y="31"/>
                </a:cubicBezTo>
                <a:cubicBezTo>
                  <a:pt x="6" y="30"/>
                  <a:pt x="4" y="27"/>
                  <a:pt x="6" y="26"/>
                </a:cubicBezTo>
                <a:close/>
                <a:moveTo>
                  <a:pt x="6" y="41"/>
                </a:moveTo>
                <a:cubicBezTo>
                  <a:pt x="5" y="40"/>
                  <a:pt x="5" y="40"/>
                  <a:pt x="6" y="39"/>
                </a:cubicBezTo>
                <a:cubicBezTo>
                  <a:pt x="6" y="38"/>
                  <a:pt x="7" y="38"/>
                  <a:pt x="7" y="38"/>
                </a:cubicBezTo>
                <a:cubicBezTo>
                  <a:pt x="7" y="39"/>
                  <a:pt x="7" y="40"/>
                  <a:pt x="7" y="42"/>
                </a:cubicBezTo>
                <a:cubicBezTo>
                  <a:pt x="7" y="41"/>
                  <a:pt x="6" y="41"/>
                  <a:pt x="6" y="41"/>
                </a:cubicBezTo>
                <a:close/>
                <a:moveTo>
                  <a:pt x="5" y="54"/>
                </a:moveTo>
                <a:cubicBezTo>
                  <a:pt x="5" y="54"/>
                  <a:pt x="5" y="54"/>
                  <a:pt x="5" y="54"/>
                </a:cubicBezTo>
                <a:cubicBezTo>
                  <a:pt x="5" y="53"/>
                  <a:pt x="5" y="53"/>
                  <a:pt x="6" y="53"/>
                </a:cubicBezTo>
                <a:cubicBezTo>
                  <a:pt x="6" y="52"/>
                  <a:pt x="7" y="52"/>
                  <a:pt x="7" y="52"/>
                </a:cubicBezTo>
                <a:cubicBezTo>
                  <a:pt x="7" y="53"/>
                  <a:pt x="7" y="54"/>
                  <a:pt x="7" y="56"/>
                </a:cubicBezTo>
                <a:cubicBezTo>
                  <a:pt x="6" y="55"/>
                  <a:pt x="6" y="55"/>
                  <a:pt x="5" y="54"/>
                </a:cubicBezTo>
                <a:close/>
                <a:moveTo>
                  <a:pt x="7" y="62"/>
                </a:moveTo>
                <a:cubicBezTo>
                  <a:pt x="7" y="63"/>
                  <a:pt x="7" y="63"/>
                  <a:pt x="7" y="64"/>
                </a:cubicBezTo>
                <a:cubicBezTo>
                  <a:pt x="6" y="63"/>
                  <a:pt x="6" y="62"/>
                  <a:pt x="7" y="62"/>
                </a:cubicBezTo>
                <a:close/>
                <a:moveTo>
                  <a:pt x="6" y="71"/>
                </a:moveTo>
                <a:cubicBezTo>
                  <a:pt x="6" y="71"/>
                  <a:pt x="7" y="71"/>
                  <a:pt x="7" y="71"/>
                </a:cubicBezTo>
                <a:cubicBezTo>
                  <a:pt x="7" y="72"/>
                  <a:pt x="7" y="73"/>
                  <a:pt x="7" y="74"/>
                </a:cubicBezTo>
                <a:cubicBezTo>
                  <a:pt x="6" y="74"/>
                  <a:pt x="4" y="73"/>
                  <a:pt x="6" y="71"/>
                </a:cubicBezTo>
                <a:close/>
                <a:moveTo>
                  <a:pt x="6" y="83"/>
                </a:moveTo>
                <a:cubicBezTo>
                  <a:pt x="5" y="83"/>
                  <a:pt x="5" y="82"/>
                  <a:pt x="5" y="82"/>
                </a:cubicBezTo>
                <a:cubicBezTo>
                  <a:pt x="5" y="82"/>
                  <a:pt x="5" y="82"/>
                  <a:pt x="5" y="82"/>
                </a:cubicBezTo>
                <a:cubicBezTo>
                  <a:pt x="5" y="81"/>
                  <a:pt x="6" y="81"/>
                  <a:pt x="7" y="81"/>
                </a:cubicBezTo>
                <a:cubicBezTo>
                  <a:pt x="7" y="82"/>
                  <a:pt x="7" y="83"/>
                  <a:pt x="7" y="83"/>
                </a:cubicBezTo>
                <a:cubicBezTo>
                  <a:pt x="7" y="83"/>
                  <a:pt x="6" y="83"/>
                  <a:pt x="6" y="83"/>
                </a:cubicBezTo>
                <a:close/>
                <a:moveTo>
                  <a:pt x="6" y="93"/>
                </a:moveTo>
                <a:cubicBezTo>
                  <a:pt x="6" y="93"/>
                  <a:pt x="6" y="93"/>
                  <a:pt x="5" y="93"/>
                </a:cubicBezTo>
                <a:cubicBezTo>
                  <a:pt x="5" y="93"/>
                  <a:pt x="5" y="92"/>
                  <a:pt x="5" y="93"/>
                </a:cubicBezTo>
                <a:cubicBezTo>
                  <a:pt x="5" y="92"/>
                  <a:pt x="7" y="92"/>
                  <a:pt x="7" y="92"/>
                </a:cubicBezTo>
                <a:cubicBezTo>
                  <a:pt x="7" y="92"/>
                  <a:pt x="7" y="92"/>
                  <a:pt x="7" y="92"/>
                </a:cubicBezTo>
                <a:cubicBezTo>
                  <a:pt x="7" y="93"/>
                  <a:pt x="7" y="93"/>
                  <a:pt x="7" y="94"/>
                </a:cubicBezTo>
                <a:cubicBezTo>
                  <a:pt x="7" y="94"/>
                  <a:pt x="7" y="94"/>
                  <a:pt x="6" y="93"/>
                </a:cubicBezTo>
                <a:close/>
                <a:moveTo>
                  <a:pt x="6" y="103"/>
                </a:moveTo>
                <a:cubicBezTo>
                  <a:pt x="5" y="102"/>
                  <a:pt x="5" y="102"/>
                  <a:pt x="6" y="102"/>
                </a:cubicBezTo>
                <a:cubicBezTo>
                  <a:pt x="7" y="102"/>
                  <a:pt x="7" y="102"/>
                  <a:pt x="7" y="101"/>
                </a:cubicBezTo>
                <a:cubicBezTo>
                  <a:pt x="7" y="102"/>
                  <a:pt x="7" y="103"/>
                  <a:pt x="7" y="104"/>
                </a:cubicBezTo>
                <a:cubicBezTo>
                  <a:pt x="7" y="103"/>
                  <a:pt x="7" y="103"/>
                  <a:pt x="6" y="103"/>
                </a:cubicBezTo>
                <a:close/>
                <a:moveTo>
                  <a:pt x="6" y="112"/>
                </a:moveTo>
                <a:cubicBezTo>
                  <a:pt x="6" y="112"/>
                  <a:pt x="7" y="112"/>
                  <a:pt x="7" y="112"/>
                </a:cubicBezTo>
                <a:cubicBezTo>
                  <a:pt x="7" y="113"/>
                  <a:pt x="7" y="113"/>
                  <a:pt x="7" y="114"/>
                </a:cubicBezTo>
                <a:cubicBezTo>
                  <a:pt x="7" y="114"/>
                  <a:pt x="6" y="113"/>
                  <a:pt x="6" y="112"/>
                </a:cubicBezTo>
                <a:close/>
                <a:moveTo>
                  <a:pt x="6" y="121"/>
                </a:moveTo>
                <a:cubicBezTo>
                  <a:pt x="7" y="120"/>
                  <a:pt x="7" y="120"/>
                  <a:pt x="7" y="121"/>
                </a:cubicBezTo>
                <a:cubicBezTo>
                  <a:pt x="7" y="121"/>
                  <a:pt x="7" y="122"/>
                  <a:pt x="7" y="123"/>
                </a:cubicBezTo>
                <a:cubicBezTo>
                  <a:pt x="6" y="122"/>
                  <a:pt x="5" y="121"/>
                  <a:pt x="6" y="121"/>
                </a:cubicBezTo>
                <a:close/>
                <a:moveTo>
                  <a:pt x="6" y="130"/>
                </a:moveTo>
                <a:cubicBezTo>
                  <a:pt x="6" y="130"/>
                  <a:pt x="7" y="130"/>
                  <a:pt x="7" y="130"/>
                </a:cubicBezTo>
                <a:cubicBezTo>
                  <a:pt x="7" y="131"/>
                  <a:pt x="7" y="132"/>
                  <a:pt x="7" y="133"/>
                </a:cubicBezTo>
                <a:cubicBezTo>
                  <a:pt x="6" y="132"/>
                  <a:pt x="4" y="131"/>
                  <a:pt x="6" y="130"/>
                </a:cubicBezTo>
                <a:close/>
                <a:moveTo>
                  <a:pt x="6" y="140"/>
                </a:moveTo>
                <a:cubicBezTo>
                  <a:pt x="7" y="140"/>
                  <a:pt x="7" y="140"/>
                  <a:pt x="7" y="140"/>
                </a:cubicBezTo>
                <a:cubicBezTo>
                  <a:pt x="7" y="141"/>
                  <a:pt x="7" y="142"/>
                  <a:pt x="7" y="142"/>
                </a:cubicBezTo>
                <a:cubicBezTo>
                  <a:pt x="6" y="142"/>
                  <a:pt x="4" y="141"/>
                  <a:pt x="6" y="140"/>
                </a:cubicBezTo>
                <a:close/>
                <a:moveTo>
                  <a:pt x="6" y="153"/>
                </a:moveTo>
                <a:cubicBezTo>
                  <a:pt x="6" y="153"/>
                  <a:pt x="6" y="153"/>
                  <a:pt x="6" y="152"/>
                </a:cubicBezTo>
                <a:cubicBezTo>
                  <a:pt x="6" y="152"/>
                  <a:pt x="6" y="152"/>
                  <a:pt x="6" y="152"/>
                </a:cubicBezTo>
                <a:cubicBezTo>
                  <a:pt x="6" y="152"/>
                  <a:pt x="6" y="152"/>
                  <a:pt x="6" y="152"/>
                </a:cubicBezTo>
                <a:cubicBezTo>
                  <a:pt x="6" y="152"/>
                  <a:pt x="6" y="152"/>
                  <a:pt x="6" y="152"/>
                </a:cubicBezTo>
                <a:cubicBezTo>
                  <a:pt x="6" y="152"/>
                  <a:pt x="6" y="152"/>
                  <a:pt x="6" y="152"/>
                </a:cubicBezTo>
                <a:cubicBezTo>
                  <a:pt x="6" y="152"/>
                  <a:pt x="6" y="152"/>
                  <a:pt x="7" y="151"/>
                </a:cubicBezTo>
                <a:cubicBezTo>
                  <a:pt x="7" y="151"/>
                  <a:pt x="7" y="151"/>
                  <a:pt x="7" y="151"/>
                </a:cubicBezTo>
                <a:cubicBezTo>
                  <a:pt x="7" y="152"/>
                  <a:pt x="7" y="152"/>
                  <a:pt x="7" y="153"/>
                </a:cubicBezTo>
                <a:cubicBezTo>
                  <a:pt x="7" y="153"/>
                  <a:pt x="7" y="153"/>
                  <a:pt x="6" y="153"/>
                </a:cubicBezTo>
                <a:close/>
                <a:moveTo>
                  <a:pt x="5" y="162"/>
                </a:moveTo>
                <a:cubicBezTo>
                  <a:pt x="6" y="161"/>
                  <a:pt x="6" y="161"/>
                  <a:pt x="7" y="161"/>
                </a:cubicBezTo>
                <a:cubicBezTo>
                  <a:pt x="7" y="162"/>
                  <a:pt x="7" y="163"/>
                  <a:pt x="7" y="165"/>
                </a:cubicBezTo>
                <a:cubicBezTo>
                  <a:pt x="6" y="164"/>
                  <a:pt x="4" y="163"/>
                  <a:pt x="5" y="162"/>
                </a:cubicBezTo>
                <a:close/>
                <a:moveTo>
                  <a:pt x="6" y="175"/>
                </a:moveTo>
                <a:cubicBezTo>
                  <a:pt x="6" y="175"/>
                  <a:pt x="6" y="175"/>
                  <a:pt x="5" y="175"/>
                </a:cubicBezTo>
                <a:cubicBezTo>
                  <a:pt x="5" y="175"/>
                  <a:pt x="5" y="175"/>
                  <a:pt x="5" y="175"/>
                </a:cubicBezTo>
                <a:cubicBezTo>
                  <a:pt x="5" y="174"/>
                  <a:pt x="6" y="174"/>
                  <a:pt x="6" y="174"/>
                </a:cubicBezTo>
                <a:cubicBezTo>
                  <a:pt x="6" y="174"/>
                  <a:pt x="7" y="174"/>
                  <a:pt x="7" y="174"/>
                </a:cubicBezTo>
                <a:cubicBezTo>
                  <a:pt x="7" y="174"/>
                  <a:pt x="7" y="175"/>
                  <a:pt x="7" y="176"/>
                </a:cubicBezTo>
                <a:cubicBezTo>
                  <a:pt x="7" y="176"/>
                  <a:pt x="7" y="175"/>
                  <a:pt x="6" y="175"/>
                </a:cubicBezTo>
                <a:close/>
                <a:moveTo>
                  <a:pt x="7" y="186"/>
                </a:moveTo>
                <a:cubicBezTo>
                  <a:pt x="7" y="186"/>
                  <a:pt x="6" y="186"/>
                  <a:pt x="6" y="186"/>
                </a:cubicBezTo>
                <a:cubicBezTo>
                  <a:pt x="6" y="185"/>
                  <a:pt x="6" y="185"/>
                  <a:pt x="7" y="185"/>
                </a:cubicBezTo>
                <a:cubicBezTo>
                  <a:pt x="7" y="185"/>
                  <a:pt x="7" y="185"/>
                  <a:pt x="7" y="185"/>
                </a:cubicBezTo>
                <a:cubicBezTo>
                  <a:pt x="7" y="186"/>
                  <a:pt x="7" y="186"/>
                  <a:pt x="7" y="187"/>
                </a:cubicBezTo>
                <a:cubicBezTo>
                  <a:pt x="7" y="187"/>
                  <a:pt x="7" y="186"/>
                  <a:pt x="7" y="186"/>
                </a:cubicBezTo>
                <a:close/>
                <a:moveTo>
                  <a:pt x="7" y="196"/>
                </a:moveTo>
                <a:cubicBezTo>
                  <a:pt x="7" y="195"/>
                  <a:pt x="7" y="195"/>
                  <a:pt x="7" y="195"/>
                </a:cubicBezTo>
                <a:cubicBezTo>
                  <a:pt x="7" y="196"/>
                  <a:pt x="7" y="197"/>
                  <a:pt x="7" y="198"/>
                </a:cubicBezTo>
                <a:cubicBezTo>
                  <a:pt x="7" y="197"/>
                  <a:pt x="7" y="197"/>
                  <a:pt x="7" y="197"/>
                </a:cubicBezTo>
                <a:cubicBezTo>
                  <a:pt x="6" y="196"/>
                  <a:pt x="6" y="196"/>
                  <a:pt x="7" y="196"/>
                </a:cubicBezTo>
                <a:close/>
                <a:moveTo>
                  <a:pt x="141" y="211"/>
                </a:moveTo>
                <a:cubicBezTo>
                  <a:pt x="127" y="211"/>
                  <a:pt x="113" y="211"/>
                  <a:pt x="99" y="211"/>
                </a:cubicBezTo>
                <a:cubicBezTo>
                  <a:pt x="73" y="211"/>
                  <a:pt x="47" y="211"/>
                  <a:pt x="22" y="211"/>
                </a:cubicBezTo>
                <a:cubicBezTo>
                  <a:pt x="16" y="211"/>
                  <a:pt x="11" y="209"/>
                  <a:pt x="10" y="203"/>
                </a:cubicBezTo>
                <a:cubicBezTo>
                  <a:pt x="10" y="201"/>
                  <a:pt x="10" y="200"/>
                  <a:pt x="10" y="199"/>
                </a:cubicBezTo>
                <a:cubicBezTo>
                  <a:pt x="10" y="198"/>
                  <a:pt x="10" y="197"/>
                  <a:pt x="10" y="196"/>
                </a:cubicBezTo>
                <a:cubicBezTo>
                  <a:pt x="11" y="196"/>
                  <a:pt x="12" y="196"/>
                  <a:pt x="12" y="197"/>
                </a:cubicBezTo>
                <a:cubicBezTo>
                  <a:pt x="13" y="198"/>
                  <a:pt x="15" y="195"/>
                  <a:pt x="13" y="194"/>
                </a:cubicBezTo>
                <a:cubicBezTo>
                  <a:pt x="13" y="193"/>
                  <a:pt x="11" y="193"/>
                  <a:pt x="10" y="193"/>
                </a:cubicBezTo>
                <a:cubicBezTo>
                  <a:pt x="10" y="190"/>
                  <a:pt x="10" y="188"/>
                  <a:pt x="10" y="185"/>
                </a:cubicBezTo>
                <a:cubicBezTo>
                  <a:pt x="11" y="186"/>
                  <a:pt x="12" y="186"/>
                  <a:pt x="13" y="186"/>
                </a:cubicBezTo>
                <a:cubicBezTo>
                  <a:pt x="15" y="187"/>
                  <a:pt x="16" y="184"/>
                  <a:pt x="14" y="183"/>
                </a:cubicBezTo>
                <a:cubicBezTo>
                  <a:pt x="13" y="183"/>
                  <a:pt x="11" y="183"/>
                  <a:pt x="10" y="182"/>
                </a:cubicBezTo>
                <a:cubicBezTo>
                  <a:pt x="10" y="180"/>
                  <a:pt x="10" y="177"/>
                  <a:pt x="10" y="174"/>
                </a:cubicBezTo>
                <a:cubicBezTo>
                  <a:pt x="11" y="175"/>
                  <a:pt x="12" y="175"/>
                  <a:pt x="12" y="175"/>
                </a:cubicBezTo>
                <a:cubicBezTo>
                  <a:pt x="14" y="176"/>
                  <a:pt x="15" y="173"/>
                  <a:pt x="13" y="172"/>
                </a:cubicBezTo>
                <a:cubicBezTo>
                  <a:pt x="12" y="172"/>
                  <a:pt x="11" y="172"/>
                  <a:pt x="10" y="171"/>
                </a:cubicBezTo>
                <a:cubicBezTo>
                  <a:pt x="10" y="168"/>
                  <a:pt x="10" y="165"/>
                  <a:pt x="10" y="162"/>
                </a:cubicBezTo>
                <a:cubicBezTo>
                  <a:pt x="11" y="162"/>
                  <a:pt x="12" y="163"/>
                  <a:pt x="13" y="163"/>
                </a:cubicBezTo>
                <a:cubicBezTo>
                  <a:pt x="15" y="164"/>
                  <a:pt x="15" y="161"/>
                  <a:pt x="14" y="160"/>
                </a:cubicBezTo>
                <a:cubicBezTo>
                  <a:pt x="13" y="160"/>
                  <a:pt x="11" y="159"/>
                  <a:pt x="10" y="159"/>
                </a:cubicBezTo>
                <a:cubicBezTo>
                  <a:pt x="10" y="156"/>
                  <a:pt x="10" y="154"/>
                  <a:pt x="10" y="151"/>
                </a:cubicBezTo>
                <a:cubicBezTo>
                  <a:pt x="11" y="151"/>
                  <a:pt x="12" y="152"/>
                  <a:pt x="12" y="152"/>
                </a:cubicBezTo>
                <a:cubicBezTo>
                  <a:pt x="13" y="154"/>
                  <a:pt x="16" y="152"/>
                  <a:pt x="15" y="151"/>
                </a:cubicBezTo>
                <a:cubicBezTo>
                  <a:pt x="14" y="149"/>
                  <a:pt x="12" y="148"/>
                  <a:pt x="10" y="148"/>
                </a:cubicBezTo>
                <a:cubicBezTo>
                  <a:pt x="10" y="146"/>
                  <a:pt x="10" y="143"/>
                  <a:pt x="10" y="141"/>
                </a:cubicBezTo>
                <a:cubicBezTo>
                  <a:pt x="11" y="141"/>
                  <a:pt x="12" y="142"/>
                  <a:pt x="12" y="142"/>
                </a:cubicBezTo>
                <a:cubicBezTo>
                  <a:pt x="14" y="143"/>
                  <a:pt x="15" y="141"/>
                  <a:pt x="14" y="140"/>
                </a:cubicBezTo>
                <a:cubicBezTo>
                  <a:pt x="13" y="139"/>
                  <a:pt x="12" y="138"/>
                  <a:pt x="10" y="138"/>
                </a:cubicBezTo>
                <a:cubicBezTo>
                  <a:pt x="10" y="136"/>
                  <a:pt x="10" y="133"/>
                  <a:pt x="10" y="131"/>
                </a:cubicBezTo>
                <a:cubicBezTo>
                  <a:pt x="11" y="131"/>
                  <a:pt x="12" y="132"/>
                  <a:pt x="12" y="132"/>
                </a:cubicBezTo>
                <a:cubicBezTo>
                  <a:pt x="14" y="133"/>
                  <a:pt x="15" y="131"/>
                  <a:pt x="13" y="130"/>
                </a:cubicBezTo>
                <a:cubicBezTo>
                  <a:pt x="13" y="129"/>
                  <a:pt x="11" y="128"/>
                  <a:pt x="10" y="128"/>
                </a:cubicBezTo>
                <a:cubicBezTo>
                  <a:pt x="10" y="126"/>
                  <a:pt x="10" y="124"/>
                  <a:pt x="10" y="122"/>
                </a:cubicBezTo>
                <a:cubicBezTo>
                  <a:pt x="11" y="122"/>
                  <a:pt x="12" y="122"/>
                  <a:pt x="13" y="123"/>
                </a:cubicBezTo>
                <a:cubicBezTo>
                  <a:pt x="14" y="123"/>
                  <a:pt x="15" y="120"/>
                  <a:pt x="13" y="120"/>
                </a:cubicBezTo>
                <a:cubicBezTo>
                  <a:pt x="12" y="119"/>
                  <a:pt x="11" y="119"/>
                  <a:pt x="10" y="118"/>
                </a:cubicBezTo>
                <a:cubicBezTo>
                  <a:pt x="10" y="117"/>
                  <a:pt x="10" y="115"/>
                  <a:pt x="10" y="113"/>
                </a:cubicBezTo>
                <a:cubicBezTo>
                  <a:pt x="11" y="113"/>
                  <a:pt x="11" y="113"/>
                  <a:pt x="12" y="113"/>
                </a:cubicBezTo>
                <a:cubicBezTo>
                  <a:pt x="14" y="114"/>
                  <a:pt x="15" y="111"/>
                  <a:pt x="13" y="110"/>
                </a:cubicBezTo>
                <a:cubicBezTo>
                  <a:pt x="12" y="110"/>
                  <a:pt x="11" y="110"/>
                  <a:pt x="10" y="110"/>
                </a:cubicBezTo>
                <a:cubicBezTo>
                  <a:pt x="10" y="107"/>
                  <a:pt x="10" y="104"/>
                  <a:pt x="10" y="102"/>
                </a:cubicBezTo>
                <a:cubicBezTo>
                  <a:pt x="11" y="102"/>
                  <a:pt x="12" y="102"/>
                  <a:pt x="12" y="103"/>
                </a:cubicBezTo>
                <a:cubicBezTo>
                  <a:pt x="14" y="103"/>
                  <a:pt x="15" y="100"/>
                  <a:pt x="13" y="100"/>
                </a:cubicBezTo>
                <a:cubicBezTo>
                  <a:pt x="12" y="99"/>
                  <a:pt x="11" y="99"/>
                  <a:pt x="10" y="99"/>
                </a:cubicBezTo>
                <a:cubicBezTo>
                  <a:pt x="10" y="97"/>
                  <a:pt x="10" y="95"/>
                  <a:pt x="10" y="92"/>
                </a:cubicBezTo>
                <a:cubicBezTo>
                  <a:pt x="11" y="93"/>
                  <a:pt x="11" y="93"/>
                  <a:pt x="12" y="93"/>
                </a:cubicBezTo>
                <a:cubicBezTo>
                  <a:pt x="13" y="93"/>
                  <a:pt x="14" y="91"/>
                  <a:pt x="12" y="90"/>
                </a:cubicBezTo>
                <a:cubicBezTo>
                  <a:pt x="12" y="90"/>
                  <a:pt x="11" y="90"/>
                  <a:pt x="10" y="89"/>
                </a:cubicBezTo>
                <a:cubicBezTo>
                  <a:pt x="10" y="87"/>
                  <a:pt x="10" y="85"/>
                  <a:pt x="10" y="83"/>
                </a:cubicBezTo>
                <a:cubicBezTo>
                  <a:pt x="11" y="83"/>
                  <a:pt x="11" y="83"/>
                  <a:pt x="11" y="83"/>
                </a:cubicBezTo>
                <a:cubicBezTo>
                  <a:pt x="12" y="84"/>
                  <a:pt x="14" y="82"/>
                  <a:pt x="13" y="81"/>
                </a:cubicBezTo>
                <a:cubicBezTo>
                  <a:pt x="12" y="80"/>
                  <a:pt x="11" y="80"/>
                  <a:pt x="10" y="79"/>
                </a:cubicBezTo>
                <a:cubicBezTo>
                  <a:pt x="10" y="77"/>
                  <a:pt x="10" y="74"/>
                  <a:pt x="10" y="71"/>
                </a:cubicBezTo>
                <a:cubicBezTo>
                  <a:pt x="11" y="72"/>
                  <a:pt x="11" y="72"/>
                  <a:pt x="12" y="72"/>
                </a:cubicBezTo>
                <a:cubicBezTo>
                  <a:pt x="14" y="73"/>
                  <a:pt x="15" y="70"/>
                  <a:pt x="13" y="70"/>
                </a:cubicBezTo>
                <a:cubicBezTo>
                  <a:pt x="13" y="69"/>
                  <a:pt x="11" y="69"/>
                  <a:pt x="10" y="68"/>
                </a:cubicBezTo>
                <a:cubicBezTo>
                  <a:pt x="10" y="66"/>
                  <a:pt x="10" y="64"/>
                  <a:pt x="10" y="62"/>
                </a:cubicBezTo>
                <a:cubicBezTo>
                  <a:pt x="11" y="63"/>
                  <a:pt x="11" y="63"/>
                  <a:pt x="12" y="63"/>
                </a:cubicBezTo>
                <a:cubicBezTo>
                  <a:pt x="13" y="64"/>
                  <a:pt x="15" y="62"/>
                  <a:pt x="13" y="61"/>
                </a:cubicBezTo>
                <a:cubicBezTo>
                  <a:pt x="12" y="60"/>
                  <a:pt x="11" y="60"/>
                  <a:pt x="10" y="59"/>
                </a:cubicBezTo>
                <a:cubicBezTo>
                  <a:pt x="10" y="57"/>
                  <a:pt x="10" y="54"/>
                  <a:pt x="10" y="52"/>
                </a:cubicBezTo>
                <a:cubicBezTo>
                  <a:pt x="11" y="52"/>
                  <a:pt x="11" y="52"/>
                  <a:pt x="12" y="53"/>
                </a:cubicBezTo>
                <a:cubicBezTo>
                  <a:pt x="13" y="54"/>
                  <a:pt x="15" y="51"/>
                  <a:pt x="13" y="50"/>
                </a:cubicBezTo>
                <a:cubicBezTo>
                  <a:pt x="13" y="50"/>
                  <a:pt x="11" y="49"/>
                  <a:pt x="10" y="49"/>
                </a:cubicBezTo>
                <a:cubicBezTo>
                  <a:pt x="10" y="45"/>
                  <a:pt x="10" y="42"/>
                  <a:pt x="10" y="38"/>
                </a:cubicBezTo>
                <a:cubicBezTo>
                  <a:pt x="11" y="38"/>
                  <a:pt x="12" y="39"/>
                  <a:pt x="12" y="39"/>
                </a:cubicBezTo>
                <a:cubicBezTo>
                  <a:pt x="14" y="40"/>
                  <a:pt x="16" y="38"/>
                  <a:pt x="14" y="37"/>
                </a:cubicBezTo>
                <a:cubicBezTo>
                  <a:pt x="13" y="36"/>
                  <a:pt x="12" y="35"/>
                  <a:pt x="10" y="35"/>
                </a:cubicBezTo>
                <a:cubicBezTo>
                  <a:pt x="10" y="32"/>
                  <a:pt x="10" y="29"/>
                  <a:pt x="10" y="25"/>
                </a:cubicBezTo>
                <a:cubicBezTo>
                  <a:pt x="11" y="25"/>
                  <a:pt x="12" y="26"/>
                  <a:pt x="13" y="26"/>
                </a:cubicBezTo>
                <a:cubicBezTo>
                  <a:pt x="15" y="26"/>
                  <a:pt x="15" y="23"/>
                  <a:pt x="14" y="23"/>
                </a:cubicBezTo>
                <a:cubicBezTo>
                  <a:pt x="13" y="23"/>
                  <a:pt x="11" y="23"/>
                  <a:pt x="10" y="22"/>
                </a:cubicBezTo>
                <a:cubicBezTo>
                  <a:pt x="10" y="20"/>
                  <a:pt x="10" y="17"/>
                  <a:pt x="10" y="15"/>
                </a:cubicBezTo>
                <a:cubicBezTo>
                  <a:pt x="10" y="15"/>
                  <a:pt x="10" y="14"/>
                  <a:pt x="10" y="14"/>
                </a:cubicBezTo>
                <a:cubicBezTo>
                  <a:pt x="11" y="14"/>
                  <a:pt x="12" y="14"/>
                  <a:pt x="13" y="14"/>
                </a:cubicBezTo>
                <a:cubicBezTo>
                  <a:pt x="15" y="15"/>
                  <a:pt x="16" y="13"/>
                  <a:pt x="14" y="12"/>
                </a:cubicBezTo>
                <a:cubicBezTo>
                  <a:pt x="13" y="11"/>
                  <a:pt x="12" y="11"/>
                  <a:pt x="11" y="11"/>
                </a:cubicBezTo>
                <a:cubicBezTo>
                  <a:pt x="12" y="7"/>
                  <a:pt x="14" y="5"/>
                  <a:pt x="19" y="4"/>
                </a:cubicBezTo>
                <a:cubicBezTo>
                  <a:pt x="20" y="4"/>
                  <a:pt x="22" y="4"/>
                  <a:pt x="24" y="4"/>
                </a:cubicBezTo>
                <a:cubicBezTo>
                  <a:pt x="35" y="4"/>
                  <a:pt x="46" y="4"/>
                  <a:pt x="58" y="4"/>
                </a:cubicBezTo>
                <a:cubicBezTo>
                  <a:pt x="87" y="4"/>
                  <a:pt x="115" y="4"/>
                  <a:pt x="144" y="4"/>
                </a:cubicBezTo>
                <a:cubicBezTo>
                  <a:pt x="151" y="4"/>
                  <a:pt x="164" y="2"/>
                  <a:pt x="164" y="13"/>
                </a:cubicBezTo>
                <a:cubicBezTo>
                  <a:pt x="164" y="19"/>
                  <a:pt x="164" y="25"/>
                  <a:pt x="164" y="31"/>
                </a:cubicBezTo>
                <a:cubicBezTo>
                  <a:pt x="164" y="85"/>
                  <a:pt x="164" y="139"/>
                  <a:pt x="164" y="194"/>
                </a:cubicBezTo>
                <a:cubicBezTo>
                  <a:pt x="164" y="197"/>
                  <a:pt x="164" y="200"/>
                  <a:pt x="164" y="203"/>
                </a:cubicBezTo>
                <a:cubicBezTo>
                  <a:pt x="163" y="213"/>
                  <a:pt x="148" y="211"/>
                  <a:pt x="141" y="211"/>
                </a:cubicBezTo>
                <a:close/>
              </a:path>
            </a:pathLst>
          </a:custGeom>
          <a:solidFill>
            <a:schemeClr val="bg1"/>
          </a:solidFill>
          <a:ln>
            <a:solidFill>
              <a:srgbClr val="8B3F42">
                <a:alpha val="66000"/>
              </a:srgbClr>
            </a:solidFill>
          </a:ln>
        </p:spPr>
        <p:txBody>
          <a:bodyPr vert="horz" wrap="square" lIns="180000" tIns="45720" rIns="91440" bIns="45720" numCol="1" anchor="ctr" anchorCtr="0" compatLnSpc="1"/>
          <a:lstStyle/>
          <a:p>
            <a:pPr algn="ctr">
              <a:lnSpc>
                <a:spcPts val="2000"/>
              </a:lnSpc>
            </a:pPr>
            <a:r>
              <a:rPr lang="zh-CN" altLang="en-US" sz="1600" spc="200" dirty="0">
                <a:solidFill>
                  <a:schemeClr val="accent3"/>
                </a:solidFill>
                <a:cs typeface="+mn-ea"/>
                <a:sym typeface="+mn-lt"/>
              </a:rPr>
              <a:t>添加</a:t>
            </a:r>
            <a:endParaRPr lang="en-US" altLang="zh-CN" sz="1600" spc="200" dirty="0">
              <a:solidFill>
                <a:schemeClr val="accent3"/>
              </a:solidFill>
              <a:cs typeface="+mn-ea"/>
              <a:sym typeface="+mn-lt"/>
            </a:endParaRPr>
          </a:p>
          <a:p>
            <a:pPr algn="ctr">
              <a:lnSpc>
                <a:spcPts val="2000"/>
              </a:lnSpc>
            </a:pPr>
            <a:r>
              <a:rPr lang="zh-CN" altLang="en-US" sz="1600" spc="200" dirty="0">
                <a:solidFill>
                  <a:schemeClr val="accent3"/>
                </a:solidFill>
                <a:cs typeface="+mn-ea"/>
                <a:sym typeface="+mn-lt"/>
              </a:rPr>
              <a:t>标题</a:t>
            </a:r>
            <a:endParaRPr lang="zh-CN" altLang="en-US" sz="1600" spc="200" dirty="0">
              <a:solidFill>
                <a:schemeClr val="accent3"/>
              </a:solidFill>
              <a:cs typeface="+mn-ea"/>
              <a:sym typeface="+mn-lt"/>
            </a:endParaRPr>
          </a:p>
        </p:txBody>
      </p:sp>
      <p:sp>
        <p:nvSpPr>
          <p:cNvPr id="6" name="图标"/>
          <p:cNvSpPr>
            <a:spLocks noEditPoints="1"/>
          </p:cNvSpPr>
          <p:nvPr/>
        </p:nvSpPr>
        <p:spPr bwMode="auto">
          <a:xfrm>
            <a:off x="8211147" y="2667690"/>
            <a:ext cx="947867" cy="1176117"/>
          </a:xfrm>
          <a:custGeom>
            <a:avLst/>
            <a:gdLst>
              <a:gd name="T0" fmla="*/ 19 w 168"/>
              <a:gd name="T1" fmla="*/ 2 h 214"/>
              <a:gd name="T2" fmla="*/ 7 w 168"/>
              <a:gd name="T3" fmla="*/ 21 h 214"/>
              <a:gd name="T4" fmla="*/ 7 w 168"/>
              <a:gd name="T5" fmla="*/ 34 h 214"/>
              <a:gd name="T6" fmla="*/ 7 w 168"/>
              <a:gd name="T7" fmla="*/ 49 h 214"/>
              <a:gd name="T8" fmla="*/ 7 w 168"/>
              <a:gd name="T9" fmla="*/ 59 h 214"/>
              <a:gd name="T10" fmla="*/ 3 w 168"/>
              <a:gd name="T11" fmla="*/ 70 h 214"/>
              <a:gd name="T12" fmla="*/ 7 w 168"/>
              <a:gd name="T13" fmla="*/ 86 h 214"/>
              <a:gd name="T14" fmla="*/ 7 w 168"/>
              <a:gd name="T15" fmla="*/ 97 h 214"/>
              <a:gd name="T16" fmla="*/ 7 w 168"/>
              <a:gd name="T17" fmla="*/ 109 h 214"/>
              <a:gd name="T18" fmla="*/ 7 w 168"/>
              <a:gd name="T19" fmla="*/ 118 h 214"/>
              <a:gd name="T20" fmla="*/ 3 w 168"/>
              <a:gd name="T21" fmla="*/ 128 h 214"/>
              <a:gd name="T22" fmla="*/ 7 w 168"/>
              <a:gd name="T23" fmla="*/ 145 h 214"/>
              <a:gd name="T24" fmla="*/ 7 w 168"/>
              <a:gd name="T25" fmla="*/ 156 h 214"/>
              <a:gd name="T26" fmla="*/ 7 w 168"/>
              <a:gd name="T27" fmla="*/ 171 h 214"/>
              <a:gd name="T28" fmla="*/ 4 w 168"/>
              <a:gd name="T29" fmla="*/ 184 h 214"/>
              <a:gd name="T30" fmla="*/ 7 w 168"/>
              <a:gd name="T31" fmla="*/ 201 h 214"/>
              <a:gd name="T32" fmla="*/ 123 w 168"/>
              <a:gd name="T33" fmla="*/ 214 h 214"/>
              <a:gd name="T34" fmla="*/ 167 w 168"/>
              <a:gd name="T35" fmla="*/ 59 h 214"/>
              <a:gd name="T36" fmla="*/ 6 w 168"/>
              <a:gd name="T37" fmla="*/ 17 h 214"/>
              <a:gd name="T38" fmla="*/ 6 w 168"/>
              <a:gd name="T39" fmla="*/ 17 h 214"/>
              <a:gd name="T40" fmla="*/ 6 w 168"/>
              <a:gd name="T41" fmla="*/ 26 h 214"/>
              <a:gd name="T42" fmla="*/ 7 w 168"/>
              <a:gd name="T43" fmla="*/ 42 h 214"/>
              <a:gd name="T44" fmla="*/ 6 w 168"/>
              <a:gd name="T45" fmla="*/ 53 h 214"/>
              <a:gd name="T46" fmla="*/ 7 w 168"/>
              <a:gd name="T47" fmla="*/ 62 h 214"/>
              <a:gd name="T48" fmla="*/ 7 w 168"/>
              <a:gd name="T49" fmla="*/ 71 h 214"/>
              <a:gd name="T50" fmla="*/ 5 w 168"/>
              <a:gd name="T51" fmla="*/ 82 h 214"/>
              <a:gd name="T52" fmla="*/ 6 w 168"/>
              <a:gd name="T53" fmla="*/ 83 h 214"/>
              <a:gd name="T54" fmla="*/ 7 w 168"/>
              <a:gd name="T55" fmla="*/ 92 h 214"/>
              <a:gd name="T56" fmla="*/ 6 w 168"/>
              <a:gd name="T57" fmla="*/ 103 h 214"/>
              <a:gd name="T58" fmla="*/ 6 w 168"/>
              <a:gd name="T59" fmla="*/ 103 h 214"/>
              <a:gd name="T60" fmla="*/ 6 w 168"/>
              <a:gd name="T61" fmla="*/ 112 h 214"/>
              <a:gd name="T62" fmla="*/ 6 w 168"/>
              <a:gd name="T63" fmla="*/ 121 h 214"/>
              <a:gd name="T64" fmla="*/ 6 w 168"/>
              <a:gd name="T65" fmla="*/ 130 h 214"/>
              <a:gd name="T66" fmla="*/ 6 w 168"/>
              <a:gd name="T67" fmla="*/ 140 h 214"/>
              <a:gd name="T68" fmla="*/ 6 w 168"/>
              <a:gd name="T69" fmla="*/ 152 h 214"/>
              <a:gd name="T70" fmla="*/ 7 w 168"/>
              <a:gd name="T71" fmla="*/ 151 h 214"/>
              <a:gd name="T72" fmla="*/ 7 w 168"/>
              <a:gd name="T73" fmla="*/ 161 h 214"/>
              <a:gd name="T74" fmla="*/ 5 w 168"/>
              <a:gd name="T75" fmla="*/ 175 h 214"/>
              <a:gd name="T76" fmla="*/ 7 w 168"/>
              <a:gd name="T77" fmla="*/ 176 h 214"/>
              <a:gd name="T78" fmla="*/ 7 w 168"/>
              <a:gd name="T79" fmla="*/ 185 h 214"/>
              <a:gd name="T80" fmla="*/ 7 w 168"/>
              <a:gd name="T81" fmla="*/ 196 h 214"/>
              <a:gd name="T82" fmla="*/ 7 w 168"/>
              <a:gd name="T83" fmla="*/ 196 h 214"/>
              <a:gd name="T84" fmla="*/ 10 w 168"/>
              <a:gd name="T85" fmla="*/ 203 h 214"/>
              <a:gd name="T86" fmla="*/ 13 w 168"/>
              <a:gd name="T87" fmla="*/ 194 h 214"/>
              <a:gd name="T88" fmla="*/ 14 w 168"/>
              <a:gd name="T89" fmla="*/ 183 h 214"/>
              <a:gd name="T90" fmla="*/ 13 w 168"/>
              <a:gd name="T91" fmla="*/ 172 h 214"/>
              <a:gd name="T92" fmla="*/ 14 w 168"/>
              <a:gd name="T93" fmla="*/ 160 h 214"/>
              <a:gd name="T94" fmla="*/ 15 w 168"/>
              <a:gd name="T95" fmla="*/ 151 h 214"/>
              <a:gd name="T96" fmla="*/ 14 w 168"/>
              <a:gd name="T97" fmla="*/ 140 h 214"/>
              <a:gd name="T98" fmla="*/ 13 w 168"/>
              <a:gd name="T99" fmla="*/ 130 h 214"/>
              <a:gd name="T100" fmla="*/ 13 w 168"/>
              <a:gd name="T101" fmla="*/ 120 h 214"/>
              <a:gd name="T102" fmla="*/ 13 w 168"/>
              <a:gd name="T103" fmla="*/ 110 h 214"/>
              <a:gd name="T104" fmla="*/ 13 w 168"/>
              <a:gd name="T105" fmla="*/ 100 h 214"/>
              <a:gd name="T106" fmla="*/ 12 w 168"/>
              <a:gd name="T107" fmla="*/ 90 h 214"/>
              <a:gd name="T108" fmla="*/ 13 w 168"/>
              <a:gd name="T109" fmla="*/ 81 h 214"/>
              <a:gd name="T110" fmla="*/ 13 w 168"/>
              <a:gd name="T111" fmla="*/ 70 h 214"/>
              <a:gd name="T112" fmla="*/ 13 w 168"/>
              <a:gd name="T113" fmla="*/ 61 h 214"/>
              <a:gd name="T114" fmla="*/ 13 w 168"/>
              <a:gd name="T115" fmla="*/ 50 h 214"/>
              <a:gd name="T116" fmla="*/ 14 w 168"/>
              <a:gd name="T117" fmla="*/ 37 h 214"/>
              <a:gd name="T118" fmla="*/ 14 w 168"/>
              <a:gd name="T119" fmla="*/ 23 h 214"/>
              <a:gd name="T120" fmla="*/ 13 w 168"/>
              <a:gd name="T121" fmla="*/ 14 h 214"/>
              <a:gd name="T122" fmla="*/ 24 w 168"/>
              <a:gd name="T123" fmla="*/ 4 h 214"/>
              <a:gd name="T124" fmla="*/ 164 w 168"/>
              <a:gd name="T125"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214">
                <a:moveTo>
                  <a:pt x="144" y="2"/>
                </a:moveTo>
                <a:cubicBezTo>
                  <a:pt x="131" y="2"/>
                  <a:pt x="118" y="2"/>
                  <a:pt x="105" y="2"/>
                </a:cubicBezTo>
                <a:cubicBezTo>
                  <a:pt x="78" y="2"/>
                  <a:pt x="51" y="2"/>
                  <a:pt x="24" y="2"/>
                </a:cubicBezTo>
                <a:cubicBezTo>
                  <a:pt x="22" y="2"/>
                  <a:pt x="20" y="2"/>
                  <a:pt x="19" y="2"/>
                </a:cubicBezTo>
                <a:cubicBezTo>
                  <a:pt x="13" y="2"/>
                  <a:pt x="8" y="6"/>
                  <a:pt x="8" y="11"/>
                </a:cubicBezTo>
                <a:cubicBezTo>
                  <a:pt x="6" y="12"/>
                  <a:pt x="5" y="12"/>
                  <a:pt x="4" y="13"/>
                </a:cubicBezTo>
                <a:cubicBezTo>
                  <a:pt x="3" y="14"/>
                  <a:pt x="3" y="16"/>
                  <a:pt x="3" y="17"/>
                </a:cubicBezTo>
                <a:cubicBezTo>
                  <a:pt x="4" y="19"/>
                  <a:pt x="6" y="20"/>
                  <a:pt x="7" y="21"/>
                </a:cubicBezTo>
                <a:cubicBezTo>
                  <a:pt x="7" y="21"/>
                  <a:pt x="7" y="22"/>
                  <a:pt x="7" y="23"/>
                </a:cubicBezTo>
                <a:cubicBezTo>
                  <a:pt x="6" y="23"/>
                  <a:pt x="5" y="23"/>
                  <a:pt x="3" y="24"/>
                </a:cubicBezTo>
                <a:cubicBezTo>
                  <a:pt x="2" y="26"/>
                  <a:pt x="2" y="28"/>
                  <a:pt x="3" y="30"/>
                </a:cubicBezTo>
                <a:cubicBezTo>
                  <a:pt x="4" y="32"/>
                  <a:pt x="5" y="33"/>
                  <a:pt x="7" y="34"/>
                </a:cubicBezTo>
                <a:cubicBezTo>
                  <a:pt x="7" y="34"/>
                  <a:pt x="7" y="35"/>
                  <a:pt x="7" y="35"/>
                </a:cubicBezTo>
                <a:cubicBezTo>
                  <a:pt x="5" y="35"/>
                  <a:pt x="4" y="36"/>
                  <a:pt x="3" y="38"/>
                </a:cubicBezTo>
                <a:cubicBezTo>
                  <a:pt x="0" y="41"/>
                  <a:pt x="4" y="44"/>
                  <a:pt x="7" y="44"/>
                </a:cubicBezTo>
                <a:cubicBezTo>
                  <a:pt x="7" y="46"/>
                  <a:pt x="7" y="47"/>
                  <a:pt x="7" y="49"/>
                </a:cubicBezTo>
                <a:cubicBezTo>
                  <a:pt x="6" y="49"/>
                  <a:pt x="4" y="50"/>
                  <a:pt x="3" y="51"/>
                </a:cubicBezTo>
                <a:cubicBezTo>
                  <a:pt x="2" y="53"/>
                  <a:pt x="2" y="54"/>
                  <a:pt x="3" y="56"/>
                </a:cubicBezTo>
                <a:cubicBezTo>
                  <a:pt x="3" y="57"/>
                  <a:pt x="6" y="58"/>
                  <a:pt x="7" y="59"/>
                </a:cubicBezTo>
                <a:cubicBezTo>
                  <a:pt x="7" y="59"/>
                  <a:pt x="7" y="59"/>
                  <a:pt x="7" y="59"/>
                </a:cubicBezTo>
                <a:cubicBezTo>
                  <a:pt x="6" y="59"/>
                  <a:pt x="6" y="59"/>
                  <a:pt x="5" y="60"/>
                </a:cubicBezTo>
                <a:cubicBezTo>
                  <a:pt x="2" y="63"/>
                  <a:pt x="4" y="66"/>
                  <a:pt x="7" y="67"/>
                </a:cubicBezTo>
                <a:cubicBezTo>
                  <a:pt x="7" y="68"/>
                  <a:pt x="7" y="68"/>
                  <a:pt x="7" y="68"/>
                </a:cubicBezTo>
                <a:cubicBezTo>
                  <a:pt x="6" y="68"/>
                  <a:pt x="4" y="69"/>
                  <a:pt x="3" y="70"/>
                </a:cubicBezTo>
                <a:cubicBezTo>
                  <a:pt x="1" y="73"/>
                  <a:pt x="4" y="77"/>
                  <a:pt x="7" y="77"/>
                </a:cubicBezTo>
                <a:cubicBezTo>
                  <a:pt x="7" y="78"/>
                  <a:pt x="7" y="78"/>
                  <a:pt x="7" y="78"/>
                </a:cubicBezTo>
                <a:cubicBezTo>
                  <a:pt x="5" y="78"/>
                  <a:pt x="4" y="79"/>
                  <a:pt x="2" y="80"/>
                </a:cubicBezTo>
                <a:cubicBezTo>
                  <a:pt x="0" y="83"/>
                  <a:pt x="5" y="86"/>
                  <a:pt x="7" y="86"/>
                </a:cubicBezTo>
                <a:cubicBezTo>
                  <a:pt x="7" y="87"/>
                  <a:pt x="7" y="88"/>
                  <a:pt x="7" y="89"/>
                </a:cubicBezTo>
                <a:cubicBezTo>
                  <a:pt x="7" y="89"/>
                  <a:pt x="6" y="89"/>
                  <a:pt x="6" y="89"/>
                </a:cubicBezTo>
                <a:cubicBezTo>
                  <a:pt x="4" y="90"/>
                  <a:pt x="3" y="91"/>
                  <a:pt x="2" y="92"/>
                </a:cubicBezTo>
                <a:cubicBezTo>
                  <a:pt x="2" y="95"/>
                  <a:pt x="5" y="96"/>
                  <a:pt x="7" y="97"/>
                </a:cubicBezTo>
                <a:cubicBezTo>
                  <a:pt x="7" y="97"/>
                  <a:pt x="7" y="98"/>
                  <a:pt x="7" y="99"/>
                </a:cubicBezTo>
                <a:cubicBezTo>
                  <a:pt x="6" y="99"/>
                  <a:pt x="4" y="99"/>
                  <a:pt x="3" y="101"/>
                </a:cubicBezTo>
                <a:cubicBezTo>
                  <a:pt x="1" y="104"/>
                  <a:pt x="5" y="106"/>
                  <a:pt x="7" y="107"/>
                </a:cubicBezTo>
                <a:cubicBezTo>
                  <a:pt x="7" y="107"/>
                  <a:pt x="7" y="108"/>
                  <a:pt x="7" y="109"/>
                </a:cubicBezTo>
                <a:cubicBezTo>
                  <a:pt x="7" y="109"/>
                  <a:pt x="7" y="109"/>
                  <a:pt x="6" y="109"/>
                </a:cubicBezTo>
                <a:cubicBezTo>
                  <a:pt x="5" y="109"/>
                  <a:pt x="3" y="110"/>
                  <a:pt x="3" y="112"/>
                </a:cubicBezTo>
                <a:cubicBezTo>
                  <a:pt x="2" y="115"/>
                  <a:pt x="5" y="116"/>
                  <a:pt x="7" y="117"/>
                </a:cubicBezTo>
                <a:cubicBezTo>
                  <a:pt x="7" y="117"/>
                  <a:pt x="7" y="117"/>
                  <a:pt x="7" y="118"/>
                </a:cubicBezTo>
                <a:cubicBezTo>
                  <a:pt x="6" y="118"/>
                  <a:pt x="5" y="118"/>
                  <a:pt x="3" y="119"/>
                </a:cubicBezTo>
                <a:cubicBezTo>
                  <a:pt x="1" y="122"/>
                  <a:pt x="5" y="125"/>
                  <a:pt x="7" y="126"/>
                </a:cubicBezTo>
                <a:cubicBezTo>
                  <a:pt x="7" y="126"/>
                  <a:pt x="7" y="127"/>
                  <a:pt x="7" y="127"/>
                </a:cubicBezTo>
                <a:cubicBezTo>
                  <a:pt x="6" y="127"/>
                  <a:pt x="4" y="128"/>
                  <a:pt x="3" y="128"/>
                </a:cubicBezTo>
                <a:cubicBezTo>
                  <a:pt x="0" y="131"/>
                  <a:pt x="5" y="135"/>
                  <a:pt x="7" y="136"/>
                </a:cubicBezTo>
                <a:cubicBezTo>
                  <a:pt x="7" y="136"/>
                  <a:pt x="7" y="137"/>
                  <a:pt x="7" y="137"/>
                </a:cubicBezTo>
                <a:cubicBezTo>
                  <a:pt x="6" y="137"/>
                  <a:pt x="4" y="138"/>
                  <a:pt x="3" y="139"/>
                </a:cubicBezTo>
                <a:cubicBezTo>
                  <a:pt x="0" y="142"/>
                  <a:pt x="4" y="145"/>
                  <a:pt x="7" y="145"/>
                </a:cubicBezTo>
                <a:cubicBezTo>
                  <a:pt x="7" y="146"/>
                  <a:pt x="7" y="147"/>
                  <a:pt x="7" y="148"/>
                </a:cubicBezTo>
                <a:cubicBezTo>
                  <a:pt x="6" y="148"/>
                  <a:pt x="6" y="148"/>
                  <a:pt x="5" y="149"/>
                </a:cubicBezTo>
                <a:cubicBezTo>
                  <a:pt x="3" y="150"/>
                  <a:pt x="3" y="151"/>
                  <a:pt x="3" y="153"/>
                </a:cubicBezTo>
                <a:cubicBezTo>
                  <a:pt x="3" y="155"/>
                  <a:pt x="6" y="156"/>
                  <a:pt x="7" y="156"/>
                </a:cubicBezTo>
                <a:cubicBezTo>
                  <a:pt x="7" y="157"/>
                  <a:pt x="7" y="158"/>
                  <a:pt x="7" y="158"/>
                </a:cubicBezTo>
                <a:cubicBezTo>
                  <a:pt x="6" y="158"/>
                  <a:pt x="4" y="159"/>
                  <a:pt x="2" y="161"/>
                </a:cubicBezTo>
                <a:cubicBezTo>
                  <a:pt x="0" y="165"/>
                  <a:pt x="4" y="167"/>
                  <a:pt x="7" y="167"/>
                </a:cubicBezTo>
                <a:cubicBezTo>
                  <a:pt x="7" y="169"/>
                  <a:pt x="7" y="170"/>
                  <a:pt x="7" y="171"/>
                </a:cubicBezTo>
                <a:cubicBezTo>
                  <a:pt x="6" y="171"/>
                  <a:pt x="4" y="172"/>
                  <a:pt x="3" y="173"/>
                </a:cubicBezTo>
                <a:cubicBezTo>
                  <a:pt x="1" y="176"/>
                  <a:pt x="5" y="178"/>
                  <a:pt x="7" y="179"/>
                </a:cubicBezTo>
                <a:cubicBezTo>
                  <a:pt x="7" y="180"/>
                  <a:pt x="7" y="181"/>
                  <a:pt x="7" y="182"/>
                </a:cubicBezTo>
                <a:cubicBezTo>
                  <a:pt x="6" y="182"/>
                  <a:pt x="5" y="183"/>
                  <a:pt x="4" y="184"/>
                </a:cubicBezTo>
                <a:cubicBezTo>
                  <a:pt x="2" y="186"/>
                  <a:pt x="5" y="189"/>
                  <a:pt x="7" y="190"/>
                </a:cubicBezTo>
                <a:cubicBezTo>
                  <a:pt x="7" y="191"/>
                  <a:pt x="7" y="192"/>
                  <a:pt x="7" y="192"/>
                </a:cubicBezTo>
                <a:cubicBezTo>
                  <a:pt x="6" y="193"/>
                  <a:pt x="5" y="193"/>
                  <a:pt x="4" y="194"/>
                </a:cubicBezTo>
                <a:cubicBezTo>
                  <a:pt x="1" y="197"/>
                  <a:pt x="5" y="200"/>
                  <a:pt x="7" y="201"/>
                </a:cubicBezTo>
                <a:cubicBezTo>
                  <a:pt x="8" y="206"/>
                  <a:pt x="9" y="210"/>
                  <a:pt x="14" y="213"/>
                </a:cubicBezTo>
                <a:cubicBezTo>
                  <a:pt x="16" y="214"/>
                  <a:pt x="19" y="214"/>
                  <a:pt x="22" y="214"/>
                </a:cubicBezTo>
                <a:cubicBezTo>
                  <a:pt x="26" y="214"/>
                  <a:pt x="30" y="214"/>
                  <a:pt x="34" y="214"/>
                </a:cubicBezTo>
                <a:cubicBezTo>
                  <a:pt x="64" y="214"/>
                  <a:pt x="93" y="214"/>
                  <a:pt x="123" y="214"/>
                </a:cubicBezTo>
                <a:cubicBezTo>
                  <a:pt x="132" y="214"/>
                  <a:pt x="141" y="214"/>
                  <a:pt x="151" y="214"/>
                </a:cubicBezTo>
                <a:cubicBezTo>
                  <a:pt x="158" y="214"/>
                  <a:pt x="166" y="212"/>
                  <a:pt x="167" y="203"/>
                </a:cubicBezTo>
                <a:cubicBezTo>
                  <a:pt x="167" y="203"/>
                  <a:pt x="167" y="203"/>
                  <a:pt x="167" y="203"/>
                </a:cubicBezTo>
                <a:cubicBezTo>
                  <a:pt x="167" y="155"/>
                  <a:pt x="167" y="107"/>
                  <a:pt x="167" y="59"/>
                </a:cubicBezTo>
                <a:cubicBezTo>
                  <a:pt x="167" y="47"/>
                  <a:pt x="167" y="36"/>
                  <a:pt x="167" y="24"/>
                </a:cubicBezTo>
                <a:cubicBezTo>
                  <a:pt x="167" y="19"/>
                  <a:pt x="168" y="12"/>
                  <a:pt x="166" y="7"/>
                </a:cubicBezTo>
                <a:cubicBezTo>
                  <a:pt x="162" y="0"/>
                  <a:pt x="151" y="2"/>
                  <a:pt x="144" y="2"/>
                </a:cubicBezTo>
                <a:close/>
                <a:moveTo>
                  <a:pt x="6" y="17"/>
                </a:moveTo>
                <a:cubicBezTo>
                  <a:pt x="6" y="16"/>
                  <a:pt x="6" y="15"/>
                  <a:pt x="6" y="15"/>
                </a:cubicBezTo>
                <a:cubicBezTo>
                  <a:pt x="7" y="15"/>
                  <a:pt x="7" y="15"/>
                  <a:pt x="7" y="14"/>
                </a:cubicBezTo>
                <a:cubicBezTo>
                  <a:pt x="7" y="16"/>
                  <a:pt x="7" y="17"/>
                  <a:pt x="7" y="18"/>
                </a:cubicBezTo>
                <a:cubicBezTo>
                  <a:pt x="7" y="18"/>
                  <a:pt x="6" y="17"/>
                  <a:pt x="6" y="17"/>
                </a:cubicBezTo>
                <a:close/>
                <a:moveTo>
                  <a:pt x="6" y="26"/>
                </a:moveTo>
                <a:cubicBezTo>
                  <a:pt x="7" y="26"/>
                  <a:pt x="7" y="26"/>
                  <a:pt x="7" y="25"/>
                </a:cubicBezTo>
                <a:cubicBezTo>
                  <a:pt x="7" y="27"/>
                  <a:pt x="7" y="29"/>
                  <a:pt x="7" y="31"/>
                </a:cubicBezTo>
                <a:cubicBezTo>
                  <a:pt x="6" y="30"/>
                  <a:pt x="4" y="27"/>
                  <a:pt x="6" y="26"/>
                </a:cubicBezTo>
                <a:close/>
                <a:moveTo>
                  <a:pt x="6" y="41"/>
                </a:moveTo>
                <a:cubicBezTo>
                  <a:pt x="5" y="40"/>
                  <a:pt x="5" y="40"/>
                  <a:pt x="6" y="39"/>
                </a:cubicBezTo>
                <a:cubicBezTo>
                  <a:pt x="6" y="38"/>
                  <a:pt x="7" y="38"/>
                  <a:pt x="7" y="38"/>
                </a:cubicBezTo>
                <a:cubicBezTo>
                  <a:pt x="7" y="39"/>
                  <a:pt x="7" y="40"/>
                  <a:pt x="7" y="42"/>
                </a:cubicBezTo>
                <a:cubicBezTo>
                  <a:pt x="7" y="41"/>
                  <a:pt x="6" y="41"/>
                  <a:pt x="6" y="41"/>
                </a:cubicBezTo>
                <a:close/>
                <a:moveTo>
                  <a:pt x="5" y="54"/>
                </a:moveTo>
                <a:cubicBezTo>
                  <a:pt x="5" y="54"/>
                  <a:pt x="5" y="54"/>
                  <a:pt x="5" y="54"/>
                </a:cubicBezTo>
                <a:cubicBezTo>
                  <a:pt x="5" y="53"/>
                  <a:pt x="5" y="53"/>
                  <a:pt x="6" y="53"/>
                </a:cubicBezTo>
                <a:cubicBezTo>
                  <a:pt x="6" y="52"/>
                  <a:pt x="7" y="52"/>
                  <a:pt x="7" y="52"/>
                </a:cubicBezTo>
                <a:cubicBezTo>
                  <a:pt x="7" y="53"/>
                  <a:pt x="7" y="54"/>
                  <a:pt x="7" y="56"/>
                </a:cubicBezTo>
                <a:cubicBezTo>
                  <a:pt x="6" y="55"/>
                  <a:pt x="6" y="55"/>
                  <a:pt x="5" y="54"/>
                </a:cubicBezTo>
                <a:close/>
                <a:moveTo>
                  <a:pt x="7" y="62"/>
                </a:moveTo>
                <a:cubicBezTo>
                  <a:pt x="7" y="63"/>
                  <a:pt x="7" y="63"/>
                  <a:pt x="7" y="64"/>
                </a:cubicBezTo>
                <a:cubicBezTo>
                  <a:pt x="6" y="63"/>
                  <a:pt x="6" y="62"/>
                  <a:pt x="7" y="62"/>
                </a:cubicBezTo>
                <a:close/>
                <a:moveTo>
                  <a:pt x="6" y="71"/>
                </a:moveTo>
                <a:cubicBezTo>
                  <a:pt x="6" y="71"/>
                  <a:pt x="7" y="71"/>
                  <a:pt x="7" y="71"/>
                </a:cubicBezTo>
                <a:cubicBezTo>
                  <a:pt x="7" y="72"/>
                  <a:pt x="7" y="73"/>
                  <a:pt x="7" y="74"/>
                </a:cubicBezTo>
                <a:cubicBezTo>
                  <a:pt x="6" y="74"/>
                  <a:pt x="4" y="73"/>
                  <a:pt x="6" y="71"/>
                </a:cubicBezTo>
                <a:close/>
                <a:moveTo>
                  <a:pt x="6" y="83"/>
                </a:moveTo>
                <a:cubicBezTo>
                  <a:pt x="5" y="83"/>
                  <a:pt x="5" y="82"/>
                  <a:pt x="5" y="82"/>
                </a:cubicBezTo>
                <a:cubicBezTo>
                  <a:pt x="5" y="82"/>
                  <a:pt x="5" y="82"/>
                  <a:pt x="5" y="82"/>
                </a:cubicBezTo>
                <a:cubicBezTo>
                  <a:pt x="5" y="81"/>
                  <a:pt x="6" y="81"/>
                  <a:pt x="7" y="81"/>
                </a:cubicBezTo>
                <a:cubicBezTo>
                  <a:pt x="7" y="82"/>
                  <a:pt x="7" y="83"/>
                  <a:pt x="7" y="83"/>
                </a:cubicBezTo>
                <a:cubicBezTo>
                  <a:pt x="7" y="83"/>
                  <a:pt x="6" y="83"/>
                  <a:pt x="6" y="83"/>
                </a:cubicBezTo>
                <a:close/>
                <a:moveTo>
                  <a:pt x="6" y="93"/>
                </a:moveTo>
                <a:cubicBezTo>
                  <a:pt x="6" y="93"/>
                  <a:pt x="6" y="93"/>
                  <a:pt x="5" y="93"/>
                </a:cubicBezTo>
                <a:cubicBezTo>
                  <a:pt x="5" y="93"/>
                  <a:pt x="5" y="92"/>
                  <a:pt x="5" y="93"/>
                </a:cubicBezTo>
                <a:cubicBezTo>
                  <a:pt x="5" y="92"/>
                  <a:pt x="7" y="92"/>
                  <a:pt x="7" y="92"/>
                </a:cubicBezTo>
                <a:cubicBezTo>
                  <a:pt x="7" y="92"/>
                  <a:pt x="7" y="92"/>
                  <a:pt x="7" y="92"/>
                </a:cubicBezTo>
                <a:cubicBezTo>
                  <a:pt x="7" y="93"/>
                  <a:pt x="7" y="93"/>
                  <a:pt x="7" y="94"/>
                </a:cubicBezTo>
                <a:cubicBezTo>
                  <a:pt x="7" y="94"/>
                  <a:pt x="7" y="94"/>
                  <a:pt x="6" y="93"/>
                </a:cubicBezTo>
                <a:close/>
                <a:moveTo>
                  <a:pt x="6" y="103"/>
                </a:moveTo>
                <a:cubicBezTo>
                  <a:pt x="5" y="102"/>
                  <a:pt x="5" y="102"/>
                  <a:pt x="6" y="102"/>
                </a:cubicBezTo>
                <a:cubicBezTo>
                  <a:pt x="7" y="102"/>
                  <a:pt x="7" y="102"/>
                  <a:pt x="7" y="101"/>
                </a:cubicBezTo>
                <a:cubicBezTo>
                  <a:pt x="7" y="102"/>
                  <a:pt x="7" y="103"/>
                  <a:pt x="7" y="104"/>
                </a:cubicBezTo>
                <a:cubicBezTo>
                  <a:pt x="7" y="103"/>
                  <a:pt x="7" y="103"/>
                  <a:pt x="6" y="103"/>
                </a:cubicBezTo>
                <a:close/>
                <a:moveTo>
                  <a:pt x="6" y="112"/>
                </a:moveTo>
                <a:cubicBezTo>
                  <a:pt x="6" y="112"/>
                  <a:pt x="7" y="112"/>
                  <a:pt x="7" y="112"/>
                </a:cubicBezTo>
                <a:cubicBezTo>
                  <a:pt x="7" y="113"/>
                  <a:pt x="7" y="113"/>
                  <a:pt x="7" y="114"/>
                </a:cubicBezTo>
                <a:cubicBezTo>
                  <a:pt x="7" y="114"/>
                  <a:pt x="6" y="113"/>
                  <a:pt x="6" y="112"/>
                </a:cubicBezTo>
                <a:close/>
                <a:moveTo>
                  <a:pt x="6" y="121"/>
                </a:moveTo>
                <a:cubicBezTo>
                  <a:pt x="7" y="120"/>
                  <a:pt x="7" y="120"/>
                  <a:pt x="7" y="121"/>
                </a:cubicBezTo>
                <a:cubicBezTo>
                  <a:pt x="7" y="121"/>
                  <a:pt x="7" y="122"/>
                  <a:pt x="7" y="123"/>
                </a:cubicBezTo>
                <a:cubicBezTo>
                  <a:pt x="6" y="122"/>
                  <a:pt x="5" y="121"/>
                  <a:pt x="6" y="121"/>
                </a:cubicBezTo>
                <a:close/>
                <a:moveTo>
                  <a:pt x="6" y="130"/>
                </a:moveTo>
                <a:cubicBezTo>
                  <a:pt x="6" y="130"/>
                  <a:pt x="7" y="130"/>
                  <a:pt x="7" y="130"/>
                </a:cubicBezTo>
                <a:cubicBezTo>
                  <a:pt x="7" y="131"/>
                  <a:pt x="7" y="132"/>
                  <a:pt x="7" y="133"/>
                </a:cubicBezTo>
                <a:cubicBezTo>
                  <a:pt x="6" y="132"/>
                  <a:pt x="4" y="131"/>
                  <a:pt x="6" y="130"/>
                </a:cubicBezTo>
                <a:close/>
                <a:moveTo>
                  <a:pt x="6" y="140"/>
                </a:moveTo>
                <a:cubicBezTo>
                  <a:pt x="7" y="140"/>
                  <a:pt x="7" y="140"/>
                  <a:pt x="7" y="140"/>
                </a:cubicBezTo>
                <a:cubicBezTo>
                  <a:pt x="7" y="141"/>
                  <a:pt x="7" y="142"/>
                  <a:pt x="7" y="142"/>
                </a:cubicBezTo>
                <a:cubicBezTo>
                  <a:pt x="6" y="142"/>
                  <a:pt x="4" y="141"/>
                  <a:pt x="6" y="140"/>
                </a:cubicBezTo>
                <a:close/>
                <a:moveTo>
                  <a:pt x="6" y="153"/>
                </a:moveTo>
                <a:cubicBezTo>
                  <a:pt x="6" y="153"/>
                  <a:pt x="6" y="153"/>
                  <a:pt x="6" y="152"/>
                </a:cubicBezTo>
                <a:cubicBezTo>
                  <a:pt x="6" y="152"/>
                  <a:pt x="6" y="152"/>
                  <a:pt x="6" y="152"/>
                </a:cubicBezTo>
                <a:cubicBezTo>
                  <a:pt x="6" y="152"/>
                  <a:pt x="6" y="152"/>
                  <a:pt x="6" y="152"/>
                </a:cubicBezTo>
                <a:cubicBezTo>
                  <a:pt x="6" y="152"/>
                  <a:pt x="6" y="152"/>
                  <a:pt x="6" y="152"/>
                </a:cubicBezTo>
                <a:cubicBezTo>
                  <a:pt x="6" y="152"/>
                  <a:pt x="6" y="152"/>
                  <a:pt x="6" y="152"/>
                </a:cubicBezTo>
                <a:cubicBezTo>
                  <a:pt x="6" y="152"/>
                  <a:pt x="6" y="152"/>
                  <a:pt x="7" y="151"/>
                </a:cubicBezTo>
                <a:cubicBezTo>
                  <a:pt x="7" y="151"/>
                  <a:pt x="7" y="151"/>
                  <a:pt x="7" y="151"/>
                </a:cubicBezTo>
                <a:cubicBezTo>
                  <a:pt x="7" y="152"/>
                  <a:pt x="7" y="152"/>
                  <a:pt x="7" y="153"/>
                </a:cubicBezTo>
                <a:cubicBezTo>
                  <a:pt x="7" y="153"/>
                  <a:pt x="7" y="153"/>
                  <a:pt x="6" y="153"/>
                </a:cubicBezTo>
                <a:close/>
                <a:moveTo>
                  <a:pt x="5" y="162"/>
                </a:moveTo>
                <a:cubicBezTo>
                  <a:pt x="6" y="161"/>
                  <a:pt x="6" y="161"/>
                  <a:pt x="7" y="161"/>
                </a:cubicBezTo>
                <a:cubicBezTo>
                  <a:pt x="7" y="162"/>
                  <a:pt x="7" y="163"/>
                  <a:pt x="7" y="165"/>
                </a:cubicBezTo>
                <a:cubicBezTo>
                  <a:pt x="6" y="164"/>
                  <a:pt x="4" y="163"/>
                  <a:pt x="5" y="162"/>
                </a:cubicBezTo>
                <a:close/>
                <a:moveTo>
                  <a:pt x="6" y="175"/>
                </a:moveTo>
                <a:cubicBezTo>
                  <a:pt x="6" y="175"/>
                  <a:pt x="6" y="175"/>
                  <a:pt x="5" y="175"/>
                </a:cubicBezTo>
                <a:cubicBezTo>
                  <a:pt x="5" y="175"/>
                  <a:pt x="5" y="175"/>
                  <a:pt x="5" y="175"/>
                </a:cubicBezTo>
                <a:cubicBezTo>
                  <a:pt x="5" y="174"/>
                  <a:pt x="6" y="174"/>
                  <a:pt x="6" y="174"/>
                </a:cubicBezTo>
                <a:cubicBezTo>
                  <a:pt x="6" y="174"/>
                  <a:pt x="7" y="174"/>
                  <a:pt x="7" y="174"/>
                </a:cubicBezTo>
                <a:cubicBezTo>
                  <a:pt x="7" y="174"/>
                  <a:pt x="7" y="175"/>
                  <a:pt x="7" y="176"/>
                </a:cubicBezTo>
                <a:cubicBezTo>
                  <a:pt x="7" y="176"/>
                  <a:pt x="7" y="175"/>
                  <a:pt x="6" y="175"/>
                </a:cubicBezTo>
                <a:close/>
                <a:moveTo>
                  <a:pt x="7" y="186"/>
                </a:moveTo>
                <a:cubicBezTo>
                  <a:pt x="7" y="186"/>
                  <a:pt x="6" y="186"/>
                  <a:pt x="6" y="186"/>
                </a:cubicBezTo>
                <a:cubicBezTo>
                  <a:pt x="6" y="185"/>
                  <a:pt x="6" y="185"/>
                  <a:pt x="7" y="185"/>
                </a:cubicBezTo>
                <a:cubicBezTo>
                  <a:pt x="7" y="185"/>
                  <a:pt x="7" y="185"/>
                  <a:pt x="7" y="185"/>
                </a:cubicBezTo>
                <a:cubicBezTo>
                  <a:pt x="7" y="186"/>
                  <a:pt x="7" y="186"/>
                  <a:pt x="7" y="187"/>
                </a:cubicBezTo>
                <a:cubicBezTo>
                  <a:pt x="7" y="187"/>
                  <a:pt x="7" y="186"/>
                  <a:pt x="7" y="186"/>
                </a:cubicBezTo>
                <a:close/>
                <a:moveTo>
                  <a:pt x="7" y="196"/>
                </a:moveTo>
                <a:cubicBezTo>
                  <a:pt x="7" y="195"/>
                  <a:pt x="7" y="195"/>
                  <a:pt x="7" y="195"/>
                </a:cubicBezTo>
                <a:cubicBezTo>
                  <a:pt x="7" y="196"/>
                  <a:pt x="7" y="197"/>
                  <a:pt x="7" y="198"/>
                </a:cubicBezTo>
                <a:cubicBezTo>
                  <a:pt x="7" y="197"/>
                  <a:pt x="7" y="197"/>
                  <a:pt x="7" y="197"/>
                </a:cubicBezTo>
                <a:cubicBezTo>
                  <a:pt x="6" y="196"/>
                  <a:pt x="6" y="196"/>
                  <a:pt x="7" y="196"/>
                </a:cubicBezTo>
                <a:close/>
                <a:moveTo>
                  <a:pt x="141" y="211"/>
                </a:moveTo>
                <a:cubicBezTo>
                  <a:pt x="127" y="211"/>
                  <a:pt x="113" y="211"/>
                  <a:pt x="99" y="211"/>
                </a:cubicBezTo>
                <a:cubicBezTo>
                  <a:pt x="73" y="211"/>
                  <a:pt x="47" y="211"/>
                  <a:pt x="22" y="211"/>
                </a:cubicBezTo>
                <a:cubicBezTo>
                  <a:pt x="16" y="211"/>
                  <a:pt x="11" y="209"/>
                  <a:pt x="10" y="203"/>
                </a:cubicBezTo>
                <a:cubicBezTo>
                  <a:pt x="10" y="201"/>
                  <a:pt x="10" y="200"/>
                  <a:pt x="10" y="199"/>
                </a:cubicBezTo>
                <a:cubicBezTo>
                  <a:pt x="10" y="198"/>
                  <a:pt x="10" y="197"/>
                  <a:pt x="10" y="196"/>
                </a:cubicBezTo>
                <a:cubicBezTo>
                  <a:pt x="11" y="196"/>
                  <a:pt x="12" y="196"/>
                  <a:pt x="12" y="197"/>
                </a:cubicBezTo>
                <a:cubicBezTo>
                  <a:pt x="13" y="198"/>
                  <a:pt x="15" y="195"/>
                  <a:pt x="13" y="194"/>
                </a:cubicBezTo>
                <a:cubicBezTo>
                  <a:pt x="13" y="193"/>
                  <a:pt x="11" y="193"/>
                  <a:pt x="10" y="193"/>
                </a:cubicBezTo>
                <a:cubicBezTo>
                  <a:pt x="10" y="190"/>
                  <a:pt x="10" y="188"/>
                  <a:pt x="10" y="185"/>
                </a:cubicBezTo>
                <a:cubicBezTo>
                  <a:pt x="11" y="186"/>
                  <a:pt x="12" y="186"/>
                  <a:pt x="13" y="186"/>
                </a:cubicBezTo>
                <a:cubicBezTo>
                  <a:pt x="15" y="187"/>
                  <a:pt x="16" y="184"/>
                  <a:pt x="14" y="183"/>
                </a:cubicBezTo>
                <a:cubicBezTo>
                  <a:pt x="13" y="183"/>
                  <a:pt x="11" y="183"/>
                  <a:pt x="10" y="182"/>
                </a:cubicBezTo>
                <a:cubicBezTo>
                  <a:pt x="10" y="180"/>
                  <a:pt x="10" y="177"/>
                  <a:pt x="10" y="174"/>
                </a:cubicBezTo>
                <a:cubicBezTo>
                  <a:pt x="11" y="175"/>
                  <a:pt x="12" y="175"/>
                  <a:pt x="12" y="175"/>
                </a:cubicBezTo>
                <a:cubicBezTo>
                  <a:pt x="14" y="176"/>
                  <a:pt x="15" y="173"/>
                  <a:pt x="13" y="172"/>
                </a:cubicBezTo>
                <a:cubicBezTo>
                  <a:pt x="12" y="172"/>
                  <a:pt x="11" y="172"/>
                  <a:pt x="10" y="171"/>
                </a:cubicBezTo>
                <a:cubicBezTo>
                  <a:pt x="10" y="168"/>
                  <a:pt x="10" y="165"/>
                  <a:pt x="10" y="162"/>
                </a:cubicBezTo>
                <a:cubicBezTo>
                  <a:pt x="11" y="162"/>
                  <a:pt x="12" y="163"/>
                  <a:pt x="13" y="163"/>
                </a:cubicBezTo>
                <a:cubicBezTo>
                  <a:pt x="15" y="164"/>
                  <a:pt x="15" y="161"/>
                  <a:pt x="14" y="160"/>
                </a:cubicBezTo>
                <a:cubicBezTo>
                  <a:pt x="13" y="160"/>
                  <a:pt x="11" y="159"/>
                  <a:pt x="10" y="159"/>
                </a:cubicBezTo>
                <a:cubicBezTo>
                  <a:pt x="10" y="156"/>
                  <a:pt x="10" y="154"/>
                  <a:pt x="10" y="151"/>
                </a:cubicBezTo>
                <a:cubicBezTo>
                  <a:pt x="11" y="151"/>
                  <a:pt x="12" y="152"/>
                  <a:pt x="12" y="152"/>
                </a:cubicBezTo>
                <a:cubicBezTo>
                  <a:pt x="13" y="154"/>
                  <a:pt x="16" y="152"/>
                  <a:pt x="15" y="151"/>
                </a:cubicBezTo>
                <a:cubicBezTo>
                  <a:pt x="14" y="149"/>
                  <a:pt x="12" y="148"/>
                  <a:pt x="10" y="148"/>
                </a:cubicBezTo>
                <a:cubicBezTo>
                  <a:pt x="10" y="146"/>
                  <a:pt x="10" y="143"/>
                  <a:pt x="10" y="141"/>
                </a:cubicBezTo>
                <a:cubicBezTo>
                  <a:pt x="11" y="141"/>
                  <a:pt x="12" y="142"/>
                  <a:pt x="12" y="142"/>
                </a:cubicBezTo>
                <a:cubicBezTo>
                  <a:pt x="14" y="143"/>
                  <a:pt x="15" y="141"/>
                  <a:pt x="14" y="140"/>
                </a:cubicBezTo>
                <a:cubicBezTo>
                  <a:pt x="13" y="139"/>
                  <a:pt x="12" y="138"/>
                  <a:pt x="10" y="138"/>
                </a:cubicBezTo>
                <a:cubicBezTo>
                  <a:pt x="10" y="136"/>
                  <a:pt x="10" y="133"/>
                  <a:pt x="10" y="131"/>
                </a:cubicBezTo>
                <a:cubicBezTo>
                  <a:pt x="11" y="131"/>
                  <a:pt x="12" y="132"/>
                  <a:pt x="12" y="132"/>
                </a:cubicBezTo>
                <a:cubicBezTo>
                  <a:pt x="14" y="133"/>
                  <a:pt x="15" y="131"/>
                  <a:pt x="13" y="130"/>
                </a:cubicBezTo>
                <a:cubicBezTo>
                  <a:pt x="13" y="129"/>
                  <a:pt x="11" y="128"/>
                  <a:pt x="10" y="128"/>
                </a:cubicBezTo>
                <a:cubicBezTo>
                  <a:pt x="10" y="126"/>
                  <a:pt x="10" y="124"/>
                  <a:pt x="10" y="122"/>
                </a:cubicBezTo>
                <a:cubicBezTo>
                  <a:pt x="11" y="122"/>
                  <a:pt x="12" y="122"/>
                  <a:pt x="13" y="123"/>
                </a:cubicBezTo>
                <a:cubicBezTo>
                  <a:pt x="14" y="123"/>
                  <a:pt x="15" y="120"/>
                  <a:pt x="13" y="120"/>
                </a:cubicBezTo>
                <a:cubicBezTo>
                  <a:pt x="12" y="119"/>
                  <a:pt x="11" y="119"/>
                  <a:pt x="10" y="118"/>
                </a:cubicBezTo>
                <a:cubicBezTo>
                  <a:pt x="10" y="117"/>
                  <a:pt x="10" y="115"/>
                  <a:pt x="10" y="113"/>
                </a:cubicBezTo>
                <a:cubicBezTo>
                  <a:pt x="11" y="113"/>
                  <a:pt x="11" y="113"/>
                  <a:pt x="12" y="113"/>
                </a:cubicBezTo>
                <a:cubicBezTo>
                  <a:pt x="14" y="114"/>
                  <a:pt x="15" y="111"/>
                  <a:pt x="13" y="110"/>
                </a:cubicBezTo>
                <a:cubicBezTo>
                  <a:pt x="12" y="110"/>
                  <a:pt x="11" y="110"/>
                  <a:pt x="10" y="110"/>
                </a:cubicBezTo>
                <a:cubicBezTo>
                  <a:pt x="10" y="107"/>
                  <a:pt x="10" y="104"/>
                  <a:pt x="10" y="102"/>
                </a:cubicBezTo>
                <a:cubicBezTo>
                  <a:pt x="11" y="102"/>
                  <a:pt x="12" y="102"/>
                  <a:pt x="12" y="103"/>
                </a:cubicBezTo>
                <a:cubicBezTo>
                  <a:pt x="14" y="103"/>
                  <a:pt x="15" y="100"/>
                  <a:pt x="13" y="100"/>
                </a:cubicBezTo>
                <a:cubicBezTo>
                  <a:pt x="12" y="99"/>
                  <a:pt x="11" y="99"/>
                  <a:pt x="10" y="99"/>
                </a:cubicBezTo>
                <a:cubicBezTo>
                  <a:pt x="10" y="97"/>
                  <a:pt x="10" y="95"/>
                  <a:pt x="10" y="92"/>
                </a:cubicBezTo>
                <a:cubicBezTo>
                  <a:pt x="11" y="93"/>
                  <a:pt x="11" y="93"/>
                  <a:pt x="12" y="93"/>
                </a:cubicBezTo>
                <a:cubicBezTo>
                  <a:pt x="13" y="93"/>
                  <a:pt x="14" y="91"/>
                  <a:pt x="12" y="90"/>
                </a:cubicBezTo>
                <a:cubicBezTo>
                  <a:pt x="12" y="90"/>
                  <a:pt x="11" y="90"/>
                  <a:pt x="10" y="89"/>
                </a:cubicBezTo>
                <a:cubicBezTo>
                  <a:pt x="10" y="87"/>
                  <a:pt x="10" y="85"/>
                  <a:pt x="10" y="83"/>
                </a:cubicBezTo>
                <a:cubicBezTo>
                  <a:pt x="11" y="83"/>
                  <a:pt x="11" y="83"/>
                  <a:pt x="11" y="83"/>
                </a:cubicBezTo>
                <a:cubicBezTo>
                  <a:pt x="12" y="84"/>
                  <a:pt x="14" y="82"/>
                  <a:pt x="13" y="81"/>
                </a:cubicBezTo>
                <a:cubicBezTo>
                  <a:pt x="12" y="80"/>
                  <a:pt x="11" y="80"/>
                  <a:pt x="10" y="79"/>
                </a:cubicBezTo>
                <a:cubicBezTo>
                  <a:pt x="10" y="77"/>
                  <a:pt x="10" y="74"/>
                  <a:pt x="10" y="71"/>
                </a:cubicBezTo>
                <a:cubicBezTo>
                  <a:pt x="11" y="72"/>
                  <a:pt x="11" y="72"/>
                  <a:pt x="12" y="72"/>
                </a:cubicBezTo>
                <a:cubicBezTo>
                  <a:pt x="14" y="73"/>
                  <a:pt x="15" y="70"/>
                  <a:pt x="13" y="70"/>
                </a:cubicBezTo>
                <a:cubicBezTo>
                  <a:pt x="13" y="69"/>
                  <a:pt x="11" y="69"/>
                  <a:pt x="10" y="68"/>
                </a:cubicBezTo>
                <a:cubicBezTo>
                  <a:pt x="10" y="66"/>
                  <a:pt x="10" y="64"/>
                  <a:pt x="10" y="62"/>
                </a:cubicBezTo>
                <a:cubicBezTo>
                  <a:pt x="11" y="63"/>
                  <a:pt x="11" y="63"/>
                  <a:pt x="12" y="63"/>
                </a:cubicBezTo>
                <a:cubicBezTo>
                  <a:pt x="13" y="64"/>
                  <a:pt x="15" y="62"/>
                  <a:pt x="13" y="61"/>
                </a:cubicBezTo>
                <a:cubicBezTo>
                  <a:pt x="12" y="60"/>
                  <a:pt x="11" y="60"/>
                  <a:pt x="10" y="59"/>
                </a:cubicBezTo>
                <a:cubicBezTo>
                  <a:pt x="10" y="57"/>
                  <a:pt x="10" y="54"/>
                  <a:pt x="10" y="52"/>
                </a:cubicBezTo>
                <a:cubicBezTo>
                  <a:pt x="11" y="52"/>
                  <a:pt x="11" y="52"/>
                  <a:pt x="12" y="53"/>
                </a:cubicBezTo>
                <a:cubicBezTo>
                  <a:pt x="13" y="54"/>
                  <a:pt x="15" y="51"/>
                  <a:pt x="13" y="50"/>
                </a:cubicBezTo>
                <a:cubicBezTo>
                  <a:pt x="13" y="50"/>
                  <a:pt x="11" y="49"/>
                  <a:pt x="10" y="49"/>
                </a:cubicBezTo>
                <a:cubicBezTo>
                  <a:pt x="10" y="45"/>
                  <a:pt x="10" y="42"/>
                  <a:pt x="10" y="38"/>
                </a:cubicBezTo>
                <a:cubicBezTo>
                  <a:pt x="11" y="38"/>
                  <a:pt x="12" y="39"/>
                  <a:pt x="12" y="39"/>
                </a:cubicBezTo>
                <a:cubicBezTo>
                  <a:pt x="14" y="40"/>
                  <a:pt x="16" y="38"/>
                  <a:pt x="14" y="37"/>
                </a:cubicBezTo>
                <a:cubicBezTo>
                  <a:pt x="13" y="36"/>
                  <a:pt x="12" y="35"/>
                  <a:pt x="10" y="35"/>
                </a:cubicBezTo>
                <a:cubicBezTo>
                  <a:pt x="10" y="32"/>
                  <a:pt x="10" y="29"/>
                  <a:pt x="10" y="25"/>
                </a:cubicBezTo>
                <a:cubicBezTo>
                  <a:pt x="11" y="25"/>
                  <a:pt x="12" y="26"/>
                  <a:pt x="13" y="26"/>
                </a:cubicBezTo>
                <a:cubicBezTo>
                  <a:pt x="15" y="26"/>
                  <a:pt x="15" y="23"/>
                  <a:pt x="14" y="23"/>
                </a:cubicBezTo>
                <a:cubicBezTo>
                  <a:pt x="13" y="23"/>
                  <a:pt x="11" y="23"/>
                  <a:pt x="10" y="22"/>
                </a:cubicBezTo>
                <a:cubicBezTo>
                  <a:pt x="10" y="20"/>
                  <a:pt x="10" y="17"/>
                  <a:pt x="10" y="15"/>
                </a:cubicBezTo>
                <a:cubicBezTo>
                  <a:pt x="10" y="15"/>
                  <a:pt x="10" y="14"/>
                  <a:pt x="10" y="14"/>
                </a:cubicBezTo>
                <a:cubicBezTo>
                  <a:pt x="11" y="14"/>
                  <a:pt x="12" y="14"/>
                  <a:pt x="13" y="14"/>
                </a:cubicBezTo>
                <a:cubicBezTo>
                  <a:pt x="15" y="15"/>
                  <a:pt x="16" y="13"/>
                  <a:pt x="14" y="12"/>
                </a:cubicBezTo>
                <a:cubicBezTo>
                  <a:pt x="13" y="11"/>
                  <a:pt x="12" y="11"/>
                  <a:pt x="11" y="11"/>
                </a:cubicBezTo>
                <a:cubicBezTo>
                  <a:pt x="12" y="7"/>
                  <a:pt x="14" y="5"/>
                  <a:pt x="19" y="4"/>
                </a:cubicBezTo>
                <a:cubicBezTo>
                  <a:pt x="20" y="4"/>
                  <a:pt x="22" y="4"/>
                  <a:pt x="24" y="4"/>
                </a:cubicBezTo>
                <a:cubicBezTo>
                  <a:pt x="35" y="4"/>
                  <a:pt x="46" y="4"/>
                  <a:pt x="58" y="4"/>
                </a:cubicBezTo>
                <a:cubicBezTo>
                  <a:pt x="87" y="4"/>
                  <a:pt x="115" y="4"/>
                  <a:pt x="144" y="4"/>
                </a:cubicBezTo>
                <a:cubicBezTo>
                  <a:pt x="151" y="4"/>
                  <a:pt x="164" y="2"/>
                  <a:pt x="164" y="13"/>
                </a:cubicBezTo>
                <a:cubicBezTo>
                  <a:pt x="164" y="19"/>
                  <a:pt x="164" y="25"/>
                  <a:pt x="164" y="31"/>
                </a:cubicBezTo>
                <a:cubicBezTo>
                  <a:pt x="164" y="85"/>
                  <a:pt x="164" y="139"/>
                  <a:pt x="164" y="194"/>
                </a:cubicBezTo>
                <a:cubicBezTo>
                  <a:pt x="164" y="197"/>
                  <a:pt x="164" y="200"/>
                  <a:pt x="164" y="203"/>
                </a:cubicBezTo>
                <a:cubicBezTo>
                  <a:pt x="163" y="213"/>
                  <a:pt x="148" y="211"/>
                  <a:pt x="141" y="211"/>
                </a:cubicBezTo>
                <a:close/>
              </a:path>
            </a:pathLst>
          </a:custGeom>
          <a:solidFill>
            <a:schemeClr val="bg1"/>
          </a:solidFill>
          <a:ln>
            <a:solidFill>
              <a:srgbClr val="8B3F42">
                <a:alpha val="62000"/>
              </a:srgbClr>
            </a:solidFill>
          </a:ln>
        </p:spPr>
        <p:txBody>
          <a:bodyPr vert="horz" wrap="square" lIns="180000" tIns="45720" rIns="91440" bIns="45720" numCol="1" anchor="ctr" anchorCtr="0" compatLnSpc="1"/>
          <a:lstStyle/>
          <a:p>
            <a:pPr algn="ctr">
              <a:lnSpc>
                <a:spcPts val="2000"/>
              </a:lnSpc>
            </a:pPr>
            <a:r>
              <a:rPr lang="zh-CN" altLang="en-US" sz="1600" spc="200" dirty="0">
                <a:solidFill>
                  <a:schemeClr val="accent3"/>
                </a:solidFill>
                <a:cs typeface="+mn-ea"/>
                <a:sym typeface="+mn-lt"/>
              </a:rPr>
              <a:t>添加</a:t>
            </a:r>
            <a:endParaRPr lang="en-US" altLang="zh-CN" sz="1600" spc="200" dirty="0">
              <a:solidFill>
                <a:schemeClr val="accent3"/>
              </a:solidFill>
              <a:cs typeface="+mn-ea"/>
              <a:sym typeface="+mn-lt"/>
            </a:endParaRPr>
          </a:p>
          <a:p>
            <a:pPr algn="ctr">
              <a:lnSpc>
                <a:spcPts val="2000"/>
              </a:lnSpc>
            </a:pPr>
            <a:r>
              <a:rPr lang="zh-CN" altLang="en-US" sz="1600" spc="200" dirty="0">
                <a:solidFill>
                  <a:schemeClr val="accent3"/>
                </a:solidFill>
                <a:cs typeface="+mn-ea"/>
                <a:sym typeface="+mn-lt"/>
              </a:rPr>
              <a:t>标题</a:t>
            </a:r>
            <a:endParaRPr lang="zh-CN" altLang="en-US" sz="1600" spc="200" dirty="0">
              <a:solidFill>
                <a:schemeClr val="accent3"/>
              </a:solidFill>
              <a:cs typeface="+mn-ea"/>
              <a:sym typeface="+mn-lt"/>
            </a:endParaRPr>
          </a:p>
        </p:txBody>
      </p:sp>
      <p:sp>
        <p:nvSpPr>
          <p:cNvPr id="7" name="图标"/>
          <p:cNvSpPr>
            <a:spLocks noEditPoints="1"/>
          </p:cNvSpPr>
          <p:nvPr/>
        </p:nvSpPr>
        <p:spPr bwMode="auto">
          <a:xfrm>
            <a:off x="9359446" y="3127433"/>
            <a:ext cx="947867" cy="1176117"/>
          </a:xfrm>
          <a:custGeom>
            <a:avLst/>
            <a:gdLst>
              <a:gd name="T0" fmla="*/ 19 w 168"/>
              <a:gd name="T1" fmla="*/ 2 h 214"/>
              <a:gd name="T2" fmla="*/ 7 w 168"/>
              <a:gd name="T3" fmla="*/ 21 h 214"/>
              <a:gd name="T4" fmla="*/ 7 w 168"/>
              <a:gd name="T5" fmla="*/ 34 h 214"/>
              <a:gd name="T6" fmla="*/ 7 w 168"/>
              <a:gd name="T7" fmla="*/ 49 h 214"/>
              <a:gd name="T8" fmla="*/ 7 w 168"/>
              <a:gd name="T9" fmla="*/ 59 h 214"/>
              <a:gd name="T10" fmla="*/ 3 w 168"/>
              <a:gd name="T11" fmla="*/ 70 h 214"/>
              <a:gd name="T12" fmla="*/ 7 w 168"/>
              <a:gd name="T13" fmla="*/ 86 h 214"/>
              <a:gd name="T14" fmla="*/ 7 w 168"/>
              <a:gd name="T15" fmla="*/ 97 h 214"/>
              <a:gd name="T16" fmla="*/ 7 w 168"/>
              <a:gd name="T17" fmla="*/ 109 h 214"/>
              <a:gd name="T18" fmla="*/ 7 w 168"/>
              <a:gd name="T19" fmla="*/ 118 h 214"/>
              <a:gd name="T20" fmla="*/ 3 w 168"/>
              <a:gd name="T21" fmla="*/ 128 h 214"/>
              <a:gd name="T22" fmla="*/ 7 w 168"/>
              <a:gd name="T23" fmla="*/ 145 h 214"/>
              <a:gd name="T24" fmla="*/ 7 w 168"/>
              <a:gd name="T25" fmla="*/ 156 h 214"/>
              <a:gd name="T26" fmla="*/ 7 w 168"/>
              <a:gd name="T27" fmla="*/ 171 h 214"/>
              <a:gd name="T28" fmla="*/ 4 w 168"/>
              <a:gd name="T29" fmla="*/ 184 h 214"/>
              <a:gd name="T30" fmla="*/ 7 w 168"/>
              <a:gd name="T31" fmla="*/ 201 h 214"/>
              <a:gd name="T32" fmla="*/ 123 w 168"/>
              <a:gd name="T33" fmla="*/ 214 h 214"/>
              <a:gd name="T34" fmla="*/ 167 w 168"/>
              <a:gd name="T35" fmla="*/ 59 h 214"/>
              <a:gd name="T36" fmla="*/ 6 w 168"/>
              <a:gd name="T37" fmla="*/ 17 h 214"/>
              <a:gd name="T38" fmla="*/ 6 w 168"/>
              <a:gd name="T39" fmla="*/ 17 h 214"/>
              <a:gd name="T40" fmla="*/ 6 w 168"/>
              <a:gd name="T41" fmla="*/ 26 h 214"/>
              <a:gd name="T42" fmla="*/ 7 w 168"/>
              <a:gd name="T43" fmla="*/ 42 h 214"/>
              <a:gd name="T44" fmla="*/ 6 w 168"/>
              <a:gd name="T45" fmla="*/ 53 h 214"/>
              <a:gd name="T46" fmla="*/ 7 w 168"/>
              <a:gd name="T47" fmla="*/ 62 h 214"/>
              <a:gd name="T48" fmla="*/ 7 w 168"/>
              <a:gd name="T49" fmla="*/ 71 h 214"/>
              <a:gd name="T50" fmla="*/ 5 w 168"/>
              <a:gd name="T51" fmla="*/ 82 h 214"/>
              <a:gd name="T52" fmla="*/ 6 w 168"/>
              <a:gd name="T53" fmla="*/ 83 h 214"/>
              <a:gd name="T54" fmla="*/ 7 w 168"/>
              <a:gd name="T55" fmla="*/ 92 h 214"/>
              <a:gd name="T56" fmla="*/ 6 w 168"/>
              <a:gd name="T57" fmla="*/ 103 h 214"/>
              <a:gd name="T58" fmla="*/ 6 w 168"/>
              <a:gd name="T59" fmla="*/ 103 h 214"/>
              <a:gd name="T60" fmla="*/ 6 w 168"/>
              <a:gd name="T61" fmla="*/ 112 h 214"/>
              <a:gd name="T62" fmla="*/ 6 w 168"/>
              <a:gd name="T63" fmla="*/ 121 h 214"/>
              <a:gd name="T64" fmla="*/ 6 w 168"/>
              <a:gd name="T65" fmla="*/ 130 h 214"/>
              <a:gd name="T66" fmla="*/ 6 w 168"/>
              <a:gd name="T67" fmla="*/ 140 h 214"/>
              <a:gd name="T68" fmla="*/ 6 w 168"/>
              <a:gd name="T69" fmla="*/ 152 h 214"/>
              <a:gd name="T70" fmla="*/ 7 w 168"/>
              <a:gd name="T71" fmla="*/ 151 h 214"/>
              <a:gd name="T72" fmla="*/ 7 w 168"/>
              <a:gd name="T73" fmla="*/ 161 h 214"/>
              <a:gd name="T74" fmla="*/ 5 w 168"/>
              <a:gd name="T75" fmla="*/ 175 h 214"/>
              <a:gd name="T76" fmla="*/ 7 w 168"/>
              <a:gd name="T77" fmla="*/ 176 h 214"/>
              <a:gd name="T78" fmla="*/ 7 w 168"/>
              <a:gd name="T79" fmla="*/ 185 h 214"/>
              <a:gd name="T80" fmla="*/ 7 w 168"/>
              <a:gd name="T81" fmla="*/ 196 h 214"/>
              <a:gd name="T82" fmla="*/ 7 w 168"/>
              <a:gd name="T83" fmla="*/ 196 h 214"/>
              <a:gd name="T84" fmla="*/ 10 w 168"/>
              <a:gd name="T85" fmla="*/ 203 h 214"/>
              <a:gd name="T86" fmla="*/ 13 w 168"/>
              <a:gd name="T87" fmla="*/ 194 h 214"/>
              <a:gd name="T88" fmla="*/ 14 w 168"/>
              <a:gd name="T89" fmla="*/ 183 h 214"/>
              <a:gd name="T90" fmla="*/ 13 w 168"/>
              <a:gd name="T91" fmla="*/ 172 h 214"/>
              <a:gd name="T92" fmla="*/ 14 w 168"/>
              <a:gd name="T93" fmla="*/ 160 h 214"/>
              <a:gd name="T94" fmla="*/ 15 w 168"/>
              <a:gd name="T95" fmla="*/ 151 h 214"/>
              <a:gd name="T96" fmla="*/ 14 w 168"/>
              <a:gd name="T97" fmla="*/ 140 h 214"/>
              <a:gd name="T98" fmla="*/ 13 w 168"/>
              <a:gd name="T99" fmla="*/ 130 h 214"/>
              <a:gd name="T100" fmla="*/ 13 w 168"/>
              <a:gd name="T101" fmla="*/ 120 h 214"/>
              <a:gd name="T102" fmla="*/ 13 w 168"/>
              <a:gd name="T103" fmla="*/ 110 h 214"/>
              <a:gd name="T104" fmla="*/ 13 w 168"/>
              <a:gd name="T105" fmla="*/ 100 h 214"/>
              <a:gd name="T106" fmla="*/ 12 w 168"/>
              <a:gd name="T107" fmla="*/ 90 h 214"/>
              <a:gd name="T108" fmla="*/ 13 w 168"/>
              <a:gd name="T109" fmla="*/ 81 h 214"/>
              <a:gd name="T110" fmla="*/ 13 w 168"/>
              <a:gd name="T111" fmla="*/ 70 h 214"/>
              <a:gd name="T112" fmla="*/ 13 w 168"/>
              <a:gd name="T113" fmla="*/ 61 h 214"/>
              <a:gd name="T114" fmla="*/ 13 w 168"/>
              <a:gd name="T115" fmla="*/ 50 h 214"/>
              <a:gd name="T116" fmla="*/ 14 w 168"/>
              <a:gd name="T117" fmla="*/ 37 h 214"/>
              <a:gd name="T118" fmla="*/ 14 w 168"/>
              <a:gd name="T119" fmla="*/ 23 h 214"/>
              <a:gd name="T120" fmla="*/ 13 w 168"/>
              <a:gd name="T121" fmla="*/ 14 h 214"/>
              <a:gd name="T122" fmla="*/ 24 w 168"/>
              <a:gd name="T123" fmla="*/ 4 h 214"/>
              <a:gd name="T124" fmla="*/ 164 w 168"/>
              <a:gd name="T125"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214">
                <a:moveTo>
                  <a:pt x="144" y="2"/>
                </a:moveTo>
                <a:cubicBezTo>
                  <a:pt x="131" y="2"/>
                  <a:pt x="118" y="2"/>
                  <a:pt x="105" y="2"/>
                </a:cubicBezTo>
                <a:cubicBezTo>
                  <a:pt x="78" y="2"/>
                  <a:pt x="51" y="2"/>
                  <a:pt x="24" y="2"/>
                </a:cubicBezTo>
                <a:cubicBezTo>
                  <a:pt x="22" y="2"/>
                  <a:pt x="20" y="2"/>
                  <a:pt x="19" y="2"/>
                </a:cubicBezTo>
                <a:cubicBezTo>
                  <a:pt x="13" y="2"/>
                  <a:pt x="8" y="6"/>
                  <a:pt x="8" y="11"/>
                </a:cubicBezTo>
                <a:cubicBezTo>
                  <a:pt x="6" y="12"/>
                  <a:pt x="5" y="12"/>
                  <a:pt x="4" y="13"/>
                </a:cubicBezTo>
                <a:cubicBezTo>
                  <a:pt x="3" y="14"/>
                  <a:pt x="3" y="16"/>
                  <a:pt x="3" y="17"/>
                </a:cubicBezTo>
                <a:cubicBezTo>
                  <a:pt x="4" y="19"/>
                  <a:pt x="6" y="20"/>
                  <a:pt x="7" y="21"/>
                </a:cubicBezTo>
                <a:cubicBezTo>
                  <a:pt x="7" y="21"/>
                  <a:pt x="7" y="22"/>
                  <a:pt x="7" y="23"/>
                </a:cubicBezTo>
                <a:cubicBezTo>
                  <a:pt x="6" y="23"/>
                  <a:pt x="5" y="23"/>
                  <a:pt x="3" y="24"/>
                </a:cubicBezTo>
                <a:cubicBezTo>
                  <a:pt x="2" y="26"/>
                  <a:pt x="2" y="28"/>
                  <a:pt x="3" y="30"/>
                </a:cubicBezTo>
                <a:cubicBezTo>
                  <a:pt x="4" y="32"/>
                  <a:pt x="5" y="33"/>
                  <a:pt x="7" y="34"/>
                </a:cubicBezTo>
                <a:cubicBezTo>
                  <a:pt x="7" y="34"/>
                  <a:pt x="7" y="35"/>
                  <a:pt x="7" y="35"/>
                </a:cubicBezTo>
                <a:cubicBezTo>
                  <a:pt x="5" y="35"/>
                  <a:pt x="4" y="36"/>
                  <a:pt x="3" y="38"/>
                </a:cubicBezTo>
                <a:cubicBezTo>
                  <a:pt x="0" y="41"/>
                  <a:pt x="4" y="44"/>
                  <a:pt x="7" y="44"/>
                </a:cubicBezTo>
                <a:cubicBezTo>
                  <a:pt x="7" y="46"/>
                  <a:pt x="7" y="47"/>
                  <a:pt x="7" y="49"/>
                </a:cubicBezTo>
                <a:cubicBezTo>
                  <a:pt x="6" y="49"/>
                  <a:pt x="4" y="50"/>
                  <a:pt x="3" y="51"/>
                </a:cubicBezTo>
                <a:cubicBezTo>
                  <a:pt x="2" y="53"/>
                  <a:pt x="2" y="54"/>
                  <a:pt x="3" y="56"/>
                </a:cubicBezTo>
                <a:cubicBezTo>
                  <a:pt x="3" y="57"/>
                  <a:pt x="6" y="58"/>
                  <a:pt x="7" y="59"/>
                </a:cubicBezTo>
                <a:cubicBezTo>
                  <a:pt x="7" y="59"/>
                  <a:pt x="7" y="59"/>
                  <a:pt x="7" y="59"/>
                </a:cubicBezTo>
                <a:cubicBezTo>
                  <a:pt x="6" y="59"/>
                  <a:pt x="6" y="59"/>
                  <a:pt x="5" y="60"/>
                </a:cubicBezTo>
                <a:cubicBezTo>
                  <a:pt x="2" y="63"/>
                  <a:pt x="4" y="66"/>
                  <a:pt x="7" y="67"/>
                </a:cubicBezTo>
                <a:cubicBezTo>
                  <a:pt x="7" y="68"/>
                  <a:pt x="7" y="68"/>
                  <a:pt x="7" y="68"/>
                </a:cubicBezTo>
                <a:cubicBezTo>
                  <a:pt x="6" y="68"/>
                  <a:pt x="4" y="69"/>
                  <a:pt x="3" y="70"/>
                </a:cubicBezTo>
                <a:cubicBezTo>
                  <a:pt x="1" y="73"/>
                  <a:pt x="4" y="77"/>
                  <a:pt x="7" y="77"/>
                </a:cubicBezTo>
                <a:cubicBezTo>
                  <a:pt x="7" y="78"/>
                  <a:pt x="7" y="78"/>
                  <a:pt x="7" y="78"/>
                </a:cubicBezTo>
                <a:cubicBezTo>
                  <a:pt x="5" y="78"/>
                  <a:pt x="4" y="79"/>
                  <a:pt x="2" y="80"/>
                </a:cubicBezTo>
                <a:cubicBezTo>
                  <a:pt x="0" y="83"/>
                  <a:pt x="5" y="86"/>
                  <a:pt x="7" y="86"/>
                </a:cubicBezTo>
                <a:cubicBezTo>
                  <a:pt x="7" y="87"/>
                  <a:pt x="7" y="88"/>
                  <a:pt x="7" y="89"/>
                </a:cubicBezTo>
                <a:cubicBezTo>
                  <a:pt x="7" y="89"/>
                  <a:pt x="6" y="89"/>
                  <a:pt x="6" y="89"/>
                </a:cubicBezTo>
                <a:cubicBezTo>
                  <a:pt x="4" y="90"/>
                  <a:pt x="3" y="91"/>
                  <a:pt x="2" y="92"/>
                </a:cubicBezTo>
                <a:cubicBezTo>
                  <a:pt x="2" y="95"/>
                  <a:pt x="5" y="96"/>
                  <a:pt x="7" y="97"/>
                </a:cubicBezTo>
                <a:cubicBezTo>
                  <a:pt x="7" y="97"/>
                  <a:pt x="7" y="98"/>
                  <a:pt x="7" y="99"/>
                </a:cubicBezTo>
                <a:cubicBezTo>
                  <a:pt x="6" y="99"/>
                  <a:pt x="4" y="99"/>
                  <a:pt x="3" y="101"/>
                </a:cubicBezTo>
                <a:cubicBezTo>
                  <a:pt x="1" y="104"/>
                  <a:pt x="5" y="106"/>
                  <a:pt x="7" y="107"/>
                </a:cubicBezTo>
                <a:cubicBezTo>
                  <a:pt x="7" y="107"/>
                  <a:pt x="7" y="108"/>
                  <a:pt x="7" y="109"/>
                </a:cubicBezTo>
                <a:cubicBezTo>
                  <a:pt x="7" y="109"/>
                  <a:pt x="7" y="109"/>
                  <a:pt x="6" y="109"/>
                </a:cubicBezTo>
                <a:cubicBezTo>
                  <a:pt x="5" y="109"/>
                  <a:pt x="3" y="110"/>
                  <a:pt x="3" y="112"/>
                </a:cubicBezTo>
                <a:cubicBezTo>
                  <a:pt x="2" y="115"/>
                  <a:pt x="5" y="116"/>
                  <a:pt x="7" y="117"/>
                </a:cubicBezTo>
                <a:cubicBezTo>
                  <a:pt x="7" y="117"/>
                  <a:pt x="7" y="117"/>
                  <a:pt x="7" y="118"/>
                </a:cubicBezTo>
                <a:cubicBezTo>
                  <a:pt x="6" y="118"/>
                  <a:pt x="5" y="118"/>
                  <a:pt x="3" y="119"/>
                </a:cubicBezTo>
                <a:cubicBezTo>
                  <a:pt x="1" y="122"/>
                  <a:pt x="5" y="125"/>
                  <a:pt x="7" y="126"/>
                </a:cubicBezTo>
                <a:cubicBezTo>
                  <a:pt x="7" y="126"/>
                  <a:pt x="7" y="127"/>
                  <a:pt x="7" y="127"/>
                </a:cubicBezTo>
                <a:cubicBezTo>
                  <a:pt x="6" y="127"/>
                  <a:pt x="4" y="128"/>
                  <a:pt x="3" y="128"/>
                </a:cubicBezTo>
                <a:cubicBezTo>
                  <a:pt x="0" y="131"/>
                  <a:pt x="5" y="135"/>
                  <a:pt x="7" y="136"/>
                </a:cubicBezTo>
                <a:cubicBezTo>
                  <a:pt x="7" y="136"/>
                  <a:pt x="7" y="137"/>
                  <a:pt x="7" y="137"/>
                </a:cubicBezTo>
                <a:cubicBezTo>
                  <a:pt x="6" y="137"/>
                  <a:pt x="4" y="138"/>
                  <a:pt x="3" y="139"/>
                </a:cubicBezTo>
                <a:cubicBezTo>
                  <a:pt x="0" y="142"/>
                  <a:pt x="4" y="145"/>
                  <a:pt x="7" y="145"/>
                </a:cubicBezTo>
                <a:cubicBezTo>
                  <a:pt x="7" y="146"/>
                  <a:pt x="7" y="147"/>
                  <a:pt x="7" y="148"/>
                </a:cubicBezTo>
                <a:cubicBezTo>
                  <a:pt x="6" y="148"/>
                  <a:pt x="6" y="148"/>
                  <a:pt x="5" y="149"/>
                </a:cubicBezTo>
                <a:cubicBezTo>
                  <a:pt x="3" y="150"/>
                  <a:pt x="3" y="151"/>
                  <a:pt x="3" y="153"/>
                </a:cubicBezTo>
                <a:cubicBezTo>
                  <a:pt x="3" y="155"/>
                  <a:pt x="6" y="156"/>
                  <a:pt x="7" y="156"/>
                </a:cubicBezTo>
                <a:cubicBezTo>
                  <a:pt x="7" y="157"/>
                  <a:pt x="7" y="158"/>
                  <a:pt x="7" y="158"/>
                </a:cubicBezTo>
                <a:cubicBezTo>
                  <a:pt x="6" y="158"/>
                  <a:pt x="4" y="159"/>
                  <a:pt x="2" y="161"/>
                </a:cubicBezTo>
                <a:cubicBezTo>
                  <a:pt x="0" y="165"/>
                  <a:pt x="4" y="167"/>
                  <a:pt x="7" y="167"/>
                </a:cubicBezTo>
                <a:cubicBezTo>
                  <a:pt x="7" y="169"/>
                  <a:pt x="7" y="170"/>
                  <a:pt x="7" y="171"/>
                </a:cubicBezTo>
                <a:cubicBezTo>
                  <a:pt x="6" y="171"/>
                  <a:pt x="4" y="172"/>
                  <a:pt x="3" y="173"/>
                </a:cubicBezTo>
                <a:cubicBezTo>
                  <a:pt x="1" y="176"/>
                  <a:pt x="5" y="178"/>
                  <a:pt x="7" y="179"/>
                </a:cubicBezTo>
                <a:cubicBezTo>
                  <a:pt x="7" y="180"/>
                  <a:pt x="7" y="181"/>
                  <a:pt x="7" y="182"/>
                </a:cubicBezTo>
                <a:cubicBezTo>
                  <a:pt x="6" y="182"/>
                  <a:pt x="5" y="183"/>
                  <a:pt x="4" y="184"/>
                </a:cubicBezTo>
                <a:cubicBezTo>
                  <a:pt x="2" y="186"/>
                  <a:pt x="5" y="189"/>
                  <a:pt x="7" y="190"/>
                </a:cubicBezTo>
                <a:cubicBezTo>
                  <a:pt x="7" y="191"/>
                  <a:pt x="7" y="192"/>
                  <a:pt x="7" y="192"/>
                </a:cubicBezTo>
                <a:cubicBezTo>
                  <a:pt x="6" y="193"/>
                  <a:pt x="5" y="193"/>
                  <a:pt x="4" y="194"/>
                </a:cubicBezTo>
                <a:cubicBezTo>
                  <a:pt x="1" y="197"/>
                  <a:pt x="5" y="200"/>
                  <a:pt x="7" y="201"/>
                </a:cubicBezTo>
                <a:cubicBezTo>
                  <a:pt x="8" y="206"/>
                  <a:pt x="9" y="210"/>
                  <a:pt x="14" y="213"/>
                </a:cubicBezTo>
                <a:cubicBezTo>
                  <a:pt x="16" y="214"/>
                  <a:pt x="19" y="214"/>
                  <a:pt x="22" y="214"/>
                </a:cubicBezTo>
                <a:cubicBezTo>
                  <a:pt x="26" y="214"/>
                  <a:pt x="30" y="214"/>
                  <a:pt x="34" y="214"/>
                </a:cubicBezTo>
                <a:cubicBezTo>
                  <a:pt x="64" y="214"/>
                  <a:pt x="93" y="214"/>
                  <a:pt x="123" y="214"/>
                </a:cubicBezTo>
                <a:cubicBezTo>
                  <a:pt x="132" y="214"/>
                  <a:pt x="141" y="214"/>
                  <a:pt x="151" y="214"/>
                </a:cubicBezTo>
                <a:cubicBezTo>
                  <a:pt x="158" y="214"/>
                  <a:pt x="166" y="212"/>
                  <a:pt x="167" y="203"/>
                </a:cubicBezTo>
                <a:cubicBezTo>
                  <a:pt x="167" y="203"/>
                  <a:pt x="167" y="203"/>
                  <a:pt x="167" y="203"/>
                </a:cubicBezTo>
                <a:cubicBezTo>
                  <a:pt x="167" y="155"/>
                  <a:pt x="167" y="107"/>
                  <a:pt x="167" y="59"/>
                </a:cubicBezTo>
                <a:cubicBezTo>
                  <a:pt x="167" y="47"/>
                  <a:pt x="167" y="36"/>
                  <a:pt x="167" y="24"/>
                </a:cubicBezTo>
                <a:cubicBezTo>
                  <a:pt x="167" y="19"/>
                  <a:pt x="168" y="12"/>
                  <a:pt x="166" y="7"/>
                </a:cubicBezTo>
                <a:cubicBezTo>
                  <a:pt x="162" y="0"/>
                  <a:pt x="151" y="2"/>
                  <a:pt x="144" y="2"/>
                </a:cubicBezTo>
                <a:close/>
                <a:moveTo>
                  <a:pt x="6" y="17"/>
                </a:moveTo>
                <a:cubicBezTo>
                  <a:pt x="6" y="16"/>
                  <a:pt x="6" y="15"/>
                  <a:pt x="6" y="15"/>
                </a:cubicBezTo>
                <a:cubicBezTo>
                  <a:pt x="7" y="15"/>
                  <a:pt x="7" y="15"/>
                  <a:pt x="7" y="14"/>
                </a:cubicBezTo>
                <a:cubicBezTo>
                  <a:pt x="7" y="16"/>
                  <a:pt x="7" y="17"/>
                  <a:pt x="7" y="18"/>
                </a:cubicBezTo>
                <a:cubicBezTo>
                  <a:pt x="7" y="18"/>
                  <a:pt x="6" y="17"/>
                  <a:pt x="6" y="17"/>
                </a:cubicBezTo>
                <a:close/>
                <a:moveTo>
                  <a:pt x="6" y="26"/>
                </a:moveTo>
                <a:cubicBezTo>
                  <a:pt x="7" y="26"/>
                  <a:pt x="7" y="26"/>
                  <a:pt x="7" y="25"/>
                </a:cubicBezTo>
                <a:cubicBezTo>
                  <a:pt x="7" y="27"/>
                  <a:pt x="7" y="29"/>
                  <a:pt x="7" y="31"/>
                </a:cubicBezTo>
                <a:cubicBezTo>
                  <a:pt x="6" y="30"/>
                  <a:pt x="4" y="27"/>
                  <a:pt x="6" y="26"/>
                </a:cubicBezTo>
                <a:close/>
                <a:moveTo>
                  <a:pt x="6" y="41"/>
                </a:moveTo>
                <a:cubicBezTo>
                  <a:pt x="5" y="40"/>
                  <a:pt x="5" y="40"/>
                  <a:pt x="6" y="39"/>
                </a:cubicBezTo>
                <a:cubicBezTo>
                  <a:pt x="6" y="38"/>
                  <a:pt x="7" y="38"/>
                  <a:pt x="7" y="38"/>
                </a:cubicBezTo>
                <a:cubicBezTo>
                  <a:pt x="7" y="39"/>
                  <a:pt x="7" y="40"/>
                  <a:pt x="7" y="42"/>
                </a:cubicBezTo>
                <a:cubicBezTo>
                  <a:pt x="7" y="41"/>
                  <a:pt x="6" y="41"/>
                  <a:pt x="6" y="41"/>
                </a:cubicBezTo>
                <a:close/>
                <a:moveTo>
                  <a:pt x="5" y="54"/>
                </a:moveTo>
                <a:cubicBezTo>
                  <a:pt x="5" y="54"/>
                  <a:pt x="5" y="54"/>
                  <a:pt x="5" y="54"/>
                </a:cubicBezTo>
                <a:cubicBezTo>
                  <a:pt x="5" y="53"/>
                  <a:pt x="5" y="53"/>
                  <a:pt x="6" y="53"/>
                </a:cubicBezTo>
                <a:cubicBezTo>
                  <a:pt x="6" y="52"/>
                  <a:pt x="7" y="52"/>
                  <a:pt x="7" y="52"/>
                </a:cubicBezTo>
                <a:cubicBezTo>
                  <a:pt x="7" y="53"/>
                  <a:pt x="7" y="54"/>
                  <a:pt x="7" y="56"/>
                </a:cubicBezTo>
                <a:cubicBezTo>
                  <a:pt x="6" y="55"/>
                  <a:pt x="6" y="55"/>
                  <a:pt x="5" y="54"/>
                </a:cubicBezTo>
                <a:close/>
                <a:moveTo>
                  <a:pt x="7" y="62"/>
                </a:moveTo>
                <a:cubicBezTo>
                  <a:pt x="7" y="63"/>
                  <a:pt x="7" y="63"/>
                  <a:pt x="7" y="64"/>
                </a:cubicBezTo>
                <a:cubicBezTo>
                  <a:pt x="6" y="63"/>
                  <a:pt x="6" y="62"/>
                  <a:pt x="7" y="62"/>
                </a:cubicBezTo>
                <a:close/>
                <a:moveTo>
                  <a:pt x="6" y="71"/>
                </a:moveTo>
                <a:cubicBezTo>
                  <a:pt x="6" y="71"/>
                  <a:pt x="7" y="71"/>
                  <a:pt x="7" y="71"/>
                </a:cubicBezTo>
                <a:cubicBezTo>
                  <a:pt x="7" y="72"/>
                  <a:pt x="7" y="73"/>
                  <a:pt x="7" y="74"/>
                </a:cubicBezTo>
                <a:cubicBezTo>
                  <a:pt x="6" y="74"/>
                  <a:pt x="4" y="73"/>
                  <a:pt x="6" y="71"/>
                </a:cubicBezTo>
                <a:close/>
                <a:moveTo>
                  <a:pt x="6" y="83"/>
                </a:moveTo>
                <a:cubicBezTo>
                  <a:pt x="5" y="83"/>
                  <a:pt x="5" y="82"/>
                  <a:pt x="5" y="82"/>
                </a:cubicBezTo>
                <a:cubicBezTo>
                  <a:pt x="5" y="82"/>
                  <a:pt x="5" y="82"/>
                  <a:pt x="5" y="82"/>
                </a:cubicBezTo>
                <a:cubicBezTo>
                  <a:pt x="5" y="81"/>
                  <a:pt x="6" y="81"/>
                  <a:pt x="7" y="81"/>
                </a:cubicBezTo>
                <a:cubicBezTo>
                  <a:pt x="7" y="82"/>
                  <a:pt x="7" y="83"/>
                  <a:pt x="7" y="83"/>
                </a:cubicBezTo>
                <a:cubicBezTo>
                  <a:pt x="7" y="83"/>
                  <a:pt x="6" y="83"/>
                  <a:pt x="6" y="83"/>
                </a:cubicBezTo>
                <a:close/>
                <a:moveTo>
                  <a:pt x="6" y="93"/>
                </a:moveTo>
                <a:cubicBezTo>
                  <a:pt x="6" y="93"/>
                  <a:pt x="6" y="93"/>
                  <a:pt x="5" y="93"/>
                </a:cubicBezTo>
                <a:cubicBezTo>
                  <a:pt x="5" y="93"/>
                  <a:pt x="5" y="92"/>
                  <a:pt x="5" y="93"/>
                </a:cubicBezTo>
                <a:cubicBezTo>
                  <a:pt x="5" y="92"/>
                  <a:pt x="7" y="92"/>
                  <a:pt x="7" y="92"/>
                </a:cubicBezTo>
                <a:cubicBezTo>
                  <a:pt x="7" y="92"/>
                  <a:pt x="7" y="92"/>
                  <a:pt x="7" y="92"/>
                </a:cubicBezTo>
                <a:cubicBezTo>
                  <a:pt x="7" y="93"/>
                  <a:pt x="7" y="93"/>
                  <a:pt x="7" y="94"/>
                </a:cubicBezTo>
                <a:cubicBezTo>
                  <a:pt x="7" y="94"/>
                  <a:pt x="7" y="94"/>
                  <a:pt x="6" y="93"/>
                </a:cubicBezTo>
                <a:close/>
                <a:moveTo>
                  <a:pt x="6" y="103"/>
                </a:moveTo>
                <a:cubicBezTo>
                  <a:pt x="5" y="102"/>
                  <a:pt x="5" y="102"/>
                  <a:pt x="6" y="102"/>
                </a:cubicBezTo>
                <a:cubicBezTo>
                  <a:pt x="7" y="102"/>
                  <a:pt x="7" y="102"/>
                  <a:pt x="7" y="101"/>
                </a:cubicBezTo>
                <a:cubicBezTo>
                  <a:pt x="7" y="102"/>
                  <a:pt x="7" y="103"/>
                  <a:pt x="7" y="104"/>
                </a:cubicBezTo>
                <a:cubicBezTo>
                  <a:pt x="7" y="103"/>
                  <a:pt x="7" y="103"/>
                  <a:pt x="6" y="103"/>
                </a:cubicBezTo>
                <a:close/>
                <a:moveTo>
                  <a:pt x="6" y="112"/>
                </a:moveTo>
                <a:cubicBezTo>
                  <a:pt x="6" y="112"/>
                  <a:pt x="7" y="112"/>
                  <a:pt x="7" y="112"/>
                </a:cubicBezTo>
                <a:cubicBezTo>
                  <a:pt x="7" y="113"/>
                  <a:pt x="7" y="113"/>
                  <a:pt x="7" y="114"/>
                </a:cubicBezTo>
                <a:cubicBezTo>
                  <a:pt x="7" y="114"/>
                  <a:pt x="6" y="113"/>
                  <a:pt x="6" y="112"/>
                </a:cubicBezTo>
                <a:close/>
                <a:moveTo>
                  <a:pt x="6" y="121"/>
                </a:moveTo>
                <a:cubicBezTo>
                  <a:pt x="7" y="120"/>
                  <a:pt x="7" y="120"/>
                  <a:pt x="7" y="121"/>
                </a:cubicBezTo>
                <a:cubicBezTo>
                  <a:pt x="7" y="121"/>
                  <a:pt x="7" y="122"/>
                  <a:pt x="7" y="123"/>
                </a:cubicBezTo>
                <a:cubicBezTo>
                  <a:pt x="6" y="122"/>
                  <a:pt x="5" y="121"/>
                  <a:pt x="6" y="121"/>
                </a:cubicBezTo>
                <a:close/>
                <a:moveTo>
                  <a:pt x="6" y="130"/>
                </a:moveTo>
                <a:cubicBezTo>
                  <a:pt x="6" y="130"/>
                  <a:pt x="7" y="130"/>
                  <a:pt x="7" y="130"/>
                </a:cubicBezTo>
                <a:cubicBezTo>
                  <a:pt x="7" y="131"/>
                  <a:pt x="7" y="132"/>
                  <a:pt x="7" y="133"/>
                </a:cubicBezTo>
                <a:cubicBezTo>
                  <a:pt x="6" y="132"/>
                  <a:pt x="4" y="131"/>
                  <a:pt x="6" y="130"/>
                </a:cubicBezTo>
                <a:close/>
                <a:moveTo>
                  <a:pt x="6" y="140"/>
                </a:moveTo>
                <a:cubicBezTo>
                  <a:pt x="7" y="140"/>
                  <a:pt x="7" y="140"/>
                  <a:pt x="7" y="140"/>
                </a:cubicBezTo>
                <a:cubicBezTo>
                  <a:pt x="7" y="141"/>
                  <a:pt x="7" y="142"/>
                  <a:pt x="7" y="142"/>
                </a:cubicBezTo>
                <a:cubicBezTo>
                  <a:pt x="6" y="142"/>
                  <a:pt x="4" y="141"/>
                  <a:pt x="6" y="140"/>
                </a:cubicBezTo>
                <a:close/>
                <a:moveTo>
                  <a:pt x="6" y="153"/>
                </a:moveTo>
                <a:cubicBezTo>
                  <a:pt x="6" y="153"/>
                  <a:pt x="6" y="153"/>
                  <a:pt x="6" y="152"/>
                </a:cubicBezTo>
                <a:cubicBezTo>
                  <a:pt x="6" y="152"/>
                  <a:pt x="6" y="152"/>
                  <a:pt x="6" y="152"/>
                </a:cubicBezTo>
                <a:cubicBezTo>
                  <a:pt x="6" y="152"/>
                  <a:pt x="6" y="152"/>
                  <a:pt x="6" y="152"/>
                </a:cubicBezTo>
                <a:cubicBezTo>
                  <a:pt x="6" y="152"/>
                  <a:pt x="6" y="152"/>
                  <a:pt x="6" y="152"/>
                </a:cubicBezTo>
                <a:cubicBezTo>
                  <a:pt x="6" y="152"/>
                  <a:pt x="6" y="152"/>
                  <a:pt x="6" y="152"/>
                </a:cubicBezTo>
                <a:cubicBezTo>
                  <a:pt x="6" y="152"/>
                  <a:pt x="6" y="152"/>
                  <a:pt x="7" y="151"/>
                </a:cubicBezTo>
                <a:cubicBezTo>
                  <a:pt x="7" y="151"/>
                  <a:pt x="7" y="151"/>
                  <a:pt x="7" y="151"/>
                </a:cubicBezTo>
                <a:cubicBezTo>
                  <a:pt x="7" y="152"/>
                  <a:pt x="7" y="152"/>
                  <a:pt x="7" y="153"/>
                </a:cubicBezTo>
                <a:cubicBezTo>
                  <a:pt x="7" y="153"/>
                  <a:pt x="7" y="153"/>
                  <a:pt x="6" y="153"/>
                </a:cubicBezTo>
                <a:close/>
                <a:moveTo>
                  <a:pt x="5" y="162"/>
                </a:moveTo>
                <a:cubicBezTo>
                  <a:pt x="6" y="161"/>
                  <a:pt x="6" y="161"/>
                  <a:pt x="7" y="161"/>
                </a:cubicBezTo>
                <a:cubicBezTo>
                  <a:pt x="7" y="162"/>
                  <a:pt x="7" y="163"/>
                  <a:pt x="7" y="165"/>
                </a:cubicBezTo>
                <a:cubicBezTo>
                  <a:pt x="6" y="164"/>
                  <a:pt x="4" y="163"/>
                  <a:pt x="5" y="162"/>
                </a:cubicBezTo>
                <a:close/>
                <a:moveTo>
                  <a:pt x="6" y="175"/>
                </a:moveTo>
                <a:cubicBezTo>
                  <a:pt x="6" y="175"/>
                  <a:pt x="6" y="175"/>
                  <a:pt x="5" y="175"/>
                </a:cubicBezTo>
                <a:cubicBezTo>
                  <a:pt x="5" y="175"/>
                  <a:pt x="5" y="175"/>
                  <a:pt x="5" y="175"/>
                </a:cubicBezTo>
                <a:cubicBezTo>
                  <a:pt x="5" y="174"/>
                  <a:pt x="6" y="174"/>
                  <a:pt x="6" y="174"/>
                </a:cubicBezTo>
                <a:cubicBezTo>
                  <a:pt x="6" y="174"/>
                  <a:pt x="7" y="174"/>
                  <a:pt x="7" y="174"/>
                </a:cubicBezTo>
                <a:cubicBezTo>
                  <a:pt x="7" y="174"/>
                  <a:pt x="7" y="175"/>
                  <a:pt x="7" y="176"/>
                </a:cubicBezTo>
                <a:cubicBezTo>
                  <a:pt x="7" y="176"/>
                  <a:pt x="7" y="175"/>
                  <a:pt x="6" y="175"/>
                </a:cubicBezTo>
                <a:close/>
                <a:moveTo>
                  <a:pt x="7" y="186"/>
                </a:moveTo>
                <a:cubicBezTo>
                  <a:pt x="7" y="186"/>
                  <a:pt x="6" y="186"/>
                  <a:pt x="6" y="186"/>
                </a:cubicBezTo>
                <a:cubicBezTo>
                  <a:pt x="6" y="185"/>
                  <a:pt x="6" y="185"/>
                  <a:pt x="7" y="185"/>
                </a:cubicBezTo>
                <a:cubicBezTo>
                  <a:pt x="7" y="185"/>
                  <a:pt x="7" y="185"/>
                  <a:pt x="7" y="185"/>
                </a:cubicBezTo>
                <a:cubicBezTo>
                  <a:pt x="7" y="186"/>
                  <a:pt x="7" y="186"/>
                  <a:pt x="7" y="187"/>
                </a:cubicBezTo>
                <a:cubicBezTo>
                  <a:pt x="7" y="187"/>
                  <a:pt x="7" y="186"/>
                  <a:pt x="7" y="186"/>
                </a:cubicBezTo>
                <a:close/>
                <a:moveTo>
                  <a:pt x="7" y="196"/>
                </a:moveTo>
                <a:cubicBezTo>
                  <a:pt x="7" y="195"/>
                  <a:pt x="7" y="195"/>
                  <a:pt x="7" y="195"/>
                </a:cubicBezTo>
                <a:cubicBezTo>
                  <a:pt x="7" y="196"/>
                  <a:pt x="7" y="197"/>
                  <a:pt x="7" y="198"/>
                </a:cubicBezTo>
                <a:cubicBezTo>
                  <a:pt x="7" y="197"/>
                  <a:pt x="7" y="197"/>
                  <a:pt x="7" y="197"/>
                </a:cubicBezTo>
                <a:cubicBezTo>
                  <a:pt x="6" y="196"/>
                  <a:pt x="6" y="196"/>
                  <a:pt x="7" y="196"/>
                </a:cubicBezTo>
                <a:close/>
                <a:moveTo>
                  <a:pt x="141" y="211"/>
                </a:moveTo>
                <a:cubicBezTo>
                  <a:pt x="127" y="211"/>
                  <a:pt x="113" y="211"/>
                  <a:pt x="99" y="211"/>
                </a:cubicBezTo>
                <a:cubicBezTo>
                  <a:pt x="73" y="211"/>
                  <a:pt x="47" y="211"/>
                  <a:pt x="22" y="211"/>
                </a:cubicBezTo>
                <a:cubicBezTo>
                  <a:pt x="16" y="211"/>
                  <a:pt x="11" y="209"/>
                  <a:pt x="10" y="203"/>
                </a:cubicBezTo>
                <a:cubicBezTo>
                  <a:pt x="10" y="201"/>
                  <a:pt x="10" y="200"/>
                  <a:pt x="10" y="199"/>
                </a:cubicBezTo>
                <a:cubicBezTo>
                  <a:pt x="10" y="198"/>
                  <a:pt x="10" y="197"/>
                  <a:pt x="10" y="196"/>
                </a:cubicBezTo>
                <a:cubicBezTo>
                  <a:pt x="11" y="196"/>
                  <a:pt x="12" y="196"/>
                  <a:pt x="12" y="197"/>
                </a:cubicBezTo>
                <a:cubicBezTo>
                  <a:pt x="13" y="198"/>
                  <a:pt x="15" y="195"/>
                  <a:pt x="13" y="194"/>
                </a:cubicBezTo>
                <a:cubicBezTo>
                  <a:pt x="13" y="193"/>
                  <a:pt x="11" y="193"/>
                  <a:pt x="10" y="193"/>
                </a:cubicBezTo>
                <a:cubicBezTo>
                  <a:pt x="10" y="190"/>
                  <a:pt x="10" y="188"/>
                  <a:pt x="10" y="185"/>
                </a:cubicBezTo>
                <a:cubicBezTo>
                  <a:pt x="11" y="186"/>
                  <a:pt x="12" y="186"/>
                  <a:pt x="13" y="186"/>
                </a:cubicBezTo>
                <a:cubicBezTo>
                  <a:pt x="15" y="187"/>
                  <a:pt x="16" y="184"/>
                  <a:pt x="14" y="183"/>
                </a:cubicBezTo>
                <a:cubicBezTo>
                  <a:pt x="13" y="183"/>
                  <a:pt x="11" y="183"/>
                  <a:pt x="10" y="182"/>
                </a:cubicBezTo>
                <a:cubicBezTo>
                  <a:pt x="10" y="180"/>
                  <a:pt x="10" y="177"/>
                  <a:pt x="10" y="174"/>
                </a:cubicBezTo>
                <a:cubicBezTo>
                  <a:pt x="11" y="175"/>
                  <a:pt x="12" y="175"/>
                  <a:pt x="12" y="175"/>
                </a:cubicBezTo>
                <a:cubicBezTo>
                  <a:pt x="14" y="176"/>
                  <a:pt x="15" y="173"/>
                  <a:pt x="13" y="172"/>
                </a:cubicBezTo>
                <a:cubicBezTo>
                  <a:pt x="12" y="172"/>
                  <a:pt x="11" y="172"/>
                  <a:pt x="10" y="171"/>
                </a:cubicBezTo>
                <a:cubicBezTo>
                  <a:pt x="10" y="168"/>
                  <a:pt x="10" y="165"/>
                  <a:pt x="10" y="162"/>
                </a:cubicBezTo>
                <a:cubicBezTo>
                  <a:pt x="11" y="162"/>
                  <a:pt x="12" y="163"/>
                  <a:pt x="13" y="163"/>
                </a:cubicBezTo>
                <a:cubicBezTo>
                  <a:pt x="15" y="164"/>
                  <a:pt x="15" y="161"/>
                  <a:pt x="14" y="160"/>
                </a:cubicBezTo>
                <a:cubicBezTo>
                  <a:pt x="13" y="160"/>
                  <a:pt x="11" y="159"/>
                  <a:pt x="10" y="159"/>
                </a:cubicBezTo>
                <a:cubicBezTo>
                  <a:pt x="10" y="156"/>
                  <a:pt x="10" y="154"/>
                  <a:pt x="10" y="151"/>
                </a:cubicBezTo>
                <a:cubicBezTo>
                  <a:pt x="11" y="151"/>
                  <a:pt x="12" y="152"/>
                  <a:pt x="12" y="152"/>
                </a:cubicBezTo>
                <a:cubicBezTo>
                  <a:pt x="13" y="154"/>
                  <a:pt x="16" y="152"/>
                  <a:pt x="15" y="151"/>
                </a:cubicBezTo>
                <a:cubicBezTo>
                  <a:pt x="14" y="149"/>
                  <a:pt x="12" y="148"/>
                  <a:pt x="10" y="148"/>
                </a:cubicBezTo>
                <a:cubicBezTo>
                  <a:pt x="10" y="146"/>
                  <a:pt x="10" y="143"/>
                  <a:pt x="10" y="141"/>
                </a:cubicBezTo>
                <a:cubicBezTo>
                  <a:pt x="11" y="141"/>
                  <a:pt x="12" y="142"/>
                  <a:pt x="12" y="142"/>
                </a:cubicBezTo>
                <a:cubicBezTo>
                  <a:pt x="14" y="143"/>
                  <a:pt x="15" y="141"/>
                  <a:pt x="14" y="140"/>
                </a:cubicBezTo>
                <a:cubicBezTo>
                  <a:pt x="13" y="139"/>
                  <a:pt x="12" y="138"/>
                  <a:pt x="10" y="138"/>
                </a:cubicBezTo>
                <a:cubicBezTo>
                  <a:pt x="10" y="136"/>
                  <a:pt x="10" y="133"/>
                  <a:pt x="10" y="131"/>
                </a:cubicBezTo>
                <a:cubicBezTo>
                  <a:pt x="11" y="131"/>
                  <a:pt x="12" y="132"/>
                  <a:pt x="12" y="132"/>
                </a:cubicBezTo>
                <a:cubicBezTo>
                  <a:pt x="14" y="133"/>
                  <a:pt x="15" y="131"/>
                  <a:pt x="13" y="130"/>
                </a:cubicBezTo>
                <a:cubicBezTo>
                  <a:pt x="13" y="129"/>
                  <a:pt x="11" y="128"/>
                  <a:pt x="10" y="128"/>
                </a:cubicBezTo>
                <a:cubicBezTo>
                  <a:pt x="10" y="126"/>
                  <a:pt x="10" y="124"/>
                  <a:pt x="10" y="122"/>
                </a:cubicBezTo>
                <a:cubicBezTo>
                  <a:pt x="11" y="122"/>
                  <a:pt x="12" y="122"/>
                  <a:pt x="13" y="123"/>
                </a:cubicBezTo>
                <a:cubicBezTo>
                  <a:pt x="14" y="123"/>
                  <a:pt x="15" y="120"/>
                  <a:pt x="13" y="120"/>
                </a:cubicBezTo>
                <a:cubicBezTo>
                  <a:pt x="12" y="119"/>
                  <a:pt x="11" y="119"/>
                  <a:pt x="10" y="118"/>
                </a:cubicBezTo>
                <a:cubicBezTo>
                  <a:pt x="10" y="117"/>
                  <a:pt x="10" y="115"/>
                  <a:pt x="10" y="113"/>
                </a:cubicBezTo>
                <a:cubicBezTo>
                  <a:pt x="11" y="113"/>
                  <a:pt x="11" y="113"/>
                  <a:pt x="12" y="113"/>
                </a:cubicBezTo>
                <a:cubicBezTo>
                  <a:pt x="14" y="114"/>
                  <a:pt x="15" y="111"/>
                  <a:pt x="13" y="110"/>
                </a:cubicBezTo>
                <a:cubicBezTo>
                  <a:pt x="12" y="110"/>
                  <a:pt x="11" y="110"/>
                  <a:pt x="10" y="110"/>
                </a:cubicBezTo>
                <a:cubicBezTo>
                  <a:pt x="10" y="107"/>
                  <a:pt x="10" y="104"/>
                  <a:pt x="10" y="102"/>
                </a:cubicBezTo>
                <a:cubicBezTo>
                  <a:pt x="11" y="102"/>
                  <a:pt x="12" y="102"/>
                  <a:pt x="12" y="103"/>
                </a:cubicBezTo>
                <a:cubicBezTo>
                  <a:pt x="14" y="103"/>
                  <a:pt x="15" y="100"/>
                  <a:pt x="13" y="100"/>
                </a:cubicBezTo>
                <a:cubicBezTo>
                  <a:pt x="12" y="99"/>
                  <a:pt x="11" y="99"/>
                  <a:pt x="10" y="99"/>
                </a:cubicBezTo>
                <a:cubicBezTo>
                  <a:pt x="10" y="97"/>
                  <a:pt x="10" y="95"/>
                  <a:pt x="10" y="92"/>
                </a:cubicBezTo>
                <a:cubicBezTo>
                  <a:pt x="11" y="93"/>
                  <a:pt x="11" y="93"/>
                  <a:pt x="12" y="93"/>
                </a:cubicBezTo>
                <a:cubicBezTo>
                  <a:pt x="13" y="93"/>
                  <a:pt x="14" y="91"/>
                  <a:pt x="12" y="90"/>
                </a:cubicBezTo>
                <a:cubicBezTo>
                  <a:pt x="12" y="90"/>
                  <a:pt x="11" y="90"/>
                  <a:pt x="10" y="89"/>
                </a:cubicBezTo>
                <a:cubicBezTo>
                  <a:pt x="10" y="87"/>
                  <a:pt x="10" y="85"/>
                  <a:pt x="10" y="83"/>
                </a:cubicBezTo>
                <a:cubicBezTo>
                  <a:pt x="11" y="83"/>
                  <a:pt x="11" y="83"/>
                  <a:pt x="11" y="83"/>
                </a:cubicBezTo>
                <a:cubicBezTo>
                  <a:pt x="12" y="84"/>
                  <a:pt x="14" y="82"/>
                  <a:pt x="13" y="81"/>
                </a:cubicBezTo>
                <a:cubicBezTo>
                  <a:pt x="12" y="80"/>
                  <a:pt x="11" y="80"/>
                  <a:pt x="10" y="79"/>
                </a:cubicBezTo>
                <a:cubicBezTo>
                  <a:pt x="10" y="77"/>
                  <a:pt x="10" y="74"/>
                  <a:pt x="10" y="71"/>
                </a:cubicBezTo>
                <a:cubicBezTo>
                  <a:pt x="11" y="72"/>
                  <a:pt x="11" y="72"/>
                  <a:pt x="12" y="72"/>
                </a:cubicBezTo>
                <a:cubicBezTo>
                  <a:pt x="14" y="73"/>
                  <a:pt x="15" y="70"/>
                  <a:pt x="13" y="70"/>
                </a:cubicBezTo>
                <a:cubicBezTo>
                  <a:pt x="13" y="69"/>
                  <a:pt x="11" y="69"/>
                  <a:pt x="10" y="68"/>
                </a:cubicBezTo>
                <a:cubicBezTo>
                  <a:pt x="10" y="66"/>
                  <a:pt x="10" y="64"/>
                  <a:pt x="10" y="62"/>
                </a:cubicBezTo>
                <a:cubicBezTo>
                  <a:pt x="11" y="63"/>
                  <a:pt x="11" y="63"/>
                  <a:pt x="12" y="63"/>
                </a:cubicBezTo>
                <a:cubicBezTo>
                  <a:pt x="13" y="64"/>
                  <a:pt x="15" y="62"/>
                  <a:pt x="13" y="61"/>
                </a:cubicBezTo>
                <a:cubicBezTo>
                  <a:pt x="12" y="60"/>
                  <a:pt x="11" y="60"/>
                  <a:pt x="10" y="59"/>
                </a:cubicBezTo>
                <a:cubicBezTo>
                  <a:pt x="10" y="57"/>
                  <a:pt x="10" y="54"/>
                  <a:pt x="10" y="52"/>
                </a:cubicBezTo>
                <a:cubicBezTo>
                  <a:pt x="11" y="52"/>
                  <a:pt x="11" y="52"/>
                  <a:pt x="12" y="53"/>
                </a:cubicBezTo>
                <a:cubicBezTo>
                  <a:pt x="13" y="54"/>
                  <a:pt x="15" y="51"/>
                  <a:pt x="13" y="50"/>
                </a:cubicBezTo>
                <a:cubicBezTo>
                  <a:pt x="13" y="50"/>
                  <a:pt x="11" y="49"/>
                  <a:pt x="10" y="49"/>
                </a:cubicBezTo>
                <a:cubicBezTo>
                  <a:pt x="10" y="45"/>
                  <a:pt x="10" y="42"/>
                  <a:pt x="10" y="38"/>
                </a:cubicBezTo>
                <a:cubicBezTo>
                  <a:pt x="11" y="38"/>
                  <a:pt x="12" y="39"/>
                  <a:pt x="12" y="39"/>
                </a:cubicBezTo>
                <a:cubicBezTo>
                  <a:pt x="14" y="40"/>
                  <a:pt x="16" y="38"/>
                  <a:pt x="14" y="37"/>
                </a:cubicBezTo>
                <a:cubicBezTo>
                  <a:pt x="13" y="36"/>
                  <a:pt x="12" y="35"/>
                  <a:pt x="10" y="35"/>
                </a:cubicBezTo>
                <a:cubicBezTo>
                  <a:pt x="10" y="32"/>
                  <a:pt x="10" y="29"/>
                  <a:pt x="10" y="25"/>
                </a:cubicBezTo>
                <a:cubicBezTo>
                  <a:pt x="11" y="25"/>
                  <a:pt x="12" y="26"/>
                  <a:pt x="13" y="26"/>
                </a:cubicBezTo>
                <a:cubicBezTo>
                  <a:pt x="15" y="26"/>
                  <a:pt x="15" y="23"/>
                  <a:pt x="14" y="23"/>
                </a:cubicBezTo>
                <a:cubicBezTo>
                  <a:pt x="13" y="23"/>
                  <a:pt x="11" y="23"/>
                  <a:pt x="10" y="22"/>
                </a:cubicBezTo>
                <a:cubicBezTo>
                  <a:pt x="10" y="20"/>
                  <a:pt x="10" y="17"/>
                  <a:pt x="10" y="15"/>
                </a:cubicBezTo>
                <a:cubicBezTo>
                  <a:pt x="10" y="15"/>
                  <a:pt x="10" y="14"/>
                  <a:pt x="10" y="14"/>
                </a:cubicBezTo>
                <a:cubicBezTo>
                  <a:pt x="11" y="14"/>
                  <a:pt x="12" y="14"/>
                  <a:pt x="13" y="14"/>
                </a:cubicBezTo>
                <a:cubicBezTo>
                  <a:pt x="15" y="15"/>
                  <a:pt x="16" y="13"/>
                  <a:pt x="14" y="12"/>
                </a:cubicBezTo>
                <a:cubicBezTo>
                  <a:pt x="13" y="11"/>
                  <a:pt x="12" y="11"/>
                  <a:pt x="11" y="11"/>
                </a:cubicBezTo>
                <a:cubicBezTo>
                  <a:pt x="12" y="7"/>
                  <a:pt x="14" y="5"/>
                  <a:pt x="19" y="4"/>
                </a:cubicBezTo>
                <a:cubicBezTo>
                  <a:pt x="20" y="4"/>
                  <a:pt x="22" y="4"/>
                  <a:pt x="24" y="4"/>
                </a:cubicBezTo>
                <a:cubicBezTo>
                  <a:pt x="35" y="4"/>
                  <a:pt x="46" y="4"/>
                  <a:pt x="58" y="4"/>
                </a:cubicBezTo>
                <a:cubicBezTo>
                  <a:pt x="87" y="4"/>
                  <a:pt x="115" y="4"/>
                  <a:pt x="144" y="4"/>
                </a:cubicBezTo>
                <a:cubicBezTo>
                  <a:pt x="151" y="4"/>
                  <a:pt x="164" y="2"/>
                  <a:pt x="164" y="13"/>
                </a:cubicBezTo>
                <a:cubicBezTo>
                  <a:pt x="164" y="19"/>
                  <a:pt x="164" y="25"/>
                  <a:pt x="164" y="31"/>
                </a:cubicBezTo>
                <a:cubicBezTo>
                  <a:pt x="164" y="85"/>
                  <a:pt x="164" y="139"/>
                  <a:pt x="164" y="194"/>
                </a:cubicBezTo>
                <a:cubicBezTo>
                  <a:pt x="164" y="197"/>
                  <a:pt x="164" y="200"/>
                  <a:pt x="164" y="203"/>
                </a:cubicBezTo>
                <a:cubicBezTo>
                  <a:pt x="163" y="213"/>
                  <a:pt x="148" y="211"/>
                  <a:pt x="141" y="211"/>
                </a:cubicBezTo>
                <a:close/>
              </a:path>
            </a:pathLst>
          </a:custGeom>
          <a:solidFill>
            <a:schemeClr val="bg1"/>
          </a:solidFill>
          <a:ln>
            <a:solidFill>
              <a:srgbClr val="8B3F42">
                <a:alpha val="64000"/>
              </a:srgbClr>
            </a:solidFill>
          </a:ln>
        </p:spPr>
        <p:txBody>
          <a:bodyPr vert="horz" wrap="square" lIns="180000" tIns="45720" rIns="91440" bIns="45720" numCol="1" anchor="ctr" anchorCtr="0" compatLnSpc="1"/>
          <a:lstStyle/>
          <a:p>
            <a:pPr algn="ctr">
              <a:lnSpc>
                <a:spcPts val="2000"/>
              </a:lnSpc>
            </a:pPr>
            <a:r>
              <a:rPr lang="zh-CN" altLang="en-US" sz="1600" spc="200" dirty="0">
                <a:solidFill>
                  <a:schemeClr val="accent3"/>
                </a:solidFill>
                <a:cs typeface="+mn-ea"/>
                <a:sym typeface="+mn-lt"/>
              </a:rPr>
              <a:t>添加</a:t>
            </a:r>
            <a:endParaRPr lang="en-US" altLang="zh-CN" sz="1600" spc="200" dirty="0">
              <a:solidFill>
                <a:schemeClr val="accent3"/>
              </a:solidFill>
              <a:cs typeface="+mn-ea"/>
              <a:sym typeface="+mn-lt"/>
            </a:endParaRPr>
          </a:p>
          <a:p>
            <a:pPr algn="ctr">
              <a:lnSpc>
                <a:spcPts val="2000"/>
              </a:lnSpc>
            </a:pPr>
            <a:r>
              <a:rPr lang="zh-CN" altLang="en-US" sz="1600" spc="200" dirty="0">
                <a:solidFill>
                  <a:schemeClr val="accent3"/>
                </a:solidFill>
                <a:cs typeface="+mn-ea"/>
                <a:sym typeface="+mn-lt"/>
              </a:rPr>
              <a:t>标题</a:t>
            </a:r>
            <a:endParaRPr lang="zh-CN" altLang="en-US" sz="1600" spc="200" dirty="0">
              <a:solidFill>
                <a:schemeClr val="accent3"/>
              </a:solidFill>
              <a:cs typeface="+mn-ea"/>
              <a:sym typeface="+mn-lt"/>
            </a:endParaRPr>
          </a:p>
        </p:txBody>
      </p:sp>
      <p:sp>
        <p:nvSpPr>
          <p:cNvPr id="8" name="图标"/>
          <p:cNvSpPr>
            <a:spLocks noEditPoints="1"/>
          </p:cNvSpPr>
          <p:nvPr/>
        </p:nvSpPr>
        <p:spPr bwMode="auto">
          <a:xfrm>
            <a:off x="10507745" y="2664448"/>
            <a:ext cx="947867" cy="1176117"/>
          </a:xfrm>
          <a:custGeom>
            <a:avLst/>
            <a:gdLst>
              <a:gd name="T0" fmla="*/ 19 w 168"/>
              <a:gd name="T1" fmla="*/ 2 h 214"/>
              <a:gd name="T2" fmla="*/ 7 w 168"/>
              <a:gd name="T3" fmla="*/ 21 h 214"/>
              <a:gd name="T4" fmla="*/ 7 w 168"/>
              <a:gd name="T5" fmla="*/ 34 h 214"/>
              <a:gd name="T6" fmla="*/ 7 w 168"/>
              <a:gd name="T7" fmla="*/ 49 h 214"/>
              <a:gd name="T8" fmla="*/ 7 w 168"/>
              <a:gd name="T9" fmla="*/ 59 h 214"/>
              <a:gd name="T10" fmla="*/ 3 w 168"/>
              <a:gd name="T11" fmla="*/ 70 h 214"/>
              <a:gd name="T12" fmla="*/ 7 w 168"/>
              <a:gd name="T13" fmla="*/ 86 h 214"/>
              <a:gd name="T14" fmla="*/ 7 w 168"/>
              <a:gd name="T15" fmla="*/ 97 h 214"/>
              <a:gd name="T16" fmla="*/ 7 w 168"/>
              <a:gd name="T17" fmla="*/ 109 h 214"/>
              <a:gd name="T18" fmla="*/ 7 w 168"/>
              <a:gd name="T19" fmla="*/ 118 h 214"/>
              <a:gd name="T20" fmla="*/ 3 w 168"/>
              <a:gd name="T21" fmla="*/ 128 h 214"/>
              <a:gd name="T22" fmla="*/ 7 w 168"/>
              <a:gd name="T23" fmla="*/ 145 h 214"/>
              <a:gd name="T24" fmla="*/ 7 w 168"/>
              <a:gd name="T25" fmla="*/ 156 h 214"/>
              <a:gd name="T26" fmla="*/ 7 w 168"/>
              <a:gd name="T27" fmla="*/ 171 h 214"/>
              <a:gd name="T28" fmla="*/ 4 w 168"/>
              <a:gd name="T29" fmla="*/ 184 h 214"/>
              <a:gd name="T30" fmla="*/ 7 w 168"/>
              <a:gd name="T31" fmla="*/ 201 h 214"/>
              <a:gd name="T32" fmla="*/ 123 w 168"/>
              <a:gd name="T33" fmla="*/ 214 h 214"/>
              <a:gd name="T34" fmla="*/ 167 w 168"/>
              <a:gd name="T35" fmla="*/ 59 h 214"/>
              <a:gd name="T36" fmla="*/ 6 w 168"/>
              <a:gd name="T37" fmla="*/ 17 h 214"/>
              <a:gd name="T38" fmla="*/ 6 w 168"/>
              <a:gd name="T39" fmla="*/ 17 h 214"/>
              <a:gd name="T40" fmla="*/ 6 w 168"/>
              <a:gd name="T41" fmla="*/ 26 h 214"/>
              <a:gd name="T42" fmla="*/ 7 w 168"/>
              <a:gd name="T43" fmla="*/ 42 h 214"/>
              <a:gd name="T44" fmla="*/ 6 w 168"/>
              <a:gd name="T45" fmla="*/ 53 h 214"/>
              <a:gd name="T46" fmla="*/ 7 w 168"/>
              <a:gd name="T47" fmla="*/ 62 h 214"/>
              <a:gd name="T48" fmla="*/ 7 w 168"/>
              <a:gd name="T49" fmla="*/ 71 h 214"/>
              <a:gd name="T50" fmla="*/ 5 w 168"/>
              <a:gd name="T51" fmla="*/ 82 h 214"/>
              <a:gd name="T52" fmla="*/ 6 w 168"/>
              <a:gd name="T53" fmla="*/ 83 h 214"/>
              <a:gd name="T54" fmla="*/ 7 w 168"/>
              <a:gd name="T55" fmla="*/ 92 h 214"/>
              <a:gd name="T56" fmla="*/ 6 w 168"/>
              <a:gd name="T57" fmla="*/ 103 h 214"/>
              <a:gd name="T58" fmla="*/ 6 w 168"/>
              <a:gd name="T59" fmla="*/ 103 h 214"/>
              <a:gd name="T60" fmla="*/ 6 w 168"/>
              <a:gd name="T61" fmla="*/ 112 h 214"/>
              <a:gd name="T62" fmla="*/ 6 w 168"/>
              <a:gd name="T63" fmla="*/ 121 h 214"/>
              <a:gd name="T64" fmla="*/ 6 w 168"/>
              <a:gd name="T65" fmla="*/ 130 h 214"/>
              <a:gd name="T66" fmla="*/ 6 w 168"/>
              <a:gd name="T67" fmla="*/ 140 h 214"/>
              <a:gd name="T68" fmla="*/ 6 w 168"/>
              <a:gd name="T69" fmla="*/ 152 h 214"/>
              <a:gd name="T70" fmla="*/ 7 w 168"/>
              <a:gd name="T71" fmla="*/ 151 h 214"/>
              <a:gd name="T72" fmla="*/ 7 w 168"/>
              <a:gd name="T73" fmla="*/ 161 h 214"/>
              <a:gd name="T74" fmla="*/ 5 w 168"/>
              <a:gd name="T75" fmla="*/ 175 h 214"/>
              <a:gd name="T76" fmla="*/ 7 w 168"/>
              <a:gd name="T77" fmla="*/ 176 h 214"/>
              <a:gd name="T78" fmla="*/ 7 w 168"/>
              <a:gd name="T79" fmla="*/ 185 h 214"/>
              <a:gd name="T80" fmla="*/ 7 w 168"/>
              <a:gd name="T81" fmla="*/ 196 h 214"/>
              <a:gd name="T82" fmla="*/ 7 w 168"/>
              <a:gd name="T83" fmla="*/ 196 h 214"/>
              <a:gd name="T84" fmla="*/ 10 w 168"/>
              <a:gd name="T85" fmla="*/ 203 h 214"/>
              <a:gd name="T86" fmla="*/ 13 w 168"/>
              <a:gd name="T87" fmla="*/ 194 h 214"/>
              <a:gd name="T88" fmla="*/ 14 w 168"/>
              <a:gd name="T89" fmla="*/ 183 h 214"/>
              <a:gd name="T90" fmla="*/ 13 w 168"/>
              <a:gd name="T91" fmla="*/ 172 h 214"/>
              <a:gd name="T92" fmla="*/ 14 w 168"/>
              <a:gd name="T93" fmla="*/ 160 h 214"/>
              <a:gd name="T94" fmla="*/ 15 w 168"/>
              <a:gd name="T95" fmla="*/ 151 h 214"/>
              <a:gd name="T96" fmla="*/ 14 w 168"/>
              <a:gd name="T97" fmla="*/ 140 h 214"/>
              <a:gd name="T98" fmla="*/ 13 w 168"/>
              <a:gd name="T99" fmla="*/ 130 h 214"/>
              <a:gd name="T100" fmla="*/ 13 w 168"/>
              <a:gd name="T101" fmla="*/ 120 h 214"/>
              <a:gd name="T102" fmla="*/ 13 w 168"/>
              <a:gd name="T103" fmla="*/ 110 h 214"/>
              <a:gd name="T104" fmla="*/ 13 w 168"/>
              <a:gd name="T105" fmla="*/ 100 h 214"/>
              <a:gd name="T106" fmla="*/ 12 w 168"/>
              <a:gd name="T107" fmla="*/ 90 h 214"/>
              <a:gd name="T108" fmla="*/ 13 w 168"/>
              <a:gd name="T109" fmla="*/ 81 h 214"/>
              <a:gd name="T110" fmla="*/ 13 w 168"/>
              <a:gd name="T111" fmla="*/ 70 h 214"/>
              <a:gd name="T112" fmla="*/ 13 w 168"/>
              <a:gd name="T113" fmla="*/ 61 h 214"/>
              <a:gd name="T114" fmla="*/ 13 w 168"/>
              <a:gd name="T115" fmla="*/ 50 h 214"/>
              <a:gd name="T116" fmla="*/ 14 w 168"/>
              <a:gd name="T117" fmla="*/ 37 h 214"/>
              <a:gd name="T118" fmla="*/ 14 w 168"/>
              <a:gd name="T119" fmla="*/ 23 h 214"/>
              <a:gd name="T120" fmla="*/ 13 w 168"/>
              <a:gd name="T121" fmla="*/ 14 h 214"/>
              <a:gd name="T122" fmla="*/ 24 w 168"/>
              <a:gd name="T123" fmla="*/ 4 h 214"/>
              <a:gd name="T124" fmla="*/ 164 w 168"/>
              <a:gd name="T125"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 h="214">
                <a:moveTo>
                  <a:pt x="144" y="2"/>
                </a:moveTo>
                <a:cubicBezTo>
                  <a:pt x="131" y="2"/>
                  <a:pt x="118" y="2"/>
                  <a:pt x="105" y="2"/>
                </a:cubicBezTo>
                <a:cubicBezTo>
                  <a:pt x="78" y="2"/>
                  <a:pt x="51" y="2"/>
                  <a:pt x="24" y="2"/>
                </a:cubicBezTo>
                <a:cubicBezTo>
                  <a:pt x="22" y="2"/>
                  <a:pt x="20" y="2"/>
                  <a:pt x="19" y="2"/>
                </a:cubicBezTo>
                <a:cubicBezTo>
                  <a:pt x="13" y="2"/>
                  <a:pt x="8" y="6"/>
                  <a:pt x="8" y="11"/>
                </a:cubicBezTo>
                <a:cubicBezTo>
                  <a:pt x="6" y="12"/>
                  <a:pt x="5" y="12"/>
                  <a:pt x="4" y="13"/>
                </a:cubicBezTo>
                <a:cubicBezTo>
                  <a:pt x="3" y="14"/>
                  <a:pt x="3" y="16"/>
                  <a:pt x="3" y="17"/>
                </a:cubicBezTo>
                <a:cubicBezTo>
                  <a:pt x="4" y="19"/>
                  <a:pt x="6" y="20"/>
                  <a:pt x="7" y="21"/>
                </a:cubicBezTo>
                <a:cubicBezTo>
                  <a:pt x="7" y="21"/>
                  <a:pt x="7" y="22"/>
                  <a:pt x="7" y="23"/>
                </a:cubicBezTo>
                <a:cubicBezTo>
                  <a:pt x="6" y="23"/>
                  <a:pt x="5" y="23"/>
                  <a:pt x="3" y="24"/>
                </a:cubicBezTo>
                <a:cubicBezTo>
                  <a:pt x="2" y="26"/>
                  <a:pt x="2" y="28"/>
                  <a:pt x="3" y="30"/>
                </a:cubicBezTo>
                <a:cubicBezTo>
                  <a:pt x="4" y="32"/>
                  <a:pt x="5" y="33"/>
                  <a:pt x="7" y="34"/>
                </a:cubicBezTo>
                <a:cubicBezTo>
                  <a:pt x="7" y="34"/>
                  <a:pt x="7" y="35"/>
                  <a:pt x="7" y="35"/>
                </a:cubicBezTo>
                <a:cubicBezTo>
                  <a:pt x="5" y="35"/>
                  <a:pt x="4" y="36"/>
                  <a:pt x="3" y="38"/>
                </a:cubicBezTo>
                <a:cubicBezTo>
                  <a:pt x="0" y="41"/>
                  <a:pt x="4" y="44"/>
                  <a:pt x="7" y="44"/>
                </a:cubicBezTo>
                <a:cubicBezTo>
                  <a:pt x="7" y="46"/>
                  <a:pt x="7" y="47"/>
                  <a:pt x="7" y="49"/>
                </a:cubicBezTo>
                <a:cubicBezTo>
                  <a:pt x="6" y="49"/>
                  <a:pt x="4" y="50"/>
                  <a:pt x="3" y="51"/>
                </a:cubicBezTo>
                <a:cubicBezTo>
                  <a:pt x="2" y="53"/>
                  <a:pt x="2" y="54"/>
                  <a:pt x="3" y="56"/>
                </a:cubicBezTo>
                <a:cubicBezTo>
                  <a:pt x="3" y="57"/>
                  <a:pt x="6" y="58"/>
                  <a:pt x="7" y="59"/>
                </a:cubicBezTo>
                <a:cubicBezTo>
                  <a:pt x="7" y="59"/>
                  <a:pt x="7" y="59"/>
                  <a:pt x="7" y="59"/>
                </a:cubicBezTo>
                <a:cubicBezTo>
                  <a:pt x="6" y="59"/>
                  <a:pt x="6" y="59"/>
                  <a:pt x="5" y="60"/>
                </a:cubicBezTo>
                <a:cubicBezTo>
                  <a:pt x="2" y="63"/>
                  <a:pt x="4" y="66"/>
                  <a:pt x="7" y="67"/>
                </a:cubicBezTo>
                <a:cubicBezTo>
                  <a:pt x="7" y="68"/>
                  <a:pt x="7" y="68"/>
                  <a:pt x="7" y="68"/>
                </a:cubicBezTo>
                <a:cubicBezTo>
                  <a:pt x="6" y="68"/>
                  <a:pt x="4" y="69"/>
                  <a:pt x="3" y="70"/>
                </a:cubicBezTo>
                <a:cubicBezTo>
                  <a:pt x="1" y="73"/>
                  <a:pt x="4" y="77"/>
                  <a:pt x="7" y="77"/>
                </a:cubicBezTo>
                <a:cubicBezTo>
                  <a:pt x="7" y="78"/>
                  <a:pt x="7" y="78"/>
                  <a:pt x="7" y="78"/>
                </a:cubicBezTo>
                <a:cubicBezTo>
                  <a:pt x="5" y="78"/>
                  <a:pt x="4" y="79"/>
                  <a:pt x="2" y="80"/>
                </a:cubicBezTo>
                <a:cubicBezTo>
                  <a:pt x="0" y="83"/>
                  <a:pt x="5" y="86"/>
                  <a:pt x="7" y="86"/>
                </a:cubicBezTo>
                <a:cubicBezTo>
                  <a:pt x="7" y="87"/>
                  <a:pt x="7" y="88"/>
                  <a:pt x="7" y="89"/>
                </a:cubicBezTo>
                <a:cubicBezTo>
                  <a:pt x="7" y="89"/>
                  <a:pt x="6" y="89"/>
                  <a:pt x="6" y="89"/>
                </a:cubicBezTo>
                <a:cubicBezTo>
                  <a:pt x="4" y="90"/>
                  <a:pt x="3" y="91"/>
                  <a:pt x="2" y="92"/>
                </a:cubicBezTo>
                <a:cubicBezTo>
                  <a:pt x="2" y="95"/>
                  <a:pt x="5" y="96"/>
                  <a:pt x="7" y="97"/>
                </a:cubicBezTo>
                <a:cubicBezTo>
                  <a:pt x="7" y="97"/>
                  <a:pt x="7" y="98"/>
                  <a:pt x="7" y="99"/>
                </a:cubicBezTo>
                <a:cubicBezTo>
                  <a:pt x="6" y="99"/>
                  <a:pt x="4" y="99"/>
                  <a:pt x="3" y="101"/>
                </a:cubicBezTo>
                <a:cubicBezTo>
                  <a:pt x="1" y="104"/>
                  <a:pt x="5" y="106"/>
                  <a:pt x="7" y="107"/>
                </a:cubicBezTo>
                <a:cubicBezTo>
                  <a:pt x="7" y="107"/>
                  <a:pt x="7" y="108"/>
                  <a:pt x="7" y="109"/>
                </a:cubicBezTo>
                <a:cubicBezTo>
                  <a:pt x="7" y="109"/>
                  <a:pt x="7" y="109"/>
                  <a:pt x="6" y="109"/>
                </a:cubicBezTo>
                <a:cubicBezTo>
                  <a:pt x="5" y="109"/>
                  <a:pt x="3" y="110"/>
                  <a:pt x="3" y="112"/>
                </a:cubicBezTo>
                <a:cubicBezTo>
                  <a:pt x="2" y="115"/>
                  <a:pt x="5" y="116"/>
                  <a:pt x="7" y="117"/>
                </a:cubicBezTo>
                <a:cubicBezTo>
                  <a:pt x="7" y="117"/>
                  <a:pt x="7" y="117"/>
                  <a:pt x="7" y="118"/>
                </a:cubicBezTo>
                <a:cubicBezTo>
                  <a:pt x="6" y="118"/>
                  <a:pt x="5" y="118"/>
                  <a:pt x="3" y="119"/>
                </a:cubicBezTo>
                <a:cubicBezTo>
                  <a:pt x="1" y="122"/>
                  <a:pt x="5" y="125"/>
                  <a:pt x="7" y="126"/>
                </a:cubicBezTo>
                <a:cubicBezTo>
                  <a:pt x="7" y="126"/>
                  <a:pt x="7" y="127"/>
                  <a:pt x="7" y="127"/>
                </a:cubicBezTo>
                <a:cubicBezTo>
                  <a:pt x="6" y="127"/>
                  <a:pt x="4" y="128"/>
                  <a:pt x="3" y="128"/>
                </a:cubicBezTo>
                <a:cubicBezTo>
                  <a:pt x="0" y="131"/>
                  <a:pt x="5" y="135"/>
                  <a:pt x="7" y="136"/>
                </a:cubicBezTo>
                <a:cubicBezTo>
                  <a:pt x="7" y="136"/>
                  <a:pt x="7" y="137"/>
                  <a:pt x="7" y="137"/>
                </a:cubicBezTo>
                <a:cubicBezTo>
                  <a:pt x="6" y="137"/>
                  <a:pt x="4" y="138"/>
                  <a:pt x="3" y="139"/>
                </a:cubicBezTo>
                <a:cubicBezTo>
                  <a:pt x="0" y="142"/>
                  <a:pt x="4" y="145"/>
                  <a:pt x="7" y="145"/>
                </a:cubicBezTo>
                <a:cubicBezTo>
                  <a:pt x="7" y="146"/>
                  <a:pt x="7" y="147"/>
                  <a:pt x="7" y="148"/>
                </a:cubicBezTo>
                <a:cubicBezTo>
                  <a:pt x="6" y="148"/>
                  <a:pt x="6" y="148"/>
                  <a:pt x="5" y="149"/>
                </a:cubicBezTo>
                <a:cubicBezTo>
                  <a:pt x="3" y="150"/>
                  <a:pt x="3" y="151"/>
                  <a:pt x="3" y="153"/>
                </a:cubicBezTo>
                <a:cubicBezTo>
                  <a:pt x="3" y="155"/>
                  <a:pt x="6" y="156"/>
                  <a:pt x="7" y="156"/>
                </a:cubicBezTo>
                <a:cubicBezTo>
                  <a:pt x="7" y="157"/>
                  <a:pt x="7" y="158"/>
                  <a:pt x="7" y="158"/>
                </a:cubicBezTo>
                <a:cubicBezTo>
                  <a:pt x="6" y="158"/>
                  <a:pt x="4" y="159"/>
                  <a:pt x="2" y="161"/>
                </a:cubicBezTo>
                <a:cubicBezTo>
                  <a:pt x="0" y="165"/>
                  <a:pt x="4" y="167"/>
                  <a:pt x="7" y="167"/>
                </a:cubicBezTo>
                <a:cubicBezTo>
                  <a:pt x="7" y="169"/>
                  <a:pt x="7" y="170"/>
                  <a:pt x="7" y="171"/>
                </a:cubicBezTo>
                <a:cubicBezTo>
                  <a:pt x="6" y="171"/>
                  <a:pt x="4" y="172"/>
                  <a:pt x="3" y="173"/>
                </a:cubicBezTo>
                <a:cubicBezTo>
                  <a:pt x="1" y="176"/>
                  <a:pt x="5" y="178"/>
                  <a:pt x="7" y="179"/>
                </a:cubicBezTo>
                <a:cubicBezTo>
                  <a:pt x="7" y="180"/>
                  <a:pt x="7" y="181"/>
                  <a:pt x="7" y="182"/>
                </a:cubicBezTo>
                <a:cubicBezTo>
                  <a:pt x="6" y="182"/>
                  <a:pt x="5" y="183"/>
                  <a:pt x="4" y="184"/>
                </a:cubicBezTo>
                <a:cubicBezTo>
                  <a:pt x="2" y="186"/>
                  <a:pt x="5" y="189"/>
                  <a:pt x="7" y="190"/>
                </a:cubicBezTo>
                <a:cubicBezTo>
                  <a:pt x="7" y="191"/>
                  <a:pt x="7" y="192"/>
                  <a:pt x="7" y="192"/>
                </a:cubicBezTo>
                <a:cubicBezTo>
                  <a:pt x="6" y="193"/>
                  <a:pt x="5" y="193"/>
                  <a:pt x="4" y="194"/>
                </a:cubicBezTo>
                <a:cubicBezTo>
                  <a:pt x="1" y="197"/>
                  <a:pt x="5" y="200"/>
                  <a:pt x="7" y="201"/>
                </a:cubicBezTo>
                <a:cubicBezTo>
                  <a:pt x="8" y="206"/>
                  <a:pt x="9" y="210"/>
                  <a:pt x="14" y="213"/>
                </a:cubicBezTo>
                <a:cubicBezTo>
                  <a:pt x="16" y="214"/>
                  <a:pt x="19" y="214"/>
                  <a:pt x="22" y="214"/>
                </a:cubicBezTo>
                <a:cubicBezTo>
                  <a:pt x="26" y="214"/>
                  <a:pt x="30" y="214"/>
                  <a:pt x="34" y="214"/>
                </a:cubicBezTo>
                <a:cubicBezTo>
                  <a:pt x="64" y="214"/>
                  <a:pt x="93" y="214"/>
                  <a:pt x="123" y="214"/>
                </a:cubicBezTo>
                <a:cubicBezTo>
                  <a:pt x="132" y="214"/>
                  <a:pt x="141" y="214"/>
                  <a:pt x="151" y="214"/>
                </a:cubicBezTo>
                <a:cubicBezTo>
                  <a:pt x="158" y="214"/>
                  <a:pt x="166" y="212"/>
                  <a:pt x="167" y="203"/>
                </a:cubicBezTo>
                <a:cubicBezTo>
                  <a:pt x="167" y="203"/>
                  <a:pt x="167" y="203"/>
                  <a:pt x="167" y="203"/>
                </a:cubicBezTo>
                <a:cubicBezTo>
                  <a:pt x="167" y="155"/>
                  <a:pt x="167" y="107"/>
                  <a:pt x="167" y="59"/>
                </a:cubicBezTo>
                <a:cubicBezTo>
                  <a:pt x="167" y="47"/>
                  <a:pt x="167" y="36"/>
                  <a:pt x="167" y="24"/>
                </a:cubicBezTo>
                <a:cubicBezTo>
                  <a:pt x="167" y="19"/>
                  <a:pt x="168" y="12"/>
                  <a:pt x="166" y="7"/>
                </a:cubicBezTo>
                <a:cubicBezTo>
                  <a:pt x="162" y="0"/>
                  <a:pt x="151" y="2"/>
                  <a:pt x="144" y="2"/>
                </a:cubicBezTo>
                <a:close/>
                <a:moveTo>
                  <a:pt x="6" y="17"/>
                </a:moveTo>
                <a:cubicBezTo>
                  <a:pt x="6" y="16"/>
                  <a:pt x="6" y="15"/>
                  <a:pt x="6" y="15"/>
                </a:cubicBezTo>
                <a:cubicBezTo>
                  <a:pt x="7" y="15"/>
                  <a:pt x="7" y="15"/>
                  <a:pt x="7" y="14"/>
                </a:cubicBezTo>
                <a:cubicBezTo>
                  <a:pt x="7" y="16"/>
                  <a:pt x="7" y="17"/>
                  <a:pt x="7" y="18"/>
                </a:cubicBezTo>
                <a:cubicBezTo>
                  <a:pt x="7" y="18"/>
                  <a:pt x="6" y="17"/>
                  <a:pt x="6" y="17"/>
                </a:cubicBezTo>
                <a:close/>
                <a:moveTo>
                  <a:pt x="6" y="26"/>
                </a:moveTo>
                <a:cubicBezTo>
                  <a:pt x="7" y="26"/>
                  <a:pt x="7" y="26"/>
                  <a:pt x="7" y="25"/>
                </a:cubicBezTo>
                <a:cubicBezTo>
                  <a:pt x="7" y="27"/>
                  <a:pt x="7" y="29"/>
                  <a:pt x="7" y="31"/>
                </a:cubicBezTo>
                <a:cubicBezTo>
                  <a:pt x="6" y="30"/>
                  <a:pt x="4" y="27"/>
                  <a:pt x="6" y="26"/>
                </a:cubicBezTo>
                <a:close/>
                <a:moveTo>
                  <a:pt x="6" y="41"/>
                </a:moveTo>
                <a:cubicBezTo>
                  <a:pt x="5" y="40"/>
                  <a:pt x="5" y="40"/>
                  <a:pt x="6" y="39"/>
                </a:cubicBezTo>
                <a:cubicBezTo>
                  <a:pt x="6" y="38"/>
                  <a:pt x="7" y="38"/>
                  <a:pt x="7" y="38"/>
                </a:cubicBezTo>
                <a:cubicBezTo>
                  <a:pt x="7" y="39"/>
                  <a:pt x="7" y="40"/>
                  <a:pt x="7" y="42"/>
                </a:cubicBezTo>
                <a:cubicBezTo>
                  <a:pt x="7" y="41"/>
                  <a:pt x="6" y="41"/>
                  <a:pt x="6" y="41"/>
                </a:cubicBezTo>
                <a:close/>
                <a:moveTo>
                  <a:pt x="5" y="54"/>
                </a:moveTo>
                <a:cubicBezTo>
                  <a:pt x="5" y="54"/>
                  <a:pt x="5" y="54"/>
                  <a:pt x="5" y="54"/>
                </a:cubicBezTo>
                <a:cubicBezTo>
                  <a:pt x="5" y="53"/>
                  <a:pt x="5" y="53"/>
                  <a:pt x="6" y="53"/>
                </a:cubicBezTo>
                <a:cubicBezTo>
                  <a:pt x="6" y="52"/>
                  <a:pt x="7" y="52"/>
                  <a:pt x="7" y="52"/>
                </a:cubicBezTo>
                <a:cubicBezTo>
                  <a:pt x="7" y="53"/>
                  <a:pt x="7" y="54"/>
                  <a:pt x="7" y="56"/>
                </a:cubicBezTo>
                <a:cubicBezTo>
                  <a:pt x="6" y="55"/>
                  <a:pt x="6" y="55"/>
                  <a:pt x="5" y="54"/>
                </a:cubicBezTo>
                <a:close/>
                <a:moveTo>
                  <a:pt x="7" y="62"/>
                </a:moveTo>
                <a:cubicBezTo>
                  <a:pt x="7" y="63"/>
                  <a:pt x="7" y="63"/>
                  <a:pt x="7" y="64"/>
                </a:cubicBezTo>
                <a:cubicBezTo>
                  <a:pt x="6" y="63"/>
                  <a:pt x="6" y="62"/>
                  <a:pt x="7" y="62"/>
                </a:cubicBezTo>
                <a:close/>
                <a:moveTo>
                  <a:pt x="6" y="71"/>
                </a:moveTo>
                <a:cubicBezTo>
                  <a:pt x="6" y="71"/>
                  <a:pt x="7" y="71"/>
                  <a:pt x="7" y="71"/>
                </a:cubicBezTo>
                <a:cubicBezTo>
                  <a:pt x="7" y="72"/>
                  <a:pt x="7" y="73"/>
                  <a:pt x="7" y="74"/>
                </a:cubicBezTo>
                <a:cubicBezTo>
                  <a:pt x="6" y="74"/>
                  <a:pt x="4" y="73"/>
                  <a:pt x="6" y="71"/>
                </a:cubicBezTo>
                <a:close/>
                <a:moveTo>
                  <a:pt x="6" y="83"/>
                </a:moveTo>
                <a:cubicBezTo>
                  <a:pt x="5" y="83"/>
                  <a:pt x="5" y="82"/>
                  <a:pt x="5" y="82"/>
                </a:cubicBezTo>
                <a:cubicBezTo>
                  <a:pt x="5" y="82"/>
                  <a:pt x="5" y="82"/>
                  <a:pt x="5" y="82"/>
                </a:cubicBezTo>
                <a:cubicBezTo>
                  <a:pt x="5" y="81"/>
                  <a:pt x="6" y="81"/>
                  <a:pt x="7" y="81"/>
                </a:cubicBezTo>
                <a:cubicBezTo>
                  <a:pt x="7" y="82"/>
                  <a:pt x="7" y="83"/>
                  <a:pt x="7" y="83"/>
                </a:cubicBezTo>
                <a:cubicBezTo>
                  <a:pt x="7" y="83"/>
                  <a:pt x="6" y="83"/>
                  <a:pt x="6" y="83"/>
                </a:cubicBezTo>
                <a:close/>
                <a:moveTo>
                  <a:pt x="6" y="93"/>
                </a:moveTo>
                <a:cubicBezTo>
                  <a:pt x="6" y="93"/>
                  <a:pt x="6" y="93"/>
                  <a:pt x="5" y="93"/>
                </a:cubicBezTo>
                <a:cubicBezTo>
                  <a:pt x="5" y="93"/>
                  <a:pt x="5" y="92"/>
                  <a:pt x="5" y="93"/>
                </a:cubicBezTo>
                <a:cubicBezTo>
                  <a:pt x="5" y="92"/>
                  <a:pt x="7" y="92"/>
                  <a:pt x="7" y="92"/>
                </a:cubicBezTo>
                <a:cubicBezTo>
                  <a:pt x="7" y="92"/>
                  <a:pt x="7" y="92"/>
                  <a:pt x="7" y="92"/>
                </a:cubicBezTo>
                <a:cubicBezTo>
                  <a:pt x="7" y="93"/>
                  <a:pt x="7" y="93"/>
                  <a:pt x="7" y="94"/>
                </a:cubicBezTo>
                <a:cubicBezTo>
                  <a:pt x="7" y="94"/>
                  <a:pt x="7" y="94"/>
                  <a:pt x="6" y="93"/>
                </a:cubicBezTo>
                <a:close/>
                <a:moveTo>
                  <a:pt x="6" y="103"/>
                </a:moveTo>
                <a:cubicBezTo>
                  <a:pt x="5" y="102"/>
                  <a:pt x="5" y="102"/>
                  <a:pt x="6" y="102"/>
                </a:cubicBezTo>
                <a:cubicBezTo>
                  <a:pt x="7" y="102"/>
                  <a:pt x="7" y="102"/>
                  <a:pt x="7" y="101"/>
                </a:cubicBezTo>
                <a:cubicBezTo>
                  <a:pt x="7" y="102"/>
                  <a:pt x="7" y="103"/>
                  <a:pt x="7" y="104"/>
                </a:cubicBezTo>
                <a:cubicBezTo>
                  <a:pt x="7" y="103"/>
                  <a:pt x="7" y="103"/>
                  <a:pt x="6" y="103"/>
                </a:cubicBezTo>
                <a:close/>
                <a:moveTo>
                  <a:pt x="6" y="112"/>
                </a:moveTo>
                <a:cubicBezTo>
                  <a:pt x="6" y="112"/>
                  <a:pt x="7" y="112"/>
                  <a:pt x="7" y="112"/>
                </a:cubicBezTo>
                <a:cubicBezTo>
                  <a:pt x="7" y="113"/>
                  <a:pt x="7" y="113"/>
                  <a:pt x="7" y="114"/>
                </a:cubicBezTo>
                <a:cubicBezTo>
                  <a:pt x="7" y="114"/>
                  <a:pt x="6" y="113"/>
                  <a:pt x="6" y="112"/>
                </a:cubicBezTo>
                <a:close/>
                <a:moveTo>
                  <a:pt x="6" y="121"/>
                </a:moveTo>
                <a:cubicBezTo>
                  <a:pt x="7" y="120"/>
                  <a:pt x="7" y="120"/>
                  <a:pt x="7" y="121"/>
                </a:cubicBezTo>
                <a:cubicBezTo>
                  <a:pt x="7" y="121"/>
                  <a:pt x="7" y="122"/>
                  <a:pt x="7" y="123"/>
                </a:cubicBezTo>
                <a:cubicBezTo>
                  <a:pt x="6" y="122"/>
                  <a:pt x="5" y="121"/>
                  <a:pt x="6" y="121"/>
                </a:cubicBezTo>
                <a:close/>
                <a:moveTo>
                  <a:pt x="6" y="130"/>
                </a:moveTo>
                <a:cubicBezTo>
                  <a:pt x="6" y="130"/>
                  <a:pt x="7" y="130"/>
                  <a:pt x="7" y="130"/>
                </a:cubicBezTo>
                <a:cubicBezTo>
                  <a:pt x="7" y="131"/>
                  <a:pt x="7" y="132"/>
                  <a:pt x="7" y="133"/>
                </a:cubicBezTo>
                <a:cubicBezTo>
                  <a:pt x="6" y="132"/>
                  <a:pt x="4" y="131"/>
                  <a:pt x="6" y="130"/>
                </a:cubicBezTo>
                <a:close/>
                <a:moveTo>
                  <a:pt x="6" y="140"/>
                </a:moveTo>
                <a:cubicBezTo>
                  <a:pt x="7" y="140"/>
                  <a:pt x="7" y="140"/>
                  <a:pt x="7" y="140"/>
                </a:cubicBezTo>
                <a:cubicBezTo>
                  <a:pt x="7" y="141"/>
                  <a:pt x="7" y="142"/>
                  <a:pt x="7" y="142"/>
                </a:cubicBezTo>
                <a:cubicBezTo>
                  <a:pt x="6" y="142"/>
                  <a:pt x="4" y="141"/>
                  <a:pt x="6" y="140"/>
                </a:cubicBezTo>
                <a:close/>
                <a:moveTo>
                  <a:pt x="6" y="153"/>
                </a:moveTo>
                <a:cubicBezTo>
                  <a:pt x="6" y="153"/>
                  <a:pt x="6" y="153"/>
                  <a:pt x="6" y="152"/>
                </a:cubicBezTo>
                <a:cubicBezTo>
                  <a:pt x="6" y="152"/>
                  <a:pt x="6" y="152"/>
                  <a:pt x="6" y="152"/>
                </a:cubicBezTo>
                <a:cubicBezTo>
                  <a:pt x="6" y="152"/>
                  <a:pt x="6" y="152"/>
                  <a:pt x="6" y="152"/>
                </a:cubicBezTo>
                <a:cubicBezTo>
                  <a:pt x="6" y="152"/>
                  <a:pt x="6" y="152"/>
                  <a:pt x="6" y="152"/>
                </a:cubicBezTo>
                <a:cubicBezTo>
                  <a:pt x="6" y="152"/>
                  <a:pt x="6" y="152"/>
                  <a:pt x="6" y="152"/>
                </a:cubicBezTo>
                <a:cubicBezTo>
                  <a:pt x="6" y="152"/>
                  <a:pt x="6" y="152"/>
                  <a:pt x="7" y="151"/>
                </a:cubicBezTo>
                <a:cubicBezTo>
                  <a:pt x="7" y="151"/>
                  <a:pt x="7" y="151"/>
                  <a:pt x="7" y="151"/>
                </a:cubicBezTo>
                <a:cubicBezTo>
                  <a:pt x="7" y="152"/>
                  <a:pt x="7" y="152"/>
                  <a:pt x="7" y="153"/>
                </a:cubicBezTo>
                <a:cubicBezTo>
                  <a:pt x="7" y="153"/>
                  <a:pt x="7" y="153"/>
                  <a:pt x="6" y="153"/>
                </a:cubicBezTo>
                <a:close/>
                <a:moveTo>
                  <a:pt x="5" y="162"/>
                </a:moveTo>
                <a:cubicBezTo>
                  <a:pt x="6" y="161"/>
                  <a:pt x="6" y="161"/>
                  <a:pt x="7" y="161"/>
                </a:cubicBezTo>
                <a:cubicBezTo>
                  <a:pt x="7" y="162"/>
                  <a:pt x="7" y="163"/>
                  <a:pt x="7" y="165"/>
                </a:cubicBezTo>
                <a:cubicBezTo>
                  <a:pt x="6" y="164"/>
                  <a:pt x="4" y="163"/>
                  <a:pt x="5" y="162"/>
                </a:cubicBezTo>
                <a:close/>
                <a:moveTo>
                  <a:pt x="6" y="175"/>
                </a:moveTo>
                <a:cubicBezTo>
                  <a:pt x="6" y="175"/>
                  <a:pt x="6" y="175"/>
                  <a:pt x="5" y="175"/>
                </a:cubicBezTo>
                <a:cubicBezTo>
                  <a:pt x="5" y="175"/>
                  <a:pt x="5" y="175"/>
                  <a:pt x="5" y="175"/>
                </a:cubicBezTo>
                <a:cubicBezTo>
                  <a:pt x="5" y="174"/>
                  <a:pt x="6" y="174"/>
                  <a:pt x="6" y="174"/>
                </a:cubicBezTo>
                <a:cubicBezTo>
                  <a:pt x="6" y="174"/>
                  <a:pt x="7" y="174"/>
                  <a:pt x="7" y="174"/>
                </a:cubicBezTo>
                <a:cubicBezTo>
                  <a:pt x="7" y="174"/>
                  <a:pt x="7" y="175"/>
                  <a:pt x="7" y="176"/>
                </a:cubicBezTo>
                <a:cubicBezTo>
                  <a:pt x="7" y="176"/>
                  <a:pt x="7" y="175"/>
                  <a:pt x="6" y="175"/>
                </a:cubicBezTo>
                <a:close/>
                <a:moveTo>
                  <a:pt x="7" y="186"/>
                </a:moveTo>
                <a:cubicBezTo>
                  <a:pt x="7" y="186"/>
                  <a:pt x="6" y="186"/>
                  <a:pt x="6" y="186"/>
                </a:cubicBezTo>
                <a:cubicBezTo>
                  <a:pt x="6" y="185"/>
                  <a:pt x="6" y="185"/>
                  <a:pt x="7" y="185"/>
                </a:cubicBezTo>
                <a:cubicBezTo>
                  <a:pt x="7" y="185"/>
                  <a:pt x="7" y="185"/>
                  <a:pt x="7" y="185"/>
                </a:cubicBezTo>
                <a:cubicBezTo>
                  <a:pt x="7" y="186"/>
                  <a:pt x="7" y="186"/>
                  <a:pt x="7" y="187"/>
                </a:cubicBezTo>
                <a:cubicBezTo>
                  <a:pt x="7" y="187"/>
                  <a:pt x="7" y="186"/>
                  <a:pt x="7" y="186"/>
                </a:cubicBezTo>
                <a:close/>
                <a:moveTo>
                  <a:pt x="7" y="196"/>
                </a:moveTo>
                <a:cubicBezTo>
                  <a:pt x="7" y="195"/>
                  <a:pt x="7" y="195"/>
                  <a:pt x="7" y="195"/>
                </a:cubicBezTo>
                <a:cubicBezTo>
                  <a:pt x="7" y="196"/>
                  <a:pt x="7" y="197"/>
                  <a:pt x="7" y="198"/>
                </a:cubicBezTo>
                <a:cubicBezTo>
                  <a:pt x="7" y="197"/>
                  <a:pt x="7" y="197"/>
                  <a:pt x="7" y="197"/>
                </a:cubicBezTo>
                <a:cubicBezTo>
                  <a:pt x="6" y="196"/>
                  <a:pt x="6" y="196"/>
                  <a:pt x="7" y="196"/>
                </a:cubicBezTo>
                <a:close/>
                <a:moveTo>
                  <a:pt x="141" y="211"/>
                </a:moveTo>
                <a:cubicBezTo>
                  <a:pt x="127" y="211"/>
                  <a:pt x="113" y="211"/>
                  <a:pt x="99" y="211"/>
                </a:cubicBezTo>
                <a:cubicBezTo>
                  <a:pt x="73" y="211"/>
                  <a:pt x="47" y="211"/>
                  <a:pt x="22" y="211"/>
                </a:cubicBezTo>
                <a:cubicBezTo>
                  <a:pt x="16" y="211"/>
                  <a:pt x="11" y="209"/>
                  <a:pt x="10" y="203"/>
                </a:cubicBezTo>
                <a:cubicBezTo>
                  <a:pt x="10" y="201"/>
                  <a:pt x="10" y="200"/>
                  <a:pt x="10" y="199"/>
                </a:cubicBezTo>
                <a:cubicBezTo>
                  <a:pt x="10" y="198"/>
                  <a:pt x="10" y="197"/>
                  <a:pt x="10" y="196"/>
                </a:cubicBezTo>
                <a:cubicBezTo>
                  <a:pt x="11" y="196"/>
                  <a:pt x="12" y="196"/>
                  <a:pt x="12" y="197"/>
                </a:cubicBezTo>
                <a:cubicBezTo>
                  <a:pt x="13" y="198"/>
                  <a:pt x="15" y="195"/>
                  <a:pt x="13" y="194"/>
                </a:cubicBezTo>
                <a:cubicBezTo>
                  <a:pt x="13" y="193"/>
                  <a:pt x="11" y="193"/>
                  <a:pt x="10" y="193"/>
                </a:cubicBezTo>
                <a:cubicBezTo>
                  <a:pt x="10" y="190"/>
                  <a:pt x="10" y="188"/>
                  <a:pt x="10" y="185"/>
                </a:cubicBezTo>
                <a:cubicBezTo>
                  <a:pt x="11" y="186"/>
                  <a:pt x="12" y="186"/>
                  <a:pt x="13" y="186"/>
                </a:cubicBezTo>
                <a:cubicBezTo>
                  <a:pt x="15" y="187"/>
                  <a:pt x="16" y="184"/>
                  <a:pt x="14" y="183"/>
                </a:cubicBezTo>
                <a:cubicBezTo>
                  <a:pt x="13" y="183"/>
                  <a:pt x="11" y="183"/>
                  <a:pt x="10" y="182"/>
                </a:cubicBezTo>
                <a:cubicBezTo>
                  <a:pt x="10" y="180"/>
                  <a:pt x="10" y="177"/>
                  <a:pt x="10" y="174"/>
                </a:cubicBezTo>
                <a:cubicBezTo>
                  <a:pt x="11" y="175"/>
                  <a:pt x="12" y="175"/>
                  <a:pt x="12" y="175"/>
                </a:cubicBezTo>
                <a:cubicBezTo>
                  <a:pt x="14" y="176"/>
                  <a:pt x="15" y="173"/>
                  <a:pt x="13" y="172"/>
                </a:cubicBezTo>
                <a:cubicBezTo>
                  <a:pt x="12" y="172"/>
                  <a:pt x="11" y="172"/>
                  <a:pt x="10" y="171"/>
                </a:cubicBezTo>
                <a:cubicBezTo>
                  <a:pt x="10" y="168"/>
                  <a:pt x="10" y="165"/>
                  <a:pt x="10" y="162"/>
                </a:cubicBezTo>
                <a:cubicBezTo>
                  <a:pt x="11" y="162"/>
                  <a:pt x="12" y="163"/>
                  <a:pt x="13" y="163"/>
                </a:cubicBezTo>
                <a:cubicBezTo>
                  <a:pt x="15" y="164"/>
                  <a:pt x="15" y="161"/>
                  <a:pt x="14" y="160"/>
                </a:cubicBezTo>
                <a:cubicBezTo>
                  <a:pt x="13" y="160"/>
                  <a:pt x="11" y="159"/>
                  <a:pt x="10" y="159"/>
                </a:cubicBezTo>
                <a:cubicBezTo>
                  <a:pt x="10" y="156"/>
                  <a:pt x="10" y="154"/>
                  <a:pt x="10" y="151"/>
                </a:cubicBezTo>
                <a:cubicBezTo>
                  <a:pt x="11" y="151"/>
                  <a:pt x="12" y="152"/>
                  <a:pt x="12" y="152"/>
                </a:cubicBezTo>
                <a:cubicBezTo>
                  <a:pt x="13" y="154"/>
                  <a:pt x="16" y="152"/>
                  <a:pt x="15" y="151"/>
                </a:cubicBezTo>
                <a:cubicBezTo>
                  <a:pt x="14" y="149"/>
                  <a:pt x="12" y="148"/>
                  <a:pt x="10" y="148"/>
                </a:cubicBezTo>
                <a:cubicBezTo>
                  <a:pt x="10" y="146"/>
                  <a:pt x="10" y="143"/>
                  <a:pt x="10" y="141"/>
                </a:cubicBezTo>
                <a:cubicBezTo>
                  <a:pt x="11" y="141"/>
                  <a:pt x="12" y="142"/>
                  <a:pt x="12" y="142"/>
                </a:cubicBezTo>
                <a:cubicBezTo>
                  <a:pt x="14" y="143"/>
                  <a:pt x="15" y="141"/>
                  <a:pt x="14" y="140"/>
                </a:cubicBezTo>
                <a:cubicBezTo>
                  <a:pt x="13" y="139"/>
                  <a:pt x="12" y="138"/>
                  <a:pt x="10" y="138"/>
                </a:cubicBezTo>
                <a:cubicBezTo>
                  <a:pt x="10" y="136"/>
                  <a:pt x="10" y="133"/>
                  <a:pt x="10" y="131"/>
                </a:cubicBezTo>
                <a:cubicBezTo>
                  <a:pt x="11" y="131"/>
                  <a:pt x="12" y="132"/>
                  <a:pt x="12" y="132"/>
                </a:cubicBezTo>
                <a:cubicBezTo>
                  <a:pt x="14" y="133"/>
                  <a:pt x="15" y="131"/>
                  <a:pt x="13" y="130"/>
                </a:cubicBezTo>
                <a:cubicBezTo>
                  <a:pt x="13" y="129"/>
                  <a:pt x="11" y="128"/>
                  <a:pt x="10" y="128"/>
                </a:cubicBezTo>
                <a:cubicBezTo>
                  <a:pt x="10" y="126"/>
                  <a:pt x="10" y="124"/>
                  <a:pt x="10" y="122"/>
                </a:cubicBezTo>
                <a:cubicBezTo>
                  <a:pt x="11" y="122"/>
                  <a:pt x="12" y="122"/>
                  <a:pt x="13" y="123"/>
                </a:cubicBezTo>
                <a:cubicBezTo>
                  <a:pt x="14" y="123"/>
                  <a:pt x="15" y="120"/>
                  <a:pt x="13" y="120"/>
                </a:cubicBezTo>
                <a:cubicBezTo>
                  <a:pt x="12" y="119"/>
                  <a:pt x="11" y="119"/>
                  <a:pt x="10" y="118"/>
                </a:cubicBezTo>
                <a:cubicBezTo>
                  <a:pt x="10" y="117"/>
                  <a:pt x="10" y="115"/>
                  <a:pt x="10" y="113"/>
                </a:cubicBezTo>
                <a:cubicBezTo>
                  <a:pt x="11" y="113"/>
                  <a:pt x="11" y="113"/>
                  <a:pt x="12" y="113"/>
                </a:cubicBezTo>
                <a:cubicBezTo>
                  <a:pt x="14" y="114"/>
                  <a:pt x="15" y="111"/>
                  <a:pt x="13" y="110"/>
                </a:cubicBezTo>
                <a:cubicBezTo>
                  <a:pt x="12" y="110"/>
                  <a:pt x="11" y="110"/>
                  <a:pt x="10" y="110"/>
                </a:cubicBezTo>
                <a:cubicBezTo>
                  <a:pt x="10" y="107"/>
                  <a:pt x="10" y="104"/>
                  <a:pt x="10" y="102"/>
                </a:cubicBezTo>
                <a:cubicBezTo>
                  <a:pt x="11" y="102"/>
                  <a:pt x="12" y="102"/>
                  <a:pt x="12" y="103"/>
                </a:cubicBezTo>
                <a:cubicBezTo>
                  <a:pt x="14" y="103"/>
                  <a:pt x="15" y="100"/>
                  <a:pt x="13" y="100"/>
                </a:cubicBezTo>
                <a:cubicBezTo>
                  <a:pt x="12" y="99"/>
                  <a:pt x="11" y="99"/>
                  <a:pt x="10" y="99"/>
                </a:cubicBezTo>
                <a:cubicBezTo>
                  <a:pt x="10" y="97"/>
                  <a:pt x="10" y="95"/>
                  <a:pt x="10" y="92"/>
                </a:cubicBezTo>
                <a:cubicBezTo>
                  <a:pt x="11" y="93"/>
                  <a:pt x="11" y="93"/>
                  <a:pt x="12" y="93"/>
                </a:cubicBezTo>
                <a:cubicBezTo>
                  <a:pt x="13" y="93"/>
                  <a:pt x="14" y="91"/>
                  <a:pt x="12" y="90"/>
                </a:cubicBezTo>
                <a:cubicBezTo>
                  <a:pt x="12" y="90"/>
                  <a:pt x="11" y="90"/>
                  <a:pt x="10" y="89"/>
                </a:cubicBezTo>
                <a:cubicBezTo>
                  <a:pt x="10" y="87"/>
                  <a:pt x="10" y="85"/>
                  <a:pt x="10" y="83"/>
                </a:cubicBezTo>
                <a:cubicBezTo>
                  <a:pt x="11" y="83"/>
                  <a:pt x="11" y="83"/>
                  <a:pt x="11" y="83"/>
                </a:cubicBezTo>
                <a:cubicBezTo>
                  <a:pt x="12" y="84"/>
                  <a:pt x="14" y="82"/>
                  <a:pt x="13" y="81"/>
                </a:cubicBezTo>
                <a:cubicBezTo>
                  <a:pt x="12" y="80"/>
                  <a:pt x="11" y="80"/>
                  <a:pt x="10" y="79"/>
                </a:cubicBezTo>
                <a:cubicBezTo>
                  <a:pt x="10" y="77"/>
                  <a:pt x="10" y="74"/>
                  <a:pt x="10" y="71"/>
                </a:cubicBezTo>
                <a:cubicBezTo>
                  <a:pt x="11" y="72"/>
                  <a:pt x="11" y="72"/>
                  <a:pt x="12" y="72"/>
                </a:cubicBezTo>
                <a:cubicBezTo>
                  <a:pt x="14" y="73"/>
                  <a:pt x="15" y="70"/>
                  <a:pt x="13" y="70"/>
                </a:cubicBezTo>
                <a:cubicBezTo>
                  <a:pt x="13" y="69"/>
                  <a:pt x="11" y="69"/>
                  <a:pt x="10" y="68"/>
                </a:cubicBezTo>
                <a:cubicBezTo>
                  <a:pt x="10" y="66"/>
                  <a:pt x="10" y="64"/>
                  <a:pt x="10" y="62"/>
                </a:cubicBezTo>
                <a:cubicBezTo>
                  <a:pt x="11" y="63"/>
                  <a:pt x="11" y="63"/>
                  <a:pt x="12" y="63"/>
                </a:cubicBezTo>
                <a:cubicBezTo>
                  <a:pt x="13" y="64"/>
                  <a:pt x="15" y="62"/>
                  <a:pt x="13" y="61"/>
                </a:cubicBezTo>
                <a:cubicBezTo>
                  <a:pt x="12" y="60"/>
                  <a:pt x="11" y="60"/>
                  <a:pt x="10" y="59"/>
                </a:cubicBezTo>
                <a:cubicBezTo>
                  <a:pt x="10" y="57"/>
                  <a:pt x="10" y="54"/>
                  <a:pt x="10" y="52"/>
                </a:cubicBezTo>
                <a:cubicBezTo>
                  <a:pt x="11" y="52"/>
                  <a:pt x="11" y="52"/>
                  <a:pt x="12" y="53"/>
                </a:cubicBezTo>
                <a:cubicBezTo>
                  <a:pt x="13" y="54"/>
                  <a:pt x="15" y="51"/>
                  <a:pt x="13" y="50"/>
                </a:cubicBezTo>
                <a:cubicBezTo>
                  <a:pt x="13" y="50"/>
                  <a:pt x="11" y="49"/>
                  <a:pt x="10" y="49"/>
                </a:cubicBezTo>
                <a:cubicBezTo>
                  <a:pt x="10" y="45"/>
                  <a:pt x="10" y="42"/>
                  <a:pt x="10" y="38"/>
                </a:cubicBezTo>
                <a:cubicBezTo>
                  <a:pt x="11" y="38"/>
                  <a:pt x="12" y="39"/>
                  <a:pt x="12" y="39"/>
                </a:cubicBezTo>
                <a:cubicBezTo>
                  <a:pt x="14" y="40"/>
                  <a:pt x="16" y="38"/>
                  <a:pt x="14" y="37"/>
                </a:cubicBezTo>
                <a:cubicBezTo>
                  <a:pt x="13" y="36"/>
                  <a:pt x="12" y="35"/>
                  <a:pt x="10" y="35"/>
                </a:cubicBezTo>
                <a:cubicBezTo>
                  <a:pt x="10" y="32"/>
                  <a:pt x="10" y="29"/>
                  <a:pt x="10" y="25"/>
                </a:cubicBezTo>
                <a:cubicBezTo>
                  <a:pt x="11" y="25"/>
                  <a:pt x="12" y="26"/>
                  <a:pt x="13" y="26"/>
                </a:cubicBezTo>
                <a:cubicBezTo>
                  <a:pt x="15" y="26"/>
                  <a:pt x="15" y="23"/>
                  <a:pt x="14" y="23"/>
                </a:cubicBezTo>
                <a:cubicBezTo>
                  <a:pt x="13" y="23"/>
                  <a:pt x="11" y="23"/>
                  <a:pt x="10" y="22"/>
                </a:cubicBezTo>
                <a:cubicBezTo>
                  <a:pt x="10" y="20"/>
                  <a:pt x="10" y="17"/>
                  <a:pt x="10" y="15"/>
                </a:cubicBezTo>
                <a:cubicBezTo>
                  <a:pt x="10" y="15"/>
                  <a:pt x="10" y="14"/>
                  <a:pt x="10" y="14"/>
                </a:cubicBezTo>
                <a:cubicBezTo>
                  <a:pt x="11" y="14"/>
                  <a:pt x="12" y="14"/>
                  <a:pt x="13" y="14"/>
                </a:cubicBezTo>
                <a:cubicBezTo>
                  <a:pt x="15" y="15"/>
                  <a:pt x="16" y="13"/>
                  <a:pt x="14" y="12"/>
                </a:cubicBezTo>
                <a:cubicBezTo>
                  <a:pt x="13" y="11"/>
                  <a:pt x="12" y="11"/>
                  <a:pt x="11" y="11"/>
                </a:cubicBezTo>
                <a:cubicBezTo>
                  <a:pt x="12" y="7"/>
                  <a:pt x="14" y="5"/>
                  <a:pt x="19" y="4"/>
                </a:cubicBezTo>
                <a:cubicBezTo>
                  <a:pt x="20" y="4"/>
                  <a:pt x="22" y="4"/>
                  <a:pt x="24" y="4"/>
                </a:cubicBezTo>
                <a:cubicBezTo>
                  <a:pt x="35" y="4"/>
                  <a:pt x="46" y="4"/>
                  <a:pt x="58" y="4"/>
                </a:cubicBezTo>
                <a:cubicBezTo>
                  <a:pt x="87" y="4"/>
                  <a:pt x="115" y="4"/>
                  <a:pt x="144" y="4"/>
                </a:cubicBezTo>
                <a:cubicBezTo>
                  <a:pt x="151" y="4"/>
                  <a:pt x="164" y="2"/>
                  <a:pt x="164" y="13"/>
                </a:cubicBezTo>
                <a:cubicBezTo>
                  <a:pt x="164" y="19"/>
                  <a:pt x="164" y="25"/>
                  <a:pt x="164" y="31"/>
                </a:cubicBezTo>
                <a:cubicBezTo>
                  <a:pt x="164" y="85"/>
                  <a:pt x="164" y="139"/>
                  <a:pt x="164" y="194"/>
                </a:cubicBezTo>
                <a:cubicBezTo>
                  <a:pt x="164" y="197"/>
                  <a:pt x="164" y="200"/>
                  <a:pt x="164" y="203"/>
                </a:cubicBezTo>
                <a:cubicBezTo>
                  <a:pt x="163" y="213"/>
                  <a:pt x="148" y="211"/>
                  <a:pt x="141" y="211"/>
                </a:cubicBezTo>
                <a:close/>
              </a:path>
            </a:pathLst>
          </a:custGeom>
          <a:solidFill>
            <a:schemeClr val="bg1"/>
          </a:solidFill>
          <a:ln>
            <a:solidFill>
              <a:srgbClr val="8B3F42">
                <a:alpha val="62000"/>
              </a:srgbClr>
            </a:solidFill>
          </a:ln>
        </p:spPr>
        <p:txBody>
          <a:bodyPr vert="horz" wrap="square" lIns="180000" tIns="45720" rIns="91440" bIns="45720" numCol="1" anchor="ctr" anchorCtr="0" compatLnSpc="1"/>
          <a:lstStyle/>
          <a:p>
            <a:pPr algn="ctr">
              <a:lnSpc>
                <a:spcPts val="2000"/>
              </a:lnSpc>
            </a:pPr>
            <a:r>
              <a:rPr lang="zh-CN" altLang="en-US" sz="1600" spc="200" dirty="0">
                <a:solidFill>
                  <a:schemeClr val="accent3"/>
                </a:solidFill>
                <a:cs typeface="+mn-ea"/>
                <a:sym typeface="+mn-lt"/>
              </a:rPr>
              <a:t>添加</a:t>
            </a:r>
            <a:endParaRPr lang="en-US" altLang="zh-CN" sz="1600" spc="200" dirty="0">
              <a:solidFill>
                <a:schemeClr val="accent3"/>
              </a:solidFill>
              <a:cs typeface="+mn-ea"/>
              <a:sym typeface="+mn-lt"/>
            </a:endParaRPr>
          </a:p>
          <a:p>
            <a:pPr algn="ctr">
              <a:lnSpc>
                <a:spcPts val="2000"/>
              </a:lnSpc>
            </a:pPr>
            <a:r>
              <a:rPr lang="zh-CN" altLang="en-US" sz="1600" spc="200" dirty="0">
                <a:solidFill>
                  <a:schemeClr val="accent3"/>
                </a:solidFill>
                <a:cs typeface="+mn-ea"/>
                <a:sym typeface="+mn-lt"/>
              </a:rPr>
              <a:t>标题</a:t>
            </a:r>
            <a:endParaRPr lang="zh-CN" altLang="en-US" sz="1600" spc="200" dirty="0">
              <a:solidFill>
                <a:schemeClr val="accent3"/>
              </a:solidFill>
              <a:cs typeface="+mn-ea"/>
              <a:sym typeface="+mn-lt"/>
            </a:endParaRPr>
          </a:p>
        </p:txBody>
      </p:sp>
      <p:sp>
        <p:nvSpPr>
          <p:cNvPr id="9" name="文本"/>
          <p:cNvSpPr txBox="1"/>
          <p:nvPr/>
        </p:nvSpPr>
        <p:spPr>
          <a:xfrm>
            <a:off x="6020722" y="4785877"/>
            <a:ext cx="5328716" cy="1200329"/>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3227" y="1235710"/>
            <a:ext cx="4959350" cy="4959350"/>
          </a:xfrm>
          <a:prstGeom prst="rect">
            <a:avLst/>
          </a:prstGeom>
        </p:spPr>
      </p:pic>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50"/>
                                        <p:tgtEl>
                                          <p:spTgt spid="6"/>
                                        </p:tgtEl>
                                      </p:cBhvr>
                                    </p:animEffect>
                                    <p:anim calcmode="lin" valueType="num">
                                      <p:cBhvr>
                                        <p:cTn id="13" dur="750" fill="hold"/>
                                        <p:tgtEl>
                                          <p:spTgt spid="6"/>
                                        </p:tgtEl>
                                        <p:attrNameLst>
                                          <p:attrName>ppt_x</p:attrName>
                                        </p:attrNameLst>
                                      </p:cBhvr>
                                      <p:tavLst>
                                        <p:tav tm="0">
                                          <p:val>
                                            <p:strVal val="#ppt_x"/>
                                          </p:val>
                                        </p:tav>
                                        <p:tav tm="100000">
                                          <p:val>
                                            <p:strVal val="#ppt_x"/>
                                          </p:val>
                                        </p:tav>
                                      </p:tavLst>
                                    </p:anim>
                                    <p:anim calcmode="lin" valueType="num">
                                      <p:cBhvr>
                                        <p:cTn id="14" dur="750" fill="hold"/>
                                        <p:tgtEl>
                                          <p:spTgt spid="6"/>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750"/>
                                        <p:tgtEl>
                                          <p:spTgt spid="8"/>
                                        </p:tgtEl>
                                      </p:cBhvr>
                                    </p:animEffect>
                                    <p:anim calcmode="lin" valueType="num">
                                      <p:cBhvr>
                                        <p:cTn id="18" dur="750" fill="hold"/>
                                        <p:tgtEl>
                                          <p:spTgt spid="8"/>
                                        </p:tgtEl>
                                        <p:attrNameLst>
                                          <p:attrName>ppt_x</p:attrName>
                                        </p:attrNameLst>
                                      </p:cBhvr>
                                      <p:tavLst>
                                        <p:tav tm="0">
                                          <p:val>
                                            <p:strVal val="#ppt_x"/>
                                          </p:val>
                                        </p:tav>
                                        <p:tav tm="100000">
                                          <p:val>
                                            <p:strVal val="#ppt_x"/>
                                          </p:val>
                                        </p:tav>
                                      </p:tavLst>
                                    </p:anim>
                                    <p:anim calcmode="lin" valueType="num">
                                      <p:cBhvr>
                                        <p:cTn id="19" dur="75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750"/>
                                        <p:tgtEl>
                                          <p:spTgt spid="5"/>
                                        </p:tgtEl>
                                      </p:cBhvr>
                                    </p:animEffect>
                                    <p:anim calcmode="lin" valueType="num">
                                      <p:cBhvr>
                                        <p:cTn id="23" dur="750" fill="hold"/>
                                        <p:tgtEl>
                                          <p:spTgt spid="5"/>
                                        </p:tgtEl>
                                        <p:attrNameLst>
                                          <p:attrName>ppt_x</p:attrName>
                                        </p:attrNameLst>
                                      </p:cBhvr>
                                      <p:tavLst>
                                        <p:tav tm="0">
                                          <p:val>
                                            <p:strVal val="#ppt_x"/>
                                          </p:val>
                                        </p:tav>
                                        <p:tav tm="100000">
                                          <p:val>
                                            <p:strVal val="#ppt_x"/>
                                          </p:val>
                                        </p:tav>
                                      </p:tavLst>
                                    </p:anim>
                                    <p:anim calcmode="lin" valueType="num">
                                      <p:cBhvr>
                                        <p:cTn id="24" dur="75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750"/>
                                        <p:tgtEl>
                                          <p:spTgt spid="7"/>
                                        </p:tgtEl>
                                      </p:cBhvr>
                                    </p:animEffect>
                                    <p:anim calcmode="lin" valueType="num">
                                      <p:cBhvr>
                                        <p:cTn id="28" dur="750" fill="hold"/>
                                        <p:tgtEl>
                                          <p:spTgt spid="7"/>
                                        </p:tgtEl>
                                        <p:attrNameLst>
                                          <p:attrName>ppt_x</p:attrName>
                                        </p:attrNameLst>
                                      </p:cBhvr>
                                      <p:tavLst>
                                        <p:tav tm="0">
                                          <p:val>
                                            <p:strVal val="#ppt_x"/>
                                          </p:val>
                                        </p:tav>
                                        <p:tav tm="100000">
                                          <p:val>
                                            <p:strVal val="#ppt_x"/>
                                          </p:val>
                                        </p:tav>
                                      </p:tavLst>
                                    </p:anim>
                                    <p:anim calcmode="lin" valueType="num">
                                      <p:cBhvr>
                                        <p:cTn id="29" dur="750" fill="hold"/>
                                        <p:tgtEl>
                                          <p:spTgt spid="7"/>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750"/>
                                        <p:tgtEl>
                                          <p:spTgt spid="9"/>
                                        </p:tgtEl>
                                      </p:cBhvr>
                                    </p:animEffect>
                                  </p:childTnLst>
                                </p:cTn>
                              </p:par>
                            </p:childTnLst>
                          </p:cTn>
                        </p:par>
                        <p:par>
                          <p:cTn id="34" fill="hold">
                            <p:stCondLst>
                              <p:cond delay="2000"/>
                            </p:stCondLst>
                            <p:childTnLst>
                              <p:par>
                                <p:cTn id="35" presetID="3" presetClass="entr" presetSubtype="10"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par>
                          <p:cTn id="38" fill="hold">
                            <p:stCondLst>
                              <p:cond delay="2500"/>
                            </p:stCondLst>
                            <p:childTnLst>
                              <p:par>
                                <p:cTn id="39" presetID="3" presetClass="entr" presetSubtype="10"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
          <p:cNvSpPr>
            <a:spLocks noGrp="1"/>
          </p:cNvSpPr>
          <p:nvPr>
            <p:ph type="body" sz="quarter" idx="13"/>
          </p:nvPr>
        </p:nvSpPr>
        <p:spPr/>
        <p:txBody>
          <a:bodyPr/>
          <a:lstStyle/>
          <a:p>
            <a:r>
              <a:rPr lang="en-US" altLang="zh-CN">
                <a:latin typeface="+mn-lt"/>
                <a:ea typeface="+mn-ea"/>
                <a:cs typeface="+mn-ea"/>
                <a:sym typeface="+mn-lt"/>
              </a:rPr>
              <a:t>PART ONE</a:t>
            </a:r>
            <a:endParaRPr lang="en-US" altLang="zh-CN" dirty="0">
              <a:latin typeface="+mn-lt"/>
              <a:ea typeface="+mn-ea"/>
              <a:cs typeface="+mn-ea"/>
              <a:sym typeface="+mn-lt"/>
            </a:endParaRPr>
          </a:p>
        </p:txBody>
      </p:sp>
      <p:sp>
        <p:nvSpPr>
          <p:cNvPr id="31" name="文本"/>
          <p:cNvSpPr/>
          <p:nvPr/>
        </p:nvSpPr>
        <p:spPr>
          <a:xfrm>
            <a:off x="4113530" y="2732405"/>
            <a:ext cx="3770630" cy="922020"/>
          </a:xfrm>
          <a:prstGeom prst="rect">
            <a:avLst/>
          </a:prstGeom>
        </p:spPr>
        <p:txBody>
          <a:bodyPr wrap="none">
            <a:spAutoFit/>
          </a:bodyPr>
          <a:lstStyle/>
          <a:p>
            <a:r>
              <a:rPr lang="zh-CN" altLang="en-US" sz="5400" b="1" spc="250" dirty="0">
                <a:solidFill>
                  <a:srgbClr val="8B3F42">
                    <a:alpha val="52000"/>
                  </a:srgbClr>
                </a:solidFill>
                <a:cs typeface="+mn-ea"/>
                <a:sym typeface="+mn-lt"/>
              </a:rPr>
              <a:t>读书的意义</a:t>
            </a:r>
            <a:endParaRPr lang="zh-CN" altLang="en-US" sz="5400" b="1" spc="250" dirty="0">
              <a:solidFill>
                <a:srgbClr val="8B3F42">
                  <a:alpha val="52000"/>
                </a:srgbClr>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5635" y="3193415"/>
            <a:ext cx="3978275" cy="3978275"/>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图标"/>
          <p:cNvSpPr>
            <a:spLocks noChangeAspect="1" noEditPoints="1"/>
          </p:cNvSpPr>
          <p:nvPr/>
        </p:nvSpPr>
        <p:spPr bwMode="auto">
          <a:xfrm>
            <a:off x="7399703" y="4027105"/>
            <a:ext cx="592992" cy="641795"/>
          </a:xfrm>
          <a:custGeom>
            <a:avLst/>
            <a:gdLst>
              <a:gd name="T0" fmla="*/ 147434800 w 889"/>
              <a:gd name="T1" fmla="*/ 151998597 h 965"/>
              <a:gd name="T2" fmla="*/ 128793638 w 889"/>
              <a:gd name="T3" fmla="*/ 131594591 h 965"/>
              <a:gd name="T4" fmla="*/ 131429758 w 889"/>
              <a:gd name="T5" fmla="*/ 110816771 h 965"/>
              <a:gd name="T6" fmla="*/ 126910386 w 889"/>
              <a:gd name="T7" fmla="*/ 90412764 h 965"/>
              <a:gd name="T8" fmla="*/ 116177583 w 889"/>
              <a:gd name="T9" fmla="*/ 72442442 h 965"/>
              <a:gd name="T10" fmla="*/ 100172541 w 889"/>
              <a:gd name="T11" fmla="*/ 58964809 h 965"/>
              <a:gd name="T12" fmla="*/ 80590187 w 889"/>
              <a:gd name="T13" fmla="*/ 51477283 h 965"/>
              <a:gd name="T14" fmla="*/ 59501231 w 889"/>
              <a:gd name="T15" fmla="*/ 50541450 h 965"/>
              <a:gd name="T16" fmla="*/ 39353467 w 889"/>
              <a:gd name="T17" fmla="*/ 56718464 h 965"/>
              <a:gd name="T18" fmla="*/ 22407233 w 889"/>
              <a:gd name="T19" fmla="*/ 68698679 h 965"/>
              <a:gd name="T20" fmla="*/ 10167827 w 889"/>
              <a:gd name="T21" fmla="*/ 85733169 h 965"/>
              <a:gd name="T22" fmla="*/ 4142288 w 889"/>
              <a:gd name="T23" fmla="*/ 105762496 h 965"/>
              <a:gd name="T24" fmla="*/ 5083914 w 889"/>
              <a:gd name="T25" fmla="*/ 126727655 h 965"/>
              <a:gd name="T26" fmla="*/ 12803947 w 889"/>
              <a:gd name="T27" fmla="*/ 146195396 h 965"/>
              <a:gd name="T28" fmla="*/ 26361195 w 889"/>
              <a:gd name="T29" fmla="*/ 162106714 h 965"/>
              <a:gd name="T30" fmla="*/ 44437381 w 889"/>
              <a:gd name="T31" fmla="*/ 172776417 h 965"/>
              <a:gd name="T32" fmla="*/ 64961795 w 889"/>
              <a:gd name="T33" fmla="*/ 176894859 h 965"/>
              <a:gd name="T34" fmla="*/ 85862426 w 889"/>
              <a:gd name="T35" fmla="*/ 174274268 h 965"/>
              <a:gd name="T36" fmla="*/ 104691912 w 889"/>
              <a:gd name="T37" fmla="*/ 165101984 h 965"/>
              <a:gd name="T38" fmla="*/ 113918114 w 889"/>
              <a:gd name="T39" fmla="*/ 152934429 h 965"/>
              <a:gd name="T40" fmla="*/ 144798681 w 889"/>
              <a:gd name="T41" fmla="*/ 176520612 h 965"/>
              <a:gd name="T42" fmla="*/ 158732145 w 889"/>
              <a:gd name="T43" fmla="*/ 153121769 h 965"/>
              <a:gd name="T44" fmla="*/ 85862426 w 889"/>
              <a:gd name="T45" fmla="*/ 115683706 h 965"/>
              <a:gd name="T46" fmla="*/ 59689556 w 889"/>
              <a:gd name="T47" fmla="*/ 102018733 h 965"/>
              <a:gd name="T48" fmla="*/ 71740202 w 889"/>
              <a:gd name="T49" fmla="*/ 117930050 h 965"/>
              <a:gd name="T50" fmla="*/ 51969089 w 889"/>
              <a:gd name="T51" fmla="*/ 114934780 h 965"/>
              <a:gd name="T52" fmla="*/ 76635790 w 889"/>
              <a:gd name="T53" fmla="*/ 131033004 h 965"/>
              <a:gd name="T54" fmla="*/ 76824116 w 889"/>
              <a:gd name="T55" fmla="*/ 150501178 h 965"/>
              <a:gd name="T56" fmla="*/ 57806303 w 889"/>
              <a:gd name="T57" fmla="*/ 76560884 h 965"/>
              <a:gd name="T58" fmla="*/ 103561961 w 889"/>
              <a:gd name="T59" fmla="*/ 126166069 h 965"/>
              <a:gd name="T60" fmla="*/ 108457550 w 889"/>
              <a:gd name="T61" fmla="*/ 128974000 h 965"/>
              <a:gd name="T62" fmla="*/ 56300135 w 889"/>
              <a:gd name="T63" fmla="*/ 70945024 h 965"/>
              <a:gd name="T64" fmla="*/ 78142392 w 889"/>
              <a:gd name="T65" fmla="*/ 155929699 h 965"/>
              <a:gd name="T66" fmla="*/ 102432010 w 889"/>
              <a:gd name="T67" fmla="*/ 146195396 h 965"/>
              <a:gd name="T68" fmla="*/ 20523980 w 889"/>
              <a:gd name="T69" fmla="*/ 125417576 h 965"/>
              <a:gd name="T70" fmla="*/ 113918114 w 889"/>
              <a:gd name="T71" fmla="*/ 101644486 h 965"/>
              <a:gd name="T72" fmla="*/ 157979278 w 889"/>
              <a:gd name="T73" fmla="*/ 168471068 h 965"/>
              <a:gd name="T74" fmla="*/ 145551548 w 889"/>
              <a:gd name="T75" fmla="*/ 168471068 h 965"/>
              <a:gd name="T76" fmla="*/ 151953738 w 889"/>
              <a:gd name="T77" fmla="*/ 157614025 h 965"/>
              <a:gd name="T78" fmla="*/ 157979278 w 889"/>
              <a:gd name="T79" fmla="*/ 168471068 h 965"/>
              <a:gd name="T80" fmla="*/ 102244118 w 889"/>
              <a:gd name="T81" fmla="*/ 42304998 h 965"/>
              <a:gd name="T82" fmla="*/ 107328032 w 889"/>
              <a:gd name="T83" fmla="*/ 54846799 h 965"/>
              <a:gd name="T84" fmla="*/ 116742558 w 889"/>
              <a:gd name="T85" fmla="*/ 58403223 h 965"/>
              <a:gd name="T86" fmla="*/ 129358180 w 889"/>
              <a:gd name="T87" fmla="*/ 63644837 h 965"/>
              <a:gd name="T88" fmla="*/ 138584815 w 889"/>
              <a:gd name="T89" fmla="*/ 59526395 h 965"/>
              <a:gd name="T90" fmla="*/ 151012112 w 889"/>
              <a:gd name="T91" fmla="*/ 54285213 h 965"/>
              <a:gd name="T92" fmla="*/ 154589858 w 889"/>
              <a:gd name="T93" fmla="*/ 44925589 h 965"/>
              <a:gd name="T94" fmla="*/ 159862096 w 889"/>
              <a:gd name="T95" fmla="*/ 32383788 h 965"/>
              <a:gd name="T96" fmla="*/ 155719375 w 889"/>
              <a:gd name="T97" fmla="*/ 23211504 h 965"/>
              <a:gd name="T98" fmla="*/ 150635461 w 889"/>
              <a:gd name="T99" fmla="*/ 10857043 h 965"/>
              <a:gd name="T100" fmla="*/ 141032610 w 889"/>
              <a:gd name="T101" fmla="*/ 7300619 h 965"/>
              <a:gd name="T102" fmla="*/ 128605313 w 889"/>
              <a:gd name="T103" fmla="*/ 2059005 h 965"/>
              <a:gd name="T104" fmla="*/ 119378678 w 889"/>
              <a:gd name="T105" fmla="*/ 6177447 h 965"/>
              <a:gd name="T106" fmla="*/ 106763056 w 889"/>
              <a:gd name="T107" fmla="*/ 11231289 h 965"/>
              <a:gd name="T108" fmla="*/ 103185311 w 889"/>
              <a:gd name="T109" fmla="*/ 20778253 h 965"/>
              <a:gd name="T110" fmla="*/ 98101397 w 889"/>
              <a:gd name="T111" fmla="*/ 33132714 h 965"/>
              <a:gd name="T112" fmla="*/ 128981530 w 889"/>
              <a:gd name="T113" fmla="*/ 17408736 h 965"/>
              <a:gd name="T114" fmla="*/ 128981530 w 889"/>
              <a:gd name="T115" fmla="*/ 48295106 h 965"/>
              <a:gd name="T116" fmla="*/ 128981530 w 889"/>
              <a:gd name="T117" fmla="*/ 17408736 h 965"/>
              <a:gd name="T118" fmla="*/ 128981530 w 889"/>
              <a:gd name="T119" fmla="*/ 17408736 h 96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89" h="965">
                <a:moveTo>
                  <a:pt x="843" y="818"/>
                </a:moveTo>
                <a:cubicBezTo>
                  <a:pt x="824" y="807"/>
                  <a:pt x="803" y="806"/>
                  <a:pt x="783" y="812"/>
                </a:cubicBezTo>
                <a:cubicBezTo>
                  <a:pt x="657" y="737"/>
                  <a:pt x="657" y="737"/>
                  <a:pt x="657" y="737"/>
                </a:cubicBezTo>
                <a:cubicBezTo>
                  <a:pt x="659" y="722"/>
                  <a:pt x="669" y="709"/>
                  <a:pt x="684" y="703"/>
                </a:cubicBezTo>
                <a:cubicBezTo>
                  <a:pt x="707" y="694"/>
                  <a:pt x="712" y="672"/>
                  <a:pt x="694" y="654"/>
                </a:cubicBezTo>
                <a:cubicBezTo>
                  <a:pt x="677" y="636"/>
                  <a:pt x="679" y="608"/>
                  <a:pt x="698" y="592"/>
                </a:cubicBezTo>
                <a:cubicBezTo>
                  <a:pt x="716" y="576"/>
                  <a:pt x="714" y="554"/>
                  <a:pt x="691" y="542"/>
                </a:cubicBezTo>
                <a:cubicBezTo>
                  <a:pt x="670" y="531"/>
                  <a:pt x="662" y="504"/>
                  <a:pt x="674" y="483"/>
                </a:cubicBezTo>
                <a:cubicBezTo>
                  <a:pt x="687" y="462"/>
                  <a:pt x="677" y="441"/>
                  <a:pt x="653" y="438"/>
                </a:cubicBezTo>
                <a:cubicBezTo>
                  <a:pt x="628" y="434"/>
                  <a:pt x="612" y="412"/>
                  <a:pt x="617" y="387"/>
                </a:cubicBezTo>
                <a:cubicBezTo>
                  <a:pt x="622" y="363"/>
                  <a:pt x="606" y="347"/>
                  <a:pt x="582" y="352"/>
                </a:cubicBezTo>
                <a:cubicBezTo>
                  <a:pt x="557" y="356"/>
                  <a:pt x="535" y="340"/>
                  <a:pt x="532" y="315"/>
                </a:cubicBezTo>
                <a:cubicBezTo>
                  <a:pt x="529" y="291"/>
                  <a:pt x="508" y="281"/>
                  <a:pt x="487" y="293"/>
                </a:cubicBezTo>
                <a:cubicBezTo>
                  <a:pt x="465" y="305"/>
                  <a:pt x="439" y="297"/>
                  <a:pt x="428" y="275"/>
                </a:cubicBezTo>
                <a:cubicBezTo>
                  <a:pt x="417" y="253"/>
                  <a:pt x="395" y="250"/>
                  <a:pt x="378" y="268"/>
                </a:cubicBezTo>
                <a:cubicBezTo>
                  <a:pt x="362" y="287"/>
                  <a:pt x="334" y="288"/>
                  <a:pt x="316" y="270"/>
                </a:cubicBezTo>
                <a:cubicBezTo>
                  <a:pt x="299" y="253"/>
                  <a:pt x="277" y="258"/>
                  <a:pt x="267" y="280"/>
                </a:cubicBezTo>
                <a:cubicBezTo>
                  <a:pt x="258" y="303"/>
                  <a:pt x="232" y="313"/>
                  <a:pt x="209" y="303"/>
                </a:cubicBezTo>
                <a:cubicBezTo>
                  <a:pt x="187" y="292"/>
                  <a:pt x="168" y="303"/>
                  <a:pt x="166" y="328"/>
                </a:cubicBezTo>
                <a:cubicBezTo>
                  <a:pt x="165" y="353"/>
                  <a:pt x="143" y="370"/>
                  <a:pt x="119" y="367"/>
                </a:cubicBezTo>
                <a:cubicBezTo>
                  <a:pt x="94" y="365"/>
                  <a:pt x="80" y="382"/>
                  <a:pt x="86" y="405"/>
                </a:cubicBezTo>
                <a:cubicBezTo>
                  <a:pt x="93" y="429"/>
                  <a:pt x="78" y="453"/>
                  <a:pt x="54" y="458"/>
                </a:cubicBezTo>
                <a:cubicBezTo>
                  <a:pt x="30" y="464"/>
                  <a:pt x="21" y="485"/>
                  <a:pt x="35" y="505"/>
                </a:cubicBezTo>
                <a:cubicBezTo>
                  <a:pt x="50" y="525"/>
                  <a:pt x="44" y="553"/>
                  <a:pt x="22" y="565"/>
                </a:cubicBezTo>
                <a:cubicBezTo>
                  <a:pt x="1" y="578"/>
                  <a:pt x="0" y="601"/>
                  <a:pt x="20" y="616"/>
                </a:cubicBezTo>
                <a:cubicBezTo>
                  <a:pt x="40" y="630"/>
                  <a:pt x="43" y="658"/>
                  <a:pt x="27" y="677"/>
                </a:cubicBezTo>
                <a:cubicBezTo>
                  <a:pt x="11" y="696"/>
                  <a:pt x="18" y="718"/>
                  <a:pt x="41" y="725"/>
                </a:cubicBezTo>
                <a:cubicBezTo>
                  <a:pt x="65" y="733"/>
                  <a:pt x="77" y="758"/>
                  <a:pt x="68" y="781"/>
                </a:cubicBezTo>
                <a:cubicBezTo>
                  <a:pt x="59" y="804"/>
                  <a:pt x="72" y="822"/>
                  <a:pt x="97" y="822"/>
                </a:cubicBezTo>
                <a:cubicBezTo>
                  <a:pt x="122" y="821"/>
                  <a:pt x="141" y="841"/>
                  <a:pt x="140" y="866"/>
                </a:cubicBezTo>
                <a:cubicBezTo>
                  <a:pt x="139" y="891"/>
                  <a:pt x="158" y="904"/>
                  <a:pt x="181" y="895"/>
                </a:cubicBezTo>
                <a:cubicBezTo>
                  <a:pt x="204" y="887"/>
                  <a:pt x="229" y="899"/>
                  <a:pt x="236" y="923"/>
                </a:cubicBezTo>
                <a:cubicBezTo>
                  <a:pt x="243" y="946"/>
                  <a:pt x="265" y="953"/>
                  <a:pt x="284" y="937"/>
                </a:cubicBezTo>
                <a:cubicBezTo>
                  <a:pt x="303" y="922"/>
                  <a:pt x="331" y="925"/>
                  <a:pt x="345" y="945"/>
                </a:cubicBezTo>
                <a:cubicBezTo>
                  <a:pt x="360" y="965"/>
                  <a:pt x="383" y="965"/>
                  <a:pt x="395" y="944"/>
                </a:cubicBezTo>
                <a:cubicBezTo>
                  <a:pt x="409" y="923"/>
                  <a:pt x="436" y="917"/>
                  <a:pt x="456" y="931"/>
                </a:cubicBezTo>
                <a:cubicBezTo>
                  <a:pt x="476" y="946"/>
                  <a:pt x="497" y="938"/>
                  <a:pt x="503" y="914"/>
                </a:cubicBezTo>
                <a:cubicBezTo>
                  <a:pt x="509" y="889"/>
                  <a:pt x="533" y="875"/>
                  <a:pt x="556" y="882"/>
                </a:cubicBezTo>
                <a:cubicBezTo>
                  <a:pt x="580" y="889"/>
                  <a:pt x="597" y="875"/>
                  <a:pt x="595" y="850"/>
                </a:cubicBezTo>
                <a:cubicBezTo>
                  <a:pt x="593" y="838"/>
                  <a:pt x="598" y="826"/>
                  <a:pt x="605" y="817"/>
                </a:cubicBezTo>
                <a:cubicBezTo>
                  <a:pt x="735" y="894"/>
                  <a:pt x="735" y="894"/>
                  <a:pt x="735" y="894"/>
                </a:cubicBezTo>
                <a:cubicBezTo>
                  <a:pt x="739" y="914"/>
                  <a:pt x="750" y="932"/>
                  <a:pt x="769" y="943"/>
                </a:cubicBezTo>
                <a:cubicBezTo>
                  <a:pt x="804" y="964"/>
                  <a:pt x="848" y="952"/>
                  <a:pt x="869" y="918"/>
                </a:cubicBezTo>
                <a:cubicBezTo>
                  <a:pt x="889" y="883"/>
                  <a:pt x="878" y="839"/>
                  <a:pt x="843" y="818"/>
                </a:cubicBezTo>
                <a:close/>
                <a:moveTo>
                  <a:pt x="550" y="674"/>
                </a:moveTo>
                <a:cubicBezTo>
                  <a:pt x="456" y="618"/>
                  <a:pt x="456" y="618"/>
                  <a:pt x="456" y="618"/>
                </a:cubicBezTo>
                <a:cubicBezTo>
                  <a:pt x="455" y="588"/>
                  <a:pt x="440" y="559"/>
                  <a:pt x="412" y="543"/>
                </a:cubicBezTo>
                <a:cubicBezTo>
                  <a:pt x="381" y="525"/>
                  <a:pt x="345" y="527"/>
                  <a:pt x="317" y="545"/>
                </a:cubicBezTo>
                <a:cubicBezTo>
                  <a:pt x="368" y="575"/>
                  <a:pt x="368" y="575"/>
                  <a:pt x="368" y="575"/>
                </a:cubicBezTo>
                <a:cubicBezTo>
                  <a:pt x="387" y="586"/>
                  <a:pt x="392" y="610"/>
                  <a:pt x="381" y="630"/>
                </a:cubicBezTo>
                <a:cubicBezTo>
                  <a:pt x="370" y="649"/>
                  <a:pt x="346" y="655"/>
                  <a:pt x="328" y="644"/>
                </a:cubicBezTo>
                <a:cubicBezTo>
                  <a:pt x="276" y="614"/>
                  <a:pt x="276" y="614"/>
                  <a:pt x="276" y="614"/>
                </a:cubicBezTo>
                <a:cubicBezTo>
                  <a:pt x="273" y="647"/>
                  <a:pt x="289" y="680"/>
                  <a:pt x="320" y="698"/>
                </a:cubicBezTo>
                <a:cubicBezTo>
                  <a:pt x="348" y="715"/>
                  <a:pt x="380" y="714"/>
                  <a:pt x="407" y="700"/>
                </a:cubicBezTo>
                <a:cubicBezTo>
                  <a:pt x="498" y="754"/>
                  <a:pt x="498" y="754"/>
                  <a:pt x="498" y="754"/>
                </a:cubicBezTo>
                <a:cubicBezTo>
                  <a:pt x="473" y="777"/>
                  <a:pt x="443" y="795"/>
                  <a:pt x="408" y="804"/>
                </a:cubicBezTo>
                <a:cubicBezTo>
                  <a:pt x="299" y="832"/>
                  <a:pt x="188" y="766"/>
                  <a:pt x="160" y="657"/>
                </a:cubicBezTo>
                <a:cubicBezTo>
                  <a:pt x="132" y="548"/>
                  <a:pt x="198" y="437"/>
                  <a:pt x="307" y="409"/>
                </a:cubicBezTo>
                <a:cubicBezTo>
                  <a:pt x="415" y="381"/>
                  <a:pt x="527" y="447"/>
                  <a:pt x="555" y="556"/>
                </a:cubicBezTo>
                <a:cubicBezTo>
                  <a:pt x="565" y="596"/>
                  <a:pt x="562" y="637"/>
                  <a:pt x="550" y="674"/>
                </a:cubicBezTo>
                <a:close/>
                <a:moveTo>
                  <a:pt x="595" y="700"/>
                </a:moveTo>
                <a:cubicBezTo>
                  <a:pt x="576" y="689"/>
                  <a:pt x="576" y="689"/>
                  <a:pt x="576" y="689"/>
                </a:cubicBezTo>
                <a:cubicBezTo>
                  <a:pt x="592" y="646"/>
                  <a:pt x="597" y="597"/>
                  <a:pt x="584" y="548"/>
                </a:cubicBezTo>
                <a:cubicBezTo>
                  <a:pt x="552" y="423"/>
                  <a:pt x="424" y="347"/>
                  <a:pt x="299" y="379"/>
                </a:cubicBezTo>
                <a:cubicBezTo>
                  <a:pt x="174" y="412"/>
                  <a:pt x="98" y="539"/>
                  <a:pt x="130" y="665"/>
                </a:cubicBezTo>
                <a:cubicBezTo>
                  <a:pt x="163" y="790"/>
                  <a:pt x="290" y="865"/>
                  <a:pt x="415" y="833"/>
                </a:cubicBezTo>
                <a:cubicBezTo>
                  <a:pt x="459" y="822"/>
                  <a:pt x="496" y="799"/>
                  <a:pt x="524" y="770"/>
                </a:cubicBezTo>
                <a:cubicBezTo>
                  <a:pt x="544" y="781"/>
                  <a:pt x="544" y="781"/>
                  <a:pt x="544" y="781"/>
                </a:cubicBezTo>
                <a:cubicBezTo>
                  <a:pt x="512" y="815"/>
                  <a:pt x="470" y="841"/>
                  <a:pt x="421" y="854"/>
                </a:cubicBezTo>
                <a:cubicBezTo>
                  <a:pt x="284" y="889"/>
                  <a:pt x="145" y="807"/>
                  <a:pt x="109" y="670"/>
                </a:cubicBezTo>
                <a:cubicBezTo>
                  <a:pt x="74" y="533"/>
                  <a:pt x="157" y="394"/>
                  <a:pt x="294" y="359"/>
                </a:cubicBezTo>
                <a:cubicBezTo>
                  <a:pt x="430" y="323"/>
                  <a:pt x="570" y="406"/>
                  <a:pt x="605" y="543"/>
                </a:cubicBezTo>
                <a:cubicBezTo>
                  <a:pt x="619" y="597"/>
                  <a:pt x="614" y="652"/>
                  <a:pt x="595" y="700"/>
                </a:cubicBezTo>
                <a:close/>
                <a:moveTo>
                  <a:pt x="839" y="900"/>
                </a:moveTo>
                <a:cubicBezTo>
                  <a:pt x="806" y="919"/>
                  <a:pt x="806" y="919"/>
                  <a:pt x="806" y="919"/>
                </a:cubicBezTo>
                <a:cubicBezTo>
                  <a:pt x="773" y="900"/>
                  <a:pt x="773" y="900"/>
                  <a:pt x="773" y="900"/>
                </a:cubicBezTo>
                <a:cubicBezTo>
                  <a:pt x="773" y="861"/>
                  <a:pt x="773" y="861"/>
                  <a:pt x="773" y="861"/>
                </a:cubicBezTo>
                <a:cubicBezTo>
                  <a:pt x="807" y="842"/>
                  <a:pt x="807" y="842"/>
                  <a:pt x="807" y="842"/>
                </a:cubicBezTo>
                <a:cubicBezTo>
                  <a:pt x="840" y="862"/>
                  <a:pt x="840" y="862"/>
                  <a:pt x="840" y="862"/>
                </a:cubicBezTo>
                <a:lnTo>
                  <a:pt x="839" y="900"/>
                </a:lnTo>
                <a:close/>
                <a:moveTo>
                  <a:pt x="526" y="216"/>
                </a:moveTo>
                <a:cubicBezTo>
                  <a:pt x="543" y="226"/>
                  <a:pt x="543" y="226"/>
                  <a:pt x="543" y="226"/>
                </a:cubicBezTo>
                <a:cubicBezTo>
                  <a:pt x="557" y="235"/>
                  <a:pt x="569" y="256"/>
                  <a:pt x="569" y="273"/>
                </a:cubicBezTo>
                <a:cubicBezTo>
                  <a:pt x="570" y="293"/>
                  <a:pt x="570" y="293"/>
                  <a:pt x="570" y="293"/>
                </a:cubicBezTo>
                <a:cubicBezTo>
                  <a:pt x="571" y="309"/>
                  <a:pt x="585" y="320"/>
                  <a:pt x="601" y="316"/>
                </a:cubicBezTo>
                <a:cubicBezTo>
                  <a:pt x="620" y="312"/>
                  <a:pt x="620" y="312"/>
                  <a:pt x="620" y="312"/>
                </a:cubicBezTo>
                <a:cubicBezTo>
                  <a:pt x="637" y="308"/>
                  <a:pt x="660" y="315"/>
                  <a:pt x="672" y="326"/>
                </a:cubicBezTo>
                <a:cubicBezTo>
                  <a:pt x="687" y="340"/>
                  <a:pt x="687" y="340"/>
                  <a:pt x="687" y="340"/>
                </a:cubicBezTo>
                <a:cubicBezTo>
                  <a:pt x="699" y="351"/>
                  <a:pt x="716" y="349"/>
                  <a:pt x="725" y="335"/>
                </a:cubicBezTo>
                <a:cubicBezTo>
                  <a:pt x="736" y="318"/>
                  <a:pt x="736" y="318"/>
                  <a:pt x="736" y="318"/>
                </a:cubicBezTo>
                <a:cubicBezTo>
                  <a:pt x="745" y="304"/>
                  <a:pt x="766" y="291"/>
                  <a:pt x="782" y="291"/>
                </a:cubicBezTo>
                <a:cubicBezTo>
                  <a:pt x="802" y="290"/>
                  <a:pt x="802" y="290"/>
                  <a:pt x="802" y="290"/>
                </a:cubicBezTo>
                <a:cubicBezTo>
                  <a:pt x="819" y="290"/>
                  <a:pt x="830" y="276"/>
                  <a:pt x="826" y="259"/>
                </a:cubicBezTo>
                <a:cubicBezTo>
                  <a:pt x="821" y="240"/>
                  <a:pt x="821" y="240"/>
                  <a:pt x="821" y="240"/>
                </a:cubicBezTo>
                <a:cubicBezTo>
                  <a:pt x="818" y="224"/>
                  <a:pt x="824" y="200"/>
                  <a:pt x="835" y="188"/>
                </a:cubicBezTo>
                <a:cubicBezTo>
                  <a:pt x="849" y="173"/>
                  <a:pt x="849" y="173"/>
                  <a:pt x="849" y="173"/>
                </a:cubicBezTo>
                <a:cubicBezTo>
                  <a:pt x="860" y="161"/>
                  <a:pt x="858" y="144"/>
                  <a:pt x="844" y="135"/>
                </a:cubicBezTo>
                <a:cubicBezTo>
                  <a:pt x="827" y="124"/>
                  <a:pt x="827" y="124"/>
                  <a:pt x="827" y="124"/>
                </a:cubicBezTo>
                <a:cubicBezTo>
                  <a:pt x="813" y="115"/>
                  <a:pt x="801" y="95"/>
                  <a:pt x="800" y="78"/>
                </a:cubicBezTo>
                <a:cubicBezTo>
                  <a:pt x="800" y="58"/>
                  <a:pt x="800" y="58"/>
                  <a:pt x="800" y="58"/>
                </a:cubicBezTo>
                <a:cubicBezTo>
                  <a:pt x="799" y="41"/>
                  <a:pt x="785" y="31"/>
                  <a:pt x="769" y="34"/>
                </a:cubicBezTo>
                <a:cubicBezTo>
                  <a:pt x="749" y="39"/>
                  <a:pt x="749" y="39"/>
                  <a:pt x="749" y="39"/>
                </a:cubicBezTo>
                <a:cubicBezTo>
                  <a:pt x="733" y="42"/>
                  <a:pt x="710" y="36"/>
                  <a:pt x="698" y="25"/>
                </a:cubicBezTo>
                <a:cubicBezTo>
                  <a:pt x="683" y="11"/>
                  <a:pt x="683" y="11"/>
                  <a:pt x="683" y="11"/>
                </a:cubicBezTo>
                <a:cubicBezTo>
                  <a:pt x="671" y="0"/>
                  <a:pt x="653" y="2"/>
                  <a:pt x="645" y="16"/>
                </a:cubicBezTo>
                <a:cubicBezTo>
                  <a:pt x="634" y="33"/>
                  <a:pt x="634" y="33"/>
                  <a:pt x="634" y="33"/>
                </a:cubicBezTo>
                <a:cubicBezTo>
                  <a:pt x="625" y="47"/>
                  <a:pt x="604" y="59"/>
                  <a:pt x="587" y="60"/>
                </a:cubicBezTo>
                <a:cubicBezTo>
                  <a:pt x="567" y="60"/>
                  <a:pt x="567" y="60"/>
                  <a:pt x="567" y="60"/>
                </a:cubicBezTo>
                <a:cubicBezTo>
                  <a:pt x="551" y="61"/>
                  <a:pt x="540" y="75"/>
                  <a:pt x="544" y="91"/>
                </a:cubicBezTo>
                <a:cubicBezTo>
                  <a:pt x="548" y="111"/>
                  <a:pt x="548" y="111"/>
                  <a:pt x="548" y="111"/>
                </a:cubicBezTo>
                <a:cubicBezTo>
                  <a:pt x="552" y="127"/>
                  <a:pt x="546" y="150"/>
                  <a:pt x="534" y="163"/>
                </a:cubicBezTo>
                <a:cubicBezTo>
                  <a:pt x="521" y="177"/>
                  <a:pt x="521" y="177"/>
                  <a:pt x="521" y="177"/>
                </a:cubicBezTo>
                <a:cubicBezTo>
                  <a:pt x="509" y="189"/>
                  <a:pt x="512" y="207"/>
                  <a:pt x="526" y="216"/>
                </a:cubicBezTo>
                <a:close/>
                <a:moveTo>
                  <a:pt x="685" y="93"/>
                </a:moveTo>
                <a:cubicBezTo>
                  <a:pt x="730" y="93"/>
                  <a:pt x="767" y="130"/>
                  <a:pt x="767" y="175"/>
                </a:cubicBezTo>
                <a:cubicBezTo>
                  <a:pt x="767" y="221"/>
                  <a:pt x="730" y="258"/>
                  <a:pt x="685" y="258"/>
                </a:cubicBezTo>
                <a:cubicBezTo>
                  <a:pt x="639" y="258"/>
                  <a:pt x="603" y="221"/>
                  <a:pt x="603" y="175"/>
                </a:cubicBezTo>
                <a:cubicBezTo>
                  <a:pt x="603" y="130"/>
                  <a:pt x="639" y="93"/>
                  <a:pt x="685" y="93"/>
                </a:cubicBezTo>
                <a:close/>
                <a:moveTo>
                  <a:pt x="685" y="93"/>
                </a:moveTo>
                <a:cubicBezTo>
                  <a:pt x="685" y="93"/>
                  <a:pt x="685" y="93"/>
                  <a:pt x="685" y="93"/>
                </a:cubicBezTo>
              </a:path>
            </a:pathLst>
          </a:custGeom>
          <a:solidFill>
            <a:schemeClr val="bg1"/>
          </a:solidFill>
          <a:ln>
            <a:noFill/>
          </a:ln>
        </p:spPr>
        <p:txBody>
          <a:bodyPr lIns="121682" tIns="60841" rIns="121682" bIns="60841"/>
          <a:lstStyle/>
          <a:p>
            <a:endParaRPr lang="zh-CN" altLang="en-US">
              <a:cs typeface="+mn-ea"/>
              <a:sym typeface="+mn-lt"/>
            </a:endParaRPr>
          </a:p>
        </p:txBody>
      </p:sp>
      <p:sp>
        <p:nvSpPr>
          <p:cNvPr id="10" name="图标"/>
          <p:cNvSpPr>
            <a:spLocks noEditPoints="1" noChangeArrowheads="1"/>
          </p:cNvSpPr>
          <p:nvPr/>
        </p:nvSpPr>
        <p:spPr bwMode="auto">
          <a:xfrm>
            <a:off x="9011108" y="4099871"/>
            <a:ext cx="779131" cy="569029"/>
          </a:xfrm>
          <a:custGeom>
            <a:avLst/>
            <a:gdLst>
              <a:gd name="T0" fmla="*/ 2147483647 w 112"/>
              <a:gd name="T1" fmla="*/ 2147483647 h 77"/>
              <a:gd name="T2" fmla="*/ 2147483647 w 112"/>
              <a:gd name="T3" fmla="*/ 2147483647 h 77"/>
              <a:gd name="T4" fmla="*/ 2147483647 w 112"/>
              <a:gd name="T5" fmla="*/ 2147483647 h 77"/>
              <a:gd name="T6" fmla="*/ 2147483647 w 112"/>
              <a:gd name="T7" fmla="*/ 2147483647 h 77"/>
              <a:gd name="T8" fmla="*/ 2147483647 w 112"/>
              <a:gd name="T9" fmla="*/ 2147483647 h 77"/>
              <a:gd name="T10" fmla="*/ 0 w 112"/>
              <a:gd name="T11" fmla="*/ 2147483647 h 77"/>
              <a:gd name="T12" fmla="*/ 2147483647 w 112"/>
              <a:gd name="T13" fmla="*/ 2147483647 h 77"/>
              <a:gd name="T14" fmla="*/ 2147483647 w 112"/>
              <a:gd name="T15" fmla="*/ 2147483647 h 77"/>
              <a:gd name="T16" fmla="*/ 2147483647 w 112"/>
              <a:gd name="T17" fmla="*/ 2147483647 h 77"/>
              <a:gd name="T18" fmla="*/ 2147483647 w 112"/>
              <a:gd name="T19" fmla="*/ 2147483647 h 77"/>
              <a:gd name="T20" fmla="*/ 2147483647 w 112"/>
              <a:gd name="T21" fmla="*/ 2147483647 h 77"/>
              <a:gd name="T22" fmla="*/ 2147483647 w 112"/>
              <a:gd name="T23" fmla="*/ 2147483647 h 77"/>
              <a:gd name="T24" fmla="*/ 2147483647 w 112"/>
              <a:gd name="T25" fmla="*/ 2147483647 h 77"/>
              <a:gd name="T26" fmla="*/ 2147483647 w 112"/>
              <a:gd name="T27" fmla="*/ 2147483647 h 77"/>
              <a:gd name="T28" fmla="*/ 2147483647 w 112"/>
              <a:gd name="T29" fmla="*/ 2147483647 h 77"/>
              <a:gd name="T30" fmla="*/ 2147483647 w 112"/>
              <a:gd name="T31" fmla="*/ 2147483647 h 77"/>
              <a:gd name="T32" fmla="*/ 2147483647 w 112"/>
              <a:gd name="T33" fmla="*/ 2147483647 h 77"/>
              <a:gd name="T34" fmla="*/ 2147483647 w 112"/>
              <a:gd name="T35" fmla="*/ 2147483647 h 77"/>
              <a:gd name="T36" fmla="*/ 2147483647 w 112"/>
              <a:gd name="T37" fmla="*/ 2147483647 h 77"/>
              <a:gd name="T38" fmla="*/ 2147483647 w 112"/>
              <a:gd name="T39" fmla="*/ 2147483647 h 77"/>
              <a:gd name="T40" fmla="*/ 2147483647 w 112"/>
              <a:gd name="T41" fmla="*/ 2147483647 h 77"/>
              <a:gd name="T42" fmla="*/ 2147483647 w 112"/>
              <a:gd name="T43" fmla="*/ 2147483647 h 77"/>
              <a:gd name="T44" fmla="*/ 2147483647 w 112"/>
              <a:gd name="T45" fmla="*/ 2147483647 h 77"/>
              <a:gd name="T46" fmla="*/ 2147483647 w 112"/>
              <a:gd name="T47" fmla="*/ 2147483647 h 77"/>
              <a:gd name="T48" fmla="*/ 2147483647 w 112"/>
              <a:gd name="T49" fmla="*/ 2147483647 h 77"/>
              <a:gd name="T50" fmla="*/ 2147483647 w 112"/>
              <a:gd name="T51" fmla="*/ 2147483647 h 77"/>
              <a:gd name="T52" fmla="*/ 2147483647 w 112"/>
              <a:gd name="T53" fmla="*/ 2147483647 h 77"/>
              <a:gd name="T54" fmla="*/ 2147483647 w 112"/>
              <a:gd name="T55" fmla="*/ 2147483647 h 77"/>
              <a:gd name="T56" fmla="*/ 2147483647 w 112"/>
              <a:gd name="T57" fmla="*/ 2147483647 h 77"/>
              <a:gd name="T58" fmla="*/ 2147483647 w 112"/>
              <a:gd name="T59" fmla="*/ 2147483647 h 77"/>
              <a:gd name="T60" fmla="*/ 2147483647 w 112"/>
              <a:gd name="T61" fmla="*/ 2147483647 h 77"/>
              <a:gd name="T62" fmla="*/ 2147483647 w 112"/>
              <a:gd name="T63" fmla="*/ 2147483647 h 77"/>
              <a:gd name="T64" fmla="*/ 2147483647 w 112"/>
              <a:gd name="T65" fmla="*/ 2147483647 h 77"/>
              <a:gd name="T66" fmla="*/ 2147483647 w 112"/>
              <a:gd name="T67" fmla="*/ 2147483647 h 77"/>
              <a:gd name="T68" fmla="*/ 2147483647 w 112"/>
              <a:gd name="T69" fmla="*/ 2147483647 h 77"/>
              <a:gd name="T70" fmla="*/ 2147483647 w 112"/>
              <a:gd name="T71" fmla="*/ 2147483647 h 77"/>
              <a:gd name="T72" fmla="*/ 2147483647 w 112"/>
              <a:gd name="T73" fmla="*/ 2147483647 h 77"/>
              <a:gd name="T74" fmla="*/ 2147483647 w 112"/>
              <a:gd name="T75" fmla="*/ 2147483647 h 77"/>
              <a:gd name="T76" fmla="*/ 2147483647 w 112"/>
              <a:gd name="T77" fmla="*/ 2147483647 h 77"/>
              <a:gd name="T78" fmla="*/ 2147483647 w 112"/>
              <a:gd name="T79" fmla="*/ 2147483647 h 77"/>
              <a:gd name="T80" fmla="*/ 2147483647 w 112"/>
              <a:gd name="T81" fmla="*/ 2147483647 h 77"/>
              <a:gd name="T82" fmla="*/ 2147483647 w 112"/>
              <a:gd name="T83" fmla="*/ 2147483647 h 77"/>
              <a:gd name="T84" fmla="*/ 2147483647 w 112"/>
              <a:gd name="T85" fmla="*/ 2147483647 h 77"/>
              <a:gd name="T86" fmla="*/ 2147483647 w 112"/>
              <a:gd name="T87" fmla="*/ 2147483647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2"/>
              <a:gd name="T133" fmla="*/ 0 h 77"/>
              <a:gd name="T134" fmla="*/ 112 w 112"/>
              <a:gd name="T135" fmla="*/ 77 h 7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lstStyle/>
          <a:p>
            <a:pPr fontAlgn="base">
              <a:spcBef>
                <a:spcPct val="0"/>
              </a:spcBef>
              <a:spcAft>
                <a:spcPct val="0"/>
              </a:spcAft>
            </a:pPr>
            <a:endParaRPr lang="zh-CN" altLang="en-US" sz="2400">
              <a:solidFill>
                <a:srgbClr val="000000"/>
              </a:solidFill>
              <a:cs typeface="+mn-ea"/>
              <a:sym typeface="+mn-lt"/>
            </a:endParaRPr>
          </a:p>
        </p:txBody>
      </p:sp>
      <p:sp>
        <p:nvSpPr>
          <p:cNvPr id="11" name="图标"/>
          <p:cNvSpPr>
            <a:spLocks noEditPoints="1" noChangeArrowheads="1"/>
          </p:cNvSpPr>
          <p:nvPr/>
        </p:nvSpPr>
        <p:spPr bwMode="auto">
          <a:xfrm>
            <a:off x="10907435" y="4109344"/>
            <a:ext cx="486471" cy="581858"/>
          </a:xfrm>
          <a:custGeom>
            <a:avLst/>
            <a:gdLst>
              <a:gd name="T0" fmla="*/ 0 w 86"/>
              <a:gd name="T1" fmla="*/ 2147483647 h 96"/>
              <a:gd name="T2" fmla="*/ 2147483647 w 86"/>
              <a:gd name="T3" fmla="*/ 2147483647 h 96"/>
              <a:gd name="T4" fmla="*/ 2147483647 w 86"/>
              <a:gd name="T5" fmla="*/ 2147483647 h 96"/>
              <a:gd name="T6" fmla="*/ 2147483647 w 86"/>
              <a:gd name="T7" fmla="*/ 2147483647 h 96"/>
              <a:gd name="T8" fmla="*/ 2147483647 w 86"/>
              <a:gd name="T9" fmla="*/ 2147483647 h 96"/>
              <a:gd name="T10" fmla="*/ 2147483647 w 86"/>
              <a:gd name="T11" fmla="*/ 2147483647 h 96"/>
              <a:gd name="T12" fmla="*/ 2147483647 w 86"/>
              <a:gd name="T13" fmla="*/ 2147483647 h 96"/>
              <a:gd name="T14" fmla="*/ 2147483647 w 86"/>
              <a:gd name="T15" fmla="*/ 2147483647 h 96"/>
              <a:gd name="T16" fmla="*/ 2147483647 w 86"/>
              <a:gd name="T17" fmla="*/ 2147483647 h 96"/>
              <a:gd name="T18" fmla="*/ 2147483647 w 86"/>
              <a:gd name="T19" fmla="*/ 2147483647 h 96"/>
              <a:gd name="T20" fmla="*/ 2147483647 w 86"/>
              <a:gd name="T21" fmla="*/ 2147483647 h 96"/>
              <a:gd name="T22" fmla="*/ 2147483647 w 86"/>
              <a:gd name="T23" fmla="*/ 2147483647 h 96"/>
              <a:gd name="T24" fmla="*/ 2147483647 w 86"/>
              <a:gd name="T25" fmla="*/ 2147483647 h 96"/>
              <a:gd name="T26" fmla="*/ 2147483647 w 86"/>
              <a:gd name="T27" fmla="*/ 2147483647 h 96"/>
              <a:gd name="T28" fmla="*/ 2147483647 w 86"/>
              <a:gd name="T29" fmla="*/ 2147483647 h 96"/>
              <a:gd name="T30" fmla="*/ 2147483647 w 86"/>
              <a:gd name="T31" fmla="*/ 2147483647 h 96"/>
              <a:gd name="T32" fmla="*/ 2147483647 w 86"/>
              <a:gd name="T33" fmla="*/ 2147483647 h 96"/>
              <a:gd name="T34" fmla="*/ 2147483647 w 86"/>
              <a:gd name="T35" fmla="*/ 2147483647 h 96"/>
              <a:gd name="T36" fmla="*/ 2147483647 w 86"/>
              <a:gd name="T37" fmla="*/ 2147483647 h 96"/>
              <a:gd name="T38" fmla="*/ 2147483647 w 86"/>
              <a:gd name="T39" fmla="*/ 2147483647 h 96"/>
              <a:gd name="T40" fmla="*/ 2147483647 w 86"/>
              <a:gd name="T41" fmla="*/ 2147483647 h 96"/>
              <a:gd name="T42" fmla="*/ 2147483647 w 86"/>
              <a:gd name="T43" fmla="*/ 2147483647 h 96"/>
              <a:gd name="T44" fmla="*/ 2147483647 w 86"/>
              <a:gd name="T45" fmla="*/ 2147483647 h 96"/>
              <a:gd name="T46" fmla="*/ 2147483647 w 86"/>
              <a:gd name="T47" fmla="*/ 2147483647 h 96"/>
              <a:gd name="T48" fmla="*/ 2147483647 w 86"/>
              <a:gd name="T49" fmla="*/ 2147483647 h 96"/>
              <a:gd name="T50" fmla="*/ 2147483647 w 86"/>
              <a:gd name="T51" fmla="*/ 2147483647 h 96"/>
              <a:gd name="T52" fmla="*/ 2147483647 w 86"/>
              <a:gd name="T53" fmla="*/ 2147483647 h 96"/>
              <a:gd name="T54" fmla="*/ 2147483647 w 86"/>
              <a:gd name="T55" fmla="*/ 2147483647 h 96"/>
              <a:gd name="T56" fmla="*/ 2147483647 w 86"/>
              <a:gd name="T57" fmla="*/ 2147483647 h 96"/>
              <a:gd name="T58" fmla="*/ 2147483647 w 86"/>
              <a:gd name="T59" fmla="*/ 2147483647 h 96"/>
              <a:gd name="T60" fmla="*/ 2147483647 w 86"/>
              <a:gd name="T61" fmla="*/ 0 h 96"/>
              <a:gd name="T62" fmla="*/ 2147483647 w 86"/>
              <a:gd name="T63" fmla="*/ 2147483647 h 96"/>
              <a:gd name="T64" fmla="*/ 2147483647 w 86"/>
              <a:gd name="T65" fmla="*/ 2147483647 h 96"/>
              <a:gd name="T66" fmla="*/ 2147483647 w 86"/>
              <a:gd name="T67" fmla="*/ 2147483647 h 96"/>
              <a:gd name="T68" fmla="*/ 2147483647 w 86"/>
              <a:gd name="T69" fmla="*/ 2147483647 h 96"/>
              <a:gd name="T70" fmla="*/ 2147483647 w 86"/>
              <a:gd name="T71" fmla="*/ 2147483647 h 96"/>
              <a:gd name="T72" fmla="*/ 2147483647 w 86"/>
              <a:gd name="T73" fmla="*/ 2147483647 h 96"/>
              <a:gd name="T74" fmla="*/ 2147483647 w 86"/>
              <a:gd name="T75" fmla="*/ 2147483647 h 96"/>
              <a:gd name="T76" fmla="*/ 2147483647 w 86"/>
              <a:gd name="T77" fmla="*/ 2147483647 h 96"/>
              <a:gd name="T78" fmla="*/ 2147483647 w 86"/>
              <a:gd name="T79" fmla="*/ 2147483647 h 96"/>
              <a:gd name="T80" fmla="*/ 2147483647 w 86"/>
              <a:gd name="T81" fmla="*/ 2147483647 h 96"/>
              <a:gd name="T82" fmla="*/ 2147483647 w 86"/>
              <a:gd name="T83" fmla="*/ 2147483647 h 96"/>
              <a:gd name="T84" fmla="*/ 2147483647 w 86"/>
              <a:gd name="T85" fmla="*/ 2147483647 h 96"/>
              <a:gd name="T86" fmla="*/ 2147483647 w 86"/>
              <a:gd name="T87" fmla="*/ 2147483647 h 96"/>
              <a:gd name="T88" fmla="*/ 2147483647 w 86"/>
              <a:gd name="T89" fmla="*/ 2147483647 h 96"/>
              <a:gd name="T90" fmla="*/ 2147483647 w 86"/>
              <a:gd name="T91" fmla="*/ 2147483647 h 96"/>
              <a:gd name="T92" fmla="*/ 2147483647 w 86"/>
              <a:gd name="T93" fmla="*/ 2147483647 h 96"/>
              <a:gd name="T94" fmla="*/ 2147483647 w 86"/>
              <a:gd name="T95" fmla="*/ 2147483647 h 96"/>
              <a:gd name="T96" fmla="*/ 2147483647 w 86"/>
              <a:gd name="T97" fmla="*/ 2147483647 h 96"/>
              <a:gd name="T98" fmla="*/ 2147483647 w 86"/>
              <a:gd name="T99" fmla="*/ 2147483647 h 96"/>
              <a:gd name="T100" fmla="*/ 2147483647 w 86"/>
              <a:gd name="T101" fmla="*/ 2147483647 h 9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6"/>
              <a:gd name="T154" fmla="*/ 0 h 96"/>
              <a:gd name="T155" fmla="*/ 86 w 86"/>
              <a:gd name="T156" fmla="*/ 96 h 9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6" h="96">
                <a:moveTo>
                  <a:pt x="23" y="36"/>
                </a:moveTo>
                <a:cubicBezTo>
                  <a:pt x="4" y="36"/>
                  <a:pt x="4" y="36"/>
                  <a:pt x="4" y="36"/>
                </a:cubicBezTo>
                <a:cubicBezTo>
                  <a:pt x="2" y="36"/>
                  <a:pt x="0" y="38"/>
                  <a:pt x="0" y="41"/>
                </a:cubicBezTo>
                <a:cubicBezTo>
                  <a:pt x="0" y="87"/>
                  <a:pt x="0" y="87"/>
                  <a:pt x="0" y="87"/>
                </a:cubicBezTo>
                <a:cubicBezTo>
                  <a:pt x="0" y="88"/>
                  <a:pt x="1" y="90"/>
                  <a:pt x="3" y="91"/>
                </a:cubicBezTo>
                <a:cubicBezTo>
                  <a:pt x="13" y="62"/>
                  <a:pt x="13" y="62"/>
                  <a:pt x="13" y="62"/>
                </a:cubicBezTo>
                <a:cubicBezTo>
                  <a:pt x="14" y="59"/>
                  <a:pt x="16" y="56"/>
                  <a:pt x="19" y="54"/>
                </a:cubicBezTo>
                <a:cubicBezTo>
                  <a:pt x="21" y="52"/>
                  <a:pt x="24"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9" y="50"/>
                  <a:pt x="29" y="50"/>
                  <a:pt x="29" y="50"/>
                </a:cubicBezTo>
                <a:cubicBezTo>
                  <a:pt x="31" y="50"/>
                  <a:pt x="31" y="50"/>
                  <a:pt x="31" y="50"/>
                </a:cubicBezTo>
                <a:cubicBezTo>
                  <a:pt x="32" y="48"/>
                  <a:pt x="34" y="45"/>
                  <a:pt x="35" y="43"/>
                </a:cubicBezTo>
                <a:cubicBezTo>
                  <a:pt x="36" y="39"/>
                  <a:pt x="37" y="36"/>
                  <a:pt x="36" y="32"/>
                </a:cubicBezTo>
                <a:cubicBezTo>
                  <a:pt x="78" y="32"/>
                  <a:pt x="78" y="32"/>
                  <a:pt x="78" y="32"/>
                </a:cubicBezTo>
                <a:cubicBezTo>
                  <a:pt x="79" y="36"/>
                  <a:pt x="79" y="40"/>
                  <a:pt x="78" y="43"/>
                </a:cubicBezTo>
                <a:cubicBezTo>
                  <a:pt x="77" y="46"/>
                  <a:pt x="76" y="48"/>
                  <a:pt x="75" y="50"/>
                </a:cubicBezTo>
                <a:cubicBezTo>
                  <a:pt x="79" y="50"/>
                  <a:pt x="79" y="50"/>
                  <a:pt x="79" y="50"/>
                </a:cubicBezTo>
                <a:cubicBezTo>
                  <a:pt x="80" y="48"/>
                  <a:pt x="80" y="46"/>
                  <a:pt x="81" y="44"/>
                </a:cubicBezTo>
                <a:cubicBezTo>
                  <a:pt x="82" y="40"/>
                  <a:pt x="82" y="35"/>
                  <a:pt x="82" y="30"/>
                </a:cubicBezTo>
                <a:cubicBezTo>
                  <a:pt x="80" y="29"/>
                  <a:pt x="80" y="29"/>
                  <a:pt x="80" y="29"/>
                </a:cubicBezTo>
                <a:cubicBezTo>
                  <a:pt x="58" y="29"/>
                  <a:pt x="58" y="29"/>
                  <a:pt x="58" y="29"/>
                </a:cubicBezTo>
                <a:cubicBezTo>
                  <a:pt x="58" y="24"/>
                  <a:pt x="57" y="18"/>
                  <a:pt x="53" y="13"/>
                </a:cubicBezTo>
                <a:cubicBezTo>
                  <a:pt x="52" y="12"/>
                  <a:pt x="52" y="12"/>
                  <a:pt x="52" y="12"/>
                </a:cubicBezTo>
                <a:cubicBezTo>
                  <a:pt x="43" y="12"/>
                  <a:pt x="43" y="12"/>
                  <a:pt x="43" y="12"/>
                </a:cubicBezTo>
                <a:cubicBezTo>
                  <a:pt x="41" y="8"/>
                  <a:pt x="38" y="5"/>
                  <a:pt x="35" y="3"/>
                </a:cubicBezTo>
                <a:cubicBezTo>
                  <a:pt x="34" y="2"/>
                  <a:pt x="32" y="1"/>
                  <a:pt x="31" y="0"/>
                </a:cubicBezTo>
                <a:cubicBezTo>
                  <a:pt x="30" y="0"/>
                  <a:pt x="30" y="0"/>
                  <a:pt x="30" y="0"/>
                </a:cubicBezTo>
                <a:cubicBezTo>
                  <a:pt x="2" y="0"/>
                  <a:pt x="2" y="0"/>
                  <a:pt x="2" y="0"/>
                </a:cubicBezTo>
                <a:cubicBezTo>
                  <a:pt x="1" y="3"/>
                  <a:pt x="1" y="3"/>
                  <a:pt x="1" y="3"/>
                </a:cubicBezTo>
                <a:cubicBezTo>
                  <a:pt x="4" y="6"/>
                  <a:pt x="8" y="10"/>
                  <a:pt x="10" y="15"/>
                </a:cubicBezTo>
                <a:cubicBezTo>
                  <a:pt x="11" y="19"/>
                  <a:pt x="11" y="24"/>
                  <a:pt x="9" y="30"/>
                </a:cubicBezTo>
                <a:cubicBezTo>
                  <a:pt x="10" y="32"/>
                  <a:pt x="10" y="32"/>
                  <a:pt x="10" y="32"/>
                </a:cubicBezTo>
                <a:cubicBezTo>
                  <a:pt x="23" y="32"/>
                  <a:pt x="23" y="32"/>
                  <a:pt x="23" y="32"/>
                </a:cubicBezTo>
                <a:cubicBezTo>
                  <a:pt x="23" y="34"/>
                  <a:pt x="23" y="35"/>
                  <a:pt x="23" y="36"/>
                </a:cubicBezTo>
                <a:close/>
                <a:moveTo>
                  <a:pt x="40" y="42"/>
                </a:moveTo>
                <a:cubicBezTo>
                  <a:pt x="73" y="42"/>
                  <a:pt x="73" y="42"/>
                  <a:pt x="73" y="42"/>
                </a:cubicBezTo>
                <a:cubicBezTo>
                  <a:pt x="72" y="45"/>
                  <a:pt x="72" y="45"/>
                  <a:pt x="72" y="45"/>
                </a:cubicBezTo>
                <a:cubicBezTo>
                  <a:pt x="39" y="45"/>
                  <a:pt x="39" y="45"/>
                  <a:pt x="39" y="45"/>
                </a:cubicBezTo>
                <a:cubicBezTo>
                  <a:pt x="40" y="42"/>
                  <a:pt x="40" y="42"/>
                  <a:pt x="40" y="42"/>
                </a:cubicBezTo>
                <a:close/>
                <a:moveTo>
                  <a:pt x="41" y="36"/>
                </a:moveTo>
                <a:cubicBezTo>
                  <a:pt x="75" y="36"/>
                  <a:pt x="75" y="36"/>
                  <a:pt x="75" y="36"/>
                </a:cubicBezTo>
                <a:cubicBezTo>
                  <a:pt x="74" y="39"/>
                  <a:pt x="74" y="39"/>
                  <a:pt x="74" y="39"/>
                </a:cubicBezTo>
                <a:cubicBezTo>
                  <a:pt x="41" y="39"/>
                  <a:pt x="41" y="39"/>
                  <a:pt x="41" y="39"/>
                </a:cubicBezTo>
                <a:cubicBezTo>
                  <a:pt x="41" y="36"/>
                  <a:pt x="41" y="36"/>
                  <a:pt x="41" y="36"/>
                </a:cubicBezTo>
                <a:close/>
                <a:moveTo>
                  <a:pt x="31" y="26"/>
                </a:moveTo>
                <a:cubicBezTo>
                  <a:pt x="50" y="26"/>
                  <a:pt x="50" y="26"/>
                  <a:pt x="50" y="26"/>
                </a:cubicBezTo>
                <a:cubicBezTo>
                  <a:pt x="50" y="27"/>
                  <a:pt x="50" y="27"/>
                  <a:pt x="50" y="27"/>
                </a:cubicBezTo>
                <a:cubicBezTo>
                  <a:pt x="30" y="27"/>
                  <a:pt x="30" y="27"/>
                  <a:pt x="30" y="27"/>
                </a:cubicBezTo>
                <a:cubicBezTo>
                  <a:pt x="31" y="26"/>
                  <a:pt x="31" y="26"/>
                  <a:pt x="31" y="26"/>
                </a:cubicBezTo>
                <a:close/>
                <a:moveTo>
                  <a:pt x="31" y="22"/>
                </a:moveTo>
                <a:cubicBezTo>
                  <a:pt x="50" y="22"/>
                  <a:pt x="50" y="22"/>
                  <a:pt x="50" y="22"/>
                </a:cubicBezTo>
                <a:cubicBezTo>
                  <a:pt x="50" y="23"/>
                  <a:pt x="50" y="23"/>
                  <a:pt x="50" y="23"/>
                </a:cubicBezTo>
                <a:cubicBezTo>
                  <a:pt x="31" y="23"/>
                  <a:pt x="31" y="23"/>
                  <a:pt x="31" y="23"/>
                </a:cubicBezTo>
                <a:cubicBezTo>
                  <a:pt x="31" y="22"/>
                  <a:pt x="31" y="22"/>
                  <a:pt x="31" y="22"/>
                </a:cubicBezTo>
                <a:close/>
                <a:moveTo>
                  <a:pt x="30" y="18"/>
                </a:moveTo>
                <a:cubicBezTo>
                  <a:pt x="50" y="18"/>
                  <a:pt x="50" y="18"/>
                  <a:pt x="50" y="18"/>
                </a:cubicBezTo>
                <a:cubicBezTo>
                  <a:pt x="50" y="20"/>
                  <a:pt x="50" y="20"/>
                  <a:pt x="50" y="20"/>
                </a:cubicBezTo>
                <a:cubicBezTo>
                  <a:pt x="30" y="20"/>
                  <a:pt x="30" y="20"/>
                  <a:pt x="30" y="20"/>
                </a:cubicBezTo>
                <a:cubicBezTo>
                  <a:pt x="30" y="18"/>
                  <a:pt x="30" y="18"/>
                  <a:pt x="30" y="18"/>
                </a:cubicBezTo>
                <a:close/>
                <a:moveTo>
                  <a:pt x="74" y="96"/>
                </a:moveTo>
                <a:cubicBezTo>
                  <a:pt x="6" y="96"/>
                  <a:pt x="6" y="96"/>
                  <a:pt x="6" y="96"/>
                </a:cubicBezTo>
                <a:cubicBezTo>
                  <a:pt x="17" y="63"/>
                  <a:pt x="17" y="63"/>
                  <a:pt x="17" y="63"/>
                </a:cubicBezTo>
                <a:cubicBezTo>
                  <a:pt x="18" y="61"/>
                  <a:pt x="20" y="59"/>
                  <a:pt x="22" y="58"/>
                </a:cubicBezTo>
                <a:cubicBezTo>
                  <a:pt x="24" y="56"/>
                  <a:pt x="26" y="55"/>
                  <a:pt x="28" y="55"/>
                </a:cubicBezTo>
                <a:cubicBezTo>
                  <a:pt x="82" y="55"/>
                  <a:pt x="82" y="55"/>
                  <a:pt x="82" y="55"/>
                </a:cubicBezTo>
                <a:cubicBezTo>
                  <a:pt x="82" y="55"/>
                  <a:pt x="83" y="55"/>
                  <a:pt x="84" y="56"/>
                </a:cubicBezTo>
                <a:cubicBezTo>
                  <a:pt x="85" y="56"/>
                  <a:pt x="85" y="56"/>
                  <a:pt x="86" y="57"/>
                </a:cubicBezTo>
                <a:cubicBezTo>
                  <a:pt x="86" y="58"/>
                  <a:pt x="86" y="59"/>
                  <a:pt x="86" y="60"/>
                </a:cubicBezTo>
                <a:cubicBezTo>
                  <a:pt x="86" y="60"/>
                  <a:pt x="86" y="61"/>
                  <a:pt x="86" y="62"/>
                </a:cubicBezTo>
                <a:cubicBezTo>
                  <a:pt x="74" y="96"/>
                  <a:pt x="74" y="96"/>
                  <a:pt x="74" y="96"/>
                </a:cubicBezTo>
                <a:close/>
                <a:moveTo>
                  <a:pt x="32" y="41"/>
                </a:moveTo>
                <a:cubicBezTo>
                  <a:pt x="24" y="41"/>
                  <a:pt x="24" y="41"/>
                  <a:pt x="24" y="41"/>
                </a:cubicBezTo>
                <a:cubicBezTo>
                  <a:pt x="26" y="38"/>
                  <a:pt x="27" y="34"/>
                  <a:pt x="27" y="29"/>
                </a:cubicBezTo>
                <a:cubicBezTo>
                  <a:pt x="27" y="25"/>
                  <a:pt x="27" y="20"/>
                  <a:pt x="25" y="15"/>
                </a:cubicBezTo>
                <a:cubicBezTo>
                  <a:pt x="51" y="15"/>
                  <a:pt x="51" y="15"/>
                  <a:pt x="51" y="15"/>
                </a:cubicBezTo>
                <a:cubicBezTo>
                  <a:pt x="54" y="20"/>
                  <a:pt x="55" y="24"/>
                  <a:pt x="54" y="29"/>
                </a:cubicBezTo>
                <a:cubicBezTo>
                  <a:pt x="54" y="29"/>
                  <a:pt x="54" y="29"/>
                  <a:pt x="54" y="29"/>
                </a:cubicBezTo>
                <a:cubicBezTo>
                  <a:pt x="34" y="29"/>
                  <a:pt x="34" y="29"/>
                  <a:pt x="34" y="29"/>
                </a:cubicBezTo>
                <a:cubicBezTo>
                  <a:pt x="33" y="31"/>
                  <a:pt x="33" y="31"/>
                  <a:pt x="33" y="31"/>
                </a:cubicBezTo>
                <a:cubicBezTo>
                  <a:pt x="33" y="35"/>
                  <a:pt x="33" y="38"/>
                  <a:pt x="32" y="41"/>
                </a:cubicBezTo>
                <a:close/>
                <a:moveTo>
                  <a:pt x="24" y="29"/>
                </a:moveTo>
                <a:cubicBezTo>
                  <a:pt x="12" y="29"/>
                  <a:pt x="12" y="29"/>
                  <a:pt x="12" y="29"/>
                </a:cubicBezTo>
                <a:cubicBezTo>
                  <a:pt x="15" y="23"/>
                  <a:pt x="15" y="18"/>
                  <a:pt x="13" y="14"/>
                </a:cubicBezTo>
                <a:cubicBezTo>
                  <a:pt x="11" y="10"/>
                  <a:pt x="9" y="6"/>
                  <a:pt x="6" y="3"/>
                </a:cubicBezTo>
                <a:cubicBezTo>
                  <a:pt x="30" y="3"/>
                  <a:pt x="30" y="3"/>
                  <a:pt x="30" y="3"/>
                </a:cubicBezTo>
                <a:cubicBezTo>
                  <a:pt x="31" y="4"/>
                  <a:pt x="32" y="5"/>
                  <a:pt x="33" y="5"/>
                </a:cubicBezTo>
                <a:cubicBezTo>
                  <a:pt x="36" y="7"/>
                  <a:pt x="38" y="9"/>
                  <a:pt x="39" y="12"/>
                </a:cubicBezTo>
                <a:cubicBezTo>
                  <a:pt x="23" y="12"/>
                  <a:pt x="23" y="12"/>
                  <a:pt x="23" y="12"/>
                </a:cubicBezTo>
                <a:cubicBezTo>
                  <a:pt x="22" y="14"/>
                  <a:pt x="22" y="14"/>
                  <a:pt x="22" y="14"/>
                </a:cubicBezTo>
                <a:cubicBezTo>
                  <a:pt x="23" y="19"/>
                  <a:pt x="24" y="24"/>
                  <a:pt x="24" y="29"/>
                </a:cubicBezTo>
                <a:close/>
              </a:path>
            </a:pathLst>
          </a:custGeom>
          <a:solidFill>
            <a:schemeClr val="bg1"/>
          </a:solidFill>
          <a:ln>
            <a:noFill/>
          </a:ln>
        </p:spPr>
        <p:txBody>
          <a:bodyPr/>
          <a:lstStyle/>
          <a:p>
            <a:pPr fontAlgn="base">
              <a:spcBef>
                <a:spcPct val="0"/>
              </a:spcBef>
              <a:spcAft>
                <a:spcPct val="0"/>
              </a:spcAft>
            </a:pPr>
            <a:endParaRPr lang="zh-CN" altLang="en-US" sz="2400">
              <a:solidFill>
                <a:srgbClr val="000000"/>
              </a:solidFill>
              <a:cs typeface="+mn-ea"/>
              <a:sym typeface="+mn-lt"/>
            </a:endParaRPr>
          </a:p>
        </p:txBody>
      </p:sp>
      <p:sp>
        <p:nvSpPr>
          <p:cNvPr id="12" name="图标"/>
          <p:cNvSpPr>
            <a:spLocks noEditPoints="1"/>
          </p:cNvSpPr>
          <p:nvPr/>
        </p:nvSpPr>
        <p:spPr bwMode="auto">
          <a:xfrm>
            <a:off x="5637355" y="4099871"/>
            <a:ext cx="743909" cy="557933"/>
          </a:xfrm>
          <a:custGeom>
            <a:avLst/>
            <a:gdLst>
              <a:gd name="T0" fmla="*/ 107 w 136"/>
              <a:gd name="T1" fmla="*/ 18 h 102"/>
              <a:gd name="T2" fmla="*/ 115 w 136"/>
              <a:gd name="T3" fmla="*/ 20 h 102"/>
              <a:gd name="T4" fmla="*/ 119 w 136"/>
              <a:gd name="T5" fmla="*/ 4 h 102"/>
              <a:gd name="T6" fmla="*/ 105 w 136"/>
              <a:gd name="T7" fmla="*/ 0 h 102"/>
              <a:gd name="T8" fmla="*/ 34 w 136"/>
              <a:gd name="T9" fmla="*/ 61 h 102"/>
              <a:gd name="T10" fmla="*/ 117 w 136"/>
              <a:gd name="T11" fmla="*/ 102 h 102"/>
              <a:gd name="T12" fmla="*/ 34 w 136"/>
              <a:gd name="T13" fmla="*/ 61 h 102"/>
              <a:gd name="T14" fmla="*/ 0 w 136"/>
              <a:gd name="T15" fmla="*/ 65 h 102"/>
              <a:gd name="T16" fmla="*/ 4 w 136"/>
              <a:gd name="T17" fmla="*/ 102 h 102"/>
              <a:gd name="T18" fmla="*/ 10 w 136"/>
              <a:gd name="T19" fmla="*/ 61 h 102"/>
              <a:gd name="T20" fmla="*/ 131 w 136"/>
              <a:gd name="T21" fmla="*/ 61 h 102"/>
              <a:gd name="T22" fmla="*/ 121 w 136"/>
              <a:gd name="T23" fmla="*/ 102 h 102"/>
              <a:gd name="T24" fmla="*/ 136 w 136"/>
              <a:gd name="T25" fmla="*/ 98 h 102"/>
              <a:gd name="T26" fmla="*/ 131 w 136"/>
              <a:gd name="T27" fmla="*/ 61 h 102"/>
              <a:gd name="T28" fmla="*/ 22 w 136"/>
              <a:gd name="T29" fmla="*/ 102 h 102"/>
              <a:gd name="T30" fmla="*/ 30 w 136"/>
              <a:gd name="T31" fmla="*/ 61 h 102"/>
              <a:gd name="T32" fmla="*/ 127 w 136"/>
              <a:gd name="T33" fmla="*/ 49 h 102"/>
              <a:gd name="T34" fmla="*/ 123 w 136"/>
              <a:gd name="T35" fmla="*/ 28 h 102"/>
              <a:gd name="T36" fmla="*/ 8 w 136"/>
              <a:gd name="T37" fmla="*/ 33 h 102"/>
              <a:gd name="T38" fmla="*/ 12 w 136"/>
              <a:gd name="T39" fmla="*/ 53 h 102"/>
              <a:gd name="T40" fmla="*/ 127 w 136"/>
              <a:gd name="T41" fmla="*/ 49 h 102"/>
              <a:gd name="T42" fmla="*/ 33 w 136"/>
              <a:gd name="T43" fmla="*/ 35 h 102"/>
              <a:gd name="T44" fmla="*/ 29 w 136"/>
              <a:gd name="T45" fmla="*/ 35 h 102"/>
              <a:gd name="T46" fmla="*/ 24 w 136"/>
              <a:gd name="T47" fmla="*/ 47 h 102"/>
              <a:gd name="T48" fmla="*/ 20 w 136"/>
              <a:gd name="T49" fmla="*/ 47 h 102"/>
              <a:gd name="T50" fmla="*/ 22 w 136"/>
              <a:gd name="T51" fmla="*/ 33 h 102"/>
              <a:gd name="T52" fmla="*/ 24 w 136"/>
              <a:gd name="T53" fmla="*/ 47 h 102"/>
              <a:gd name="T54" fmla="*/ 29 w 136"/>
              <a:gd name="T55" fmla="*/ 43 h 102"/>
              <a:gd name="T56" fmla="*/ 33 w 136"/>
              <a:gd name="T57" fmla="*/ 43 h 102"/>
              <a:gd name="T58" fmla="*/ 35 w 136"/>
              <a:gd name="T59" fmla="*/ 49 h 102"/>
              <a:gd name="T60" fmla="*/ 35 w 136"/>
              <a:gd name="T61" fmla="*/ 45 h 102"/>
              <a:gd name="T62" fmla="*/ 35 w 136"/>
              <a:gd name="T63" fmla="*/ 49 h 102"/>
              <a:gd name="T64" fmla="*/ 33 w 136"/>
              <a:gd name="T65" fmla="*/ 39 h 102"/>
              <a:gd name="T66" fmla="*/ 37 w 136"/>
              <a:gd name="T67" fmla="*/ 39 h 102"/>
              <a:gd name="T68" fmla="*/ 119 w 136"/>
              <a:gd name="T69" fmla="*/ 45 h 102"/>
              <a:gd name="T70" fmla="*/ 111 w 136"/>
              <a:gd name="T71" fmla="*/ 45 h 102"/>
              <a:gd name="T72" fmla="*/ 115 w 136"/>
              <a:gd name="T73" fmla="*/ 33 h 102"/>
              <a:gd name="T74" fmla="*/ 119 w 136"/>
              <a:gd name="T75" fmla="*/ 45 h 102"/>
              <a:gd name="T76" fmla="*/ 105 w 136"/>
              <a:gd name="T77" fmla="*/ 20 h 102"/>
              <a:gd name="T78" fmla="*/ 103 w 136"/>
              <a:gd name="T79" fmla="*/ 2 h 102"/>
              <a:gd name="T80" fmla="*/ 20 w 136"/>
              <a:gd name="T81" fmla="*/ 0 h 102"/>
              <a:gd name="T82" fmla="*/ 16 w 136"/>
              <a:gd name="T83" fmla="*/ 16 h 102"/>
              <a:gd name="T84" fmla="*/ 82 w 136"/>
              <a:gd name="T85" fmla="*/ 4 h 102"/>
              <a:gd name="T86" fmla="*/ 99 w 136"/>
              <a:gd name="T87" fmla="*/ 16 h 102"/>
              <a:gd name="T88" fmla="*/ 82 w 136"/>
              <a:gd name="T89" fmla="*/ 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6" h="102">
                <a:moveTo>
                  <a:pt x="107" y="2"/>
                </a:moveTo>
                <a:cubicBezTo>
                  <a:pt x="109" y="7"/>
                  <a:pt x="109" y="13"/>
                  <a:pt x="107" y="18"/>
                </a:cubicBezTo>
                <a:cubicBezTo>
                  <a:pt x="107" y="19"/>
                  <a:pt x="106" y="20"/>
                  <a:pt x="105" y="20"/>
                </a:cubicBezTo>
                <a:cubicBezTo>
                  <a:pt x="115" y="20"/>
                  <a:pt x="115" y="20"/>
                  <a:pt x="115" y="20"/>
                </a:cubicBezTo>
                <a:cubicBezTo>
                  <a:pt x="117" y="20"/>
                  <a:pt x="119" y="18"/>
                  <a:pt x="119" y="16"/>
                </a:cubicBezTo>
                <a:cubicBezTo>
                  <a:pt x="119" y="4"/>
                  <a:pt x="119" y="4"/>
                  <a:pt x="119" y="4"/>
                </a:cubicBezTo>
                <a:cubicBezTo>
                  <a:pt x="119" y="1"/>
                  <a:pt x="117" y="0"/>
                  <a:pt x="115" y="0"/>
                </a:cubicBezTo>
                <a:cubicBezTo>
                  <a:pt x="105" y="0"/>
                  <a:pt x="105" y="0"/>
                  <a:pt x="105" y="0"/>
                </a:cubicBezTo>
                <a:cubicBezTo>
                  <a:pt x="106" y="0"/>
                  <a:pt x="107" y="1"/>
                  <a:pt x="107" y="2"/>
                </a:cubicBezTo>
                <a:close/>
                <a:moveTo>
                  <a:pt x="34" y="61"/>
                </a:moveTo>
                <a:cubicBezTo>
                  <a:pt x="32" y="75"/>
                  <a:pt x="32" y="89"/>
                  <a:pt x="34" y="102"/>
                </a:cubicBezTo>
                <a:cubicBezTo>
                  <a:pt x="117" y="102"/>
                  <a:pt x="117" y="102"/>
                  <a:pt x="117" y="102"/>
                </a:cubicBezTo>
                <a:cubicBezTo>
                  <a:pt x="121" y="93"/>
                  <a:pt x="121" y="70"/>
                  <a:pt x="117" y="61"/>
                </a:cubicBezTo>
                <a:lnTo>
                  <a:pt x="34" y="61"/>
                </a:lnTo>
                <a:close/>
                <a:moveTo>
                  <a:pt x="4" y="61"/>
                </a:moveTo>
                <a:cubicBezTo>
                  <a:pt x="2" y="61"/>
                  <a:pt x="0" y="63"/>
                  <a:pt x="0" y="65"/>
                </a:cubicBezTo>
                <a:cubicBezTo>
                  <a:pt x="0" y="98"/>
                  <a:pt x="0" y="98"/>
                  <a:pt x="0" y="98"/>
                </a:cubicBezTo>
                <a:cubicBezTo>
                  <a:pt x="0" y="101"/>
                  <a:pt x="2" y="102"/>
                  <a:pt x="4" y="102"/>
                </a:cubicBezTo>
                <a:cubicBezTo>
                  <a:pt x="10" y="102"/>
                  <a:pt x="10" y="102"/>
                  <a:pt x="10" y="102"/>
                </a:cubicBezTo>
                <a:cubicBezTo>
                  <a:pt x="8" y="98"/>
                  <a:pt x="8" y="66"/>
                  <a:pt x="10" y="61"/>
                </a:cubicBezTo>
                <a:lnTo>
                  <a:pt x="4" y="61"/>
                </a:lnTo>
                <a:close/>
                <a:moveTo>
                  <a:pt x="131" y="61"/>
                </a:moveTo>
                <a:cubicBezTo>
                  <a:pt x="121" y="61"/>
                  <a:pt x="121" y="61"/>
                  <a:pt x="121" y="61"/>
                </a:cubicBezTo>
                <a:cubicBezTo>
                  <a:pt x="125" y="70"/>
                  <a:pt x="124" y="95"/>
                  <a:pt x="121" y="102"/>
                </a:cubicBezTo>
                <a:cubicBezTo>
                  <a:pt x="131" y="102"/>
                  <a:pt x="131" y="102"/>
                  <a:pt x="131" y="102"/>
                </a:cubicBezTo>
                <a:cubicBezTo>
                  <a:pt x="134" y="102"/>
                  <a:pt x="136" y="101"/>
                  <a:pt x="136" y="98"/>
                </a:cubicBezTo>
                <a:cubicBezTo>
                  <a:pt x="136" y="65"/>
                  <a:pt x="136" y="65"/>
                  <a:pt x="136" y="65"/>
                </a:cubicBezTo>
                <a:cubicBezTo>
                  <a:pt x="136" y="63"/>
                  <a:pt x="134" y="61"/>
                  <a:pt x="131" y="61"/>
                </a:cubicBezTo>
                <a:close/>
                <a:moveTo>
                  <a:pt x="22" y="61"/>
                </a:moveTo>
                <a:cubicBezTo>
                  <a:pt x="19" y="69"/>
                  <a:pt x="19" y="95"/>
                  <a:pt x="22" y="102"/>
                </a:cubicBezTo>
                <a:cubicBezTo>
                  <a:pt x="30" y="102"/>
                  <a:pt x="30" y="102"/>
                  <a:pt x="30" y="102"/>
                </a:cubicBezTo>
                <a:cubicBezTo>
                  <a:pt x="28" y="89"/>
                  <a:pt x="28" y="75"/>
                  <a:pt x="30" y="61"/>
                </a:cubicBezTo>
                <a:lnTo>
                  <a:pt x="22" y="61"/>
                </a:lnTo>
                <a:close/>
                <a:moveTo>
                  <a:pt x="127" y="49"/>
                </a:moveTo>
                <a:cubicBezTo>
                  <a:pt x="127" y="33"/>
                  <a:pt x="127" y="33"/>
                  <a:pt x="127" y="33"/>
                </a:cubicBezTo>
                <a:cubicBezTo>
                  <a:pt x="127" y="30"/>
                  <a:pt x="125" y="28"/>
                  <a:pt x="123" y="28"/>
                </a:cubicBezTo>
                <a:cubicBezTo>
                  <a:pt x="12" y="28"/>
                  <a:pt x="12" y="28"/>
                  <a:pt x="12" y="28"/>
                </a:cubicBezTo>
                <a:cubicBezTo>
                  <a:pt x="10" y="28"/>
                  <a:pt x="8" y="30"/>
                  <a:pt x="8" y="33"/>
                </a:cubicBezTo>
                <a:cubicBezTo>
                  <a:pt x="8" y="49"/>
                  <a:pt x="8" y="49"/>
                  <a:pt x="8" y="49"/>
                </a:cubicBezTo>
                <a:cubicBezTo>
                  <a:pt x="8" y="51"/>
                  <a:pt x="10" y="53"/>
                  <a:pt x="12" y="53"/>
                </a:cubicBezTo>
                <a:cubicBezTo>
                  <a:pt x="123" y="53"/>
                  <a:pt x="123" y="53"/>
                  <a:pt x="123" y="53"/>
                </a:cubicBezTo>
                <a:cubicBezTo>
                  <a:pt x="125" y="53"/>
                  <a:pt x="127" y="51"/>
                  <a:pt x="127" y="49"/>
                </a:cubicBezTo>
                <a:close/>
                <a:moveTo>
                  <a:pt x="31" y="33"/>
                </a:moveTo>
                <a:cubicBezTo>
                  <a:pt x="32" y="33"/>
                  <a:pt x="33" y="33"/>
                  <a:pt x="33" y="35"/>
                </a:cubicBezTo>
                <a:cubicBezTo>
                  <a:pt x="33" y="36"/>
                  <a:pt x="32" y="37"/>
                  <a:pt x="31" y="37"/>
                </a:cubicBezTo>
                <a:cubicBezTo>
                  <a:pt x="29" y="37"/>
                  <a:pt x="29" y="36"/>
                  <a:pt x="29" y="35"/>
                </a:cubicBezTo>
                <a:cubicBezTo>
                  <a:pt x="29" y="33"/>
                  <a:pt x="29" y="33"/>
                  <a:pt x="31" y="33"/>
                </a:cubicBezTo>
                <a:close/>
                <a:moveTo>
                  <a:pt x="24" y="47"/>
                </a:moveTo>
                <a:cubicBezTo>
                  <a:pt x="24" y="48"/>
                  <a:pt x="24" y="49"/>
                  <a:pt x="22" y="49"/>
                </a:cubicBezTo>
                <a:cubicBezTo>
                  <a:pt x="21" y="49"/>
                  <a:pt x="20" y="48"/>
                  <a:pt x="20" y="47"/>
                </a:cubicBezTo>
                <a:cubicBezTo>
                  <a:pt x="20" y="35"/>
                  <a:pt x="20" y="35"/>
                  <a:pt x="20" y="35"/>
                </a:cubicBezTo>
                <a:cubicBezTo>
                  <a:pt x="20" y="33"/>
                  <a:pt x="21" y="33"/>
                  <a:pt x="22" y="33"/>
                </a:cubicBezTo>
                <a:cubicBezTo>
                  <a:pt x="24" y="33"/>
                  <a:pt x="24" y="33"/>
                  <a:pt x="24" y="35"/>
                </a:cubicBezTo>
                <a:lnTo>
                  <a:pt x="24" y="47"/>
                </a:lnTo>
                <a:close/>
                <a:moveTo>
                  <a:pt x="31" y="45"/>
                </a:moveTo>
                <a:cubicBezTo>
                  <a:pt x="29" y="45"/>
                  <a:pt x="29" y="44"/>
                  <a:pt x="29" y="43"/>
                </a:cubicBezTo>
                <a:cubicBezTo>
                  <a:pt x="29" y="42"/>
                  <a:pt x="29" y="41"/>
                  <a:pt x="31" y="41"/>
                </a:cubicBezTo>
                <a:cubicBezTo>
                  <a:pt x="32" y="41"/>
                  <a:pt x="33" y="42"/>
                  <a:pt x="33" y="43"/>
                </a:cubicBezTo>
                <a:cubicBezTo>
                  <a:pt x="33" y="44"/>
                  <a:pt x="32" y="45"/>
                  <a:pt x="31" y="45"/>
                </a:cubicBezTo>
                <a:close/>
                <a:moveTo>
                  <a:pt x="35" y="49"/>
                </a:moveTo>
                <a:cubicBezTo>
                  <a:pt x="34" y="49"/>
                  <a:pt x="33" y="48"/>
                  <a:pt x="33" y="47"/>
                </a:cubicBezTo>
                <a:cubicBezTo>
                  <a:pt x="33" y="46"/>
                  <a:pt x="34" y="45"/>
                  <a:pt x="35" y="45"/>
                </a:cubicBezTo>
                <a:cubicBezTo>
                  <a:pt x="36" y="45"/>
                  <a:pt x="37" y="46"/>
                  <a:pt x="37" y="47"/>
                </a:cubicBezTo>
                <a:cubicBezTo>
                  <a:pt x="37" y="48"/>
                  <a:pt x="36" y="49"/>
                  <a:pt x="35" y="49"/>
                </a:cubicBezTo>
                <a:close/>
                <a:moveTo>
                  <a:pt x="35" y="41"/>
                </a:moveTo>
                <a:cubicBezTo>
                  <a:pt x="34" y="41"/>
                  <a:pt x="33" y="40"/>
                  <a:pt x="33" y="39"/>
                </a:cubicBezTo>
                <a:cubicBezTo>
                  <a:pt x="33" y="38"/>
                  <a:pt x="34" y="37"/>
                  <a:pt x="35" y="37"/>
                </a:cubicBezTo>
                <a:cubicBezTo>
                  <a:pt x="36" y="37"/>
                  <a:pt x="37" y="38"/>
                  <a:pt x="37" y="39"/>
                </a:cubicBezTo>
                <a:cubicBezTo>
                  <a:pt x="37" y="40"/>
                  <a:pt x="36" y="41"/>
                  <a:pt x="35" y="41"/>
                </a:cubicBezTo>
                <a:close/>
                <a:moveTo>
                  <a:pt x="119" y="45"/>
                </a:moveTo>
                <a:cubicBezTo>
                  <a:pt x="119" y="47"/>
                  <a:pt x="117" y="49"/>
                  <a:pt x="115" y="49"/>
                </a:cubicBezTo>
                <a:cubicBezTo>
                  <a:pt x="113" y="49"/>
                  <a:pt x="111" y="47"/>
                  <a:pt x="111" y="45"/>
                </a:cubicBezTo>
                <a:cubicBezTo>
                  <a:pt x="111" y="37"/>
                  <a:pt x="111" y="37"/>
                  <a:pt x="111" y="37"/>
                </a:cubicBezTo>
                <a:cubicBezTo>
                  <a:pt x="111" y="34"/>
                  <a:pt x="113" y="33"/>
                  <a:pt x="115" y="33"/>
                </a:cubicBezTo>
                <a:cubicBezTo>
                  <a:pt x="117" y="33"/>
                  <a:pt x="119" y="34"/>
                  <a:pt x="119" y="37"/>
                </a:cubicBezTo>
                <a:lnTo>
                  <a:pt x="119" y="45"/>
                </a:lnTo>
                <a:close/>
                <a:moveTo>
                  <a:pt x="20" y="20"/>
                </a:moveTo>
                <a:cubicBezTo>
                  <a:pt x="105" y="20"/>
                  <a:pt x="105" y="20"/>
                  <a:pt x="105" y="20"/>
                </a:cubicBezTo>
                <a:cubicBezTo>
                  <a:pt x="104" y="20"/>
                  <a:pt x="103" y="19"/>
                  <a:pt x="103" y="18"/>
                </a:cubicBezTo>
                <a:cubicBezTo>
                  <a:pt x="105" y="13"/>
                  <a:pt x="105" y="7"/>
                  <a:pt x="103" y="2"/>
                </a:cubicBezTo>
                <a:cubicBezTo>
                  <a:pt x="103" y="1"/>
                  <a:pt x="104" y="0"/>
                  <a:pt x="105" y="0"/>
                </a:cubicBezTo>
                <a:cubicBezTo>
                  <a:pt x="20" y="0"/>
                  <a:pt x="20" y="0"/>
                  <a:pt x="20" y="0"/>
                </a:cubicBezTo>
                <a:cubicBezTo>
                  <a:pt x="18" y="0"/>
                  <a:pt x="16" y="1"/>
                  <a:pt x="16" y="4"/>
                </a:cubicBezTo>
                <a:cubicBezTo>
                  <a:pt x="16" y="16"/>
                  <a:pt x="16" y="16"/>
                  <a:pt x="16" y="16"/>
                </a:cubicBezTo>
                <a:cubicBezTo>
                  <a:pt x="16" y="18"/>
                  <a:pt x="18" y="20"/>
                  <a:pt x="20" y="20"/>
                </a:cubicBezTo>
                <a:close/>
                <a:moveTo>
                  <a:pt x="82" y="4"/>
                </a:moveTo>
                <a:cubicBezTo>
                  <a:pt x="99" y="4"/>
                  <a:pt x="99" y="4"/>
                  <a:pt x="99" y="4"/>
                </a:cubicBezTo>
                <a:cubicBezTo>
                  <a:pt x="99" y="16"/>
                  <a:pt x="99" y="16"/>
                  <a:pt x="99" y="16"/>
                </a:cubicBezTo>
                <a:cubicBezTo>
                  <a:pt x="82" y="16"/>
                  <a:pt x="82" y="16"/>
                  <a:pt x="82" y="16"/>
                </a:cubicBezTo>
                <a:lnTo>
                  <a:pt x="82" y="4"/>
                </a:lnTo>
                <a:close/>
              </a:path>
            </a:pathLst>
          </a:custGeom>
          <a:solidFill>
            <a:schemeClr val="bg1"/>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13" name="文本"/>
          <p:cNvSpPr txBox="1"/>
          <p:nvPr/>
        </p:nvSpPr>
        <p:spPr>
          <a:xfrm>
            <a:off x="869994" y="5114798"/>
            <a:ext cx="11024544" cy="800219"/>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sp>
        <p:nvSpPr>
          <p:cNvPr id="28" name="标题"/>
          <p:cNvSpPr>
            <a:spLocks noGrp="1"/>
          </p:cNvSpPr>
          <p:nvPr>
            <p:ph type="body" sz="quarter" idx="10"/>
          </p:nvPr>
        </p:nvSpPr>
        <p:spPr>
          <a:xfrm>
            <a:off x="1730394" y="156381"/>
            <a:ext cx="8731213" cy="630942"/>
          </a:xfrm>
        </p:spPr>
        <p:txBody>
          <a:bodyPr/>
          <a:lstStyle/>
          <a:p>
            <a:r>
              <a:rPr lang="zh-CN" altLang="en-US">
                <a:cs typeface="+mn-ea"/>
                <a:sym typeface="+mn-lt"/>
              </a:rPr>
              <a:t>添加标题</a:t>
            </a:r>
            <a:endParaRPr lang="zh-CN" altLang="en-US" dirty="0">
              <a:cs typeface="+mn-ea"/>
              <a:sym typeface="+mn-lt"/>
            </a:endParaRPr>
          </a:p>
        </p:txBody>
      </p:sp>
      <p:grpSp>
        <p:nvGrpSpPr>
          <p:cNvPr id="2" name="组合 1"/>
          <p:cNvGrpSpPr/>
          <p:nvPr/>
        </p:nvGrpSpPr>
        <p:grpSpPr>
          <a:xfrm>
            <a:off x="279400" y="-143510"/>
            <a:ext cx="12204065" cy="5682919"/>
            <a:chOff x="440" y="-281"/>
            <a:chExt cx="19219" cy="8901"/>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29" y="-281"/>
              <a:ext cx="12589" cy="8901"/>
            </a:xfrm>
            <a:prstGeom prst="rect">
              <a:avLst/>
            </a:prstGeom>
          </p:spPr>
        </p:pic>
        <p:sp>
          <p:nvSpPr>
            <p:cNvPr id="18" name="矩形 17"/>
            <p:cNvSpPr/>
            <p:nvPr/>
          </p:nvSpPr>
          <p:spPr>
            <a:xfrm>
              <a:off x="440" y="-55"/>
              <a:ext cx="19219" cy="8156"/>
            </a:xfrm>
            <a:prstGeom prst="rect">
              <a:avLst/>
            </a:prstGeom>
            <a:solidFill>
              <a:sysClr val="window" lastClr="FFFFFF">
                <a:lumMod val="85000"/>
                <a:alpha val="36000"/>
              </a:sysClr>
            </a:solidFill>
            <a:ln>
              <a:noFill/>
            </a:ln>
          </p:spPr>
          <p:style>
            <a:lnRef idx="2">
              <a:srgbClr val="375439">
                <a:shade val="50000"/>
              </a:srgbClr>
            </a:lnRef>
            <a:fillRef idx="1">
              <a:srgbClr val="375439"/>
            </a:fillRef>
            <a:effectRef idx="0">
              <a:srgbClr val="375439"/>
            </a:effectRef>
            <a:fontRef idx="minor">
              <a:sysClr val="window" lastClr="FFFFFF"/>
            </a:fontRef>
          </p:style>
          <p:txBody>
            <a:bodyPr rtlCol="0" anchor="ctr"/>
            <a:lstStyle/>
            <a:p>
              <a:pPr algn="ctr"/>
              <a:endParaRPr lang="zh-CN" altLang="en-US"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ppt_y</p:attrName>
                                        </p:attrNameLst>
                                      </p:cBhvr>
                                      <p:tavLst>
                                        <p:tav tm="0">
                                          <p:val>
                                            <p:strVal val="#ppt_y+#ppt_h*1.125000"/>
                                          </p:val>
                                        </p:tav>
                                        <p:tav tm="100000">
                                          <p:val>
                                            <p:strVal val="#ppt_y"/>
                                          </p:val>
                                        </p:tav>
                                      </p:tavLst>
                                    </p:anim>
                                    <p:animEffect transition="in" filter="wipe(up)">
                                      <p:cBhvr>
                                        <p:cTn id="13" dur="500"/>
                                        <p:tgtEl>
                                          <p:spTgt spid="9"/>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p:tgtEl>
                                          <p:spTgt spid="10"/>
                                        </p:tgtEl>
                                        <p:attrNameLst>
                                          <p:attrName>ppt_y</p:attrName>
                                        </p:attrNameLst>
                                      </p:cBhvr>
                                      <p:tavLst>
                                        <p:tav tm="0">
                                          <p:val>
                                            <p:strVal val="#ppt_y+#ppt_h*1.125000"/>
                                          </p:val>
                                        </p:tav>
                                        <p:tav tm="100000">
                                          <p:val>
                                            <p:strVal val="#ppt_y"/>
                                          </p:val>
                                        </p:tav>
                                      </p:tavLst>
                                    </p:anim>
                                    <p:animEffect transition="in" filter="wipe(up)">
                                      <p:cBhvr>
                                        <p:cTn id="18" dur="500"/>
                                        <p:tgtEl>
                                          <p:spTgt spid="10"/>
                                        </p:tgtEl>
                                      </p:cBhvr>
                                    </p:animEffect>
                                  </p:childTnLst>
                                </p:cTn>
                              </p:par>
                            </p:childTnLst>
                          </p:cTn>
                        </p:par>
                        <p:par>
                          <p:cTn id="19" fill="hold">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p:tgtEl>
                                          <p:spTgt spid="11"/>
                                        </p:tgtEl>
                                        <p:attrNameLst>
                                          <p:attrName>ppt_y</p:attrName>
                                        </p:attrNameLst>
                                      </p:cBhvr>
                                      <p:tavLst>
                                        <p:tav tm="0">
                                          <p:val>
                                            <p:strVal val="#ppt_y+#ppt_h*1.125000"/>
                                          </p:val>
                                        </p:tav>
                                        <p:tav tm="100000">
                                          <p:val>
                                            <p:strVal val="#ppt_y"/>
                                          </p:val>
                                        </p:tav>
                                      </p:tavLst>
                                    </p:anim>
                                    <p:animEffect transition="in" filter="wipe(up)">
                                      <p:cBhvr>
                                        <p:cTn id="23" dur="500"/>
                                        <p:tgtEl>
                                          <p:spTgt spid="11"/>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par>
                          <p:cTn id="28" fill="hold">
                            <p:stCondLst>
                              <p:cond delay="2500"/>
                            </p:stCondLst>
                            <p:childTnLst>
                              <p:par>
                                <p:cTn id="29" presetID="3" presetClass="entr" presetSubtype="1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图标"/>
          <p:cNvSpPr>
            <a:spLocks noChangeAspect="1"/>
          </p:cNvSpPr>
          <p:nvPr/>
        </p:nvSpPr>
        <p:spPr bwMode="auto">
          <a:xfrm>
            <a:off x="8192807" y="3808611"/>
            <a:ext cx="764778" cy="764778"/>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rgbClr val="FFFFFF"/>
              </a:solidFill>
              <a:latin typeface="+mn-lt"/>
              <a:ea typeface="+mn-ea"/>
              <a:cs typeface="+mn-ea"/>
              <a:sym typeface="+mn-lt"/>
            </a:endParaRPr>
          </a:p>
        </p:txBody>
      </p:sp>
      <p:sp>
        <p:nvSpPr>
          <p:cNvPr id="11" name="图标"/>
          <p:cNvSpPr>
            <a:spLocks noChangeAspect="1" noEditPoints="1"/>
          </p:cNvSpPr>
          <p:nvPr/>
        </p:nvSpPr>
        <p:spPr bwMode="auto">
          <a:xfrm>
            <a:off x="9886314" y="3808611"/>
            <a:ext cx="745724" cy="764778"/>
          </a:xfrm>
          <a:custGeom>
            <a:avLst/>
            <a:gdLst>
              <a:gd name="T0" fmla="*/ 161 w 195"/>
              <a:gd name="T1" fmla="*/ 101 h 200"/>
              <a:gd name="T2" fmla="*/ 152 w 195"/>
              <a:gd name="T3" fmla="*/ 99 h 200"/>
              <a:gd name="T4" fmla="*/ 159 w 195"/>
              <a:gd name="T5" fmla="*/ 87 h 200"/>
              <a:gd name="T6" fmla="*/ 161 w 195"/>
              <a:gd name="T7" fmla="*/ 87 h 200"/>
              <a:gd name="T8" fmla="*/ 184 w 195"/>
              <a:gd name="T9" fmla="*/ 46 h 200"/>
              <a:gd name="T10" fmla="*/ 164 w 195"/>
              <a:gd name="T11" fmla="*/ 23 h 200"/>
              <a:gd name="T12" fmla="*/ 164 w 195"/>
              <a:gd name="T13" fmla="*/ 9 h 200"/>
              <a:gd name="T14" fmla="*/ 195 w 195"/>
              <a:gd name="T15" fmla="*/ 46 h 200"/>
              <a:gd name="T16" fmla="*/ 161 w 195"/>
              <a:gd name="T17" fmla="*/ 101 h 200"/>
              <a:gd name="T18" fmla="*/ 98 w 195"/>
              <a:gd name="T19" fmla="*/ 130 h 200"/>
              <a:gd name="T20" fmla="*/ 36 w 195"/>
              <a:gd name="T21" fmla="*/ 40 h 200"/>
              <a:gd name="T22" fmla="*/ 36 w 195"/>
              <a:gd name="T23" fmla="*/ 0 h 200"/>
              <a:gd name="T24" fmla="*/ 160 w 195"/>
              <a:gd name="T25" fmla="*/ 0 h 200"/>
              <a:gd name="T26" fmla="*/ 160 w 195"/>
              <a:gd name="T27" fmla="*/ 40 h 200"/>
              <a:gd name="T28" fmla="*/ 98 w 195"/>
              <a:gd name="T29" fmla="*/ 130 h 200"/>
              <a:gd name="T30" fmla="*/ 67 w 195"/>
              <a:gd name="T31" fmla="*/ 12 h 200"/>
              <a:gd name="T32" fmla="*/ 52 w 195"/>
              <a:gd name="T33" fmla="*/ 12 h 200"/>
              <a:gd name="T34" fmla="*/ 99 w 195"/>
              <a:gd name="T35" fmla="*/ 119 h 200"/>
              <a:gd name="T36" fmla="*/ 67 w 195"/>
              <a:gd name="T37" fmla="*/ 12 h 200"/>
              <a:gd name="T38" fmla="*/ 34 w 195"/>
              <a:gd name="T39" fmla="*/ 87 h 200"/>
              <a:gd name="T40" fmla="*/ 36 w 195"/>
              <a:gd name="T41" fmla="*/ 87 h 200"/>
              <a:gd name="T42" fmla="*/ 43 w 195"/>
              <a:gd name="T43" fmla="*/ 99 h 200"/>
              <a:gd name="T44" fmla="*/ 34 w 195"/>
              <a:gd name="T45" fmla="*/ 101 h 200"/>
              <a:gd name="T46" fmla="*/ 0 w 195"/>
              <a:gd name="T47" fmla="*/ 46 h 200"/>
              <a:gd name="T48" fmla="*/ 31 w 195"/>
              <a:gd name="T49" fmla="*/ 9 h 200"/>
              <a:gd name="T50" fmla="*/ 31 w 195"/>
              <a:gd name="T51" fmla="*/ 23 h 200"/>
              <a:gd name="T52" fmla="*/ 11 w 195"/>
              <a:gd name="T53" fmla="*/ 46 h 200"/>
              <a:gd name="T54" fmla="*/ 34 w 195"/>
              <a:gd name="T55" fmla="*/ 87 h 200"/>
              <a:gd name="T56" fmla="*/ 87 w 195"/>
              <a:gd name="T57" fmla="*/ 147 h 200"/>
              <a:gd name="T58" fmla="*/ 97 w 195"/>
              <a:gd name="T59" fmla="*/ 136 h 200"/>
              <a:gd name="T60" fmla="*/ 108 w 195"/>
              <a:gd name="T61" fmla="*/ 147 h 200"/>
              <a:gd name="T62" fmla="*/ 97 w 195"/>
              <a:gd name="T63" fmla="*/ 157 h 200"/>
              <a:gd name="T64" fmla="*/ 87 w 195"/>
              <a:gd name="T65" fmla="*/ 147 h 200"/>
              <a:gd name="T66" fmla="*/ 128 w 195"/>
              <a:gd name="T67" fmla="*/ 170 h 200"/>
              <a:gd name="T68" fmla="*/ 118 w 195"/>
              <a:gd name="T69" fmla="*/ 180 h 200"/>
              <a:gd name="T70" fmla="*/ 78 w 195"/>
              <a:gd name="T71" fmla="*/ 180 h 200"/>
              <a:gd name="T72" fmla="*/ 68 w 195"/>
              <a:gd name="T73" fmla="*/ 170 h 200"/>
              <a:gd name="T74" fmla="*/ 78 w 195"/>
              <a:gd name="T75" fmla="*/ 160 h 200"/>
              <a:gd name="T76" fmla="*/ 118 w 195"/>
              <a:gd name="T77" fmla="*/ 160 h 200"/>
              <a:gd name="T78" fmla="*/ 128 w 195"/>
              <a:gd name="T79" fmla="*/ 170 h 200"/>
              <a:gd name="T80" fmla="*/ 58 w 195"/>
              <a:gd name="T81" fmla="*/ 184 h 200"/>
              <a:gd name="T82" fmla="*/ 134 w 195"/>
              <a:gd name="T83" fmla="*/ 184 h 200"/>
              <a:gd name="T84" fmla="*/ 144 w 195"/>
              <a:gd name="T85" fmla="*/ 200 h 200"/>
              <a:gd name="T86" fmla="*/ 48 w 195"/>
              <a:gd name="T87" fmla="*/ 200 h 200"/>
              <a:gd name="T88" fmla="*/ 58 w 195"/>
              <a:gd name="T89"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5" h="200">
                <a:moveTo>
                  <a:pt x="161" y="101"/>
                </a:moveTo>
                <a:cubicBezTo>
                  <a:pt x="158" y="101"/>
                  <a:pt x="155" y="100"/>
                  <a:pt x="152" y="99"/>
                </a:cubicBezTo>
                <a:cubicBezTo>
                  <a:pt x="155" y="96"/>
                  <a:pt x="157" y="92"/>
                  <a:pt x="159" y="87"/>
                </a:cubicBezTo>
                <a:cubicBezTo>
                  <a:pt x="159" y="87"/>
                  <a:pt x="160" y="87"/>
                  <a:pt x="161" y="87"/>
                </a:cubicBezTo>
                <a:cubicBezTo>
                  <a:pt x="176" y="87"/>
                  <a:pt x="184" y="64"/>
                  <a:pt x="184" y="46"/>
                </a:cubicBezTo>
                <a:cubicBezTo>
                  <a:pt x="184" y="31"/>
                  <a:pt x="175" y="23"/>
                  <a:pt x="164" y="23"/>
                </a:cubicBezTo>
                <a:cubicBezTo>
                  <a:pt x="164" y="18"/>
                  <a:pt x="164" y="13"/>
                  <a:pt x="164" y="9"/>
                </a:cubicBezTo>
                <a:cubicBezTo>
                  <a:pt x="181" y="9"/>
                  <a:pt x="195" y="23"/>
                  <a:pt x="195" y="46"/>
                </a:cubicBezTo>
                <a:cubicBezTo>
                  <a:pt x="195" y="71"/>
                  <a:pt x="182" y="101"/>
                  <a:pt x="161" y="101"/>
                </a:cubicBezTo>
                <a:close/>
                <a:moveTo>
                  <a:pt x="98" y="130"/>
                </a:moveTo>
                <a:cubicBezTo>
                  <a:pt x="65" y="130"/>
                  <a:pt x="36" y="90"/>
                  <a:pt x="36" y="40"/>
                </a:cubicBezTo>
                <a:cubicBezTo>
                  <a:pt x="36" y="37"/>
                  <a:pt x="36" y="3"/>
                  <a:pt x="36" y="0"/>
                </a:cubicBezTo>
                <a:cubicBezTo>
                  <a:pt x="160" y="0"/>
                  <a:pt x="160" y="0"/>
                  <a:pt x="160" y="0"/>
                </a:cubicBezTo>
                <a:cubicBezTo>
                  <a:pt x="160" y="3"/>
                  <a:pt x="160" y="37"/>
                  <a:pt x="160" y="40"/>
                </a:cubicBezTo>
                <a:cubicBezTo>
                  <a:pt x="160" y="90"/>
                  <a:pt x="131" y="130"/>
                  <a:pt x="98" y="130"/>
                </a:cubicBezTo>
                <a:close/>
                <a:moveTo>
                  <a:pt x="67" y="12"/>
                </a:moveTo>
                <a:cubicBezTo>
                  <a:pt x="52" y="12"/>
                  <a:pt x="52" y="12"/>
                  <a:pt x="52" y="12"/>
                </a:cubicBezTo>
                <a:cubicBezTo>
                  <a:pt x="52" y="12"/>
                  <a:pt x="50" y="116"/>
                  <a:pt x="99" y="119"/>
                </a:cubicBezTo>
                <a:cubicBezTo>
                  <a:pt x="62" y="92"/>
                  <a:pt x="67" y="12"/>
                  <a:pt x="67" y="12"/>
                </a:cubicBezTo>
                <a:close/>
                <a:moveTo>
                  <a:pt x="34" y="87"/>
                </a:moveTo>
                <a:cubicBezTo>
                  <a:pt x="35" y="87"/>
                  <a:pt x="36" y="87"/>
                  <a:pt x="36" y="87"/>
                </a:cubicBezTo>
                <a:cubicBezTo>
                  <a:pt x="38" y="92"/>
                  <a:pt x="40" y="96"/>
                  <a:pt x="43" y="99"/>
                </a:cubicBezTo>
                <a:cubicBezTo>
                  <a:pt x="40" y="100"/>
                  <a:pt x="37" y="101"/>
                  <a:pt x="34" y="101"/>
                </a:cubicBezTo>
                <a:cubicBezTo>
                  <a:pt x="13" y="101"/>
                  <a:pt x="0" y="71"/>
                  <a:pt x="0" y="46"/>
                </a:cubicBezTo>
                <a:cubicBezTo>
                  <a:pt x="0" y="23"/>
                  <a:pt x="14" y="9"/>
                  <a:pt x="31" y="9"/>
                </a:cubicBezTo>
                <a:cubicBezTo>
                  <a:pt x="31" y="13"/>
                  <a:pt x="31" y="18"/>
                  <a:pt x="31" y="23"/>
                </a:cubicBezTo>
                <a:cubicBezTo>
                  <a:pt x="20" y="23"/>
                  <a:pt x="11" y="31"/>
                  <a:pt x="11" y="46"/>
                </a:cubicBezTo>
                <a:cubicBezTo>
                  <a:pt x="11" y="64"/>
                  <a:pt x="19" y="87"/>
                  <a:pt x="34" y="87"/>
                </a:cubicBezTo>
                <a:close/>
                <a:moveTo>
                  <a:pt x="87" y="147"/>
                </a:moveTo>
                <a:cubicBezTo>
                  <a:pt x="87" y="141"/>
                  <a:pt x="91" y="136"/>
                  <a:pt x="97" y="136"/>
                </a:cubicBezTo>
                <a:cubicBezTo>
                  <a:pt x="103" y="136"/>
                  <a:pt x="108" y="141"/>
                  <a:pt x="108" y="147"/>
                </a:cubicBezTo>
                <a:cubicBezTo>
                  <a:pt x="108" y="153"/>
                  <a:pt x="103" y="157"/>
                  <a:pt x="97" y="157"/>
                </a:cubicBezTo>
                <a:cubicBezTo>
                  <a:pt x="91" y="157"/>
                  <a:pt x="87" y="153"/>
                  <a:pt x="87" y="147"/>
                </a:cubicBezTo>
                <a:close/>
                <a:moveTo>
                  <a:pt x="128" y="170"/>
                </a:moveTo>
                <a:cubicBezTo>
                  <a:pt x="128" y="176"/>
                  <a:pt x="123" y="180"/>
                  <a:pt x="118" y="180"/>
                </a:cubicBezTo>
                <a:cubicBezTo>
                  <a:pt x="78" y="180"/>
                  <a:pt x="78" y="180"/>
                  <a:pt x="78" y="180"/>
                </a:cubicBezTo>
                <a:cubicBezTo>
                  <a:pt x="72" y="180"/>
                  <a:pt x="68" y="176"/>
                  <a:pt x="68" y="170"/>
                </a:cubicBezTo>
                <a:cubicBezTo>
                  <a:pt x="68" y="165"/>
                  <a:pt x="72" y="160"/>
                  <a:pt x="78" y="160"/>
                </a:cubicBezTo>
                <a:cubicBezTo>
                  <a:pt x="118" y="160"/>
                  <a:pt x="118" y="160"/>
                  <a:pt x="118" y="160"/>
                </a:cubicBezTo>
                <a:cubicBezTo>
                  <a:pt x="123" y="160"/>
                  <a:pt x="128" y="165"/>
                  <a:pt x="128" y="170"/>
                </a:cubicBezTo>
                <a:close/>
                <a:moveTo>
                  <a:pt x="58" y="184"/>
                </a:moveTo>
                <a:cubicBezTo>
                  <a:pt x="134" y="184"/>
                  <a:pt x="134" y="184"/>
                  <a:pt x="134" y="184"/>
                </a:cubicBezTo>
                <a:cubicBezTo>
                  <a:pt x="143" y="184"/>
                  <a:pt x="144" y="195"/>
                  <a:pt x="144" y="200"/>
                </a:cubicBezTo>
                <a:cubicBezTo>
                  <a:pt x="102" y="200"/>
                  <a:pt x="88" y="200"/>
                  <a:pt x="48" y="200"/>
                </a:cubicBezTo>
                <a:cubicBezTo>
                  <a:pt x="48" y="195"/>
                  <a:pt x="48" y="184"/>
                  <a:pt x="58" y="184"/>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12" name="图标"/>
          <p:cNvSpPr>
            <a:spLocks noChangeAspect="1" noEditPoints="1"/>
          </p:cNvSpPr>
          <p:nvPr/>
        </p:nvSpPr>
        <p:spPr bwMode="auto">
          <a:xfrm>
            <a:off x="9886313" y="2037288"/>
            <a:ext cx="783515" cy="833854"/>
          </a:xfrm>
          <a:custGeom>
            <a:avLst/>
            <a:gdLst>
              <a:gd name="T0" fmla="*/ 171 w 568"/>
              <a:gd name="T1" fmla="*/ 92 h 606"/>
              <a:gd name="T2" fmla="*/ 372 w 568"/>
              <a:gd name="T3" fmla="*/ 67 h 606"/>
              <a:gd name="T4" fmla="*/ 300 w 568"/>
              <a:gd name="T5" fmla="*/ 41 h 606"/>
              <a:gd name="T6" fmla="*/ 217 w 568"/>
              <a:gd name="T7" fmla="*/ 41 h 606"/>
              <a:gd name="T8" fmla="*/ 145 w 568"/>
              <a:gd name="T9" fmla="*/ 67 h 606"/>
              <a:gd name="T10" fmla="*/ 468 w 568"/>
              <a:gd name="T11" fmla="*/ 525 h 606"/>
              <a:gd name="T12" fmla="*/ 475 w 568"/>
              <a:gd name="T13" fmla="*/ 507 h 606"/>
              <a:gd name="T14" fmla="*/ 443 w 568"/>
              <a:gd name="T15" fmla="*/ 393 h 606"/>
              <a:gd name="T16" fmla="*/ 422 w 568"/>
              <a:gd name="T17" fmla="*/ 393 h 606"/>
              <a:gd name="T18" fmla="*/ 422 w 568"/>
              <a:gd name="T19" fmla="*/ 481 h 606"/>
              <a:gd name="T20" fmla="*/ 422 w 568"/>
              <a:gd name="T21" fmla="*/ 483 h 606"/>
              <a:gd name="T22" fmla="*/ 423 w 568"/>
              <a:gd name="T23" fmla="*/ 484 h 606"/>
              <a:gd name="T24" fmla="*/ 425 w 568"/>
              <a:gd name="T25" fmla="*/ 486 h 606"/>
              <a:gd name="T26" fmla="*/ 541 w 568"/>
              <a:gd name="T27" fmla="*/ 400 h 606"/>
              <a:gd name="T28" fmla="*/ 432 w 568"/>
              <a:gd name="T29" fmla="*/ 342 h 606"/>
              <a:gd name="T30" fmla="*/ 407 w 568"/>
              <a:gd name="T31" fmla="*/ 604 h 606"/>
              <a:gd name="T32" fmla="*/ 562 w 568"/>
              <a:gd name="T33" fmla="*/ 499 h 606"/>
              <a:gd name="T34" fmla="*/ 542 w 568"/>
              <a:gd name="T35" fmla="*/ 495 h 606"/>
              <a:gd name="T36" fmla="*/ 432 w 568"/>
              <a:gd name="T37" fmla="*/ 586 h 606"/>
              <a:gd name="T38" fmla="*/ 323 w 568"/>
              <a:gd name="T39" fmla="*/ 453 h 606"/>
              <a:gd name="T40" fmla="*/ 453 w 568"/>
              <a:gd name="T41" fmla="*/ 365 h 606"/>
              <a:gd name="T42" fmla="*/ 542 w 568"/>
              <a:gd name="T43" fmla="*/ 495 h 606"/>
              <a:gd name="T44" fmla="*/ 190 w 568"/>
              <a:gd name="T45" fmla="*/ 494 h 606"/>
              <a:gd name="T46" fmla="*/ 325 w 568"/>
              <a:gd name="T47" fmla="*/ 360 h 606"/>
              <a:gd name="T48" fmla="*/ 353 w 568"/>
              <a:gd name="T49" fmla="*/ 339 h 606"/>
              <a:gd name="T50" fmla="*/ 491 w 568"/>
              <a:gd name="T51" fmla="*/ 205 h 606"/>
              <a:gd name="T52" fmla="*/ 496 w 568"/>
              <a:gd name="T53" fmla="*/ 331 h 606"/>
              <a:gd name="T54" fmla="*/ 518 w 568"/>
              <a:gd name="T55" fmla="*/ 339 h 606"/>
              <a:gd name="T56" fmla="*/ 518 w 568"/>
              <a:gd name="T57" fmla="*/ 139 h 606"/>
              <a:gd name="T58" fmla="*/ 27 w 568"/>
              <a:gd name="T59" fmla="*/ 112 h 606"/>
              <a:gd name="T60" fmla="*/ 0 w 568"/>
              <a:gd name="T61" fmla="*/ 211 h 606"/>
              <a:gd name="T62" fmla="*/ 0 w 568"/>
              <a:gd name="T63" fmla="*/ 360 h 606"/>
              <a:gd name="T64" fmla="*/ 0 w 568"/>
              <a:gd name="T65" fmla="*/ 504 h 606"/>
              <a:gd name="T66" fmla="*/ 286 w 568"/>
              <a:gd name="T67" fmla="*/ 531 h 606"/>
              <a:gd name="T68" fmla="*/ 21 w 568"/>
              <a:gd name="T69" fmla="*/ 211 h 606"/>
              <a:gd name="T70" fmla="*/ 27 w 568"/>
              <a:gd name="T71" fmla="*/ 205 h 606"/>
              <a:gd name="T72" fmla="*/ 169 w 568"/>
              <a:gd name="T73" fmla="*/ 339 h 606"/>
              <a:gd name="T74" fmla="*/ 21 w 568"/>
              <a:gd name="T75" fmla="*/ 211 h 606"/>
              <a:gd name="T76" fmla="*/ 169 w 568"/>
              <a:gd name="T77" fmla="*/ 360 h 606"/>
              <a:gd name="T78" fmla="*/ 27 w 568"/>
              <a:gd name="T79" fmla="*/ 494 h 606"/>
              <a:gd name="T80" fmla="*/ 21 w 568"/>
              <a:gd name="T81" fmla="*/ 360 h 606"/>
              <a:gd name="T82" fmla="*/ 190 w 568"/>
              <a:gd name="T83" fmla="*/ 339 h 606"/>
              <a:gd name="T84" fmla="*/ 190 w 568"/>
              <a:gd name="T85" fmla="*/ 205 h 606"/>
              <a:gd name="T86" fmla="*/ 332 w 568"/>
              <a:gd name="T87" fmla="*/ 339 h 606"/>
              <a:gd name="T88" fmla="*/ 342 w 568"/>
              <a:gd name="T89" fmla="*/ 139 h 606"/>
              <a:gd name="T90" fmla="*/ 361 w 568"/>
              <a:gd name="T91" fmla="*/ 157 h 606"/>
              <a:gd name="T92" fmla="*/ 324 w 568"/>
              <a:gd name="T93" fmla="*/ 157 h 606"/>
              <a:gd name="T94" fmla="*/ 180 w 568"/>
              <a:gd name="T95" fmla="*/ 139 h 606"/>
              <a:gd name="T96" fmla="*/ 198 w 568"/>
              <a:gd name="T97" fmla="*/ 157 h 606"/>
              <a:gd name="T98" fmla="*/ 161 w 568"/>
              <a:gd name="T99" fmla="*/ 157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8" h="606">
                <a:moveTo>
                  <a:pt x="145" y="67"/>
                </a:moveTo>
                <a:cubicBezTo>
                  <a:pt x="145" y="81"/>
                  <a:pt x="157" y="92"/>
                  <a:pt x="171" y="92"/>
                </a:cubicBezTo>
                <a:lnTo>
                  <a:pt x="347" y="92"/>
                </a:lnTo>
                <a:cubicBezTo>
                  <a:pt x="361" y="92"/>
                  <a:pt x="372" y="81"/>
                  <a:pt x="372" y="67"/>
                </a:cubicBezTo>
                <a:cubicBezTo>
                  <a:pt x="372" y="53"/>
                  <a:pt x="361" y="41"/>
                  <a:pt x="347" y="41"/>
                </a:cubicBezTo>
                <a:lnTo>
                  <a:pt x="300" y="41"/>
                </a:lnTo>
                <a:cubicBezTo>
                  <a:pt x="300" y="18"/>
                  <a:pt x="282" y="0"/>
                  <a:pt x="259" y="0"/>
                </a:cubicBezTo>
                <a:cubicBezTo>
                  <a:pt x="236" y="0"/>
                  <a:pt x="217" y="18"/>
                  <a:pt x="217" y="41"/>
                </a:cubicBezTo>
                <a:lnTo>
                  <a:pt x="171" y="41"/>
                </a:lnTo>
                <a:cubicBezTo>
                  <a:pt x="157" y="41"/>
                  <a:pt x="145" y="53"/>
                  <a:pt x="145" y="67"/>
                </a:cubicBezTo>
                <a:close/>
                <a:moveTo>
                  <a:pt x="460" y="522"/>
                </a:moveTo>
                <a:cubicBezTo>
                  <a:pt x="462" y="524"/>
                  <a:pt x="465" y="525"/>
                  <a:pt x="468" y="525"/>
                </a:cubicBezTo>
                <a:cubicBezTo>
                  <a:pt x="471" y="525"/>
                  <a:pt x="473" y="524"/>
                  <a:pt x="475" y="522"/>
                </a:cubicBezTo>
                <a:cubicBezTo>
                  <a:pt x="480" y="518"/>
                  <a:pt x="480" y="511"/>
                  <a:pt x="475" y="507"/>
                </a:cubicBezTo>
                <a:lnTo>
                  <a:pt x="443" y="474"/>
                </a:lnTo>
                <a:lnTo>
                  <a:pt x="443" y="393"/>
                </a:lnTo>
                <a:cubicBezTo>
                  <a:pt x="443" y="387"/>
                  <a:pt x="438" y="383"/>
                  <a:pt x="432" y="383"/>
                </a:cubicBezTo>
                <a:cubicBezTo>
                  <a:pt x="426" y="383"/>
                  <a:pt x="422" y="387"/>
                  <a:pt x="422" y="393"/>
                </a:cubicBezTo>
                <a:lnTo>
                  <a:pt x="422" y="479"/>
                </a:lnTo>
                <a:cubicBezTo>
                  <a:pt x="422" y="479"/>
                  <a:pt x="422" y="480"/>
                  <a:pt x="422" y="481"/>
                </a:cubicBezTo>
                <a:cubicBezTo>
                  <a:pt x="422" y="481"/>
                  <a:pt x="422" y="481"/>
                  <a:pt x="422" y="481"/>
                </a:cubicBezTo>
                <a:cubicBezTo>
                  <a:pt x="422" y="482"/>
                  <a:pt x="422" y="482"/>
                  <a:pt x="422" y="483"/>
                </a:cubicBezTo>
                <a:cubicBezTo>
                  <a:pt x="423" y="483"/>
                  <a:pt x="423" y="483"/>
                  <a:pt x="423" y="484"/>
                </a:cubicBezTo>
                <a:cubicBezTo>
                  <a:pt x="423" y="484"/>
                  <a:pt x="423" y="484"/>
                  <a:pt x="423" y="484"/>
                </a:cubicBezTo>
                <a:cubicBezTo>
                  <a:pt x="424" y="485"/>
                  <a:pt x="424" y="485"/>
                  <a:pt x="425" y="486"/>
                </a:cubicBezTo>
                <a:cubicBezTo>
                  <a:pt x="425" y="486"/>
                  <a:pt x="425" y="486"/>
                  <a:pt x="425" y="486"/>
                </a:cubicBezTo>
                <a:lnTo>
                  <a:pt x="460" y="522"/>
                </a:lnTo>
                <a:close/>
                <a:moveTo>
                  <a:pt x="541" y="400"/>
                </a:moveTo>
                <a:cubicBezTo>
                  <a:pt x="522" y="371"/>
                  <a:pt x="492" y="351"/>
                  <a:pt x="457" y="344"/>
                </a:cubicBezTo>
                <a:cubicBezTo>
                  <a:pt x="449" y="343"/>
                  <a:pt x="440" y="342"/>
                  <a:pt x="432" y="342"/>
                </a:cubicBezTo>
                <a:cubicBezTo>
                  <a:pt x="369" y="342"/>
                  <a:pt x="314" y="387"/>
                  <a:pt x="303" y="449"/>
                </a:cubicBezTo>
                <a:cubicBezTo>
                  <a:pt x="289" y="521"/>
                  <a:pt x="336" y="590"/>
                  <a:pt x="407" y="604"/>
                </a:cubicBezTo>
                <a:cubicBezTo>
                  <a:pt x="416" y="605"/>
                  <a:pt x="424" y="606"/>
                  <a:pt x="432" y="606"/>
                </a:cubicBezTo>
                <a:cubicBezTo>
                  <a:pt x="496" y="606"/>
                  <a:pt x="550" y="561"/>
                  <a:pt x="562" y="499"/>
                </a:cubicBezTo>
                <a:cubicBezTo>
                  <a:pt x="568" y="464"/>
                  <a:pt x="561" y="429"/>
                  <a:pt x="541" y="400"/>
                </a:cubicBezTo>
                <a:close/>
                <a:moveTo>
                  <a:pt x="542" y="495"/>
                </a:moveTo>
                <a:lnTo>
                  <a:pt x="542" y="495"/>
                </a:lnTo>
                <a:cubicBezTo>
                  <a:pt x="532" y="547"/>
                  <a:pt x="486" y="586"/>
                  <a:pt x="432" y="586"/>
                </a:cubicBezTo>
                <a:cubicBezTo>
                  <a:pt x="425" y="586"/>
                  <a:pt x="418" y="585"/>
                  <a:pt x="411" y="584"/>
                </a:cubicBezTo>
                <a:cubicBezTo>
                  <a:pt x="351" y="572"/>
                  <a:pt x="311" y="513"/>
                  <a:pt x="323" y="453"/>
                </a:cubicBezTo>
                <a:cubicBezTo>
                  <a:pt x="333" y="401"/>
                  <a:pt x="379" y="363"/>
                  <a:pt x="432" y="363"/>
                </a:cubicBezTo>
                <a:cubicBezTo>
                  <a:pt x="439" y="363"/>
                  <a:pt x="446" y="363"/>
                  <a:pt x="453" y="365"/>
                </a:cubicBezTo>
                <a:cubicBezTo>
                  <a:pt x="482" y="370"/>
                  <a:pt x="508" y="387"/>
                  <a:pt x="524" y="411"/>
                </a:cubicBezTo>
                <a:cubicBezTo>
                  <a:pt x="541" y="436"/>
                  <a:pt x="547" y="466"/>
                  <a:pt x="542" y="495"/>
                </a:cubicBezTo>
                <a:close/>
                <a:moveTo>
                  <a:pt x="277" y="494"/>
                </a:moveTo>
                <a:lnTo>
                  <a:pt x="190" y="494"/>
                </a:lnTo>
                <a:lnTo>
                  <a:pt x="190" y="360"/>
                </a:lnTo>
                <a:lnTo>
                  <a:pt x="325" y="360"/>
                </a:lnTo>
                <a:cubicBezTo>
                  <a:pt x="334" y="352"/>
                  <a:pt x="343" y="345"/>
                  <a:pt x="353" y="339"/>
                </a:cubicBezTo>
                <a:lnTo>
                  <a:pt x="353" y="339"/>
                </a:lnTo>
                <a:lnTo>
                  <a:pt x="353" y="205"/>
                </a:lnTo>
                <a:lnTo>
                  <a:pt x="491" y="205"/>
                </a:lnTo>
                <a:cubicBezTo>
                  <a:pt x="494" y="205"/>
                  <a:pt x="496" y="208"/>
                  <a:pt x="496" y="211"/>
                </a:cubicBezTo>
                <a:lnTo>
                  <a:pt x="496" y="331"/>
                </a:lnTo>
                <a:cubicBezTo>
                  <a:pt x="504" y="335"/>
                  <a:pt x="511" y="339"/>
                  <a:pt x="518" y="343"/>
                </a:cubicBezTo>
                <a:lnTo>
                  <a:pt x="518" y="339"/>
                </a:lnTo>
                <a:lnTo>
                  <a:pt x="518" y="211"/>
                </a:lnTo>
                <a:lnTo>
                  <a:pt x="518" y="139"/>
                </a:lnTo>
                <a:cubicBezTo>
                  <a:pt x="518" y="124"/>
                  <a:pt x="506" y="112"/>
                  <a:pt x="491" y="112"/>
                </a:cubicBezTo>
                <a:lnTo>
                  <a:pt x="27" y="112"/>
                </a:lnTo>
                <a:cubicBezTo>
                  <a:pt x="12" y="112"/>
                  <a:pt x="0" y="124"/>
                  <a:pt x="0" y="139"/>
                </a:cubicBezTo>
                <a:lnTo>
                  <a:pt x="0" y="211"/>
                </a:lnTo>
                <a:lnTo>
                  <a:pt x="0" y="339"/>
                </a:lnTo>
                <a:lnTo>
                  <a:pt x="0" y="360"/>
                </a:lnTo>
                <a:lnTo>
                  <a:pt x="0" y="488"/>
                </a:lnTo>
                <a:lnTo>
                  <a:pt x="0" y="504"/>
                </a:lnTo>
                <a:cubicBezTo>
                  <a:pt x="0" y="519"/>
                  <a:pt x="12" y="531"/>
                  <a:pt x="27" y="531"/>
                </a:cubicBezTo>
                <a:lnTo>
                  <a:pt x="286" y="531"/>
                </a:lnTo>
                <a:cubicBezTo>
                  <a:pt x="282" y="519"/>
                  <a:pt x="278" y="507"/>
                  <a:pt x="277" y="494"/>
                </a:cubicBezTo>
                <a:close/>
                <a:moveTo>
                  <a:pt x="21" y="211"/>
                </a:moveTo>
                <a:lnTo>
                  <a:pt x="21" y="211"/>
                </a:lnTo>
                <a:cubicBezTo>
                  <a:pt x="21" y="208"/>
                  <a:pt x="24" y="205"/>
                  <a:pt x="27" y="205"/>
                </a:cubicBezTo>
                <a:lnTo>
                  <a:pt x="169" y="205"/>
                </a:lnTo>
                <a:lnTo>
                  <a:pt x="169" y="339"/>
                </a:lnTo>
                <a:lnTo>
                  <a:pt x="21" y="339"/>
                </a:lnTo>
                <a:lnTo>
                  <a:pt x="21" y="211"/>
                </a:lnTo>
                <a:close/>
                <a:moveTo>
                  <a:pt x="169" y="360"/>
                </a:moveTo>
                <a:lnTo>
                  <a:pt x="169" y="360"/>
                </a:lnTo>
                <a:lnTo>
                  <a:pt x="169" y="494"/>
                </a:lnTo>
                <a:lnTo>
                  <a:pt x="27" y="494"/>
                </a:lnTo>
                <a:cubicBezTo>
                  <a:pt x="24" y="494"/>
                  <a:pt x="21" y="491"/>
                  <a:pt x="21" y="488"/>
                </a:cubicBezTo>
                <a:lnTo>
                  <a:pt x="21" y="360"/>
                </a:lnTo>
                <a:lnTo>
                  <a:pt x="169" y="360"/>
                </a:lnTo>
                <a:close/>
                <a:moveTo>
                  <a:pt x="190" y="339"/>
                </a:moveTo>
                <a:lnTo>
                  <a:pt x="190" y="339"/>
                </a:lnTo>
                <a:lnTo>
                  <a:pt x="190" y="205"/>
                </a:lnTo>
                <a:lnTo>
                  <a:pt x="332" y="205"/>
                </a:lnTo>
                <a:lnTo>
                  <a:pt x="332" y="339"/>
                </a:lnTo>
                <a:lnTo>
                  <a:pt x="190" y="339"/>
                </a:lnTo>
                <a:close/>
                <a:moveTo>
                  <a:pt x="342" y="139"/>
                </a:moveTo>
                <a:lnTo>
                  <a:pt x="342" y="139"/>
                </a:lnTo>
                <a:cubicBezTo>
                  <a:pt x="353" y="139"/>
                  <a:pt x="361" y="147"/>
                  <a:pt x="361" y="157"/>
                </a:cubicBezTo>
                <a:cubicBezTo>
                  <a:pt x="361" y="167"/>
                  <a:pt x="353" y="176"/>
                  <a:pt x="342" y="176"/>
                </a:cubicBezTo>
                <a:cubicBezTo>
                  <a:pt x="332" y="176"/>
                  <a:pt x="324" y="167"/>
                  <a:pt x="324" y="157"/>
                </a:cubicBezTo>
                <a:cubicBezTo>
                  <a:pt x="324" y="147"/>
                  <a:pt x="332" y="139"/>
                  <a:pt x="342" y="139"/>
                </a:cubicBezTo>
                <a:close/>
                <a:moveTo>
                  <a:pt x="180" y="139"/>
                </a:moveTo>
                <a:lnTo>
                  <a:pt x="180" y="139"/>
                </a:lnTo>
                <a:cubicBezTo>
                  <a:pt x="190" y="139"/>
                  <a:pt x="198" y="147"/>
                  <a:pt x="198" y="157"/>
                </a:cubicBezTo>
                <a:cubicBezTo>
                  <a:pt x="198" y="167"/>
                  <a:pt x="190" y="176"/>
                  <a:pt x="180" y="176"/>
                </a:cubicBezTo>
                <a:cubicBezTo>
                  <a:pt x="170" y="176"/>
                  <a:pt x="161" y="167"/>
                  <a:pt x="161" y="157"/>
                </a:cubicBezTo>
                <a:cubicBezTo>
                  <a:pt x="161" y="147"/>
                  <a:pt x="170" y="139"/>
                  <a:pt x="180" y="139"/>
                </a:cubicBezTo>
                <a:close/>
              </a:path>
            </a:pathLst>
          </a:custGeom>
          <a:solidFill>
            <a:schemeClr val="bg1"/>
          </a:solidFill>
          <a:ln>
            <a:noFill/>
          </a:ln>
        </p:spPr>
        <p:txBody>
          <a:bodyPr vert="horz" wrap="square" lIns="91416" tIns="45708" rIns="91416" bIns="45708" numCol="1" anchor="t" anchorCtr="0" compatLnSpc="1"/>
          <a:lstStyle/>
          <a:p>
            <a:endParaRPr lang="zh-CN" altLang="en-US" sz="2400">
              <a:solidFill>
                <a:prstClr val="black"/>
              </a:solidFill>
              <a:cs typeface="+mn-ea"/>
              <a:sym typeface="+mn-lt"/>
            </a:endParaRPr>
          </a:p>
        </p:txBody>
      </p:sp>
      <p:sp>
        <p:nvSpPr>
          <p:cNvPr id="13" name="文本"/>
          <p:cNvSpPr/>
          <p:nvPr/>
        </p:nvSpPr>
        <p:spPr>
          <a:xfrm>
            <a:off x="7477887" y="3177540"/>
            <a:ext cx="3389807" cy="1200329"/>
          </a:xfrm>
          <a:prstGeom prst="rect">
            <a:avLst/>
          </a:prstGeom>
          <a:noFill/>
        </p:spPr>
        <p:txBody>
          <a:bodyPr wrap="square" rtlCol="0" anchor="t">
            <a:spAutoFit/>
          </a:bodyPr>
          <a:lstStyle/>
          <a:p>
            <a:pPr indent="467995">
              <a:lnSpc>
                <a:spcPct val="150000"/>
              </a:lnSpc>
              <a:spcAft>
                <a:spcPts val="1500"/>
              </a:spcAft>
            </a:pPr>
            <a:r>
              <a:rPr lang="zh-CN" altLang="en-US" sz="1600" spc="150" dirty="0">
                <a:solidFill>
                  <a:schemeClr val="accent3"/>
                </a:solidFill>
                <a:cs typeface="+mn-ea"/>
                <a:sym typeface="+mn-lt"/>
              </a:rPr>
              <a:t>单击此处添加您的文字内容，或复制文本粘贴至此，字间距和行间距均可自行调节。</a:t>
            </a:r>
            <a:endParaRPr lang="zh-CN" altLang="en-US" sz="1600" spc="150" dirty="0">
              <a:solidFill>
                <a:schemeClr val="accent3"/>
              </a:solidFill>
              <a:cs typeface="+mn-ea"/>
              <a:sym typeface="+mn-lt"/>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07958" y="1076978"/>
            <a:ext cx="3951798" cy="5269343"/>
          </a:xfrm>
          <a:prstGeom prst="rect">
            <a:avLst/>
          </a:prstGeom>
        </p:spPr>
      </p:pic>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456425">
            <a:off x="1647825" y="2650172"/>
            <a:ext cx="2253615" cy="2253615"/>
          </a:xfrm>
          <a:prstGeom prst="rect">
            <a:avLst/>
          </a:prstGeom>
        </p:spPr>
      </p:pic>
      <p:sp>
        <p:nvSpPr>
          <p:cNvPr id="9"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ppt_y</p:attrName>
                                        </p:attrNameLst>
                                      </p:cBhvr>
                                      <p:tavLst>
                                        <p:tav tm="0">
                                          <p:val>
                                            <p:strVal val="#ppt_y+#ppt_h*1.125000"/>
                                          </p:val>
                                        </p:tav>
                                        <p:tav tm="100000">
                                          <p:val>
                                            <p:strVal val="#ppt_y"/>
                                          </p:val>
                                        </p:tav>
                                      </p:tavLst>
                                    </p:anim>
                                    <p:animEffect transition="in" filter="wipe(up)">
                                      <p:cBhvr>
                                        <p:cTn id="12" dur="500"/>
                                        <p:tgtEl>
                                          <p:spTgt spid="10"/>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p:tgtEl>
                                          <p:spTgt spid="11"/>
                                        </p:tgtEl>
                                        <p:attrNameLst>
                                          <p:attrName>ppt_y</p:attrName>
                                        </p:attrNameLst>
                                      </p:cBhvr>
                                      <p:tavLst>
                                        <p:tav tm="0">
                                          <p:val>
                                            <p:strVal val="#ppt_y+#ppt_h*1.125000"/>
                                          </p:val>
                                        </p:tav>
                                        <p:tav tm="100000">
                                          <p:val>
                                            <p:strVal val="#ppt_y"/>
                                          </p:val>
                                        </p:tav>
                                      </p:tavLst>
                                    </p:anim>
                                    <p:animEffect transition="in" filter="wipe(up)">
                                      <p:cBhvr>
                                        <p:cTn id="16" dur="500"/>
                                        <p:tgtEl>
                                          <p:spTgt spid="11"/>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1000"/>
                            </p:stCondLst>
                            <p:childTnLst>
                              <p:par>
                                <p:cTn id="22" presetID="1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ppt_x</p:attrName>
                                        </p:attrNameLst>
                                      </p:cBhvr>
                                      <p:tavLst>
                                        <p:tav tm="0">
                                          <p:val>
                                            <p:strVal val="#ppt_x-#ppt_w*1.125000"/>
                                          </p:val>
                                        </p:tav>
                                        <p:tav tm="100000">
                                          <p:val>
                                            <p:strVal val="#ppt_x"/>
                                          </p:val>
                                        </p:tav>
                                      </p:tavLst>
                                    </p:anim>
                                    <p:animEffect transition="in" filter="wipe(right)">
                                      <p:cBhvr>
                                        <p:cTn id="25" dur="500"/>
                                        <p:tgtEl>
                                          <p:spTgt spid="4"/>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p:cNvGrpSpPr/>
          <p:nvPr/>
        </p:nvGrpSpPr>
        <p:grpSpPr>
          <a:xfrm>
            <a:off x="4664541" y="3192400"/>
            <a:ext cx="2654462" cy="2466644"/>
            <a:chOff x="8954349" y="3951756"/>
            <a:chExt cx="2134396" cy="1983375"/>
          </a:xfrm>
          <a:solidFill>
            <a:srgbClr val="8B3F42">
              <a:alpha val="72000"/>
            </a:srgbClr>
          </a:solidFill>
        </p:grpSpPr>
        <p:sp>
          <p:nvSpPr>
            <p:cNvPr id="5" name="弧形"/>
            <p:cNvSpPr>
              <a:spLocks noChangeArrowheads="1"/>
            </p:cNvSpPr>
            <p:nvPr/>
          </p:nvSpPr>
          <p:spPr bwMode="auto">
            <a:xfrm>
              <a:off x="10615552" y="3951756"/>
              <a:ext cx="473193" cy="755089"/>
            </a:xfrm>
            <a:custGeom>
              <a:avLst/>
              <a:gdLst>
                <a:gd name="T0" fmla="*/ 2147483647 w 59"/>
                <a:gd name="T1" fmla="*/ 2147483647 h 93"/>
                <a:gd name="T2" fmla="*/ 2147483647 w 59"/>
                <a:gd name="T3" fmla="*/ 2147483647 h 93"/>
                <a:gd name="T4" fmla="*/ 2147483647 w 59"/>
                <a:gd name="T5" fmla="*/ 2147483647 h 93"/>
                <a:gd name="T6" fmla="*/ 2147483647 w 59"/>
                <a:gd name="T7" fmla="*/ 2147483647 h 93"/>
                <a:gd name="T8" fmla="*/ 2147483647 w 59"/>
                <a:gd name="T9" fmla="*/ 0 h 93"/>
                <a:gd name="T10" fmla="*/ 0 w 59"/>
                <a:gd name="T11" fmla="*/ 2147483647 h 93"/>
                <a:gd name="T12" fmla="*/ 2147483647 w 59"/>
                <a:gd name="T13" fmla="*/ 2147483647 h 93"/>
                <a:gd name="T14" fmla="*/ 0 60000 65536"/>
                <a:gd name="T15" fmla="*/ 0 60000 65536"/>
                <a:gd name="T16" fmla="*/ 0 60000 65536"/>
                <a:gd name="T17" fmla="*/ 0 60000 65536"/>
                <a:gd name="T18" fmla="*/ 0 60000 65536"/>
                <a:gd name="T19" fmla="*/ 0 60000 65536"/>
                <a:gd name="T20" fmla="*/ 0 60000 65536"/>
                <a:gd name="T21" fmla="*/ 0 w 59"/>
                <a:gd name="T22" fmla="*/ 0 h 93"/>
                <a:gd name="T23" fmla="*/ 59 w 59"/>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93">
                  <a:moveTo>
                    <a:pt x="34" y="93"/>
                  </a:moveTo>
                  <a:cubicBezTo>
                    <a:pt x="40" y="90"/>
                    <a:pt x="40" y="90"/>
                    <a:pt x="40" y="90"/>
                  </a:cubicBezTo>
                  <a:cubicBezTo>
                    <a:pt x="59" y="79"/>
                    <a:pt x="59" y="79"/>
                    <a:pt x="59" y="79"/>
                  </a:cubicBezTo>
                  <a:cubicBezTo>
                    <a:pt x="55" y="63"/>
                    <a:pt x="48" y="48"/>
                    <a:pt x="39" y="35"/>
                  </a:cubicBezTo>
                  <a:cubicBezTo>
                    <a:pt x="30" y="21"/>
                    <a:pt x="19" y="10"/>
                    <a:pt x="6" y="0"/>
                  </a:cubicBezTo>
                  <a:cubicBezTo>
                    <a:pt x="0" y="30"/>
                    <a:pt x="0" y="30"/>
                    <a:pt x="0" y="30"/>
                  </a:cubicBezTo>
                  <a:cubicBezTo>
                    <a:pt x="18" y="46"/>
                    <a:pt x="30" y="68"/>
                    <a:pt x="34" y="93"/>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lIns="68579" tIns="34289" rIns="68579" bIns="34289"/>
            <a:lstStyle/>
            <a:p>
              <a:pPr fontAlgn="base">
                <a:spcBef>
                  <a:spcPct val="0"/>
                </a:spcBef>
                <a:spcAft>
                  <a:spcPct val="0"/>
                </a:spcAft>
              </a:pPr>
              <a:endParaRPr lang="zh-CN" altLang="en-US">
                <a:solidFill>
                  <a:srgbClr val="5F5F5F"/>
                </a:solidFill>
                <a:cs typeface="+mn-ea"/>
                <a:sym typeface="+mn-lt"/>
              </a:endParaRPr>
            </a:p>
          </p:txBody>
        </p:sp>
        <p:sp>
          <p:nvSpPr>
            <p:cNvPr id="6" name="弧形"/>
            <p:cNvSpPr>
              <a:spLocks noChangeArrowheads="1"/>
            </p:cNvSpPr>
            <p:nvPr/>
          </p:nvSpPr>
          <p:spPr bwMode="auto">
            <a:xfrm>
              <a:off x="9437613" y="5562623"/>
              <a:ext cx="1177938" cy="372508"/>
            </a:xfrm>
            <a:custGeom>
              <a:avLst/>
              <a:gdLst>
                <a:gd name="T0" fmla="*/ 2147483647 w 145"/>
                <a:gd name="T1" fmla="*/ 0 h 46"/>
                <a:gd name="T2" fmla="*/ 2147483647 w 145"/>
                <a:gd name="T3" fmla="*/ 2147483647 h 46"/>
                <a:gd name="T4" fmla="*/ 2147483647 w 145"/>
                <a:gd name="T5" fmla="*/ 0 h 46"/>
                <a:gd name="T6" fmla="*/ 2147483647 w 145"/>
                <a:gd name="T7" fmla="*/ 2147483647 h 46"/>
                <a:gd name="T8" fmla="*/ 0 w 145"/>
                <a:gd name="T9" fmla="*/ 2147483647 h 46"/>
                <a:gd name="T10" fmla="*/ 2147483647 w 145"/>
                <a:gd name="T11" fmla="*/ 2147483647 h 46"/>
                <a:gd name="T12" fmla="*/ 2147483647 w 145"/>
                <a:gd name="T13" fmla="*/ 2147483647 h 46"/>
                <a:gd name="T14" fmla="*/ 2147483647 w 145"/>
                <a:gd name="T15" fmla="*/ 2147483647 h 46"/>
                <a:gd name="T16" fmla="*/ 2147483647 w 14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
                <a:gd name="T28" fmla="*/ 0 h 46"/>
                <a:gd name="T29" fmla="*/ 145 w 145"/>
                <a:gd name="T30" fmla="*/ 46 h 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 h="46">
                  <a:moveTo>
                    <a:pt x="135" y="0"/>
                  </a:moveTo>
                  <a:cubicBezTo>
                    <a:pt x="117" y="12"/>
                    <a:pt x="96" y="19"/>
                    <a:pt x="72" y="19"/>
                  </a:cubicBezTo>
                  <a:cubicBezTo>
                    <a:pt x="49" y="19"/>
                    <a:pt x="28" y="12"/>
                    <a:pt x="10" y="0"/>
                  </a:cubicBezTo>
                  <a:cubicBezTo>
                    <a:pt x="5" y="12"/>
                    <a:pt x="5" y="12"/>
                    <a:pt x="5" y="12"/>
                  </a:cubicBezTo>
                  <a:cubicBezTo>
                    <a:pt x="0" y="25"/>
                    <a:pt x="0" y="25"/>
                    <a:pt x="0" y="25"/>
                  </a:cubicBezTo>
                  <a:cubicBezTo>
                    <a:pt x="21" y="38"/>
                    <a:pt x="46" y="46"/>
                    <a:pt x="72" y="46"/>
                  </a:cubicBezTo>
                  <a:cubicBezTo>
                    <a:pt x="99" y="46"/>
                    <a:pt x="124" y="39"/>
                    <a:pt x="145" y="25"/>
                  </a:cubicBezTo>
                  <a:cubicBezTo>
                    <a:pt x="138" y="9"/>
                    <a:pt x="138" y="9"/>
                    <a:pt x="138" y="9"/>
                  </a:cubicBezTo>
                  <a:lnTo>
                    <a:pt x="135"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lIns="68579" tIns="34289" rIns="68579" bIns="34289"/>
            <a:lstStyle/>
            <a:p>
              <a:pPr fontAlgn="base">
                <a:spcBef>
                  <a:spcPct val="0"/>
                </a:spcBef>
                <a:spcAft>
                  <a:spcPct val="0"/>
                </a:spcAft>
              </a:pPr>
              <a:endParaRPr lang="zh-CN" altLang="en-US">
                <a:solidFill>
                  <a:srgbClr val="5F5F5F"/>
                </a:solidFill>
                <a:cs typeface="+mn-ea"/>
                <a:sym typeface="+mn-lt"/>
              </a:endParaRPr>
            </a:p>
          </p:txBody>
        </p:sp>
        <p:sp>
          <p:nvSpPr>
            <p:cNvPr id="7" name="弧形"/>
            <p:cNvSpPr>
              <a:spLocks noChangeArrowheads="1"/>
            </p:cNvSpPr>
            <p:nvPr/>
          </p:nvSpPr>
          <p:spPr bwMode="auto">
            <a:xfrm>
              <a:off x="8954349" y="3961828"/>
              <a:ext cx="483258" cy="745023"/>
            </a:xfrm>
            <a:custGeom>
              <a:avLst/>
              <a:gdLst>
                <a:gd name="T0" fmla="*/ 2147483647 w 59"/>
                <a:gd name="T1" fmla="*/ 2147483647 h 91"/>
                <a:gd name="T2" fmla="*/ 2147483647 w 59"/>
                <a:gd name="T3" fmla="*/ 2147483647 h 91"/>
                <a:gd name="T4" fmla="*/ 2147483647 w 59"/>
                <a:gd name="T5" fmla="*/ 0 h 91"/>
                <a:gd name="T6" fmla="*/ 0 w 59"/>
                <a:gd name="T7" fmla="*/ 2147483647 h 91"/>
                <a:gd name="T8" fmla="*/ 2147483647 w 59"/>
                <a:gd name="T9" fmla="*/ 2147483647 h 91"/>
                <a:gd name="T10" fmla="*/ 2147483647 w 59"/>
                <a:gd name="T11" fmla="*/ 2147483647 h 91"/>
                <a:gd name="T12" fmla="*/ 0 60000 65536"/>
                <a:gd name="T13" fmla="*/ 0 60000 65536"/>
                <a:gd name="T14" fmla="*/ 0 60000 65536"/>
                <a:gd name="T15" fmla="*/ 0 60000 65536"/>
                <a:gd name="T16" fmla="*/ 0 60000 65536"/>
                <a:gd name="T17" fmla="*/ 0 60000 65536"/>
                <a:gd name="T18" fmla="*/ 0 w 59"/>
                <a:gd name="T19" fmla="*/ 0 h 91"/>
                <a:gd name="T20" fmla="*/ 59 w 59"/>
                <a:gd name="T21" fmla="*/ 91 h 91"/>
              </a:gdLst>
              <a:ahLst/>
              <a:cxnLst>
                <a:cxn ang="T12">
                  <a:pos x="T0" y="T1"/>
                </a:cxn>
                <a:cxn ang="T13">
                  <a:pos x="T2" y="T3"/>
                </a:cxn>
                <a:cxn ang="T14">
                  <a:pos x="T4" y="T5"/>
                </a:cxn>
                <a:cxn ang="T15">
                  <a:pos x="T6" y="T7"/>
                </a:cxn>
                <a:cxn ang="T16">
                  <a:pos x="T8" y="T9"/>
                </a:cxn>
                <a:cxn ang="T17">
                  <a:pos x="T10" y="T11"/>
                </a:cxn>
              </a:cxnLst>
              <a:rect l="T18" t="T19" r="T20" b="T21"/>
              <a:pathLst>
                <a:path w="59" h="91">
                  <a:moveTo>
                    <a:pt x="25" y="91"/>
                  </a:moveTo>
                  <a:cubicBezTo>
                    <a:pt x="29" y="66"/>
                    <a:pt x="41" y="44"/>
                    <a:pt x="59" y="28"/>
                  </a:cubicBezTo>
                  <a:cubicBezTo>
                    <a:pt x="50" y="0"/>
                    <a:pt x="50" y="0"/>
                    <a:pt x="50" y="0"/>
                  </a:cubicBezTo>
                  <a:cubicBezTo>
                    <a:pt x="26" y="19"/>
                    <a:pt x="7" y="46"/>
                    <a:pt x="0" y="77"/>
                  </a:cubicBezTo>
                  <a:cubicBezTo>
                    <a:pt x="19" y="88"/>
                    <a:pt x="19" y="88"/>
                    <a:pt x="19" y="88"/>
                  </a:cubicBezTo>
                  <a:lnTo>
                    <a:pt x="25" y="91"/>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lIns="68579" tIns="34289" rIns="68579" bIns="34289"/>
            <a:lstStyle/>
            <a:p>
              <a:pPr fontAlgn="base">
                <a:spcBef>
                  <a:spcPct val="0"/>
                </a:spcBef>
                <a:spcAft>
                  <a:spcPct val="0"/>
                </a:spcAft>
              </a:pPr>
              <a:endParaRPr lang="zh-CN" altLang="en-US">
                <a:solidFill>
                  <a:srgbClr val="5F5F5F"/>
                </a:solidFill>
                <a:cs typeface="+mn-ea"/>
                <a:sym typeface="+mn-lt"/>
              </a:endParaRPr>
            </a:p>
          </p:txBody>
        </p:sp>
      </p:grpSp>
      <p:sp>
        <p:nvSpPr>
          <p:cNvPr id="8" name="圆"/>
          <p:cNvSpPr>
            <a:spLocks noChangeArrowheads="1"/>
          </p:cNvSpPr>
          <p:nvPr/>
        </p:nvSpPr>
        <p:spPr bwMode="auto">
          <a:xfrm>
            <a:off x="6758432" y="4284919"/>
            <a:ext cx="1332000" cy="1333401"/>
          </a:xfrm>
          <a:prstGeom prst="ellipse">
            <a:avLst/>
          </a:prstGeom>
          <a:solidFill>
            <a:schemeClr val="bg1">
              <a:alpha val="80000"/>
            </a:schemeClr>
          </a:solidFill>
          <a:ln w="76200">
            <a:solidFill>
              <a:schemeClr val="accent2">
                <a:alpha val="39000"/>
              </a:schemeClr>
            </a:solidFill>
            <a:prstDash val="solid"/>
          </a:ln>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600" dirty="0">
              <a:solidFill>
                <a:srgbClr val="C4261D"/>
              </a:solidFill>
              <a:cs typeface="+mn-ea"/>
              <a:sym typeface="+mn-lt"/>
            </a:endParaRPr>
          </a:p>
        </p:txBody>
      </p:sp>
      <p:sp>
        <p:nvSpPr>
          <p:cNvPr id="9" name="圆"/>
          <p:cNvSpPr>
            <a:spLocks noChangeArrowheads="1"/>
          </p:cNvSpPr>
          <p:nvPr/>
        </p:nvSpPr>
        <p:spPr bwMode="auto">
          <a:xfrm>
            <a:off x="5265616" y="1871066"/>
            <a:ext cx="1332000" cy="1333401"/>
          </a:xfrm>
          <a:prstGeom prst="ellipse">
            <a:avLst/>
          </a:prstGeom>
          <a:solidFill>
            <a:schemeClr val="bg1">
              <a:alpha val="47000"/>
            </a:schemeClr>
          </a:solidFill>
          <a:ln w="76200">
            <a:solidFill>
              <a:schemeClr val="accent2">
                <a:alpha val="39000"/>
              </a:schemeClr>
            </a:solidFill>
            <a:prstDash val="solid"/>
          </a:ln>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600" dirty="0">
              <a:solidFill>
                <a:srgbClr val="C4261D"/>
              </a:solidFill>
              <a:cs typeface="+mn-ea"/>
              <a:sym typeface="+mn-lt"/>
            </a:endParaRPr>
          </a:p>
        </p:txBody>
      </p:sp>
      <p:sp>
        <p:nvSpPr>
          <p:cNvPr id="10" name="圆"/>
          <p:cNvSpPr>
            <a:spLocks noChangeArrowheads="1"/>
          </p:cNvSpPr>
          <p:nvPr/>
        </p:nvSpPr>
        <p:spPr bwMode="auto">
          <a:xfrm>
            <a:off x="3650585" y="4284919"/>
            <a:ext cx="1332000" cy="1333401"/>
          </a:xfrm>
          <a:prstGeom prst="ellipse">
            <a:avLst/>
          </a:prstGeom>
          <a:solidFill>
            <a:schemeClr val="bg1">
              <a:alpha val="80000"/>
            </a:schemeClr>
          </a:solidFill>
          <a:ln w="76200">
            <a:solidFill>
              <a:schemeClr val="accent2">
                <a:alpha val="43000"/>
              </a:schemeClr>
            </a:solidFill>
            <a:prstDash val="solid"/>
          </a:ln>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600" dirty="0">
              <a:solidFill>
                <a:srgbClr val="C4261D"/>
              </a:solidFill>
              <a:cs typeface="+mn-ea"/>
              <a:sym typeface="+mn-lt"/>
            </a:endParaRPr>
          </a:p>
        </p:txBody>
      </p:sp>
      <p:sp>
        <p:nvSpPr>
          <p:cNvPr id="21" name="图标"/>
          <p:cNvSpPr>
            <a:spLocks noChangeAspect="1" noEditPoints="1"/>
          </p:cNvSpPr>
          <p:nvPr/>
        </p:nvSpPr>
        <p:spPr bwMode="auto">
          <a:xfrm>
            <a:off x="5627032" y="2223319"/>
            <a:ext cx="609938" cy="647703"/>
          </a:xfrm>
          <a:custGeom>
            <a:avLst/>
            <a:gdLst>
              <a:gd name="T0" fmla="*/ 79 w 159"/>
              <a:gd name="T1" fmla="*/ 66 h 169"/>
              <a:gd name="T2" fmla="*/ 112 w 159"/>
              <a:gd name="T3" fmla="*/ 33 h 169"/>
              <a:gd name="T4" fmla="*/ 79 w 159"/>
              <a:gd name="T5" fmla="*/ 0 h 169"/>
              <a:gd name="T6" fmla="*/ 46 w 159"/>
              <a:gd name="T7" fmla="*/ 33 h 169"/>
              <a:gd name="T8" fmla="*/ 79 w 159"/>
              <a:gd name="T9" fmla="*/ 66 h 169"/>
              <a:gd name="T10" fmla="*/ 156 w 159"/>
              <a:gd name="T11" fmla="*/ 117 h 169"/>
              <a:gd name="T12" fmla="*/ 134 w 159"/>
              <a:gd name="T13" fmla="*/ 86 h 169"/>
              <a:gd name="T14" fmla="*/ 125 w 159"/>
              <a:gd name="T15" fmla="*/ 119 h 169"/>
              <a:gd name="T16" fmla="*/ 128 w 159"/>
              <a:gd name="T17" fmla="*/ 122 h 169"/>
              <a:gd name="T18" fmla="*/ 111 w 159"/>
              <a:gd name="T19" fmla="*/ 130 h 169"/>
              <a:gd name="T20" fmla="*/ 106 w 159"/>
              <a:gd name="T21" fmla="*/ 148 h 169"/>
              <a:gd name="T22" fmla="*/ 124 w 159"/>
              <a:gd name="T23" fmla="*/ 153 h 169"/>
              <a:gd name="T24" fmla="*/ 150 w 159"/>
              <a:gd name="T25" fmla="*/ 141 h 169"/>
              <a:gd name="T26" fmla="*/ 156 w 159"/>
              <a:gd name="T27" fmla="*/ 117 h 169"/>
              <a:gd name="T28" fmla="*/ 99 w 159"/>
              <a:gd name="T29" fmla="*/ 153 h 169"/>
              <a:gd name="T30" fmla="*/ 80 w 159"/>
              <a:gd name="T31" fmla="*/ 162 h 169"/>
              <a:gd name="T32" fmla="*/ 84 w 159"/>
              <a:gd name="T33" fmla="*/ 103 h 169"/>
              <a:gd name="T34" fmla="*/ 93 w 159"/>
              <a:gd name="T35" fmla="*/ 98 h 169"/>
              <a:gd name="T36" fmla="*/ 104 w 159"/>
              <a:gd name="T37" fmla="*/ 95 h 169"/>
              <a:gd name="T38" fmla="*/ 114 w 159"/>
              <a:gd name="T39" fmla="*/ 91 h 169"/>
              <a:gd name="T40" fmla="*/ 131 w 159"/>
              <a:gd name="T41" fmla="*/ 81 h 169"/>
              <a:gd name="T42" fmla="*/ 126 w 159"/>
              <a:gd name="T43" fmla="*/ 75 h 169"/>
              <a:gd name="T44" fmla="*/ 124 w 159"/>
              <a:gd name="T45" fmla="*/ 74 h 169"/>
              <a:gd name="T46" fmla="*/ 112 w 159"/>
              <a:gd name="T47" fmla="*/ 70 h 169"/>
              <a:gd name="T48" fmla="*/ 100 w 159"/>
              <a:gd name="T49" fmla="*/ 70 h 169"/>
              <a:gd name="T50" fmla="*/ 79 w 159"/>
              <a:gd name="T51" fmla="*/ 86 h 169"/>
              <a:gd name="T52" fmla="*/ 59 w 159"/>
              <a:gd name="T53" fmla="*/ 70 h 169"/>
              <a:gd name="T54" fmla="*/ 47 w 159"/>
              <a:gd name="T55" fmla="*/ 70 h 169"/>
              <a:gd name="T56" fmla="*/ 34 w 159"/>
              <a:gd name="T57" fmla="*/ 74 h 169"/>
              <a:gd name="T58" fmla="*/ 33 w 159"/>
              <a:gd name="T59" fmla="*/ 75 h 169"/>
              <a:gd name="T60" fmla="*/ 28 w 159"/>
              <a:gd name="T61" fmla="*/ 81 h 169"/>
              <a:gd name="T62" fmla="*/ 45 w 159"/>
              <a:gd name="T63" fmla="*/ 91 h 169"/>
              <a:gd name="T64" fmla="*/ 55 w 159"/>
              <a:gd name="T65" fmla="*/ 95 h 169"/>
              <a:gd name="T66" fmla="*/ 65 w 159"/>
              <a:gd name="T67" fmla="*/ 98 h 169"/>
              <a:gd name="T68" fmla="*/ 75 w 159"/>
              <a:gd name="T69" fmla="*/ 103 h 169"/>
              <a:gd name="T70" fmla="*/ 78 w 159"/>
              <a:gd name="T71" fmla="*/ 162 h 169"/>
              <a:gd name="T72" fmla="*/ 59 w 159"/>
              <a:gd name="T73" fmla="*/ 152 h 169"/>
              <a:gd name="T74" fmla="*/ 43 w 159"/>
              <a:gd name="T75" fmla="*/ 162 h 169"/>
              <a:gd name="T76" fmla="*/ 79 w 159"/>
              <a:gd name="T77" fmla="*/ 169 h 169"/>
              <a:gd name="T78" fmla="*/ 80 w 159"/>
              <a:gd name="T79" fmla="*/ 169 h 169"/>
              <a:gd name="T80" fmla="*/ 80 w 159"/>
              <a:gd name="T81" fmla="*/ 169 h 169"/>
              <a:gd name="T82" fmla="*/ 116 w 159"/>
              <a:gd name="T83" fmla="*/ 162 h 169"/>
              <a:gd name="T84" fmla="*/ 99 w 159"/>
              <a:gd name="T85" fmla="*/ 153 h 169"/>
              <a:gd name="T86" fmla="*/ 53 w 159"/>
              <a:gd name="T87" fmla="*/ 148 h 169"/>
              <a:gd name="T88" fmla="*/ 48 w 159"/>
              <a:gd name="T89" fmla="*/ 130 h 169"/>
              <a:gd name="T90" fmla="*/ 30 w 159"/>
              <a:gd name="T91" fmla="*/ 122 h 169"/>
              <a:gd name="T92" fmla="*/ 33 w 159"/>
              <a:gd name="T93" fmla="*/ 118 h 169"/>
              <a:gd name="T94" fmla="*/ 24 w 159"/>
              <a:gd name="T95" fmla="*/ 86 h 169"/>
              <a:gd name="T96" fmla="*/ 2 w 159"/>
              <a:gd name="T97" fmla="*/ 117 h 169"/>
              <a:gd name="T98" fmla="*/ 8 w 159"/>
              <a:gd name="T99" fmla="*/ 141 h 169"/>
              <a:gd name="T100" fmla="*/ 35 w 159"/>
              <a:gd name="T101" fmla="*/ 153 h 169"/>
              <a:gd name="T102" fmla="*/ 53 w 159"/>
              <a:gd name="T103" fmla="*/ 14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9" h="169">
                <a:moveTo>
                  <a:pt x="79" y="66"/>
                </a:moveTo>
                <a:cubicBezTo>
                  <a:pt x="97" y="66"/>
                  <a:pt x="112" y="51"/>
                  <a:pt x="112" y="33"/>
                </a:cubicBezTo>
                <a:cubicBezTo>
                  <a:pt x="112" y="15"/>
                  <a:pt x="97" y="0"/>
                  <a:pt x="79" y="0"/>
                </a:cubicBezTo>
                <a:cubicBezTo>
                  <a:pt x="61" y="0"/>
                  <a:pt x="46" y="15"/>
                  <a:pt x="46" y="33"/>
                </a:cubicBezTo>
                <a:cubicBezTo>
                  <a:pt x="46" y="51"/>
                  <a:pt x="61" y="66"/>
                  <a:pt x="79" y="66"/>
                </a:cubicBezTo>
                <a:close/>
                <a:moveTo>
                  <a:pt x="156" y="117"/>
                </a:moveTo>
                <a:cubicBezTo>
                  <a:pt x="134" y="86"/>
                  <a:pt x="134" y="86"/>
                  <a:pt x="134" y="86"/>
                </a:cubicBezTo>
                <a:cubicBezTo>
                  <a:pt x="132" y="97"/>
                  <a:pt x="129" y="108"/>
                  <a:pt x="125" y="119"/>
                </a:cubicBezTo>
                <a:cubicBezTo>
                  <a:pt x="128" y="122"/>
                  <a:pt x="128" y="122"/>
                  <a:pt x="128" y="122"/>
                </a:cubicBezTo>
                <a:cubicBezTo>
                  <a:pt x="111" y="130"/>
                  <a:pt x="111" y="130"/>
                  <a:pt x="111" y="130"/>
                </a:cubicBezTo>
                <a:cubicBezTo>
                  <a:pt x="104" y="133"/>
                  <a:pt x="102" y="142"/>
                  <a:pt x="106" y="148"/>
                </a:cubicBezTo>
                <a:cubicBezTo>
                  <a:pt x="109" y="154"/>
                  <a:pt x="118" y="156"/>
                  <a:pt x="124" y="153"/>
                </a:cubicBezTo>
                <a:cubicBezTo>
                  <a:pt x="150" y="141"/>
                  <a:pt x="150" y="141"/>
                  <a:pt x="150" y="141"/>
                </a:cubicBezTo>
                <a:cubicBezTo>
                  <a:pt x="155" y="139"/>
                  <a:pt x="159" y="121"/>
                  <a:pt x="156" y="117"/>
                </a:cubicBezTo>
                <a:close/>
                <a:moveTo>
                  <a:pt x="99" y="153"/>
                </a:moveTo>
                <a:cubicBezTo>
                  <a:pt x="91" y="155"/>
                  <a:pt x="83" y="158"/>
                  <a:pt x="80" y="162"/>
                </a:cubicBezTo>
                <a:cubicBezTo>
                  <a:pt x="81" y="143"/>
                  <a:pt x="83" y="123"/>
                  <a:pt x="84" y="103"/>
                </a:cubicBezTo>
                <a:cubicBezTo>
                  <a:pt x="86" y="101"/>
                  <a:pt x="90" y="100"/>
                  <a:pt x="93" y="98"/>
                </a:cubicBezTo>
                <a:cubicBezTo>
                  <a:pt x="97" y="97"/>
                  <a:pt x="100" y="96"/>
                  <a:pt x="104" y="95"/>
                </a:cubicBezTo>
                <a:cubicBezTo>
                  <a:pt x="107" y="93"/>
                  <a:pt x="111" y="92"/>
                  <a:pt x="114" y="91"/>
                </a:cubicBezTo>
                <a:cubicBezTo>
                  <a:pt x="121" y="88"/>
                  <a:pt x="127" y="84"/>
                  <a:pt x="131" y="81"/>
                </a:cubicBezTo>
                <a:cubicBezTo>
                  <a:pt x="130" y="79"/>
                  <a:pt x="128" y="77"/>
                  <a:pt x="126" y="75"/>
                </a:cubicBezTo>
                <a:cubicBezTo>
                  <a:pt x="125" y="74"/>
                  <a:pt x="125" y="74"/>
                  <a:pt x="124" y="74"/>
                </a:cubicBezTo>
                <a:cubicBezTo>
                  <a:pt x="121" y="71"/>
                  <a:pt x="117" y="70"/>
                  <a:pt x="112" y="70"/>
                </a:cubicBezTo>
                <a:cubicBezTo>
                  <a:pt x="100" y="70"/>
                  <a:pt x="100" y="70"/>
                  <a:pt x="100" y="70"/>
                </a:cubicBezTo>
                <a:cubicBezTo>
                  <a:pt x="79" y="86"/>
                  <a:pt x="79" y="86"/>
                  <a:pt x="79" y="86"/>
                </a:cubicBezTo>
                <a:cubicBezTo>
                  <a:pt x="59" y="70"/>
                  <a:pt x="59" y="70"/>
                  <a:pt x="59" y="70"/>
                </a:cubicBezTo>
                <a:cubicBezTo>
                  <a:pt x="47" y="70"/>
                  <a:pt x="47" y="70"/>
                  <a:pt x="47" y="70"/>
                </a:cubicBezTo>
                <a:cubicBezTo>
                  <a:pt x="42" y="70"/>
                  <a:pt x="38" y="71"/>
                  <a:pt x="34" y="74"/>
                </a:cubicBezTo>
                <a:cubicBezTo>
                  <a:pt x="34" y="74"/>
                  <a:pt x="33" y="74"/>
                  <a:pt x="33" y="75"/>
                </a:cubicBezTo>
                <a:cubicBezTo>
                  <a:pt x="31" y="77"/>
                  <a:pt x="29" y="79"/>
                  <a:pt x="28" y="81"/>
                </a:cubicBezTo>
                <a:cubicBezTo>
                  <a:pt x="32" y="84"/>
                  <a:pt x="38" y="88"/>
                  <a:pt x="45" y="91"/>
                </a:cubicBezTo>
                <a:cubicBezTo>
                  <a:pt x="48" y="92"/>
                  <a:pt x="52" y="93"/>
                  <a:pt x="55" y="95"/>
                </a:cubicBezTo>
                <a:cubicBezTo>
                  <a:pt x="59" y="96"/>
                  <a:pt x="62" y="97"/>
                  <a:pt x="65" y="98"/>
                </a:cubicBezTo>
                <a:cubicBezTo>
                  <a:pt x="69" y="100"/>
                  <a:pt x="72" y="101"/>
                  <a:pt x="75" y="103"/>
                </a:cubicBezTo>
                <a:cubicBezTo>
                  <a:pt x="76" y="123"/>
                  <a:pt x="77" y="143"/>
                  <a:pt x="78" y="162"/>
                </a:cubicBezTo>
                <a:cubicBezTo>
                  <a:pt x="75" y="158"/>
                  <a:pt x="67" y="155"/>
                  <a:pt x="59" y="152"/>
                </a:cubicBezTo>
                <a:cubicBezTo>
                  <a:pt x="55" y="158"/>
                  <a:pt x="49" y="161"/>
                  <a:pt x="43" y="162"/>
                </a:cubicBezTo>
                <a:cubicBezTo>
                  <a:pt x="50" y="164"/>
                  <a:pt x="64" y="168"/>
                  <a:pt x="79" y="169"/>
                </a:cubicBezTo>
                <a:cubicBezTo>
                  <a:pt x="80" y="169"/>
                  <a:pt x="80" y="169"/>
                  <a:pt x="80" y="169"/>
                </a:cubicBezTo>
                <a:cubicBezTo>
                  <a:pt x="80" y="169"/>
                  <a:pt x="80" y="169"/>
                  <a:pt x="80" y="169"/>
                </a:cubicBezTo>
                <a:cubicBezTo>
                  <a:pt x="95" y="169"/>
                  <a:pt x="109" y="164"/>
                  <a:pt x="116" y="162"/>
                </a:cubicBezTo>
                <a:cubicBezTo>
                  <a:pt x="109" y="162"/>
                  <a:pt x="103" y="158"/>
                  <a:pt x="99" y="153"/>
                </a:cubicBezTo>
                <a:close/>
                <a:moveTo>
                  <a:pt x="53" y="148"/>
                </a:moveTo>
                <a:cubicBezTo>
                  <a:pt x="56" y="142"/>
                  <a:pt x="54" y="133"/>
                  <a:pt x="48" y="130"/>
                </a:cubicBezTo>
                <a:cubicBezTo>
                  <a:pt x="30" y="122"/>
                  <a:pt x="30" y="122"/>
                  <a:pt x="30" y="122"/>
                </a:cubicBezTo>
                <a:cubicBezTo>
                  <a:pt x="33" y="118"/>
                  <a:pt x="33" y="118"/>
                  <a:pt x="33" y="118"/>
                </a:cubicBezTo>
                <a:cubicBezTo>
                  <a:pt x="30" y="108"/>
                  <a:pt x="27" y="97"/>
                  <a:pt x="24" y="86"/>
                </a:cubicBezTo>
                <a:cubicBezTo>
                  <a:pt x="2" y="117"/>
                  <a:pt x="2" y="117"/>
                  <a:pt x="2" y="117"/>
                </a:cubicBezTo>
                <a:cubicBezTo>
                  <a:pt x="0" y="121"/>
                  <a:pt x="4" y="139"/>
                  <a:pt x="8" y="141"/>
                </a:cubicBezTo>
                <a:cubicBezTo>
                  <a:pt x="35" y="153"/>
                  <a:pt x="35" y="153"/>
                  <a:pt x="35" y="153"/>
                </a:cubicBezTo>
                <a:cubicBezTo>
                  <a:pt x="41" y="156"/>
                  <a:pt x="49" y="154"/>
                  <a:pt x="53" y="148"/>
                </a:cubicBezTo>
                <a:close/>
              </a:path>
            </a:pathLst>
          </a:custGeom>
          <a:solidFill>
            <a:schemeClr val="accent1">
              <a:alpha val="56000"/>
            </a:schemeClr>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22" name="图标"/>
          <p:cNvSpPr>
            <a:spLocks noChangeAspect="1" noEditPoints="1" noChangeArrowheads="1"/>
          </p:cNvSpPr>
          <p:nvPr/>
        </p:nvSpPr>
        <p:spPr bwMode="auto">
          <a:xfrm>
            <a:off x="4071424" y="4624737"/>
            <a:ext cx="490323" cy="653764"/>
          </a:xfrm>
          <a:custGeom>
            <a:avLst/>
            <a:gdLst>
              <a:gd name="T0" fmla="*/ 2147483647 w 77"/>
              <a:gd name="T1" fmla="*/ 0 h 106"/>
              <a:gd name="T2" fmla="*/ 2147483647 w 77"/>
              <a:gd name="T3" fmla="*/ 0 h 106"/>
              <a:gd name="T4" fmla="*/ 2147483647 w 77"/>
              <a:gd name="T5" fmla="*/ 2147483647 h 106"/>
              <a:gd name="T6" fmla="*/ 2147483647 w 77"/>
              <a:gd name="T7" fmla="*/ 2147483647 h 106"/>
              <a:gd name="T8" fmla="*/ 2147483647 w 77"/>
              <a:gd name="T9" fmla="*/ 2147483647 h 106"/>
              <a:gd name="T10" fmla="*/ 2147483647 w 77"/>
              <a:gd name="T11" fmla="*/ 2147483647 h 106"/>
              <a:gd name="T12" fmla="*/ 2147483647 w 77"/>
              <a:gd name="T13" fmla="*/ 2147483647 h 106"/>
              <a:gd name="T14" fmla="*/ 2147483647 w 77"/>
              <a:gd name="T15" fmla="*/ 2147483647 h 106"/>
              <a:gd name="T16" fmla="*/ 2147483647 w 77"/>
              <a:gd name="T17" fmla="*/ 2147483647 h 106"/>
              <a:gd name="T18" fmla="*/ 2147483647 w 77"/>
              <a:gd name="T19" fmla="*/ 2147483647 h 106"/>
              <a:gd name="T20" fmla="*/ 2147483647 w 77"/>
              <a:gd name="T21" fmla="*/ 2147483647 h 106"/>
              <a:gd name="T22" fmla="*/ 2147483647 w 77"/>
              <a:gd name="T23" fmla="*/ 2147483647 h 106"/>
              <a:gd name="T24" fmla="*/ 0 w 77"/>
              <a:gd name="T25" fmla="*/ 2147483647 h 106"/>
              <a:gd name="T26" fmla="*/ 0 w 77"/>
              <a:gd name="T27" fmla="*/ 2147483647 h 106"/>
              <a:gd name="T28" fmla="*/ 2147483647 w 77"/>
              <a:gd name="T29" fmla="*/ 0 h 106"/>
              <a:gd name="T30" fmla="*/ 2147483647 w 77"/>
              <a:gd name="T31" fmla="*/ 2147483647 h 106"/>
              <a:gd name="T32" fmla="*/ 2147483647 w 77"/>
              <a:gd name="T33" fmla="*/ 2147483647 h 106"/>
              <a:gd name="T34" fmla="*/ 2147483647 w 77"/>
              <a:gd name="T35" fmla="*/ 2147483647 h 106"/>
              <a:gd name="T36" fmla="*/ 2147483647 w 77"/>
              <a:gd name="T37" fmla="*/ 2147483647 h 106"/>
              <a:gd name="T38" fmla="*/ 2147483647 w 77"/>
              <a:gd name="T39" fmla="*/ 2147483647 h 106"/>
              <a:gd name="T40" fmla="*/ 2147483647 w 77"/>
              <a:gd name="T41" fmla="*/ 2147483647 h 106"/>
              <a:gd name="T42" fmla="*/ 2147483647 w 77"/>
              <a:gd name="T43" fmla="*/ 2147483647 h 106"/>
              <a:gd name="T44" fmla="*/ 2147483647 w 77"/>
              <a:gd name="T45" fmla="*/ 2147483647 h 106"/>
              <a:gd name="T46" fmla="*/ 2147483647 w 77"/>
              <a:gd name="T47" fmla="*/ 2147483647 h 106"/>
              <a:gd name="T48" fmla="*/ 2147483647 w 77"/>
              <a:gd name="T49" fmla="*/ 2147483647 h 106"/>
              <a:gd name="T50" fmla="*/ 2147483647 w 77"/>
              <a:gd name="T51" fmla="*/ 2147483647 h 106"/>
              <a:gd name="T52" fmla="*/ 2147483647 w 77"/>
              <a:gd name="T53" fmla="*/ 2147483647 h 106"/>
              <a:gd name="T54" fmla="*/ 2147483647 w 77"/>
              <a:gd name="T55" fmla="*/ 2147483647 h 106"/>
              <a:gd name="T56" fmla="*/ 2147483647 w 77"/>
              <a:gd name="T57" fmla="*/ 2147483647 h 106"/>
              <a:gd name="T58" fmla="*/ 2147483647 w 77"/>
              <a:gd name="T59" fmla="*/ 2147483647 h 106"/>
              <a:gd name="T60" fmla="*/ 2147483647 w 77"/>
              <a:gd name="T61" fmla="*/ 2147483647 h 106"/>
              <a:gd name="T62" fmla="*/ 2147483647 w 77"/>
              <a:gd name="T63" fmla="*/ 2147483647 h 106"/>
              <a:gd name="T64" fmla="*/ 2147483647 w 77"/>
              <a:gd name="T65" fmla="*/ 2147483647 h 106"/>
              <a:gd name="T66" fmla="*/ 2147483647 w 77"/>
              <a:gd name="T67" fmla="*/ 2147483647 h 106"/>
              <a:gd name="T68" fmla="*/ 2147483647 w 77"/>
              <a:gd name="T69" fmla="*/ 2147483647 h 106"/>
              <a:gd name="T70" fmla="*/ 2147483647 w 77"/>
              <a:gd name="T71" fmla="*/ 2147483647 h 106"/>
              <a:gd name="T72" fmla="*/ 2147483647 w 77"/>
              <a:gd name="T73" fmla="*/ 2147483647 h 106"/>
              <a:gd name="T74" fmla="*/ 2147483647 w 77"/>
              <a:gd name="T75" fmla="*/ 2147483647 h 106"/>
              <a:gd name="T76" fmla="*/ 2147483647 w 77"/>
              <a:gd name="T77" fmla="*/ 2147483647 h 106"/>
              <a:gd name="T78" fmla="*/ 2147483647 w 77"/>
              <a:gd name="T79" fmla="*/ 2147483647 h 106"/>
              <a:gd name="T80" fmla="*/ 2147483647 w 77"/>
              <a:gd name="T81" fmla="*/ 2147483647 h 106"/>
              <a:gd name="T82" fmla="*/ 2147483647 w 77"/>
              <a:gd name="T83" fmla="*/ 2147483647 h 106"/>
              <a:gd name="T84" fmla="*/ 2147483647 w 77"/>
              <a:gd name="T85" fmla="*/ 2147483647 h 106"/>
              <a:gd name="T86" fmla="*/ 2147483647 w 77"/>
              <a:gd name="T87" fmla="*/ 2147483647 h 106"/>
              <a:gd name="T88" fmla="*/ 2147483647 w 77"/>
              <a:gd name="T89" fmla="*/ 2147483647 h 106"/>
              <a:gd name="T90" fmla="*/ 2147483647 w 77"/>
              <a:gd name="T91" fmla="*/ 2147483647 h 106"/>
              <a:gd name="T92" fmla="*/ 2147483647 w 77"/>
              <a:gd name="T93" fmla="*/ 2147483647 h 106"/>
              <a:gd name="T94" fmla="*/ 2147483647 w 77"/>
              <a:gd name="T95" fmla="*/ 2147483647 h 106"/>
              <a:gd name="T96" fmla="*/ 2147483647 w 77"/>
              <a:gd name="T97" fmla="*/ 2147483647 h 106"/>
              <a:gd name="T98" fmla="*/ 2147483647 w 77"/>
              <a:gd name="T99" fmla="*/ 2147483647 h 106"/>
              <a:gd name="T100" fmla="*/ 2147483647 w 77"/>
              <a:gd name="T101" fmla="*/ 2147483647 h 106"/>
              <a:gd name="T102" fmla="*/ 2147483647 w 77"/>
              <a:gd name="T103" fmla="*/ 2147483647 h 106"/>
              <a:gd name="T104" fmla="*/ 2147483647 w 77"/>
              <a:gd name="T105" fmla="*/ 2147483647 h 106"/>
              <a:gd name="T106" fmla="*/ 2147483647 w 77"/>
              <a:gd name="T107" fmla="*/ 2147483647 h 106"/>
              <a:gd name="T108" fmla="*/ 2147483647 w 77"/>
              <a:gd name="T109" fmla="*/ 2147483647 h 1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
              <a:gd name="T166" fmla="*/ 0 h 106"/>
              <a:gd name="T167" fmla="*/ 77 w 77"/>
              <a:gd name="T168" fmla="*/ 106 h 1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 h="106">
                <a:moveTo>
                  <a:pt x="8" y="0"/>
                </a:moveTo>
                <a:cubicBezTo>
                  <a:pt x="64" y="0"/>
                  <a:pt x="64" y="0"/>
                  <a:pt x="64" y="0"/>
                </a:cubicBezTo>
                <a:cubicBezTo>
                  <a:pt x="69" y="0"/>
                  <a:pt x="73" y="4"/>
                  <a:pt x="73" y="9"/>
                </a:cubicBezTo>
                <a:cubicBezTo>
                  <a:pt x="73" y="62"/>
                  <a:pt x="73" y="62"/>
                  <a:pt x="73" y="62"/>
                </a:cubicBezTo>
                <a:cubicBezTo>
                  <a:pt x="63" y="60"/>
                  <a:pt x="63" y="60"/>
                  <a:pt x="63" y="60"/>
                </a:cubicBezTo>
                <a:cubicBezTo>
                  <a:pt x="63" y="56"/>
                  <a:pt x="63" y="56"/>
                  <a:pt x="63" y="56"/>
                </a:cubicBezTo>
                <a:cubicBezTo>
                  <a:pt x="63" y="11"/>
                  <a:pt x="63" y="11"/>
                  <a:pt x="63" y="11"/>
                </a:cubicBezTo>
                <a:cubicBezTo>
                  <a:pt x="9" y="11"/>
                  <a:pt x="9" y="11"/>
                  <a:pt x="9" y="11"/>
                </a:cubicBezTo>
                <a:cubicBezTo>
                  <a:pt x="9" y="87"/>
                  <a:pt x="9" y="87"/>
                  <a:pt x="9" y="87"/>
                </a:cubicBezTo>
                <a:cubicBezTo>
                  <a:pt x="36" y="87"/>
                  <a:pt x="36" y="87"/>
                  <a:pt x="36" y="87"/>
                </a:cubicBezTo>
                <a:cubicBezTo>
                  <a:pt x="40" y="96"/>
                  <a:pt x="40" y="96"/>
                  <a:pt x="40" y="96"/>
                </a:cubicBezTo>
                <a:cubicBezTo>
                  <a:pt x="8" y="96"/>
                  <a:pt x="8" y="96"/>
                  <a:pt x="8" y="96"/>
                </a:cubicBezTo>
                <a:cubicBezTo>
                  <a:pt x="4" y="96"/>
                  <a:pt x="0" y="93"/>
                  <a:pt x="0" y="88"/>
                </a:cubicBezTo>
                <a:cubicBezTo>
                  <a:pt x="0" y="9"/>
                  <a:pt x="0" y="9"/>
                  <a:pt x="0" y="9"/>
                </a:cubicBezTo>
                <a:cubicBezTo>
                  <a:pt x="0" y="4"/>
                  <a:pt x="4" y="0"/>
                  <a:pt x="8" y="0"/>
                </a:cubicBezTo>
                <a:close/>
                <a:moveTo>
                  <a:pt x="16" y="47"/>
                </a:moveTo>
                <a:cubicBezTo>
                  <a:pt x="16" y="54"/>
                  <a:pt x="16" y="54"/>
                  <a:pt x="16" y="54"/>
                </a:cubicBezTo>
                <a:cubicBezTo>
                  <a:pt x="36" y="54"/>
                  <a:pt x="36" y="54"/>
                  <a:pt x="36" y="54"/>
                </a:cubicBezTo>
                <a:cubicBezTo>
                  <a:pt x="36" y="47"/>
                  <a:pt x="36" y="47"/>
                  <a:pt x="36" y="47"/>
                </a:cubicBezTo>
                <a:cubicBezTo>
                  <a:pt x="16" y="47"/>
                  <a:pt x="16" y="47"/>
                  <a:pt x="16" y="47"/>
                </a:cubicBezTo>
                <a:close/>
                <a:moveTo>
                  <a:pt x="16" y="34"/>
                </a:moveTo>
                <a:cubicBezTo>
                  <a:pt x="16" y="41"/>
                  <a:pt x="16" y="41"/>
                  <a:pt x="16" y="41"/>
                </a:cubicBezTo>
                <a:cubicBezTo>
                  <a:pt x="36" y="41"/>
                  <a:pt x="36" y="41"/>
                  <a:pt x="36" y="41"/>
                </a:cubicBezTo>
                <a:cubicBezTo>
                  <a:pt x="36" y="34"/>
                  <a:pt x="36" y="34"/>
                  <a:pt x="36" y="34"/>
                </a:cubicBezTo>
                <a:cubicBezTo>
                  <a:pt x="16" y="34"/>
                  <a:pt x="16" y="34"/>
                  <a:pt x="16" y="34"/>
                </a:cubicBezTo>
                <a:close/>
                <a:moveTo>
                  <a:pt x="16" y="21"/>
                </a:moveTo>
                <a:cubicBezTo>
                  <a:pt x="16" y="28"/>
                  <a:pt x="16" y="28"/>
                  <a:pt x="16" y="28"/>
                </a:cubicBezTo>
                <a:cubicBezTo>
                  <a:pt x="55" y="28"/>
                  <a:pt x="55" y="28"/>
                  <a:pt x="55" y="28"/>
                </a:cubicBezTo>
                <a:cubicBezTo>
                  <a:pt x="55" y="21"/>
                  <a:pt x="55" y="21"/>
                  <a:pt x="55" y="21"/>
                </a:cubicBezTo>
                <a:cubicBezTo>
                  <a:pt x="16" y="21"/>
                  <a:pt x="16" y="21"/>
                  <a:pt x="16" y="21"/>
                </a:cubicBezTo>
                <a:close/>
                <a:moveTo>
                  <a:pt x="47" y="42"/>
                </a:moveTo>
                <a:cubicBezTo>
                  <a:pt x="45" y="70"/>
                  <a:pt x="45" y="70"/>
                  <a:pt x="45" y="70"/>
                </a:cubicBezTo>
                <a:cubicBezTo>
                  <a:pt x="43" y="69"/>
                  <a:pt x="43" y="69"/>
                  <a:pt x="43" y="69"/>
                </a:cubicBezTo>
                <a:cubicBezTo>
                  <a:pt x="39" y="71"/>
                  <a:pt x="39" y="71"/>
                  <a:pt x="39" y="71"/>
                </a:cubicBezTo>
                <a:cubicBezTo>
                  <a:pt x="38" y="74"/>
                  <a:pt x="38" y="74"/>
                  <a:pt x="38" y="74"/>
                </a:cubicBezTo>
                <a:cubicBezTo>
                  <a:pt x="48" y="98"/>
                  <a:pt x="48" y="98"/>
                  <a:pt x="48" y="98"/>
                </a:cubicBezTo>
                <a:cubicBezTo>
                  <a:pt x="48" y="106"/>
                  <a:pt x="48" y="106"/>
                  <a:pt x="48" y="106"/>
                </a:cubicBezTo>
                <a:cubicBezTo>
                  <a:pt x="71" y="106"/>
                  <a:pt x="71" y="106"/>
                  <a:pt x="71" y="106"/>
                </a:cubicBezTo>
                <a:cubicBezTo>
                  <a:pt x="71" y="97"/>
                  <a:pt x="71" y="97"/>
                  <a:pt x="71" y="97"/>
                </a:cubicBezTo>
                <a:cubicBezTo>
                  <a:pt x="77" y="73"/>
                  <a:pt x="77" y="73"/>
                  <a:pt x="77" y="73"/>
                </a:cubicBezTo>
                <a:cubicBezTo>
                  <a:pt x="76" y="69"/>
                  <a:pt x="76" y="69"/>
                  <a:pt x="76" y="69"/>
                </a:cubicBezTo>
                <a:cubicBezTo>
                  <a:pt x="71" y="68"/>
                  <a:pt x="71" y="68"/>
                  <a:pt x="71" y="68"/>
                </a:cubicBezTo>
                <a:cubicBezTo>
                  <a:pt x="69" y="70"/>
                  <a:pt x="69" y="70"/>
                  <a:pt x="69" y="70"/>
                </a:cubicBezTo>
                <a:cubicBezTo>
                  <a:pt x="68" y="68"/>
                  <a:pt x="68" y="68"/>
                  <a:pt x="68" y="68"/>
                </a:cubicBezTo>
                <a:cubicBezTo>
                  <a:pt x="64" y="67"/>
                  <a:pt x="64" y="67"/>
                  <a:pt x="64" y="67"/>
                </a:cubicBezTo>
                <a:cubicBezTo>
                  <a:pt x="62" y="68"/>
                  <a:pt x="62" y="68"/>
                  <a:pt x="62" y="68"/>
                </a:cubicBezTo>
                <a:cubicBezTo>
                  <a:pt x="61" y="66"/>
                  <a:pt x="61" y="66"/>
                  <a:pt x="61" y="66"/>
                </a:cubicBezTo>
                <a:cubicBezTo>
                  <a:pt x="57" y="66"/>
                  <a:pt x="57" y="66"/>
                  <a:pt x="57" y="66"/>
                </a:cubicBezTo>
                <a:cubicBezTo>
                  <a:pt x="55" y="41"/>
                  <a:pt x="55" y="41"/>
                  <a:pt x="55" y="41"/>
                </a:cubicBezTo>
                <a:cubicBezTo>
                  <a:pt x="47" y="42"/>
                  <a:pt x="47" y="42"/>
                  <a:pt x="47" y="42"/>
                </a:cubicBezTo>
                <a:close/>
                <a:moveTo>
                  <a:pt x="25" y="4"/>
                </a:moveTo>
                <a:cubicBezTo>
                  <a:pt x="25" y="7"/>
                  <a:pt x="25" y="7"/>
                  <a:pt x="25" y="7"/>
                </a:cubicBezTo>
                <a:cubicBezTo>
                  <a:pt x="47" y="7"/>
                  <a:pt x="47" y="7"/>
                  <a:pt x="47" y="7"/>
                </a:cubicBezTo>
                <a:cubicBezTo>
                  <a:pt x="47" y="4"/>
                  <a:pt x="47" y="4"/>
                  <a:pt x="47" y="4"/>
                </a:cubicBezTo>
                <a:lnTo>
                  <a:pt x="25" y="4"/>
                </a:lnTo>
                <a:close/>
              </a:path>
            </a:pathLst>
          </a:custGeom>
          <a:solidFill>
            <a:schemeClr val="accent1">
              <a:alpha val="66000"/>
            </a:schemeClr>
          </a:solidFill>
          <a:ln>
            <a:noFill/>
          </a:ln>
        </p:spPr>
        <p:txBody>
          <a:bodyPr/>
          <a:lstStyle/>
          <a:p>
            <a:pPr fontAlgn="base">
              <a:spcBef>
                <a:spcPct val="0"/>
              </a:spcBef>
              <a:spcAft>
                <a:spcPct val="0"/>
              </a:spcAft>
            </a:pPr>
            <a:endParaRPr lang="zh-CN" altLang="en-US">
              <a:solidFill>
                <a:srgbClr val="000000"/>
              </a:solidFill>
              <a:cs typeface="+mn-ea"/>
              <a:sym typeface="+mn-lt"/>
            </a:endParaRPr>
          </a:p>
        </p:txBody>
      </p:sp>
      <p:sp>
        <p:nvSpPr>
          <p:cNvPr id="23" name="图标"/>
          <p:cNvSpPr>
            <a:spLocks noChangeAspect="1" noEditPoints="1"/>
          </p:cNvSpPr>
          <p:nvPr/>
        </p:nvSpPr>
        <p:spPr bwMode="auto">
          <a:xfrm>
            <a:off x="7152013" y="4659262"/>
            <a:ext cx="544839" cy="536454"/>
          </a:xfrm>
          <a:custGeom>
            <a:avLst/>
            <a:gdLst>
              <a:gd name="T0" fmla="*/ 128 w 130"/>
              <a:gd name="T1" fmla="*/ 36 h 128"/>
              <a:gd name="T2" fmla="*/ 128 w 130"/>
              <a:gd name="T3" fmla="*/ 12 h 128"/>
              <a:gd name="T4" fmla="*/ 125 w 130"/>
              <a:gd name="T5" fmla="*/ 38 h 128"/>
              <a:gd name="T6" fmla="*/ 130 w 130"/>
              <a:gd name="T7" fmla="*/ 60 h 128"/>
              <a:gd name="T8" fmla="*/ 128 w 130"/>
              <a:gd name="T9" fmla="*/ 64 h 128"/>
              <a:gd name="T10" fmla="*/ 128 w 130"/>
              <a:gd name="T11" fmla="*/ 88 h 128"/>
              <a:gd name="T12" fmla="*/ 128 w 130"/>
              <a:gd name="T13" fmla="*/ 64 h 128"/>
              <a:gd name="T14" fmla="*/ 125 w 130"/>
              <a:gd name="T15" fmla="*/ 114 h 128"/>
              <a:gd name="T16" fmla="*/ 130 w 130"/>
              <a:gd name="T17" fmla="*/ 93 h 128"/>
              <a:gd name="T18" fmla="*/ 121 w 130"/>
              <a:gd name="T19" fmla="*/ 12 h 128"/>
              <a:gd name="T20" fmla="*/ 121 w 130"/>
              <a:gd name="T21" fmla="*/ 62 h 128"/>
              <a:gd name="T22" fmla="*/ 121 w 130"/>
              <a:gd name="T23" fmla="*/ 90 h 128"/>
              <a:gd name="T24" fmla="*/ 109 w 130"/>
              <a:gd name="T25" fmla="*/ 128 h 128"/>
              <a:gd name="T26" fmla="*/ 10 w 130"/>
              <a:gd name="T27" fmla="*/ 116 h 128"/>
              <a:gd name="T28" fmla="*/ 4 w 130"/>
              <a:gd name="T29" fmla="*/ 116 h 128"/>
              <a:gd name="T30" fmla="*/ 6 w 130"/>
              <a:gd name="T31" fmla="*/ 108 h 128"/>
              <a:gd name="T32" fmla="*/ 10 w 130"/>
              <a:gd name="T33" fmla="*/ 104 h 128"/>
              <a:gd name="T34" fmla="*/ 4 w 130"/>
              <a:gd name="T35" fmla="*/ 104 h 128"/>
              <a:gd name="T36" fmla="*/ 6 w 130"/>
              <a:gd name="T37" fmla="*/ 95 h 128"/>
              <a:gd name="T38" fmla="*/ 10 w 130"/>
              <a:gd name="T39" fmla="*/ 91 h 128"/>
              <a:gd name="T40" fmla="*/ 4 w 130"/>
              <a:gd name="T41" fmla="*/ 91 h 128"/>
              <a:gd name="T42" fmla="*/ 6 w 130"/>
              <a:gd name="T43" fmla="*/ 83 h 128"/>
              <a:gd name="T44" fmla="*/ 10 w 130"/>
              <a:gd name="T45" fmla="*/ 49 h 128"/>
              <a:gd name="T46" fmla="*/ 4 w 130"/>
              <a:gd name="T47" fmla="*/ 49 h 128"/>
              <a:gd name="T48" fmla="*/ 6 w 130"/>
              <a:gd name="T49" fmla="*/ 41 h 128"/>
              <a:gd name="T50" fmla="*/ 10 w 130"/>
              <a:gd name="T51" fmla="*/ 36 h 128"/>
              <a:gd name="T52" fmla="*/ 4 w 130"/>
              <a:gd name="T53" fmla="*/ 36 h 128"/>
              <a:gd name="T54" fmla="*/ 6 w 130"/>
              <a:gd name="T55" fmla="*/ 28 h 128"/>
              <a:gd name="T56" fmla="*/ 10 w 130"/>
              <a:gd name="T57" fmla="*/ 24 h 128"/>
              <a:gd name="T58" fmla="*/ 4 w 130"/>
              <a:gd name="T59" fmla="*/ 24 h 128"/>
              <a:gd name="T60" fmla="*/ 6 w 130"/>
              <a:gd name="T61" fmla="*/ 15 h 128"/>
              <a:gd name="T62" fmla="*/ 10 w 130"/>
              <a:gd name="T63" fmla="*/ 12 h 128"/>
              <a:gd name="T64" fmla="*/ 121 w 130"/>
              <a:gd name="T65" fmla="*/ 12 h 128"/>
              <a:gd name="T66" fmla="*/ 13 w 130"/>
              <a:gd name="T67" fmla="*/ 107 h 128"/>
              <a:gd name="T68" fmla="*/ 17 w 130"/>
              <a:gd name="T69" fmla="*/ 112 h 128"/>
              <a:gd name="T70" fmla="*/ 13 w 130"/>
              <a:gd name="T71" fmla="*/ 117 h 128"/>
              <a:gd name="T72" fmla="*/ 21 w 130"/>
              <a:gd name="T73" fmla="*/ 108 h 128"/>
              <a:gd name="T74" fmla="*/ 13 w 130"/>
              <a:gd name="T75" fmla="*/ 94 h 128"/>
              <a:gd name="T76" fmla="*/ 17 w 130"/>
              <a:gd name="T77" fmla="*/ 99 h 128"/>
              <a:gd name="T78" fmla="*/ 13 w 130"/>
              <a:gd name="T79" fmla="*/ 105 h 128"/>
              <a:gd name="T80" fmla="*/ 21 w 130"/>
              <a:gd name="T81" fmla="*/ 96 h 128"/>
              <a:gd name="T82" fmla="*/ 13 w 130"/>
              <a:gd name="T83" fmla="*/ 82 h 128"/>
              <a:gd name="T84" fmla="*/ 17 w 130"/>
              <a:gd name="T85" fmla="*/ 87 h 128"/>
              <a:gd name="T86" fmla="*/ 13 w 130"/>
              <a:gd name="T87" fmla="*/ 92 h 128"/>
              <a:gd name="T88" fmla="*/ 21 w 130"/>
              <a:gd name="T89" fmla="*/ 83 h 128"/>
              <a:gd name="T90" fmla="*/ 13 w 130"/>
              <a:gd name="T91" fmla="*/ 40 h 128"/>
              <a:gd name="T92" fmla="*/ 17 w 130"/>
              <a:gd name="T93" fmla="*/ 45 h 128"/>
              <a:gd name="T94" fmla="*/ 13 w 130"/>
              <a:gd name="T95" fmla="*/ 50 h 128"/>
              <a:gd name="T96" fmla="*/ 21 w 130"/>
              <a:gd name="T97" fmla="*/ 41 h 128"/>
              <a:gd name="T98" fmla="*/ 13 w 130"/>
              <a:gd name="T99" fmla="*/ 27 h 128"/>
              <a:gd name="T100" fmla="*/ 17 w 130"/>
              <a:gd name="T101" fmla="*/ 32 h 128"/>
              <a:gd name="T102" fmla="*/ 13 w 130"/>
              <a:gd name="T103" fmla="*/ 37 h 128"/>
              <a:gd name="T104" fmla="*/ 21 w 130"/>
              <a:gd name="T105" fmla="*/ 28 h 128"/>
              <a:gd name="T106" fmla="*/ 13 w 130"/>
              <a:gd name="T107" fmla="*/ 14 h 128"/>
              <a:gd name="T108" fmla="*/ 17 w 130"/>
              <a:gd name="T109" fmla="*/ 19 h 128"/>
              <a:gd name="T110" fmla="*/ 13 w 130"/>
              <a:gd name="T111" fmla="*/ 24 h 128"/>
              <a:gd name="T112" fmla="*/ 21 w 130"/>
              <a:gd name="T113" fmla="*/ 15 h 128"/>
              <a:gd name="T114" fmla="*/ 48 w 130"/>
              <a:gd name="T115" fmla="*/ 19 h 128"/>
              <a:gd name="T116" fmla="*/ 89 w 130"/>
              <a:gd name="T117" fmla="*/ 4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0" h="128">
                <a:moveTo>
                  <a:pt x="130" y="15"/>
                </a:moveTo>
                <a:cubicBezTo>
                  <a:pt x="130" y="34"/>
                  <a:pt x="130" y="34"/>
                  <a:pt x="130" y="34"/>
                </a:cubicBezTo>
                <a:cubicBezTo>
                  <a:pt x="130" y="35"/>
                  <a:pt x="129" y="36"/>
                  <a:pt x="128" y="36"/>
                </a:cubicBezTo>
                <a:cubicBezTo>
                  <a:pt x="125" y="36"/>
                  <a:pt x="125" y="36"/>
                  <a:pt x="125" y="36"/>
                </a:cubicBezTo>
                <a:cubicBezTo>
                  <a:pt x="125" y="12"/>
                  <a:pt x="125" y="12"/>
                  <a:pt x="125" y="12"/>
                </a:cubicBezTo>
                <a:cubicBezTo>
                  <a:pt x="128" y="12"/>
                  <a:pt x="128" y="12"/>
                  <a:pt x="128" y="12"/>
                </a:cubicBezTo>
                <a:cubicBezTo>
                  <a:pt x="129" y="12"/>
                  <a:pt x="130" y="13"/>
                  <a:pt x="130" y="15"/>
                </a:cubicBezTo>
                <a:close/>
                <a:moveTo>
                  <a:pt x="128" y="38"/>
                </a:moveTo>
                <a:cubicBezTo>
                  <a:pt x="125" y="38"/>
                  <a:pt x="125" y="38"/>
                  <a:pt x="125" y="38"/>
                </a:cubicBezTo>
                <a:cubicBezTo>
                  <a:pt x="125" y="62"/>
                  <a:pt x="125" y="62"/>
                  <a:pt x="125" y="62"/>
                </a:cubicBezTo>
                <a:cubicBezTo>
                  <a:pt x="128" y="62"/>
                  <a:pt x="128" y="62"/>
                  <a:pt x="128" y="62"/>
                </a:cubicBezTo>
                <a:cubicBezTo>
                  <a:pt x="129" y="62"/>
                  <a:pt x="130" y="61"/>
                  <a:pt x="130" y="60"/>
                </a:cubicBezTo>
                <a:cubicBezTo>
                  <a:pt x="130" y="41"/>
                  <a:pt x="130" y="41"/>
                  <a:pt x="130" y="41"/>
                </a:cubicBezTo>
                <a:cubicBezTo>
                  <a:pt x="130" y="39"/>
                  <a:pt x="129" y="38"/>
                  <a:pt x="128" y="38"/>
                </a:cubicBezTo>
                <a:close/>
                <a:moveTo>
                  <a:pt x="128" y="64"/>
                </a:moveTo>
                <a:cubicBezTo>
                  <a:pt x="125" y="64"/>
                  <a:pt x="125" y="64"/>
                  <a:pt x="125" y="64"/>
                </a:cubicBezTo>
                <a:cubicBezTo>
                  <a:pt x="125" y="88"/>
                  <a:pt x="125" y="88"/>
                  <a:pt x="125" y="88"/>
                </a:cubicBezTo>
                <a:cubicBezTo>
                  <a:pt x="128" y="88"/>
                  <a:pt x="128" y="88"/>
                  <a:pt x="128" y="88"/>
                </a:cubicBezTo>
                <a:cubicBezTo>
                  <a:pt x="129" y="88"/>
                  <a:pt x="130" y="87"/>
                  <a:pt x="130" y="86"/>
                </a:cubicBezTo>
                <a:cubicBezTo>
                  <a:pt x="130" y="67"/>
                  <a:pt x="130" y="67"/>
                  <a:pt x="130" y="67"/>
                </a:cubicBezTo>
                <a:cubicBezTo>
                  <a:pt x="130" y="65"/>
                  <a:pt x="129" y="64"/>
                  <a:pt x="128" y="64"/>
                </a:cubicBezTo>
                <a:close/>
                <a:moveTo>
                  <a:pt x="128" y="90"/>
                </a:moveTo>
                <a:cubicBezTo>
                  <a:pt x="125" y="90"/>
                  <a:pt x="125" y="90"/>
                  <a:pt x="125" y="90"/>
                </a:cubicBezTo>
                <a:cubicBezTo>
                  <a:pt x="125" y="114"/>
                  <a:pt x="125" y="114"/>
                  <a:pt x="125" y="114"/>
                </a:cubicBezTo>
                <a:cubicBezTo>
                  <a:pt x="128" y="114"/>
                  <a:pt x="128" y="114"/>
                  <a:pt x="128" y="114"/>
                </a:cubicBezTo>
                <a:cubicBezTo>
                  <a:pt x="129" y="114"/>
                  <a:pt x="130" y="113"/>
                  <a:pt x="130" y="112"/>
                </a:cubicBezTo>
                <a:cubicBezTo>
                  <a:pt x="130" y="93"/>
                  <a:pt x="130" y="93"/>
                  <a:pt x="130" y="93"/>
                </a:cubicBezTo>
                <a:cubicBezTo>
                  <a:pt x="130" y="91"/>
                  <a:pt x="129" y="90"/>
                  <a:pt x="128" y="90"/>
                </a:cubicBezTo>
                <a:close/>
                <a:moveTo>
                  <a:pt x="121" y="12"/>
                </a:moveTo>
                <a:cubicBezTo>
                  <a:pt x="121" y="12"/>
                  <a:pt x="121" y="12"/>
                  <a:pt x="121" y="12"/>
                </a:cubicBezTo>
                <a:cubicBezTo>
                  <a:pt x="121" y="36"/>
                  <a:pt x="121" y="36"/>
                  <a:pt x="121" y="36"/>
                </a:cubicBezTo>
                <a:cubicBezTo>
                  <a:pt x="121" y="38"/>
                  <a:pt x="121" y="38"/>
                  <a:pt x="121" y="38"/>
                </a:cubicBezTo>
                <a:cubicBezTo>
                  <a:pt x="121" y="62"/>
                  <a:pt x="121" y="62"/>
                  <a:pt x="121" y="62"/>
                </a:cubicBezTo>
                <a:cubicBezTo>
                  <a:pt x="121" y="64"/>
                  <a:pt x="121" y="64"/>
                  <a:pt x="121" y="64"/>
                </a:cubicBezTo>
                <a:cubicBezTo>
                  <a:pt x="121" y="88"/>
                  <a:pt x="121" y="88"/>
                  <a:pt x="121" y="88"/>
                </a:cubicBezTo>
                <a:cubicBezTo>
                  <a:pt x="121" y="90"/>
                  <a:pt x="121" y="90"/>
                  <a:pt x="121" y="90"/>
                </a:cubicBezTo>
                <a:cubicBezTo>
                  <a:pt x="121" y="114"/>
                  <a:pt x="121" y="114"/>
                  <a:pt x="121" y="114"/>
                </a:cubicBezTo>
                <a:cubicBezTo>
                  <a:pt x="121" y="117"/>
                  <a:pt x="121" y="117"/>
                  <a:pt x="121" y="117"/>
                </a:cubicBezTo>
                <a:cubicBezTo>
                  <a:pt x="121" y="123"/>
                  <a:pt x="115" y="128"/>
                  <a:pt x="109" y="128"/>
                </a:cubicBezTo>
                <a:cubicBezTo>
                  <a:pt x="22" y="128"/>
                  <a:pt x="22" y="128"/>
                  <a:pt x="22" y="128"/>
                </a:cubicBezTo>
                <a:cubicBezTo>
                  <a:pt x="15" y="128"/>
                  <a:pt x="10" y="123"/>
                  <a:pt x="10" y="117"/>
                </a:cubicBezTo>
                <a:cubicBezTo>
                  <a:pt x="10" y="116"/>
                  <a:pt x="10" y="116"/>
                  <a:pt x="10" y="116"/>
                </a:cubicBezTo>
                <a:cubicBezTo>
                  <a:pt x="8" y="116"/>
                  <a:pt x="8" y="116"/>
                  <a:pt x="8" y="116"/>
                </a:cubicBezTo>
                <a:cubicBezTo>
                  <a:pt x="6" y="116"/>
                  <a:pt x="6" y="116"/>
                  <a:pt x="6" y="116"/>
                </a:cubicBezTo>
                <a:cubicBezTo>
                  <a:pt x="4" y="116"/>
                  <a:pt x="4" y="116"/>
                  <a:pt x="4" y="116"/>
                </a:cubicBezTo>
                <a:cubicBezTo>
                  <a:pt x="2" y="116"/>
                  <a:pt x="0" y="115"/>
                  <a:pt x="0" y="112"/>
                </a:cubicBezTo>
                <a:cubicBezTo>
                  <a:pt x="0" y="110"/>
                  <a:pt x="2" y="108"/>
                  <a:pt x="4" y="108"/>
                </a:cubicBezTo>
                <a:cubicBezTo>
                  <a:pt x="6" y="108"/>
                  <a:pt x="6" y="108"/>
                  <a:pt x="6" y="108"/>
                </a:cubicBezTo>
                <a:cubicBezTo>
                  <a:pt x="8" y="108"/>
                  <a:pt x="8" y="108"/>
                  <a:pt x="8" y="108"/>
                </a:cubicBezTo>
                <a:cubicBezTo>
                  <a:pt x="10" y="108"/>
                  <a:pt x="10" y="108"/>
                  <a:pt x="10" y="108"/>
                </a:cubicBezTo>
                <a:cubicBezTo>
                  <a:pt x="10" y="104"/>
                  <a:pt x="10" y="104"/>
                  <a:pt x="10" y="104"/>
                </a:cubicBezTo>
                <a:cubicBezTo>
                  <a:pt x="8" y="104"/>
                  <a:pt x="8" y="104"/>
                  <a:pt x="8" y="104"/>
                </a:cubicBezTo>
                <a:cubicBezTo>
                  <a:pt x="6" y="104"/>
                  <a:pt x="6" y="104"/>
                  <a:pt x="6" y="104"/>
                </a:cubicBezTo>
                <a:cubicBezTo>
                  <a:pt x="4" y="104"/>
                  <a:pt x="4" y="104"/>
                  <a:pt x="4" y="104"/>
                </a:cubicBezTo>
                <a:cubicBezTo>
                  <a:pt x="2" y="104"/>
                  <a:pt x="0" y="102"/>
                  <a:pt x="0" y="99"/>
                </a:cubicBezTo>
                <a:cubicBezTo>
                  <a:pt x="0" y="97"/>
                  <a:pt x="2" y="95"/>
                  <a:pt x="4" y="95"/>
                </a:cubicBezTo>
                <a:cubicBezTo>
                  <a:pt x="6" y="95"/>
                  <a:pt x="6" y="95"/>
                  <a:pt x="6" y="95"/>
                </a:cubicBezTo>
                <a:cubicBezTo>
                  <a:pt x="8" y="95"/>
                  <a:pt x="8" y="95"/>
                  <a:pt x="8" y="95"/>
                </a:cubicBezTo>
                <a:cubicBezTo>
                  <a:pt x="10" y="95"/>
                  <a:pt x="10" y="95"/>
                  <a:pt x="10" y="95"/>
                </a:cubicBezTo>
                <a:cubicBezTo>
                  <a:pt x="10" y="91"/>
                  <a:pt x="10" y="91"/>
                  <a:pt x="10" y="91"/>
                </a:cubicBezTo>
                <a:cubicBezTo>
                  <a:pt x="8" y="91"/>
                  <a:pt x="8" y="91"/>
                  <a:pt x="8" y="91"/>
                </a:cubicBezTo>
                <a:cubicBezTo>
                  <a:pt x="6" y="91"/>
                  <a:pt x="6" y="91"/>
                  <a:pt x="6" y="91"/>
                </a:cubicBezTo>
                <a:cubicBezTo>
                  <a:pt x="4" y="91"/>
                  <a:pt x="4" y="91"/>
                  <a:pt x="4" y="91"/>
                </a:cubicBezTo>
                <a:cubicBezTo>
                  <a:pt x="2" y="91"/>
                  <a:pt x="0" y="89"/>
                  <a:pt x="0" y="87"/>
                </a:cubicBezTo>
                <a:cubicBezTo>
                  <a:pt x="0" y="84"/>
                  <a:pt x="2" y="83"/>
                  <a:pt x="4" y="83"/>
                </a:cubicBezTo>
                <a:cubicBezTo>
                  <a:pt x="6" y="83"/>
                  <a:pt x="6" y="83"/>
                  <a:pt x="6" y="83"/>
                </a:cubicBezTo>
                <a:cubicBezTo>
                  <a:pt x="8" y="83"/>
                  <a:pt x="8" y="83"/>
                  <a:pt x="8" y="83"/>
                </a:cubicBezTo>
                <a:cubicBezTo>
                  <a:pt x="10" y="83"/>
                  <a:pt x="10" y="83"/>
                  <a:pt x="10" y="83"/>
                </a:cubicBezTo>
                <a:cubicBezTo>
                  <a:pt x="10" y="49"/>
                  <a:pt x="10" y="49"/>
                  <a:pt x="10" y="49"/>
                </a:cubicBezTo>
                <a:cubicBezTo>
                  <a:pt x="8" y="49"/>
                  <a:pt x="8" y="49"/>
                  <a:pt x="8" y="49"/>
                </a:cubicBezTo>
                <a:cubicBezTo>
                  <a:pt x="6" y="49"/>
                  <a:pt x="6" y="49"/>
                  <a:pt x="6" y="49"/>
                </a:cubicBezTo>
                <a:cubicBezTo>
                  <a:pt x="4" y="49"/>
                  <a:pt x="4" y="49"/>
                  <a:pt x="4" y="49"/>
                </a:cubicBezTo>
                <a:cubicBezTo>
                  <a:pt x="2" y="49"/>
                  <a:pt x="0" y="47"/>
                  <a:pt x="0" y="45"/>
                </a:cubicBezTo>
                <a:cubicBezTo>
                  <a:pt x="0" y="43"/>
                  <a:pt x="2" y="41"/>
                  <a:pt x="4" y="41"/>
                </a:cubicBezTo>
                <a:cubicBezTo>
                  <a:pt x="6" y="41"/>
                  <a:pt x="6" y="41"/>
                  <a:pt x="6" y="41"/>
                </a:cubicBezTo>
                <a:cubicBezTo>
                  <a:pt x="8" y="41"/>
                  <a:pt x="8" y="41"/>
                  <a:pt x="8" y="41"/>
                </a:cubicBezTo>
                <a:cubicBezTo>
                  <a:pt x="10" y="41"/>
                  <a:pt x="10" y="41"/>
                  <a:pt x="10" y="41"/>
                </a:cubicBezTo>
                <a:cubicBezTo>
                  <a:pt x="10" y="36"/>
                  <a:pt x="10" y="36"/>
                  <a:pt x="10" y="36"/>
                </a:cubicBezTo>
                <a:cubicBezTo>
                  <a:pt x="8" y="36"/>
                  <a:pt x="8" y="36"/>
                  <a:pt x="8" y="36"/>
                </a:cubicBezTo>
                <a:cubicBezTo>
                  <a:pt x="6" y="36"/>
                  <a:pt x="6" y="36"/>
                  <a:pt x="6" y="36"/>
                </a:cubicBezTo>
                <a:cubicBezTo>
                  <a:pt x="4" y="36"/>
                  <a:pt x="4" y="36"/>
                  <a:pt x="4" y="36"/>
                </a:cubicBezTo>
                <a:cubicBezTo>
                  <a:pt x="2" y="36"/>
                  <a:pt x="0" y="34"/>
                  <a:pt x="0" y="32"/>
                </a:cubicBezTo>
                <a:cubicBezTo>
                  <a:pt x="0" y="30"/>
                  <a:pt x="2" y="28"/>
                  <a:pt x="4" y="28"/>
                </a:cubicBezTo>
                <a:cubicBezTo>
                  <a:pt x="6" y="28"/>
                  <a:pt x="6" y="28"/>
                  <a:pt x="6" y="28"/>
                </a:cubicBezTo>
                <a:cubicBezTo>
                  <a:pt x="8" y="28"/>
                  <a:pt x="8" y="28"/>
                  <a:pt x="8" y="28"/>
                </a:cubicBezTo>
                <a:cubicBezTo>
                  <a:pt x="10" y="28"/>
                  <a:pt x="10" y="28"/>
                  <a:pt x="10" y="28"/>
                </a:cubicBezTo>
                <a:cubicBezTo>
                  <a:pt x="10" y="24"/>
                  <a:pt x="10" y="24"/>
                  <a:pt x="10" y="24"/>
                </a:cubicBezTo>
                <a:cubicBezTo>
                  <a:pt x="8" y="24"/>
                  <a:pt x="8" y="24"/>
                  <a:pt x="8" y="24"/>
                </a:cubicBezTo>
                <a:cubicBezTo>
                  <a:pt x="6" y="24"/>
                  <a:pt x="6" y="24"/>
                  <a:pt x="6" y="24"/>
                </a:cubicBezTo>
                <a:cubicBezTo>
                  <a:pt x="4" y="24"/>
                  <a:pt x="4" y="24"/>
                  <a:pt x="4" y="24"/>
                </a:cubicBezTo>
                <a:cubicBezTo>
                  <a:pt x="2" y="24"/>
                  <a:pt x="0" y="22"/>
                  <a:pt x="0" y="19"/>
                </a:cubicBezTo>
                <a:cubicBezTo>
                  <a:pt x="0" y="17"/>
                  <a:pt x="2" y="15"/>
                  <a:pt x="4" y="15"/>
                </a:cubicBezTo>
                <a:cubicBezTo>
                  <a:pt x="6" y="15"/>
                  <a:pt x="6" y="15"/>
                  <a:pt x="6" y="15"/>
                </a:cubicBezTo>
                <a:cubicBezTo>
                  <a:pt x="8" y="15"/>
                  <a:pt x="8" y="15"/>
                  <a:pt x="8" y="15"/>
                </a:cubicBezTo>
                <a:cubicBezTo>
                  <a:pt x="10" y="15"/>
                  <a:pt x="10" y="15"/>
                  <a:pt x="10" y="15"/>
                </a:cubicBezTo>
                <a:cubicBezTo>
                  <a:pt x="10" y="12"/>
                  <a:pt x="10" y="12"/>
                  <a:pt x="10" y="12"/>
                </a:cubicBezTo>
                <a:cubicBezTo>
                  <a:pt x="10" y="6"/>
                  <a:pt x="15" y="0"/>
                  <a:pt x="22" y="0"/>
                </a:cubicBezTo>
                <a:cubicBezTo>
                  <a:pt x="109" y="0"/>
                  <a:pt x="109" y="0"/>
                  <a:pt x="109" y="0"/>
                </a:cubicBezTo>
                <a:cubicBezTo>
                  <a:pt x="115" y="0"/>
                  <a:pt x="121" y="6"/>
                  <a:pt x="121" y="12"/>
                </a:cubicBezTo>
                <a:close/>
                <a:moveTo>
                  <a:pt x="21" y="108"/>
                </a:moveTo>
                <a:cubicBezTo>
                  <a:pt x="21" y="108"/>
                  <a:pt x="20" y="107"/>
                  <a:pt x="20" y="107"/>
                </a:cubicBezTo>
                <a:cubicBezTo>
                  <a:pt x="13" y="107"/>
                  <a:pt x="13" y="107"/>
                  <a:pt x="13" y="107"/>
                </a:cubicBezTo>
                <a:cubicBezTo>
                  <a:pt x="13" y="107"/>
                  <a:pt x="12" y="108"/>
                  <a:pt x="12" y="108"/>
                </a:cubicBezTo>
                <a:cubicBezTo>
                  <a:pt x="13" y="108"/>
                  <a:pt x="13" y="108"/>
                  <a:pt x="13" y="108"/>
                </a:cubicBezTo>
                <a:cubicBezTo>
                  <a:pt x="15" y="108"/>
                  <a:pt x="17" y="110"/>
                  <a:pt x="17" y="112"/>
                </a:cubicBezTo>
                <a:cubicBezTo>
                  <a:pt x="17" y="115"/>
                  <a:pt x="15" y="116"/>
                  <a:pt x="13" y="116"/>
                </a:cubicBezTo>
                <a:cubicBezTo>
                  <a:pt x="12" y="116"/>
                  <a:pt x="12" y="116"/>
                  <a:pt x="12" y="116"/>
                </a:cubicBezTo>
                <a:cubicBezTo>
                  <a:pt x="12" y="117"/>
                  <a:pt x="13" y="117"/>
                  <a:pt x="13" y="117"/>
                </a:cubicBezTo>
                <a:cubicBezTo>
                  <a:pt x="20" y="117"/>
                  <a:pt x="20" y="117"/>
                  <a:pt x="20" y="117"/>
                </a:cubicBezTo>
                <a:cubicBezTo>
                  <a:pt x="20" y="117"/>
                  <a:pt x="21" y="117"/>
                  <a:pt x="21" y="116"/>
                </a:cubicBezTo>
                <a:lnTo>
                  <a:pt x="21" y="108"/>
                </a:lnTo>
                <a:close/>
                <a:moveTo>
                  <a:pt x="21" y="96"/>
                </a:moveTo>
                <a:cubicBezTo>
                  <a:pt x="21" y="95"/>
                  <a:pt x="20" y="94"/>
                  <a:pt x="20" y="94"/>
                </a:cubicBezTo>
                <a:cubicBezTo>
                  <a:pt x="13" y="94"/>
                  <a:pt x="13" y="94"/>
                  <a:pt x="13" y="94"/>
                </a:cubicBezTo>
                <a:cubicBezTo>
                  <a:pt x="13" y="94"/>
                  <a:pt x="12" y="95"/>
                  <a:pt x="12" y="95"/>
                </a:cubicBezTo>
                <a:cubicBezTo>
                  <a:pt x="13" y="95"/>
                  <a:pt x="13" y="95"/>
                  <a:pt x="13" y="95"/>
                </a:cubicBezTo>
                <a:cubicBezTo>
                  <a:pt x="15" y="95"/>
                  <a:pt x="17" y="97"/>
                  <a:pt x="17" y="99"/>
                </a:cubicBezTo>
                <a:cubicBezTo>
                  <a:pt x="17" y="102"/>
                  <a:pt x="15" y="104"/>
                  <a:pt x="13" y="104"/>
                </a:cubicBezTo>
                <a:cubicBezTo>
                  <a:pt x="12" y="104"/>
                  <a:pt x="12" y="104"/>
                  <a:pt x="12" y="104"/>
                </a:cubicBezTo>
                <a:cubicBezTo>
                  <a:pt x="12" y="104"/>
                  <a:pt x="13" y="105"/>
                  <a:pt x="13" y="105"/>
                </a:cubicBezTo>
                <a:cubicBezTo>
                  <a:pt x="20" y="105"/>
                  <a:pt x="20" y="105"/>
                  <a:pt x="20" y="105"/>
                </a:cubicBezTo>
                <a:cubicBezTo>
                  <a:pt x="20" y="105"/>
                  <a:pt x="21" y="104"/>
                  <a:pt x="21" y="104"/>
                </a:cubicBezTo>
                <a:lnTo>
                  <a:pt x="21" y="96"/>
                </a:lnTo>
                <a:close/>
                <a:moveTo>
                  <a:pt x="21" y="83"/>
                </a:moveTo>
                <a:cubicBezTo>
                  <a:pt x="21" y="82"/>
                  <a:pt x="20" y="82"/>
                  <a:pt x="20" y="82"/>
                </a:cubicBezTo>
                <a:cubicBezTo>
                  <a:pt x="13" y="82"/>
                  <a:pt x="13" y="82"/>
                  <a:pt x="13" y="82"/>
                </a:cubicBezTo>
                <a:cubicBezTo>
                  <a:pt x="13" y="82"/>
                  <a:pt x="12" y="82"/>
                  <a:pt x="12" y="83"/>
                </a:cubicBezTo>
                <a:cubicBezTo>
                  <a:pt x="13" y="83"/>
                  <a:pt x="13" y="83"/>
                  <a:pt x="13" y="83"/>
                </a:cubicBezTo>
                <a:cubicBezTo>
                  <a:pt x="15" y="83"/>
                  <a:pt x="17" y="84"/>
                  <a:pt x="17" y="87"/>
                </a:cubicBezTo>
                <a:cubicBezTo>
                  <a:pt x="17" y="89"/>
                  <a:pt x="15" y="91"/>
                  <a:pt x="13" y="91"/>
                </a:cubicBezTo>
                <a:cubicBezTo>
                  <a:pt x="12" y="91"/>
                  <a:pt x="12" y="91"/>
                  <a:pt x="12" y="91"/>
                </a:cubicBezTo>
                <a:cubicBezTo>
                  <a:pt x="12" y="91"/>
                  <a:pt x="13" y="92"/>
                  <a:pt x="13" y="92"/>
                </a:cubicBezTo>
                <a:cubicBezTo>
                  <a:pt x="20" y="92"/>
                  <a:pt x="20" y="92"/>
                  <a:pt x="20" y="92"/>
                </a:cubicBezTo>
                <a:cubicBezTo>
                  <a:pt x="20" y="92"/>
                  <a:pt x="21" y="91"/>
                  <a:pt x="21" y="91"/>
                </a:cubicBezTo>
                <a:lnTo>
                  <a:pt x="21" y="83"/>
                </a:lnTo>
                <a:close/>
                <a:moveTo>
                  <a:pt x="21" y="41"/>
                </a:moveTo>
                <a:cubicBezTo>
                  <a:pt x="21" y="40"/>
                  <a:pt x="20" y="40"/>
                  <a:pt x="20" y="40"/>
                </a:cubicBezTo>
                <a:cubicBezTo>
                  <a:pt x="13" y="40"/>
                  <a:pt x="13" y="40"/>
                  <a:pt x="13" y="40"/>
                </a:cubicBezTo>
                <a:cubicBezTo>
                  <a:pt x="13" y="40"/>
                  <a:pt x="12" y="40"/>
                  <a:pt x="12" y="41"/>
                </a:cubicBezTo>
                <a:cubicBezTo>
                  <a:pt x="13" y="41"/>
                  <a:pt x="13" y="41"/>
                  <a:pt x="13" y="41"/>
                </a:cubicBezTo>
                <a:cubicBezTo>
                  <a:pt x="15" y="41"/>
                  <a:pt x="17" y="43"/>
                  <a:pt x="17" y="45"/>
                </a:cubicBezTo>
                <a:cubicBezTo>
                  <a:pt x="17" y="47"/>
                  <a:pt x="15" y="49"/>
                  <a:pt x="13" y="49"/>
                </a:cubicBezTo>
                <a:cubicBezTo>
                  <a:pt x="12" y="49"/>
                  <a:pt x="12" y="49"/>
                  <a:pt x="12" y="49"/>
                </a:cubicBezTo>
                <a:cubicBezTo>
                  <a:pt x="12" y="50"/>
                  <a:pt x="13" y="50"/>
                  <a:pt x="13" y="50"/>
                </a:cubicBezTo>
                <a:cubicBezTo>
                  <a:pt x="20" y="50"/>
                  <a:pt x="20" y="50"/>
                  <a:pt x="20" y="50"/>
                </a:cubicBezTo>
                <a:cubicBezTo>
                  <a:pt x="20" y="50"/>
                  <a:pt x="21" y="50"/>
                  <a:pt x="21" y="49"/>
                </a:cubicBezTo>
                <a:lnTo>
                  <a:pt x="21" y="41"/>
                </a:lnTo>
                <a:close/>
                <a:moveTo>
                  <a:pt x="21" y="28"/>
                </a:moveTo>
                <a:cubicBezTo>
                  <a:pt x="21" y="28"/>
                  <a:pt x="20" y="27"/>
                  <a:pt x="20" y="27"/>
                </a:cubicBezTo>
                <a:cubicBezTo>
                  <a:pt x="13" y="27"/>
                  <a:pt x="13" y="27"/>
                  <a:pt x="13" y="27"/>
                </a:cubicBezTo>
                <a:cubicBezTo>
                  <a:pt x="13" y="27"/>
                  <a:pt x="12" y="28"/>
                  <a:pt x="12" y="28"/>
                </a:cubicBezTo>
                <a:cubicBezTo>
                  <a:pt x="13" y="28"/>
                  <a:pt x="13" y="28"/>
                  <a:pt x="13" y="28"/>
                </a:cubicBezTo>
                <a:cubicBezTo>
                  <a:pt x="15" y="28"/>
                  <a:pt x="17" y="30"/>
                  <a:pt x="17" y="32"/>
                </a:cubicBezTo>
                <a:cubicBezTo>
                  <a:pt x="17" y="34"/>
                  <a:pt x="15" y="36"/>
                  <a:pt x="13" y="36"/>
                </a:cubicBezTo>
                <a:cubicBezTo>
                  <a:pt x="12" y="36"/>
                  <a:pt x="12" y="36"/>
                  <a:pt x="12" y="36"/>
                </a:cubicBezTo>
                <a:cubicBezTo>
                  <a:pt x="12" y="37"/>
                  <a:pt x="13" y="37"/>
                  <a:pt x="13" y="37"/>
                </a:cubicBezTo>
                <a:cubicBezTo>
                  <a:pt x="20" y="37"/>
                  <a:pt x="20" y="37"/>
                  <a:pt x="20" y="37"/>
                </a:cubicBezTo>
                <a:cubicBezTo>
                  <a:pt x="20" y="37"/>
                  <a:pt x="21" y="37"/>
                  <a:pt x="21" y="36"/>
                </a:cubicBezTo>
                <a:lnTo>
                  <a:pt x="21" y="28"/>
                </a:lnTo>
                <a:close/>
                <a:moveTo>
                  <a:pt x="21" y="15"/>
                </a:moveTo>
                <a:cubicBezTo>
                  <a:pt x="21" y="15"/>
                  <a:pt x="20" y="14"/>
                  <a:pt x="20" y="14"/>
                </a:cubicBezTo>
                <a:cubicBezTo>
                  <a:pt x="13" y="14"/>
                  <a:pt x="13" y="14"/>
                  <a:pt x="13" y="14"/>
                </a:cubicBezTo>
                <a:cubicBezTo>
                  <a:pt x="13" y="14"/>
                  <a:pt x="12" y="15"/>
                  <a:pt x="12" y="15"/>
                </a:cubicBezTo>
                <a:cubicBezTo>
                  <a:pt x="13" y="15"/>
                  <a:pt x="13" y="15"/>
                  <a:pt x="13" y="15"/>
                </a:cubicBezTo>
                <a:cubicBezTo>
                  <a:pt x="15" y="15"/>
                  <a:pt x="17" y="17"/>
                  <a:pt x="17" y="19"/>
                </a:cubicBezTo>
                <a:cubicBezTo>
                  <a:pt x="17" y="22"/>
                  <a:pt x="15" y="24"/>
                  <a:pt x="13" y="24"/>
                </a:cubicBezTo>
                <a:cubicBezTo>
                  <a:pt x="12" y="24"/>
                  <a:pt x="12" y="24"/>
                  <a:pt x="12" y="24"/>
                </a:cubicBezTo>
                <a:cubicBezTo>
                  <a:pt x="12" y="24"/>
                  <a:pt x="13" y="24"/>
                  <a:pt x="13" y="24"/>
                </a:cubicBezTo>
                <a:cubicBezTo>
                  <a:pt x="20" y="24"/>
                  <a:pt x="20" y="24"/>
                  <a:pt x="20" y="24"/>
                </a:cubicBezTo>
                <a:cubicBezTo>
                  <a:pt x="20" y="24"/>
                  <a:pt x="21" y="24"/>
                  <a:pt x="21" y="23"/>
                </a:cubicBezTo>
                <a:lnTo>
                  <a:pt x="21" y="15"/>
                </a:lnTo>
                <a:close/>
                <a:moveTo>
                  <a:pt x="102" y="32"/>
                </a:moveTo>
                <a:cubicBezTo>
                  <a:pt x="102" y="25"/>
                  <a:pt x="96" y="19"/>
                  <a:pt x="89" y="19"/>
                </a:cubicBezTo>
                <a:cubicBezTo>
                  <a:pt x="48" y="19"/>
                  <a:pt x="48" y="19"/>
                  <a:pt x="48" y="19"/>
                </a:cubicBezTo>
                <a:cubicBezTo>
                  <a:pt x="41" y="19"/>
                  <a:pt x="36" y="25"/>
                  <a:pt x="36" y="32"/>
                </a:cubicBezTo>
                <a:cubicBezTo>
                  <a:pt x="36" y="39"/>
                  <a:pt x="41" y="44"/>
                  <a:pt x="48" y="44"/>
                </a:cubicBezTo>
                <a:cubicBezTo>
                  <a:pt x="89" y="44"/>
                  <a:pt x="89" y="44"/>
                  <a:pt x="89" y="44"/>
                </a:cubicBezTo>
                <a:cubicBezTo>
                  <a:pt x="96" y="44"/>
                  <a:pt x="102" y="39"/>
                  <a:pt x="102" y="32"/>
                </a:cubicBezTo>
                <a:close/>
              </a:path>
            </a:pathLst>
          </a:custGeom>
          <a:solidFill>
            <a:schemeClr val="accent1">
              <a:alpha val="68000"/>
            </a:schemeClr>
          </a:solidFill>
          <a:ln>
            <a:noFill/>
          </a:ln>
        </p:spPr>
        <p:txBody>
          <a:bodyPr vert="horz" wrap="square" lIns="91440" tIns="45720" rIns="91440" bIns="45720" numCol="1" anchor="t" anchorCtr="0" compatLnSpc="1"/>
          <a:lstStyle/>
          <a:p>
            <a:endParaRPr lang="zh-CN" altLang="en-US">
              <a:solidFill>
                <a:srgbClr val="000000"/>
              </a:solidFill>
              <a:cs typeface="+mn-ea"/>
              <a:sym typeface="+mn-lt"/>
            </a:endParaRPr>
          </a:p>
        </p:txBody>
      </p:sp>
      <p:sp>
        <p:nvSpPr>
          <p:cNvPr id="14" name="文本"/>
          <p:cNvSpPr/>
          <p:nvPr/>
        </p:nvSpPr>
        <p:spPr>
          <a:xfrm>
            <a:off x="8776273" y="5350971"/>
            <a:ext cx="3148513" cy="800219"/>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15" name="文本"/>
          <p:cNvSpPr/>
          <p:nvPr/>
        </p:nvSpPr>
        <p:spPr>
          <a:xfrm>
            <a:off x="8786308" y="4741346"/>
            <a:ext cx="1478280" cy="445135"/>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16" name="文本"/>
          <p:cNvSpPr/>
          <p:nvPr/>
        </p:nvSpPr>
        <p:spPr>
          <a:xfrm>
            <a:off x="7008096" y="2153573"/>
            <a:ext cx="3148513" cy="800219"/>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17" name="文本"/>
          <p:cNvSpPr/>
          <p:nvPr/>
        </p:nvSpPr>
        <p:spPr>
          <a:xfrm>
            <a:off x="5279849" y="1425992"/>
            <a:ext cx="1478280" cy="445135"/>
          </a:xfrm>
          <a:prstGeom prst="rect">
            <a:avLst/>
          </a:prstGeom>
        </p:spPr>
        <p:txBody>
          <a:bodyPr wrap="none">
            <a:spAutoFit/>
          </a:bodyPr>
          <a:lstStyle/>
          <a:p>
            <a:pPr algn="ctr"/>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18" name="文本"/>
          <p:cNvSpPr/>
          <p:nvPr/>
        </p:nvSpPr>
        <p:spPr>
          <a:xfrm>
            <a:off x="609188" y="5187776"/>
            <a:ext cx="3148513" cy="800219"/>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19" name="文本"/>
          <p:cNvSpPr/>
          <p:nvPr/>
        </p:nvSpPr>
        <p:spPr>
          <a:xfrm>
            <a:off x="1942519" y="4741346"/>
            <a:ext cx="1478280" cy="445135"/>
          </a:xfrm>
          <a:prstGeom prst="rect">
            <a:avLst/>
          </a:prstGeom>
        </p:spPr>
        <p:txBody>
          <a:bodyPr wrap="none">
            <a:spAutoFit/>
          </a:bodyPr>
          <a:lstStyle/>
          <a:p>
            <a:pPr algn="r"/>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96180" y="3275330"/>
            <a:ext cx="2003425" cy="2003425"/>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p:tgtEl>
                                          <p:spTgt spid="21"/>
                                        </p:tgtEl>
                                        <p:attrNameLst>
                                          <p:attrName>ppt_y</p:attrName>
                                        </p:attrNameLst>
                                      </p:cBhvr>
                                      <p:tavLst>
                                        <p:tav tm="0">
                                          <p:val>
                                            <p:strVal val="#ppt_y+#ppt_h*1.125000"/>
                                          </p:val>
                                        </p:tav>
                                        <p:tav tm="100000">
                                          <p:val>
                                            <p:strVal val="#ppt_y"/>
                                          </p:val>
                                        </p:tav>
                                      </p:tavLst>
                                    </p:anim>
                                    <p:animEffect transition="in" filter="wipe(up)">
                                      <p:cBhvr>
                                        <p:cTn id="17" dur="500"/>
                                        <p:tgtEl>
                                          <p:spTgt spid="21"/>
                                        </p:tgtEl>
                                      </p:cBhvr>
                                    </p:animEffect>
                                  </p:childTnLst>
                                </p:cTn>
                              </p:par>
                            </p:childTnLst>
                          </p:cTn>
                        </p:par>
                        <p:par>
                          <p:cTn id="18" fill="hold">
                            <p:stCondLst>
                              <p:cond delay="1500"/>
                            </p:stCondLst>
                            <p:childTnLst>
                              <p:par>
                                <p:cTn id="19" presetID="16" presetClass="entr" presetSubtype="37"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outVertical)">
                                      <p:cBhvr>
                                        <p:cTn id="21" dur="500"/>
                                        <p:tgtEl>
                                          <p:spTgt spid="17"/>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par>
                          <p:cTn id="26" fill="hold">
                            <p:stCondLst>
                              <p:cond delay="2500"/>
                            </p:stCondLst>
                            <p:childTnLst>
                              <p:par>
                                <p:cTn id="27" presetID="23" presetClass="entr" presetSubtype="16"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childTnLst>
                                </p:cTn>
                              </p:par>
                            </p:childTnLst>
                          </p:cTn>
                        </p:par>
                        <p:par>
                          <p:cTn id="31" fill="hold">
                            <p:stCondLst>
                              <p:cond delay="3000"/>
                            </p:stCondLst>
                            <p:childTnLst>
                              <p:par>
                                <p:cTn id="32" presetID="12" presetClass="entr" presetSubtype="4"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p:tgtEl>
                                          <p:spTgt spid="22"/>
                                        </p:tgtEl>
                                        <p:attrNameLst>
                                          <p:attrName>ppt_y</p:attrName>
                                        </p:attrNameLst>
                                      </p:cBhvr>
                                      <p:tavLst>
                                        <p:tav tm="0">
                                          <p:val>
                                            <p:strVal val="#ppt_y+#ppt_h*1.125000"/>
                                          </p:val>
                                        </p:tav>
                                        <p:tav tm="100000">
                                          <p:val>
                                            <p:strVal val="#ppt_y"/>
                                          </p:val>
                                        </p:tav>
                                      </p:tavLst>
                                    </p:anim>
                                    <p:animEffect transition="in" filter="wipe(up)">
                                      <p:cBhvr>
                                        <p:cTn id="35" dur="500"/>
                                        <p:tgtEl>
                                          <p:spTgt spid="22"/>
                                        </p:tgtEl>
                                      </p:cBhvr>
                                    </p:animEffect>
                                  </p:childTnLst>
                                </p:cTn>
                              </p:par>
                            </p:childTnLst>
                          </p:cTn>
                        </p:par>
                        <p:par>
                          <p:cTn id="36" fill="hold">
                            <p:stCondLst>
                              <p:cond delay="3500"/>
                            </p:stCondLst>
                            <p:childTnLst>
                              <p:par>
                                <p:cTn id="37" presetID="16" presetClass="entr" presetSubtype="37"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arn(outVertical)">
                                      <p:cBhvr>
                                        <p:cTn id="39" dur="500"/>
                                        <p:tgtEl>
                                          <p:spTgt spid="19"/>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par>
                          <p:cTn id="44" fill="hold">
                            <p:stCondLst>
                              <p:cond delay="4500"/>
                            </p:stCondLst>
                            <p:childTnLst>
                              <p:par>
                                <p:cTn id="45" presetID="23" presetClass="entr" presetSubtype="16"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500" fill="hold"/>
                                        <p:tgtEl>
                                          <p:spTgt spid="8"/>
                                        </p:tgtEl>
                                        <p:attrNameLst>
                                          <p:attrName>ppt_w</p:attrName>
                                        </p:attrNameLst>
                                      </p:cBhvr>
                                      <p:tavLst>
                                        <p:tav tm="0">
                                          <p:val>
                                            <p:fltVal val="0"/>
                                          </p:val>
                                        </p:tav>
                                        <p:tav tm="100000">
                                          <p:val>
                                            <p:strVal val="#ppt_w"/>
                                          </p:val>
                                        </p:tav>
                                      </p:tavLst>
                                    </p:anim>
                                    <p:anim calcmode="lin" valueType="num">
                                      <p:cBhvr>
                                        <p:cTn id="48" dur="500" fill="hold"/>
                                        <p:tgtEl>
                                          <p:spTgt spid="8"/>
                                        </p:tgtEl>
                                        <p:attrNameLst>
                                          <p:attrName>ppt_h</p:attrName>
                                        </p:attrNameLst>
                                      </p:cBhvr>
                                      <p:tavLst>
                                        <p:tav tm="0">
                                          <p:val>
                                            <p:fltVal val="0"/>
                                          </p:val>
                                        </p:tav>
                                        <p:tav tm="100000">
                                          <p:val>
                                            <p:strVal val="#ppt_h"/>
                                          </p:val>
                                        </p:tav>
                                      </p:tavLst>
                                    </p:anim>
                                  </p:childTnLst>
                                </p:cTn>
                              </p:par>
                            </p:childTnLst>
                          </p:cTn>
                        </p:par>
                        <p:par>
                          <p:cTn id="49" fill="hold">
                            <p:stCondLst>
                              <p:cond delay="5000"/>
                            </p:stCondLst>
                            <p:childTnLst>
                              <p:par>
                                <p:cTn id="50" presetID="12" presetClass="entr" presetSubtype="4"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p:tgtEl>
                                          <p:spTgt spid="23"/>
                                        </p:tgtEl>
                                        <p:attrNameLst>
                                          <p:attrName>ppt_y</p:attrName>
                                        </p:attrNameLst>
                                      </p:cBhvr>
                                      <p:tavLst>
                                        <p:tav tm="0">
                                          <p:val>
                                            <p:strVal val="#ppt_y+#ppt_h*1.125000"/>
                                          </p:val>
                                        </p:tav>
                                        <p:tav tm="100000">
                                          <p:val>
                                            <p:strVal val="#ppt_y"/>
                                          </p:val>
                                        </p:tav>
                                      </p:tavLst>
                                    </p:anim>
                                    <p:animEffect transition="in" filter="wipe(up)">
                                      <p:cBhvr>
                                        <p:cTn id="53" dur="500"/>
                                        <p:tgtEl>
                                          <p:spTgt spid="23"/>
                                        </p:tgtEl>
                                      </p:cBhvr>
                                    </p:animEffect>
                                  </p:childTnLst>
                                </p:cTn>
                              </p:par>
                            </p:childTnLst>
                          </p:cTn>
                        </p:par>
                        <p:par>
                          <p:cTn id="54" fill="hold">
                            <p:stCondLst>
                              <p:cond delay="5500"/>
                            </p:stCondLst>
                            <p:childTnLst>
                              <p:par>
                                <p:cTn id="55" presetID="16" presetClass="entr" presetSubtype="37"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arn(outVertical)">
                                      <p:cBhvr>
                                        <p:cTn id="57" dur="500"/>
                                        <p:tgtEl>
                                          <p:spTgt spid="15"/>
                                        </p:tgtEl>
                                      </p:cBhvr>
                                    </p:animEffect>
                                  </p:childTnLst>
                                </p:cTn>
                              </p:par>
                            </p:childTnLst>
                          </p:cTn>
                        </p:par>
                        <p:par>
                          <p:cTn id="58" fill="hold">
                            <p:stCondLst>
                              <p:cond delay="6000"/>
                            </p:stCondLst>
                            <p:childTnLst>
                              <p:par>
                                <p:cTn id="59" presetID="22" presetClass="entr" presetSubtype="8"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par>
                          <p:cTn id="62" fill="hold">
                            <p:stCondLst>
                              <p:cond delay="6500"/>
                            </p:stCondLst>
                            <p:childTnLst>
                              <p:par>
                                <p:cTn id="63" presetID="3" presetClass="entr" presetSubtype="10"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blinds(horizontal)">
                                      <p:cBhvr>
                                        <p:cTn id="6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21" grpId="0" bldLvl="0" animBg="1"/>
      <p:bldP spid="22" grpId="0" bldLvl="0" animBg="1"/>
      <p:bldP spid="23" grpId="0" bldLvl="0" animBg="1"/>
      <p:bldP spid="14" grpId="0"/>
      <p:bldP spid="15" grpId="0"/>
      <p:bldP spid="16" grpId="0"/>
      <p:bldP spid="17" grpId="0"/>
      <p:bldP spid="18" grpId="0"/>
      <p:bldP spid="1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935707" y="762635"/>
            <a:ext cx="3846991" cy="5790565"/>
          </a:xfrm>
          <a:prstGeom prst="rect">
            <a:avLst/>
          </a:prstGeom>
        </p:spPr>
      </p:pic>
      <p:sp>
        <p:nvSpPr>
          <p:cNvPr id="52" name="TextBox 10"/>
          <p:cNvSpPr txBox="1"/>
          <p:nvPr/>
        </p:nvSpPr>
        <p:spPr>
          <a:xfrm>
            <a:off x="1667511" y="3067387"/>
            <a:ext cx="4528456" cy="2030095"/>
          </a:xfrm>
          <a:prstGeom prst="rect">
            <a:avLst/>
          </a:prstGeom>
          <a:noFill/>
        </p:spPr>
        <p:txBody>
          <a:bodyPr wrap="square" rtlCol="0">
            <a:spAutoFit/>
          </a:bodyPr>
          <a:lstStyle/>
          <a:p>
            <a:pPr algn="r">
              <a:lnSpc>
                <a:spcPct val="150000"/>
              </a:lnSpc>
              <a:spcBef>
                <a:spcPts val="0"/>
              </a:spcBef>
              <a:spcAft>
                <a:spcPts val="0"/>
              </a:spcAft>
            </a:pPr>
            <a:r>
              <a:rPr lang="zh-CN" altLang="en-US" sz="1200" dirty="0">
                <a:solidFill>
                  <a:sysClr val="windowText" lastClr="000000">
                    <a:lumMod val="75000"/>
                    <a:lumOff val="25000"/>
                  </a:sysClr>
                </a:solidFill>
                <a:cs typeface="+mn-ea"/>
                <a:sym typeface="+mn-lt"/>
              </a:rPr>
              <a:t>添加相关标题，修改文字内容，也可以直接复制你的内容到此请替换文字内容，添加相关标题</a:t>
            </a:r>
            <a:endParaRPr lang="zh-CN" altLang="en-US" sz="1200" dirty="0">
              <a:solidFill>
                <a:sysClr val="windowText" lastClr="000000">
                  <a:lumMod val="75000"/>
                  <a:lumOff val="25000"/>
                </a:sysClr>
              </a:solidFill>
              <a:cs typeface="+mn-ea"/>
              <a:sym typeface="+mn-lt"/>
            </a:endParaRPr>
          </a:p>
          <a:p>
            <a:pPr algn="r">
              <a:lnSpc>
                <a:spcPct val="150000"/>
              </a:lnSpc>
              <a:spcBef>
                <a:spcPts val="0"/>
              </a:spcBef>
              <a:spcAft>
                <a:spcPts val="0"/>
              </a:spcAft>
            </a:pPr>
            <a:r>
              <a:rPr lang="zh-CN" altLang="en-US" sz="1200" dirty="0">
                <a:solidFill>
                  <a:sysClr val="windowText" lastClr="000000">
                    <a:lumMod val="75000"/>
                    <a:lumOff val="25000"/>
                  </a:sysClr>
                </a:solidFill>
                <a:cs typeface="+mn-ea"/>
                <a:sym typeface="+mn-lt"/>
              </a:rPr>
              <a:t>添加相关标题，修改文字内容，也可以直接复制你的内容到此请替换文字内容，添加相关标题</a:t>
            </a:r>
            <a:endParaRPr lang="zh-CN" altLang="en-US" sz="1200" dirty="0">
              <a:solidFill>
                <a:sysClr val="windowText" lastClr="000000">
                  <a:lumMod val="75000"/>
                  <a:lumOff val="25000"/>
                </a:sysClr>
              </a:solidFill>
              <a:cs typeface="+mn-ea"/>
              <a:sym typeface="+mn-lt"/>
            </a:endParaRPr>
          </a:p>
          <a:p>
            <a:pPr algn="r">
              <a:lnSpc>
                <a:spcPct val="150000"/>
              </a:lnSpc>
              <a:spcBef>
                <a:spcPts val="0"/>
              </a:spcBef>
              <a:spcAft>
                <a:spcPts val="0"/>
              </a:spcAft>
            </a:pPr>
            <a:endParaRPr lang="zh-CN" altLang="en-US" sz="1200" dirty="0">
              <a:solidFill>
                <a:sysClr val="windowText" lastClr="000000">
                  <a:lumMod val="75000"/>
                  <a:lumOff val="25000"/>
                </a:sysClr>
              </a:solidFill>
              <a:cs typeface="+mn-ea"/>
              <a:sym typeface="+mn-lt"/>
            </a:endParaRPr>
          </a:p>
          <a:p>
            <a:pPr algn="r">
              <a:lnSpc>
                <a:spcPct val="150000"/>
              </a:lnSpc>
              <a:spcBef>
                <a:spcPts val="0"/>
              </a:spcBef>
              <a:spcAft>
                <a:spcPts val="0"/>
              </a:spcAft>
            </a:pPr>
            <a:r>
              <a:rPr lang="zh-CN" altLang="en-US" sz="1200" dirty="0">
                <a:solidFill>
                  <a:sysClr val="windowText" lastClr="000000">
                    <a:lumMod val="75000"/>
                    <a:lumOff val="25000"/>
                  </a:sysClr>
                </a:solidFill>
                <a:cs typeface="+mn-ea"/>
                <a:sym typeface="+mn-lt"/>
              </a:rPr>
              <a:t>添加相关标题，修改文字内容，也可以直接复制你的内容到此请替换文字内容，添加相关标题</a:t>
            </a:r>
            <a:endParaRPr lang="zh-CN" altLang="en-US" sz="1200" dirty="0">
              <a:solidFill>
                <a:sysClr val="windowText" lastClr="000000">
                  <a:lumMod val="75000"/>
                  <a:lumOff val="25000"/>
                </a:sysClr>
              </a:solidFill>
              <a:cs typeface="+mn-ea"/>
              <a:sym typeface="+mn-lt"/>
            </a:endParaRPr>
          </a:p>
        </p:txBody>
      </p:sp>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p:tgtEl>
                                          <p:spTgt spid="52"/>
                                        </p:tgtEl>
                                        <p:attrNameLst>
                                          <p:attrName>ppt_y</p:attrName>
                                        </p:attrNameLst>
                                      </p:cBhvr>
                                      <p:tavLst>
                                        <p:tav tm="0">
                                          <p:val>
                                            <p:strVal val="#ppt_y+#ppt_h*1.125000"/>
                                          </p:val>
                                        </p:tav>
                                        <p:tav tm="100000">
                                          <p:val>
                                            <p:strVal val="#ppt_y"/>
                                          </p:val>
                                        </p:tav>
                                      </p:tavLst>
                                    </p:anim>
                                    <p:animEffect transition="in" filter="wipe(up)">
                                      <p:cBhvr>
                                        <p:cTn id="8" dur="500"/>
                                        <p:tgtEl>
                                          <p:spTgt spid="52"/>
                                        </p:tgtEl>
                                      </p:cBhvr>
                                    </p:animEffect>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
          <p:cNvSpPr>
            <a:spLocks noGrp="1"/>
          </p:cNvSpPr>
          <p:nvPr>
            <p:ph type="body" sz="quarter" idx="13"/>
          </p:nvPr>
        </p:nvSpPr>
        <p:spPr/>
        <p:txBody>
          <a:bodyPr/>
          <a:lstStyle/>
          <a:p>
            <a:r>
              <a:rPr lang="en-US" altLang="zh-CN">
                <a:latin typeface="+mn-lt"/>
                <a:ea typeface="+mn-ea"/>
                <a:cs typeface="+mn-ea"/>
                <a:sym typeface="+mn-lt"/>
              </a:rPr>
              <a:t>PART ONE</a:t>
            </a:r>
            <a:endParaRPr lang="en-US" altLang="zh-CN" dirty="0">
              <a:latin typeface="+mn-lt"/>
              <a:ea typeface="+mn-ea"/>
              <a:cs typeface="+mn-ea"/>
              <a:sym typeface="+mn-lt"/>
            </a:endParaRPr>
          </a:p>
        </p:txBody>
      </p:sp>
      <p:sp>
        <p:nvSpPr>
          <p:cNvPr id="31" name="文本"/>
          <p:cNvSpPr/>
          <p:nvPr/>
        </p:nvSpPr>
        <p:spPr>
          <a:xfrm>
            <a:off x="4113530" y="2732405"/>
            <a:ext cx="3770630" cy="922020"/>
          </a:xfrm>
          <a:prstGeom prst="rect">
            <a:avLst/>
          </a:prstGeom>
        </p:spPr>
        <p:txBody>
          <a:bodyPr wrap="none">
            <a:spAutoFit/>
          </a:bodyPr>
          <a:lstStyle/>
          <a:p>
            <a:r>
              <a:rPr lang="zh-CN" altLang="en-US" sz="5400" b="1" spc="250" dirty="0">
                <a:solidFill>
                  <a:srgbClr val="8B3F42">
                    <a:alpha val="52000"/>
                  </a:srgbClr>
                </a:solidFill>
                <a:cs typeface="+mn-ea"/>
                <a:sym typeface="+mn-lt"/>
              </a:rPr>
              <a:t>如何读好书</a:t>
            </a:r>
            <a:endParaRPr lang="zh-CN" altLang="en-US" sz="5400" b="1" spc="250" dirty="0">
              <a:solidFill>
                <a:srgbClr val="8B3F42">
                  <a:alpha val="52000"/>
                </a:srgbClr>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5635" y="3193415"/>
            <a:ext cx="3978275" cy="3978275"/>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2545" y="520065"/>
            <a:ext cx="5817870" cy="5817870"/>
          </a:xfrm>
          <a:prstGeom prst="rect">
            <a:avLst/>
          </a:prstGeom>
          <a:ln>
            <a:no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31587" y="1201254"/>
            <a:ext cx="5101754" cy="3658235"/>
          </a:xfrm>
          <a:prstGeom prst="rect">
            <a:avLst/>
          </a:prstGeom>
        </p:spPr>
      </p:pic>
      <p:sp>
        <p:nvSpPr>
          <p:cNvPr id="9" name="TextBox 18"/>
          <p:cNvSpPr txBox="1"/>
          <p:nvPr/>
        </p:nvSpPr>
        <p:spPr>
          <a:xfrm>
            <a:off x="6737350" y="5077460"/>
            <a:ext cx="4594860" cy="1015663"/>
          </a:xfrm>
          <a:prstGeom prst="rect">
            <a:avLst/>
          </a:prstGeom>
          <a:noFill/>
        </p:spPr>
        <p:txBody>
          <a:bodyPr wrap="square" rtlCol="0">
            <a:spAutoFit/>
          </a:bodyPr>
          <a:lstStyle/>
          <a:p>
            <a:pPr algn="l">
              <a:lnSpc>
                <a:spcPct val="150000"/>
              </a:lnSpc>
            </a:pPr>
            <a:r>
              <a:rPr lang="zh-CN" altLang="en-US" sz="1000" dirty="0">
                <a:solidFill>
                  <a:schemeClr val="tx1">
                    <a:lumMod val="75000"/>
                    <a:lumOff val="25000"/>
                  </a:schemeClr>
                </a:solidFill>
                <a:cs typeface="+mn-ea"/>
                <a:sym typeface="+mn-lt"/>
              </a:rPr>
              <a:t>请替换文字内容，添加相关标题，修改文字内容，也可以直接复制你的内容到此。请替换文字内容 </a:t>
            </a:r>
            <a:endParaRPr lang="zh-CN" altLang="en-US" sz="1000" dirty="0">
              <a:solidFill>
                <a:schemeClr val="tx1">
                  <a:lumMod val="75000"/>
                  <a:lumOff val="25000"/>
                </a:schemeClr>
              </a:solidFill>
              <a:cs typeface="+mn-ea"/>
              <a:sym typeface="+mn-lt"/>
            </a:endParaRPr>
          </a:p>
          <a:p>
            <a:pPr algn="l">
              <a:lnSpc>
                <a:spcPct val="150000"/>
              </a:lnSpc>
            </a:pPr>
            <a:endParaRPr lang="zh-CN" altLang="en-US" sz="900" dirty="0">
              <a:solidFill>
                <a:schemeClr val="tx1">
                  <a:lumMod val="75000"/>
                  <a:lumOff val="25000"/>
                </a:schemeClr>
              </a:solidFill>
              <a:cs typeface="+mn-ea"/>
              <a:sym typeface="+mn-lt"/>
            </a:endParaRPr>
          </a:p>
          <a:p>
            <a:pPr algn="l">
              <a:lnSpc>
                <a:spcPct val="150000"/>
              </a:lnSpc>
            </a:pPr>
            <a:r>
              <a:rPr lang="zh-CN" altLang="en-US" sz="1000" dirty="0">
                <a:solidFill>
                  <a:schemeClr val="tx1">
                    <a:lumMod val="75000"/>
                    <a:lumOff val="25000"/>
                  </a:schemeClr>
                </a:solidFill>
                <a:cs typeface="+mn-ea"/>
                <a:sym typeface="+mn-lt"/>
              </a:rPr>
              <a:t>添加相关标题，修改文字内容，也可以直接复制你的内容到此请替换文字内</a:t>
            </a:r>
            <a:r>
              <a:rPr lang="zh-CN" altLang="en-US" sz="1200" dirty="0">
                <a:solidFill>
                  <a:schemeClr val="tx1">
                    <a:lumMod val="75000"/>
                    <a:lumOff val="25000"/>
                  </a:schemeClr>
                </a:solidFill>
                <a:cs typeface="+mn-ea"/>
                <a:sym typeface="+mn-lt"/>
              </a:rPr>
              <a:t>容</a:t>
            </a:r>
            <a:endParaRPr lang="zh-CN" altLang="en-US" sz="1200" dirty="0">
              <a:solidFill>
                <a:schemeClr val="tx1">
                  <a:lumMod val="75000"/>
                  <a:lumOff val="25000"/>
                </a:schemeClr>
              </a:solidFill>
              <a:cs typeface="+mn-ea"/>
              <a:sym typeface="+mn-lt"/>
            </a:endParaRPr>
          </a:p>
        </p:txBody>
      </p:sp>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chemeClr val="tx1">
                    <a:lumMod val="75000"/>
                    <a:lumOff val="25000"/>
                  </a:schemeClr>
                </a:solidFill>
                <a:cs typeface="+mn-ea"/>
                <a:sym typeface="+mn-lt"/>
              </a:rPr>
              <a:t>输入标题言</a:t>
            </a:r>
            <a:endParaRPr lang="en-US" sz="900" spc="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par>
                          <p:cTn id="16" fill="hold">
                            <p:stCondLst>
                              <p:cond delay="1500"/>
                            </p:stCondLst>
                            <p:childTnLst>
                              <p:par>
                                <p:cTn id="17" presetID="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图形"/>
          <p:cNvSpPr/>
          <p:nvPr/>
        </p:nvSpPr>
        <p:spPr bwMode="auto">
          <a:xfrm>
            <a:off x="6177249" y="2127342"/>
            <a:ext cx="1657028" cy="1987569"/>
          </a:xfrm>
          <a:custGeom>
            <a:avLst/>
            <a:gdLst>
              <a:gd name="T0" fmla="*/ 0 w 285"/>
              <a:gd name="T1" fmla="*/ 0 h 342"/>
              <a:gd name="T2" fmla="*/ 0 w 285"/>
              <a:gd name="T3" fmla="*/ 68 h 342"/>
              <a:gd name="T4" fmla="*/ 52 w 285"/>
              <a:gd name="T5" fmla="*/ 143 h 342"/>
              <a:gd name="T6" fmla="*/ 0 w 285"/>
              <a:gd name="T7" fmla="*/ 217 h 342"/>
              <a:gd name="T8" fmla="*/ 0 w 285"/>
              <a:gd name="T9" fmla="*/ 285 h 342"/>
              <a:gd name="T10" fmla="*/ 86 w 285"/>
              <a:gd name="T11" fmla="*/ 285 h 342"/>
              <a:gd name="T12" fmla="*/ 142 w 285"/>
              <a:gd name="T13" fmla="*/ 342 h 342"/>
              <a:gd name="T14" fmla="*/ 199 w 285"/>
              <a:gd name="T15" fmla="*/ 285 h 342"/>
              <a:gd name="T16" fmla="*/ 285 w 285"/>
              <a:gd name="T17" fmla="*/ 285 h 342"/>
              <a:gd name="T18" fmla="*/ 285 w 285"/>
              <a:gd name="T19" fmla="*/ 0 h 342"/>
              <a:gd name="T20" fmla="*/ 0 w 285"/>
              <a:gd name="T21" fmla="*/ 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342">
                <a:moveTo>
                  <a:pt x="0" y="0"/>
                </a:moveTo>
                <a:cubicBezTo>
                  <a:pt x="0" y="68"/>
                  <a:pt x="0" y="68"/>
                  <a:pt x="0" y="68"/>
                </a:cubicBezTo>
                <a:cubicBezTo>
                  <a:pt x="30" y="79"/>
                  <a:pt x="52" y="108"/>
                  <a:pt x="52" y="143"/>
                </a:cubicBezTo>
                <a:cubicBezTo>
                  <a:pt x="52" y="177"/>
                  <a:pt x="30" y="206"/>
                  <a:pt x="0" y="217"/>
                </a:cubicBezTo>
                <a:cubicBezTo>
                  <a:pt x="0" y="285"/>
                  <a:pt x="0" y="285"/>
                  <a:pt x="0" y="285"/>
                </a:cubicBezTo>
                <a:cubicBezTo>
                  <a:pt x="86" y="285"/>
                  <a:pt x="86" y="285"/>
                  <a:pt x="86" y="285"/>
                </a:cubicBezTo>
                <a:cubicBezTo>
                  <a:pt x="86" y="316"/>
                  <a:pt x="111" y="342"/>
                  <a:pt x="142" y="342"/>
                </a:cubicBezTo>
                <a:cubicBezTo>
                  <a:pt x="173" y="342"/>
                  <a:pt x="199" y="316"/>
                  <a:pt x="199" y="285"/>
                </a:cubicBezTo>
                <a:cubicBezTo>
                  <a:pt x="285" y="285"/>
                  <a:pt x="285" y="285"/>
                  <a:pt x="285" y="285"/>
                </a:cubicBezTo>
                <a:cubicBezTo>
                  <a:pt x="285" y="0"/>
                  <a:pt x="285" y="0"/>
                  <a:pt x="285" y="0"/>
                </a:cubicBezTo>
                <a:lnTo>
                  <a:pt x="0" y="0"/>
                </a:lnTo>
                <a:close/>
              </a:path>
            </a:pathLst>
          </a:custGeom>
          <a:solidFill>
            <a:srgbClr val="8B3F42">
              <a:alpha val="70000"/>
            </a:srgbClr>
          </a:solidFill>
          <a:ln>
            <a:noFill/>
          </a:ln>
        </p:spPr>
        <p:txBody>
          <a:bodyPr/>
          <a:lstStyle/>
          <a:p>
            <a:endParaRPr lang="zh-CN" altLang="en-US" sz="2400">
              <a:solidFill>
                <a:prstClr val="black"/>
              </a:solidFill>
              <a:cs typeface="+mn-ea"/>
              <a:sym typeface="+mn-lt"/>
            </a:endParaRPr>
          </a:p>
        </p:txBody>
      </p:sp>
      <p:sp>
        <p:nvSpPr>
          <p:cNvPr id="22" name="图形"/>
          <p:cNvSpPr/>
          <p:nvPr/>
        </p:nvSpPr>
        <p:spPr bwMode="auto">
          <a:xfrm>
            <a:off x="5847322" y="3947434"/>
            <a:ext cx="1986957" cy="1657539"/>
          </a:xfrm>
          <a:custGeom>
            <a:avLst/>
            <a:gdLst>
              <a:gd name="T0" fmla="*/ 274 w 342"/>
              <a:gd name="T1" fmla="*/ 0 h 285"/>
              <a:gd name="T2" fmla="*/ 199 w 342"/>
              <a:gd name="T3" fmla="*/ 52 h 285"/>
              <a:gd name="T4" fmla="*/ 124 w 342"/>
              <a:gd name="T5" fmla="*/ 0 h 285"/>
              <a:gd name="T6" fmla="*/ 57 w 342"/>
              <a:gd name="T7" fmla="*/ 0 h 285"/>
              <a:gd name="T8" fmla="*/ 57 w 342"/>
              <a:gd name="T9" fmla="*/ 86 h 285"/>
              <a:gd name="T10" fmla="*/ 0 w 342"/>
              <a:gd name="T11" fmla="*/ 142 h 285"/>
              <a:gd name="T12" fmla="*/ 57 w 342"/>
              <a:gd name="T13" fmla="*/ 199 h 285"/>
              <a:gd name="T14" fmla="*/ 57 w 342"/>
              <a:gd name="T15" fmla="*/ 285 h 285"/>
              <a:gd name="T16" fmla="*/ 342 w 342"/>
              <a:gd name="T17" fmla="*/ 285 h 285"/>
              <a:gd name="T18" fmla="*/ 342 w 342"/>
              <a:gd name="T19" fmla="*/ 0 h 285"/>
              <a:gd name="T20" fmla="*/ 274 w 342"/>
              <a:gd name="T21"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2" h="285">
                <a:moveTo>
                  <a:pt x="274" y="0"/>
                </a:moveTo>
                <a:cubicBezTo>
                  <a:pt x="263" y="30"/>
                  <a:pt x="234" y="52"/>
                  <a:pt x="199" y="52"/>
                </a:cubicBezTo>
                <a:cubicBezTo>
                  <a:pt x="165" y="52"/>
                  <a:pt x="136" y="30"/>
                  <a:pt x="124" y="0"/>
                </a:cubicBezTo>
                <a:cubicBezTo>
                  <a:pt x="57" y="0"/>
                  <a:pt x="57" y="0"/>
                  <a:pt x="57" y="0"/>
                </a:cubicBezTo>
                <a:cubicBezTo>
                  <a:pt x="57" y="86"/>
                  <a:pt x="57" y="86"/>
                  <a:pt x="57" y="86"/>
                </a:cubicBezTo>
                <a:cubicBezTo>
                  <a:pt x="25" y="86"/>
                  <a:pt x="0" y="111"/>
                  <a:pt x="0" y="142"/>
                </a:cubicBezTo>
                <a:cubicBezTo>
                  <a:pt x="0" y="173"/>
                  <a:pt x="25" y="199"/>
                  <a:pt x="57" y="199"/>
                </a:cubicBezTo>
                <a:cubicBezTo>
                  <a:pt x="57" y="285"/>
                  <a:pt x="57" y="285"/>
                  <a:pt x="57" y="285"/>
                </a:cubicBezTo>
                <a:cubicBezTo>
                  <a:pt x="342" y="285"/>
                  <a:pt x="342" y="285"/>
                  <a:pt x="342" y="285"/>
                </a:cubicBezTo>
                <a:cubicBezTo>
                  <a:pt x="342" y="0"/>
                  <a:pt x="342" y="0"/>
                  <a:pt x="342" y="0"/>
                </a:cubicBezTo>
                <a:lnTo>
                  <a:pt x="274" y="0"/>
                </a:lnTo>
                <a:close/>
              </a:path>
            </a:pathLst>
          </a:custGeom>
          <a:solidFill>
            <a:srgbClr val="FDC666">
              <a:alpha val="52000"/>
            </a:srgbClr>
          </a:solidFill>
          <a:ln>
            <a:noFill/>
          </a:ln>
        </p:spPr>
        <p:txBody>
          <a:bodyPr/>
          <a:lstStyle/>
          <a:p>
            <a:endParaRPr lang="zh-CN" altLang="en-US" sz="2400">
              <a:solidFill>
                <a:prstClr val="black"/>
              </a:solidFill>
              <a:cs typeface="+mn-ea"/>
              <a:sym typeface="+mn-lt"/>
            </a:endParaRPr>
          </a:p>
        </p:txBody>
      </p:sp>
      <p:sp>
        <p:nvSpPr>
          <p:cNvPr id="23" name="图形"/>
          <p:cNvSpPr/>
          <p:nvPr/>
        </p:nvSpPr>
        <p:spPr bwMode="auto">
          <a:xfrm>
            <a:off x="4357722" y="3614938"/>
            <a:ext cx="1657027" cy="1990033"/>
          </a:xfrm>
          <a:custGeom>
            <a:avLst/>
            <a:gdLst>
              <a:gd name="T0" fmla="*/ 285 w 285"/>
              <a:gd name="T1" fmla="*/ 124 h 342"/>
              <a:gd name="T2" fmla="*/ 285 w 285"/>
              <a:gd name="T3" fmla="*/ 57 h 342"/>
              <a:gd name="T4" fmla="*/ 199 w 285"/>
              <a:gd name="T5" fmla="*/ 57 h 342"/>
              <a:gd name="T6" fmla="*/ 142 w 285"/>
              <a:gd name="T7" fmla="*/ 0 h 342"/>
              <a:gd name="T8" fmla="*/ 86 w 285"/>
              <a:gd name="T9" fmla="*/ 57 h 342"/>
              <a:gd name="T10" fmla="*/ 0 w 285"/>
              <a:gd name="T11" fmla="*/ 57 h 342"/>
              <a:gd name="T12" fmla="*/ 0 w 285"/>
              <a:gd name="T13" fmla="*/ 342 h 342"/>
              <a:gd name="T14" fmla="*/ 285 w 285"/>
              <a:gd name="T15" fmla="*/ 342 h 342"/>
              <a:gd name="T16" fmla="*/ 285 w 285"/>
              <a:gd name="T17" fmla="*/ 274 h 342"/>
              <a:gd name="T18" fmla="*/ 233 w 285"/>
              <a:gd name="T19" fmla="*/ 199 h 342"/>
              <a:gd name="T20" fmla="*/ 285 w 285"/>
              <a:gd name="T21" fmla="*/ 124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342">
                <a:moveTo>
                  <a:pt x="285" y="124"/>
                </a:moveTo>
                <a:cubicBezTo>
                  <a:pt x="285" y="57"/>
                  <a:pt x="285" y="57"/>
                  <a:pt x="285" y="57"/>
                </a:cubicBezTo>
                <a:cubicBezTo>
                  <a:pt x="199" y="57"/>
                  <a:pt x="199" y="57"/>
                  <a:pt x="199" y="57"/>
                </a:cubicBezTo>
                <a:cubicBezTo>
                  <a:pt x="199" y="25"/>
                  <a:pt x="174" y="0"/>
                  <a:pt x="142" y="0"/>
                </a:cubicBezTo>
                <a:cubicBezTo>
                  <a:pt x="111" y="0"/>
                  <a:pt x="86" y="25"/>
                  <a:pt x="86" y="57"/>
                </a:cubicBezTo>
                <a:cubicBezTo>
                  <a:pt x="0" y="57"/>
                  <a:pt x="0" y="57"/>
                  <a:pt x="0" y="57"/>
                </a:cubicBezTo>
                <a:cubicBezTo>
                  <a:pt x="0" y="342"/>
                  <a:pt x="0" y="342"/>
                  <a:pt x="0" y="342"/>
                </a:cubicBezTo>
                <a:cubicBezTo>
                  <a:pt x="285" y="342"/>
                  <a:pt x="285" y="342"/>
                  <a:pt x="285" y="342"/>
                </a:cubicBezTo>
                <a:cubicBezTo>
                  <a:pt x="285" y="274"/>
                  <a:pt x="285" y="274"/>
                  <a:pt x="285" y="274"/>
                </a:cubicBezTo>
                <a:cubicBezTo>
                  <a:pt x="255" y="263"/>
                  <a:pt x="233" y="234"/>
                  <a:pt x="233" y="199"/>
                </a:cubicBezTo>
                <a:cubicBezTo>
                  <a:pt x="233" y="165"/>
                  <a:pt x="255" y="136"/>
                  <a:pt x="285" y="124"/>
                </a:cubicBezTo>
                <a:close/>
              </a:path>
            </a:pathLst>
          </a:custGeom>
          <a:solidFill>
            <a:srgbClr val="8B3F42">
              <a:alpha val="60000"/>
            </a:srgbClr>
          </a:solidFill>
          <a:ln>
            <a:noFill/>
          </a:ln>
        </p:spPr>
        <p:txBody>
          <a:bodyPr/>
          <a:lstStyle/>
          <a:p>
            <a:endParaRPr lang="zh-CN" altLang="en-US" sz="2400">
              <a:solidFill>
                <a:prstClr val="black"/>
              </a:solidFill>
              <a:cs typeface="+mn-ea"/>
              <a:sym typeface="+mn-lt"/>
            </a:endParaRPr>
          </a:p>
        </p:txBody>
      </p:sp>
      <p:sp>
        <p:nvSpPr>
          <p:cNvPr id="24" name="图形"/>
          <p:cNvSpPr/>
          <p:nvPr/>
        </p:nvSpPr>
        <p:spPr bwMode="auto">
          <a:xfrm>
            <a:off x="4357722" y="2127340"/>
            <a:ext cx="1982031" cy="1657540"/>
          </a:xfrm>
          <a:custGeom>
            <a:avLst/>
            <a:gdLst>
              <a:gd name="T0" fmla="*/ 217 w 341"/>
              <a:gd name="T1" fmla="*/ 285 h 285"/>
              <a:gd name="T2" fmla="*/ 285 w 341"/>
              <a:gd name="T3" fmla="*/ 285 h 285"/>
              <a:gd name="T4" fmla="*/ 285 w 341"/>
              <a:gd name="T5" fmla="*/ 199 h 285"/>
              <a:gd name="T6" fmla="*/ 341 w 341"/>
              <a:gd name="T7" fmla="*/ 143 h 285"/>
              <a:gd name="T8" fmla="*/ 285 w 341"/>
              <a:gd name="T9" fmla="*/ 86 h 285"/>
              <a:gd name="T10" fmla="*/ 285 w 341"/>
              <a:gd name="T11" fmla="*/ 0 h 285"/>
              <a:gd name="T12" fmla="*/ 0 w 341"/>
              <a:gd name="T13" fmla="*/ 0 h 285"/>
              <a:gd name="T14" fmla="*/ 0 w 341"/>
              <a:gd name="T15" fmla="*/ 285 h 285"/>
              <a:gd name="T16" fmla="*/ 68 w 341"/>
              <a:gd name="T17" fmla="*/ 285 h 285"/>
              <a:gd name="T18" fmla="*/ 142 w 341"/>
              <a:gd name="T19" fmla="*/ 233 h 285"/>
              <a:gd name="T20" fmla="*/ 217 w 341"/>
              <a:gd name="T21"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285">
                <a:moveTo>
                  <a:pt x="217" y="285"/>
                </a:moveTo>
                <a:cubicBezTo>
                  <a:pt x="285" y="285"/>
                  <a:pt x="285" y="285"/>
                  <a:pt x="285" y="285"/>
                </a:cubicBezTo>
                <a:cubicBezTo>
                  <a:pt x="285" y="199"/>
                  <a:pt x="285" y="199"/>
                  <a:pt x="285" y="199"/>
                </a:cubicBezTo>
                <a:cubicBezTo>
                  <a:pt x="316" y="199"/>
                  <a:pt x="341" y="174"/>
                  <a:pt x="341" y="143"/>
                </a:cubicBezTo>
                <a:cubicBezTo>
                  <a:pt x="341" y="111"/>
                  <a:pt x="316" y="86"/>
                  <a:pt x="285" y="86"/>
                </a:cubicBezTo>
                <a:cubicBezTo>
                  <a:pt x="285" y="0"/>
                  <a:pt x="285" y="0"/>
                  <a:pt x="285" y="0"/>
                </a:cubicBezTo>
                <a:cubicBezTo>
                  <a:pt x="0" y="0"/>
                  <a:pt x="0" y="0"/>
                  <a:pt x="0" y="0"/>
                </a:cubicBezTo>
                <a:cubicBezTo>
                  <a:pt x="0" y="285"/>
                  <a:pt x="0" y="285"/>
                  <a:pt x="0" y="285"/>
                </a:cubicBezTo>
                <a:cubicBezTo>
                  <a:pt x="68" y="285"/>
                  <a:pt x="68" y="285"/>
                  <a:pt x="68" y="285"/>
                </a:cubicBezTo>
                <a:cubicBezTo>
                  <a:pt x="79" y="255"/>
                  <a:pt x="108" y="233"/>
                  <a:pt x="142" y="233"/>
                </a:cubicBezTo>
                <a:cubicBezTo>
                  <a:pt x="177" y="233"/>
                  <a:pt x="206" y="255"/>
                  <a:pt x="217" y="285"/>
                </a:cubicBezTo>
                <a:close/>
              </a:path>
            </a:pathLst>
          </a:custGeom>
          <a:solidFill>
            <a:srgbClr val="FDC666">
              <a:alpha val="56000"/>
            </a:srgbClr>
          </a:solidFill>
          <a:ln>
            <a:noFill/>
          </a:ln>
        </p:spPr>
        <p:txBody>
          <a:bodyPr/>
          <a:lstStyle/>
          <a:p>
            <a:endParaRPr lang="zh-CN" altLang="en-US" sz="2400">
              <a:solidFill>
                <a:prstClr val="black"/>
              </a:solidFill>
              <a:cs typeface="+mn-ea"/>
              <a:sym typeface="+mn-lt"/>
            </a:endParaRPr>
          </a:p>
        </p:txBody>
      </p:sp>
      <p:sp>
        <p:nvSpPr>
          <p:cNvPr id="25" name="图标"/>
          <p:cNvSpPr>
            <a:spLocks noEditPoints="1"/>
          </p:cNvSpPr>
          <p:nvPr/>
        </p:nvSpPr>
        <p:spPr bwMode="auto">
          <a:xfrm>
            <a:off x="6716970" y="4634825"/>
            <a:ext cx="582911" cy="472871"/>
          </a:xfrm>
          <a:custGeom>
            <a:avLst/>
            <a:gdLst>
              <a:gd name="T0" fmla="*/ 12 w 148"/>
              <a:gd name="T1" fmla="*/ 66 h 120"/>
              <a:gd name="T2" fmla="*/ 52 w 148"/>
              <a:gd name="T3" fmla="*/ 66 h 120"/>
              <a:gd name="T4" fmla="*/ 66 w 148"/>
              <a:gd name="T5" fmla="*/ 66 h 120"/>
              <a:gd name="T6" fmla="*/ 52 w 148"/>
              <a:gd name="T7" fmla="*/ 70 h 120"/>
              <a:gd name="T8" fmla="*/ 12 w 148"/>
              <a:gd name="T9" fmla="*/ 87 h 120"/>
              <a:gd name="T10" fmla="*/ 66 w 148"/>
              <a:gd name="T11" fmla="*/ 87 h 120"/>
              <a:gd name="T12" fmla="*/ 52 w 148"/>
              <a:gd name="T13" fmla="*/ 70 h 120"/>
              <a:gd name="T14" fmla="*/ 12 w 148"/>
              <a:gd name="T15" fmla="*/ 41 h 120"/>
              <a:gd name="T16" fmla="*/ 52 w 148"/>
              <a:gd name="T17" fmla="*/ 41 h 120"/>
              <a:gd name="T18" fmla="*/ 66 w 148"/>
              <a:gd name="T19" fmla="*/ 41 h 120"/>
              <a:gd name="T20" fmla="*/ 52 w 148"/>
              <a:gd name="T21" fmla="*/ 46 h 120"/>
              <a:gd name="T22" fmla="*/ 12 w 148"/>
              <a:gd name="T23" fmla="*/ 62 h 120"/>
              <a:gd name="T24" fmla="*/ 66 w 148"/>
              <a:gd name="T25" fmla="*/ 62 h 120"/>
              <a:gd name="T26" fmla="*/ 52 w 148"/>
              <a:gd name="T27" fmla="*/ 46 h 120"/>
              <a:gd name="T28" fmla="*/ 12 w 148"/>
              <a:gd name="T29" fmla="*/ 29 h 120"/>
              <a:gd name="T30" fmla="*/ 52 w 148"/>
              <a:gd name="T31" fmla="*/ 29 h 120"/>
              <a:gd name="T32" fmla="*/ 66 w 148"/>
              <a:gd name="T33" fmla="*/ 29 h 120"/>
              <a:gd name="T34" fmla="*/ 82 w 148"/>
              <a:gd name="T35" fmla="*/ 29 h 120"/>
              <a:gd name="T36" fmla="*/ 95 w 148"/>
              <a:gd name="T37" fmla="*/ 29 h 120"/>
              <a:gd name="T38" fmla="*/ 135 w 148"/>
              <a:gd name="T39" fmla="*/ 29 h 120"/>
              <a:gd name="T40" fmla="*/ 82 w 148"/>
              <a:gd name="T41" fmla="*/ 29 h 120"/>
              <a:gd name="T42" fmla="*/ 82 w 148"/>
              <a:gd name="T43" fmla="*/ 50 h 120"/>
              <a:gd name="T44" fmla="*/ 135 w 148"/>
              <a:gd name="T45" fmla="*/ 50 h 120"/>
              <a:gd name="T46" fmla="*/ 95 w 148"/>
              <a:gd name="T47" fmla="*/ 33 h 120"/>
              <a:gd name="T48" fmla="*/ 82 w 148"/>
              <a:gd name="T49" fmla="*/ 54 h 120"/>
              <a:gd name="T50" fmla="*/ 95 w 148"/>
              <a:gd name="T51" fmla="*/ 54 h 120"/>
              <a:gd name="T52" fmla="*/ 135 w 148"/>
              <a:gd name="T53" fmla="*/ 54 h 120"/>
              <a:gd name="T54" fmla="*/ 82 w 148"/>
              <a:gd name="T55" fmla="*/ 54 h 120"/>
              <a:gd name="T56" fmla="*/ 82 w 148"/>
              <a:gd name="T57" fmla="*/ 87 h 120"/>
              <a:gd name="T58" fmla="*/ 135 w 148"/>
              <a:gd name="T59" fmla="*/ 87 h 120"/>
              <a:gd name="T60" fmla="*/ 95 w 148"/>
              <a:gd name="T61" fmla="*/ 70 h 120"/>
              <a:gd name="T62" fmla="*/ 82 w 148"/>
              <a:gd name="T63" fmla="*/ 66 h 120"/>
              <a:gd name="T64" fmla="*/ 95 w 148"/>
              <a:gd name="T65" fmla="*/ 66 h 120"/>
              <a:gd name="T66" fmla="*/ 135 w 148"/>
              <a:gd name="T67" fmla="*/ 66 h 120"/>
              <a:gd name="T68" fmla="*/ 82 w 148"/>
              <a:gd name="T69" fmla="*/ 66 h 120"/>
              <a:gd name="T70" fmla="*/ 74 w 148"/>
              <a:gd name="T71" fmla="*/ 17 h 120"/>
              <a:gd name="T72" fmla="*/ 0 w 148"/>
              <a:gd name="T73" fmla="*/ 13 h 120"/>
              <a:gd name="T74" fmla="*/ 54 w 148"/>
              <a:gd name="T75" fmla="*/ 111 h 120"/>
              <a:gd name="T76" fmla="*/ 64 w 148"/>
              <a:gd name="T77" fmla="*/ 115 h 120"/>
              <a:gd name="T78" fmla="*/ 84 w 148"/>
              <a:gd name="T79" fmla="*/ 115 h 120"/>
              <a:gd name="T80" fmla="*/ 93 w 148"/>
              <a:gd name="T81" fmla="*/ 111 h 120"/>
              <a:gd name="T82" fmla="*/ 148 w 148"/>
              <a:gd name="T83" fmla="*/ 13 h 120"/>
              <a:gd name="T84" fmla="*/ 70 w 148"/>
              <a:gd name="T85" fmla="*/ 111 h 120"/>
              <a:gd name="T86" fmla="*/ 8 w 148"/>
              <a:gd name="T87" fmla="*/ 107 h 120"/>
              <a:gd name="T88" fmla="*/ 53 w 148"/>
              <a:gd name="T89" fmla="*/ 7 h 120"/>
              <a:gd name="T90" fmla="*/ 70 w 148"/>
              <a:gd name="T91" fmla="*/ 111 h 120"/>
              <a:gd name="T92" fmla="*/ 98 w 148"/>
              <a:gd name="T93" fmla="*/ 96 h 120"/>
              <a:gd name="T94" fmla="*/ 78 w 148"/>
              <a:gd name="T95" fmla="*/ 23 h 120"/>
              <a:gd name="T96" fmla="*/ 140 w 148"/>
              <a:gd name="T97" fmla="*/ 1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20">
                <a:moveTo>
                  <a:pt x="52" y="58"/>
                </a:moveTo>
                <a:cubicBezTo>
                  <a:pt x="36" y="58"/>
                  <a:pt x="12" y="66"/>
                  <a:pt x="12" y="66"/>
                </a:cubicBezTo>
                <a:cubicBezTo>
                  <a:pt x="12" y="74"/>
                  <a:pt x="12" y="74"/>
                  <a:pt x="12" y="74"/>
                </a:cubicBezTo>
                <a:cubicBezTo>
                  <a:pt x="12" y="74"/>
                  <a:pt x="36" y="66"/>
                  <a:pt x="52" y="66"/>
                </a:cubicBezTo>
                <a:cubicBezTo>
                  <a:pt x="60" y="66"/>
                  <a:pt x="66" y="74"/>
                  <a:pt x="66" y="74"/>
                </a:cubicBezTo>
                <a:cubicBezTo>
                  <a:pt x="66" y="66"/>
                  <a:pt x="66" y="66"/>
                  <a:pt x="66" y="66"/>
                </a:cubicBezTo>
                <a:cubicBezTo>
                  <a:pt x="66" y="66"/>
                  <a:pt x="60" y="58"/>
                  <a:pt x="52" y="58"/>
                </a:cubicBezTo>
                <a:close/>
                <a:moveTo>
                  <a:pt x="52" y="70"/>
                </a:moveTo>
                <a:cubicBezTo>
                  <a:pt x="36" y="70"/>
                  <a:pt x="12" y="78"/>
                  <a:pt x="12" y="78"/>
                </a:cubicBezTo>
                <a:cubicBezTo>
                  <a:pt x="12" y="87"/>
                  <a:pt x="12" y="87"/>
                  <a:pt x="12" y="87"/>
                </a:cubicBezTo>
                <a:cubicBezTo>
                  <a:pt x="12" y="87"/>
                  <a:pt x="36" y="78"/>
                  <a:pt x="52" y="78"/>
                </a:cubicBezTo>
                <a:cubicBezTo>
                  <a:pt x="60" y="78"/>
                  <a:pt x="66" y="87"/>
                  <a:pt x="66" y="87"/>
                </a:cubicBezTo>
                <a:cubicBezTo>
                  <a:pt x="66" y="78"/>
                  <a:pt x="66" y="78"/>
                  <a:pt x="66" y="78"/>
                </a:cubicBezTo>
                <a:cubicBezTo>
                  <a:pt x="66" y="78"/>
                  <a:pt x="60" y="70"/>
                  <a:pt x="52" y="70"/>
                </a:cubicBezTo>
                <a:close/>
                <a:moveTo>
                  <a:pt x="52" y="33"/>
                </a:moveTo>
                <a:cubicBezTo>
                  <a:pt x="36" y="33"/>
                  <a:pt x="12" y="41"/>
                  <a:pt x="12" y="41"/>
                </a:cubicBezTo>
                <a:cubicBezTo>
                  <a:pt x="12" y="50"/>
                  <a:pt x="12" y="50"/>
                  <a:pt x="12" y="50"/>
                </a:cubicBezTo>
                <a:cubicBezTo>
                  <a:pt x="12" y="50"/>
                  <a:pt x="36" y="41"/>
                  <a:pt x="52" y="41"/>
                </a:cubicBezTo>
                <a:cubicBezTo>
                  <a:pt x="60" y="41"/>
                  <a:pt x="66" y="50"/>
                  <a:pt x="66" y="50"/>
                </a:cubicBezTo>
                <a:cubicBezTo>
                  <a:pt x="66" y="41"/>
                  <a:pt x="66" y="41"/>
                  <a:pt x="66" y="41"/>
                </a:cubicBezTo>
                <a:cubicBezTo>
                  <a:pt x="66" y="41"/>
                  <a:pt x="60" y="33"/>
                  <a:pt x="52" y="33"/>
                </a:cubicBezTo>
                <a:close/>
                <a:moveTo>
                  <a:pt x="52" y="46"/>
                </a:moveTo>
                <a:cubicBezTo>
                  <a:pt x="36" y="46"/>
                  <a:pt x="12" y="54"/>
                  <a:pt x="12" y="54"/>
                </a:cubicBezTo>
                <a:cubicBezTo>
                  <a:pt x="12" y="62"/>
                  <a:pt x="12" y="62"/>
                  <a:pt x="12" y="62"/>
                </a:cubicBezTo>
                <a:cubicBezTo>
                  <a:pt x="12" y="62"/>
                  <a:pt x="36" y="54"/>
                  <a:pt x="52" y="54"/>
                </a:cubicBezTo>
                <a:cubicBezTo>
                  <a:pt x="60" y="54"/>
                  <a:pt x="66" y="62"/>
                  <a:pt x="66" y="62"/>
                </a:cubicBezTo>
                <a:cubicBezTo>
                  <a:pt x="66" y="54"/>
                  <a:pt x="66" y="54"/>
                  <a:pt x="66" y="54"/>
                </a:cubicBezTo>
                <a:cubicBezTo>
                  <a:pt x="66" y="54"/>
                  <a:pt x="60" y="46"/>
                  <a:pt x="52" y="46"/>
                </a:cubicBezTo>
                <a:close/>
                <a:moveTo>
                  <a:pt x="52" y="21"/>
                </a:moveTo>
                <a:cubicBezTo>
                  <a:pt x="36" y="21"/>
                  <a:pt x="12" y="29"/>
                  <a:pt x="12" y="29"/>
                </a:cubicBezTo>
                <a:cubicBezTo>
                  <a:pt x="12" y="37"/>
                  <a:pt x="12" y="37"/>
                  <a:pt x="12" y="37"/>
                </a:cubicBezTo>
                <a:cubicBezTo>
                  <a:pt x="12" y="37"/>
                  <a:pt x="36" y="29"/>
                  <a:pt x="52" y="29"/>
                </a:cubicBezTo>
                <a:cubicBezTo>
                  <a:pt x="60" y="29"/>
                  <a:pt x="66" y="37"/>
                  <a:pt x="66" y="37"/>
                </a:cubicBezTo>
                <a:cubicBezTo>
                  <a:pt x="66" y="29"/>
                  <a:pt x="66" y="29"/>
                  <a:pt x="66" y="29"/>
                </a:cubicBezTo>
                <a:cubicBezTo>
                  <a:pt x="66" y="29"/>
                  <a:pt x="60" y="21"/>
                  <a:pt x="52" y="21"/>
                </a:cubicBezTo>
                <a:close/>
                <a:moveTo>
                  <a:pt x="82" y="29"/>
                </a:moveTo>
                <a:cubicBezTo>
                  <a:pt x="82" y="37"/>
                  <a:pt x="82" y="37"/>
                  <a:pt x="82" y="37"/>
                </a:cubicBezTo>
                <a:cubicBezTo>
                  <a:pt x="82" y="37"/>
                  <a:pt x="88" y="29"/>
                  <a:pt x="95" y="29"/>
                </a:cubicBezTo>
                <a:cubicBezTo>
                  <a:pt x="111" y="29"/>
                  <a:pt x="135" y="37"/>
                  <a:pt x="135" y="37"/>
                </a:cubicBezTo>
                <a:cubicBezTo>
                  <a:pt x="135" y="29"/>
                  <a:pt x="135" y="29"/>
                  <a:pt x="135" y="29"/>
                </a:cubicBezTo>
                <a:cubicBezTo>
                  <a:pt x="135" y="29"/>
                  <a:pt x="111" y="21"/>
                  <a:pt x="95" y="21"/>
                </a:cubicBezTo>
                <a:cubicBezTo>
                  <a:pt x="88" y="21"/>
                  <a:pt x="82" y="29"/>
                  <a:pt x="82" y="29"/>
                </a:cubicBezTo>
                <a:close/>
                <a:moveTo>
                  <a:pt x="82" y="41"/>
                </a:moveTo>
                <a:cubicBezTo>
                  <a:pt x="82" y="50"/>
                  <a:pt x="82" y="50"/>
                  <a:pt x="82" y="50"/>
                </a:cubicBezTo>
                <a:cubicBezTo>
                  <a:pt x="82" y="50"/>
                  <a:pt x="88" y="41"/>
                  <a:pt x="95" y="41"/>
                </a:cubicBezTo>
                <a:cubicBezTo>
                  <a:pt x="111" y="41"/>
                  <a:pt x="135" y="50"/>
                  <a:pt x="135" y="50"/>
                </a:cubicBezTo>
                <a:cubicBezTo>
                  <a:pt x="135" y="41"/>
                  <a:pt x="135" y="41"/>
                  <a:pt x="135" y="41"/>
                </a:cubicBezTo>
                <a:cubicBezTo>
                  <a:pt x="135" y="41"/>
                  <a:pt x="111" y="33"/>
                  <a:pt x="95" y="33"/>
                </a:cubicBezTo>
                <a:cubicBezTo>
                  <a:pt x="88" y="33"/>
                  <a:pt x="82" y="41"/>
                  <a:pt x="82" y="41"/>
                </a:cubicBezTo>
                <a:close/>
                <a:moveTo>
                  <a:pt x="82" y="54"/>
                </a:moveTo>
                <a:cubicBezTo>
                  <a:pt x="82" y="62"/>
                  <a:pt x="82" y="62"/>
                  <a:pt x="82" y="62"/>
                </a:cubicBezTo>
                <a:cubicBezTo>
                  <a:pt x="82" y="62"/>
                  <a:pt x="88" y="54"/>
                  <a:pt x="95" y="54"/>
                </a:cubicBezTo>
                <a:cubicBezTo>
                  <a:pt x="111" y="54"/>
                  <a:pt x="135" y="62"/>
                  <a:pt x="135" y="62"/>
                </a:cubicBezTo>
                <a:cubicBezTo>
                  <a:pt x="135" y="54"/>
                  <a:pt x="135" y="54"/>
                  <a:pt x="135" y="54"/>
                </a:cubicBezTo>
                <a:cubicBezTo>
                  <a:pt x="135" y="54"/>
                  <a:pt x="111" y="46"/>
                  <a:pt x="95" y="46"/>
                </a:cubicBezTo>
                <a:cubicBezTo>
                  <a:pt x="88" y="46"/>
                  <a:pt x="82" y="54"/>
                  <a:pt x="82" y="54"/>
                </a:cubicBezTo>
                <a:close/>
                <a:moveTo>
                  <a:pt x="82" y="78"/>
                </a:moveTo>
                <a:cubicBezTo>
                  <a:pt x="82" y="87"/>
                  <a:pt x="82" y="87"/>
                  <a:pt x="82" y="87"/>
                </a:cubicBezTo>
                <a:cubicBezTo>
                  <a:pt x="82" y="87"/>
                  <a:pt x="88" y="78"/>
                  <a:pt x="95" y="78"/>
                </a:cubicBezTo>
                <a:cubicBezTo>
                  <a:pt x="111" y="78"/>
                  <a:pt x="135" y="87"/>
                  <a:pt x="135" y="87"/>
                </a:cubicBezTo>
                <a:cubicBezTo>
                  <a:pt x="135" y="78"/>
                  <a:pt x="135" y="78"/>
                  <a:pt x="135" y="78"/>
                </a:cubicBezTo>
                <a:cubicBezTo>
                  <a:pt x="135" y="78"/>
                  <a:pt x="111" y="70"/>
                  <a:pt x="95" y="70"/>
                </a:cubicBezTo>
                <a:cubicBezTo>
                  <a:pt x="88" y="70"/>
                  <a:pt x="82" y="78"/>
                  <a:pt x="82" y="78"/>
                </a:cubicBezTo>
                <a:close/>
                <a:moveTo>
                  <a:pt x="82" y="66"/>
                </a:moveTo>
                <a:cubicBezTo>
                  <a:pt x="82" y="74"/>
                  <a:pt x="82" y="74"/>
                  <a:pt x="82" y="74"/>
                </a:cubicBezTo>
                <a:cubicBezTo>
                  <a:pt x="82" y="74"/>
                  <a:pt x="88" y="66"/>
                  <a:pt x="95" y="66"/>
                </a:cubicBezTo>
                <a:cubicBezTo>
                  <a:pt x="111" y="66"/>
                  <a:pt x="135" y="74"/>
                  <a:pt x="135" y="74"/>
                </a:cubicBezTo>
                <a:cubicBezTo>
                  <a:pt x="135" y="66"/>
                  <a:pt x="135" y="66"/>
                  <a:pt x="135" y="66"/>
                </a:cubicBezTo>
                <a:cubicBezTo>
                  <a:pt x="135" y="66"/>
                  <a:pt x="111" y="58"/>
                  <a:pt x="95" y="58"/>
                </a:cubicBezTo>
                <a:cubicBezTo>
                  <a:pt x="88" y="58"/>
                  <a:pt x="82" y="66"/>
                  <a:pt x="82" y="66"/>
                </a:cubicBezTo>
                <a:close/>
                <a:moveTo>
                  <a:pt x="93" y="0"/>
                </a:moveTo>
                <a:cubicBezTo>
                  <a:pt x="78" y="0"/>
                  <a:pt x="74" y="17"/>
                  <a:pt x="74" y="17"/>
                </a:cubicBezTo>
                <a:cubicBezTo>
                  <a:pt x="74" y="17"/>
                  <a:pt x="70" y="0"/>
                  <a:pt x="54" y="0"/>
                </a:cubicBezTo>
                <a:cubicBezTo>
                  <a:pt x="20" y="0"/>
                  <a:pt x="0" y="13"/>
                  <a:pt x="0" y="13"/>
                </a:cubicBezTo>
                <a:cubicBezTo>
                  <a:pt x="0" y="115"/>
                  <a:pt x="0" y="115"/>
                  <a:pt x="0" y="115"/>
                </a:cubicBezTo>
                <a:cubicBezTo>
                  <a:pt x="0" y="115"/>
                  <a:pt x="32" y="111"/>
                  <a:pt x="54" y="111"/>
                </a:cubicBezTo>
                <a:cubicBezTo>
                  <a:pt x="58" y="111"/>
                  <a:pt x="62" y="112"/>
                  <a:pt x="65" y="113"/>
                </a:cubicBezTo>
                <a:cubicBezTo>
                  <a:pt x="64" y="114"/>
                  <a:pt x="64" y="114"/>
                  <a:pt x="64" y="115"/>
                </a:cubicBezTo>
                <a:cubicBezTo>
                  <a:pt x="64" y="118"/>
                  <a:pt x="68" y="120"/>
                  <a:pt x="74" y="120"/>
                </a:cubicBezTo>
                <a:cubicBezTo>
                  <a:pt x="79" y="120"/>
                  <a:pt x="84" y="118"/>
                  <a:pt x="84" y="115"/>
                </a:cubicBezTo>
                <a:cubicBezTo>
                  <a:pt x="84" y="114"/>
                  <a:pt x="83" y="114"/>
                  <a:pt x="83" y="113"/>
                </a:cubicBezTo>
                <a:cubicBezTo>
                  <a:pt x="86" y="112"/>
                  <a:pt x="89" y="111"/>
                  <a:pt x="93" y="111"/>
                </a:cubicBezTo>
                <a:cubicBezTo>
                  <a:pt x="115" y="111"/>
                  <a:pt x="148" y="115"/>
                  <a:pt x="148" y="115"/>
                </a:cubicBezTo>
                <a:cubicBezTo>
                  <a:pt x="148" y="13"/>
                  <a:pt x="148" y="13"/>
                  <a:pt x="148" y="13"/>
                </a:cubicBezTo>
                <a:cubicBezTo>
                  <a:pt x="148" y="13"/>
                  <a:pt x="127" y="0"/>
                  <a:pt x="93" y="0"/>
                </a:cubicBezTo>
                <a:close/>
                <a:moveTo>
                  <a:pt x="70" y="111"/>
                </a:moveTo>
                <a:cubicBezTo>
                  <a:pt x="70" y="111"/>
                  <a:pt x="66" y="96"/>
                  <a:pt x="49" y="96"/>
                </a:cubicBezTo>
                <a:cubicBezTo>
                  <a:pt x="33" y="96"/>
                  <a:pt x="8" y="107"/>
                  <a:pt x="8" y="107"/>
                </a:cubicBezTo>
                <a:cubicBezTo>
                  <a:pt x="8" y="19"/>
                  <a:pt x="8" y="19"/>
                  <a:pt x="8" y="19"/>
                </a:cubicBezTo>
                <a:cubicBezTo>
                  <a:pt x="8" y="19"/>
                  <a:pt x="20" y="7"/>
                  <a:pt x="53" y="7"/>
                </a:cubicBezTo>
                <a:cubicBezTo>
                  <a:pt x="66" y="7"/>
                  <a:pt x="70" y="23"/>
                  <a:pt x="70" y="23"/>
                </a:cubicBezTo>
                <a:lnTo>
                  <a:pt x="70" y="111"/>
                </a:lnTo>
                <a:close/>
                <a:moveTo>
                  <a:pt x="140" y="107"/>
                </a:moveTo>
                <a:cubicBezTo>
                  <a:pt x="140" y="107"/>
                  <a:pt x="115" y="96"/>
                  <a:pt x="98" y="96"/>
                </a:cubicBezTo>
                <a:cubicBezTo>
                  <a:pt x="82" y="96"/>
                  <a:pt x="78" y="111"/>
                  <a:pt x="78" y="111"/>
                </a:cubicBezTo>
                <a:cubicBezTo>
                  <a:pt x="78" y="23"/>
                  <a:pt x="78" y="23"/>
                  <a:pt x="78" y="23"/>
                </a:cubicBezTo>
                <a:cubicBezTo>
                  <a:pt x="78" y="23"/>
                  <a:pt x="82" y="7"/>
                  <a:pt x="94" y="7"/>
                </a:cubicBezTo>
                <a:cubicBezTo>
                  <a:pt x="127" y="7"/>
                  <a:pt x="140" y="19"/>
                  <a:pt x="140" y="19"/>
                </a:cubicBezTo>
                <a:lnTo>
                  <a:pt x="140" y="107"/>
                </a:lnTo>
                <a:close/>
              </a:path>
            </a:pathLst>
          </a:custGeom>
          <a:solidFill>
            <a:schemeClr val="bg1"/>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26" name="图标"/>
          <p:cNvSpPr>
            <a:spLocks noChangeAspect="1"/>
          </p:cNvSpPr>
          <p:nvPr/>
        </p:nvSpPr>
        <p:spPr bwMode="auto">
          <a:xfrm>
            <a:off x="4938017" y="4509354"/>
            <a:ext cx="485185" cy="523002"/>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400">
              <a:solidFill>
                <a:schemeClr val="accent1"/>
              </a:solidFill>
              <a:latin typeface="+mn-lt"/>
              <a:ea typeface="+mn-ea"/>
              <a:cs typeface="+mn-ea"/>
              <a:sym typeface="+mn-lt"/>
            </a:endParaRPr>
          </a:p>
        </p:txBody>
      </p:sp>
      <p:sp>
        <p:nvSpPr>
          <p:cNvPr id="27" name="图标"/>
          <p:cNvSpPr>
            <a:spLocks noEditPoints="1"/>
          </p:cNvSpPr>
          <p:nvPr/>
        </p:nvSpPr>
        <p:spPr bwMode="auto">
          <a:xfrm>
            <a:off x="4974517" y="2561973"/>
            <a:ext cx="423435" cy="578689"/>
          </a:xfrm>
          <a:custGeom>
            <a:avLst/>
            <a:gdLst>
              <a:gd name="T0" fmla="*/ 58 w 443"/>
              <a:gd name="T1" fmla="*/ 98 h 605"/>
              <a:gd name="T2" fmla="*/ 49 w 443"/>
              <a:gd name="T3" fmla="*/ 605 h 605"/>
              <a:gd name="T4" fmla="*/ 443 w 443"/>
              <a:gd name="T5" fmla="*/ 149 h 605"/>
              <a:gd name="T6" fmla="*/ 410 w 443"/>
              <a:gd name="T7" fmla="*/ 159 h 605"/>
              <a:gd name="T8" fmla="*/ 51 w 443"/>
              <a:gd name="T9" fmla="*/ 570 h 605"/>
              <a:gd name="T10" fmla="*/ 192 w 443"/>
              <a:gd name="T11" fmla="*/ 64 h 605"/>
              <a:gd name="T12" fmla="*/ 252 w 443"/>
              <a:gd name="T13" fmla="*/ 64 h 605"/>
              <a:gd name="T14" fmla="*/ 221 w 443"/>
              <a:gd name="T15" fmla="*/ 96 h 605"/>
              <a:gd name="T16" fmla="*/ 155 w 443"/>
              <a:gd name="T17" fmla="*/ 66 h 605"/>
              <a:gd name="T18" fmla="*/ 81 w 443"/>
              <a:gd name="T19" fmla="*/ 153 h 605"/>
              <a:gd name="T20" fmla="*/ 362 w 443"/>
              <a:gd name="T21" fmla="*/ 153 h 605"/>
              <a:gd name="T22" fmla="*/ 288 w 443"/>
              <a:gd name="T23" fmla="*/ 66 h 605"/>
              <a:gd name="T24" fmla="*/ 155 w 443"/>
              <a:gd name="T25" fmla="*/ 66 h 605"/>
              <a:gd name="T26" fmla="*/ 156 w 443"/>
              <a:gd name="T27" fmla="*/ 459 h 605"/>
              <a:gd name="T28" fmla="*/ 107 w 443"/>
              <a:gd name="T29" fmla="*/ 473 h 605"/>
              <a:gd name="T30" fmla="*/ 97 w 443"/>
              <a:gd name="T31" fmla="*/ 484 h 605"/>
              <a:gd name="T32" fmla="*/ 156 w 443"/>
              <a:gd name="T33" fmla="*/ 489 h 605"/>
              <a:gd name="T34" fmla="*/ 94 w 443"/>
              <a:gd name="T35" fmla="*/ 519 h 605"/>
              <a:gd name="T36" fmla="*/ 172 w 443"/>
              <a:gd name="T37" fmla="*/ 481 h 605"/>
              <a:gd name="T38" fmla="*/ 172 w 443"/>
              <a:gd name="T39" fmla="*/ 456 h 605"/>
              <a:gd name="T40" fmla="*/ 78 w 443"/>
              <a:gd name="T41" fmla="*/ 461 h 605"/>
              <a:gd name="T42" fmla="*/ 152 w 443"/>
              <a:gd name="T43" fmla="*/ 539 h 605"/>
              <a:gd name="T44" fmla="*/ 152 w 443"/>
              <a:gd name="T45" fmla="*/ 237 h 605"/>
              <a:gd name="T46" fmla="*/ 107 w 443"/>
              <a:gd name="T47" fmla="*/ 251 h 605"/>
              <a:gd name="T48" fmla="*/ 123 w 443"/>
              <a:gd name="T49" fmla="*/ 291 h 605"/>
              <a:gd name="T50" fmla="*/ 94 w 443"/>
              <a:gd name="T51" fmla="*/ 302 h 605"/>
              <a:gd name="T52" fmla="*/ 152 w 443"/>
              <a:gd name="T53" fmla="*/ 222 h 605"/>
              <a:gd name="T54" fmla="*/ 78 w 443"/>
              <a:gd name="T55" fmla="*/ 300 h 605"/>
              <a:gd name="T56" fmla="*/ 171 w 443"/>
              <a:gd name="T57" fmla="*/ 255 h 605"/>
              <a:gd name="T58" fmla="*/ 170 w 443"/>
              <a:gd name="T59" fmla="*/ 234 h 605"/>
              <a:gd name="T60" fmla="*/ 156 w 443"/>
              <a:gd name="T61" fmla="*/ 357 h 605"/>
              <a:gd name="T62" fmla="*/ 97 w 443"/>
              <a:gd name="T63" fmla="*/ 372 h 605"/>
              <a:gd name="T64" fmla="*/ 156 w 443"/>
              <a:gd name="T65" fmla="*/ 412 h 605"/>
              <a:gd name="T66" fmla="*/ 171 w 443"/>
              <a:gd name="T67" fmla="*/ 345 h 605"/>
              <a:gd name="T68" fmla="*/ 78 w 443"/>
              <a:gd name="T69" fmla="*/ 349 h 605"/>
              <a:gd name="T70" fmla="*/ 156 w 443"/>
              <a:gd name="T71" fmla="*/ 427 h 605"/>
              <a:gd name="T72" fmla="*/ 205 w 443"/>
              <a:gd name="T73" fmla="*/ 330 h 605"/>
              <a:gd name="T74" fmla="*/ 232 w 443"/>
              <a:gd name="T75" fmla="*/ 513 h 605"/>
              <a:gd name="T76" fmla="*/ 356 w 443"/>
              <a:gd name="T77" fmla="*/ 475 h 605"/>
              <a:gd name="T78" fmla="*/ 227 w 443"/>
              <a:gd name="T79" fmla="*/ 508 h 605"/>
              <a:gd name="T80" fmla="*/ 356 w 443"/>
              <a:gd name="T81" fmla="*/ 360 h 605"/>
              <a:gd name="T82" fmla="*/ 227 w 443"/>
              <a:gd name="T83" fmla="*/ 291 h 605"/>
              <a:gd name="T84" fmla="*/ 227 w 443"/>
              <a:gd name="T85" fmla="*/ 250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43" h="605">
                <a:moveTo>
                  <a:pt x="34" y="159"/>
                </a:moveTo>
                <a:cubicBezTo>
                  <a:pt x="34" y="142"/>
                  <a:pt x="42" y="134"/>
                  <a:pt x="58" y="133"/>
                </a:cubicBezTo>
                <a:lnTo>
                  <a:pt x="58" y="98"/>
                </a:lnTo>
                <a:cubicBezTo>
                  <a:pt x="27" y="99"/>
                  <a:pt x="0" y="118"/>
                  <a:pt x="0" y="149"/>
                </a:cubicBezTo>
                <a:lnTo>
                  <a:pt x="0" y="556"/>
                </a:lnTo>
                <a:cubicBezTo>
                  <a:pt x="0" y="581"/>
                  <a:pt x="24" y="605"/>
                  <a:pt x="49" y="605"/>
                </a:cubicBezTo>
                <a:lnTo>
                  <a:pt x="394" y="605"/>
                </a:lnTo>
                <a:cubicBezTo>
                  <a:pt x="419" y="605"/>
                  <a:pt x="443" y="581"/>
                  <a:pt x="443" y="556"/>
                </a:cubicBezTo>
                <a:lnTo>
                  <a:pt x="443" y="149"/>
                </a:lnTo>
                <a:cubicBezTo>
                  <a:pt x="443" y="118"/>
                  <a:pt x="416" y="99"/>
                  <a:pt x="385" y="98"/>
                </a:cubicBezTo>
                <a:lnTo>
                  <a:pt x="385" y="133"/>
                </a:lnTo>
                <a:cubicBezTo>
                  <a:pt x="402" y="134"/>
                  <a:pt x="410" y="142"/>
                  <a:pt x="410" y="159"/>
                </a:cubicBezTo>
                <a:lnTo>
                  <a:pt x="410" y="545"/>
                </a:lnTo>
                <a:cubicBezTo>
                  <a:pt x="410" y="557"/>
                  <a:pt x="404" y="570"/>
                  <a:pt x="393" y="570"/>
                </a:cubicBezTo>
                <a:lnTo>
                  <a:pt x="51" y="570"/>
                </a:lnTo>
                <a:cubicBezTo>
                  <a:pt x="37" y="570"/>
                  <a:pt x="34" y="556"/>
                  <a:pt x="34" y="542"/>
                </a:cubicBezTo>
                <a:lnTo>
                  <a:pt x="34" y="159"/>
                </a:lnTo>
                <a:close/>
                <a:moveTo>
                  <a:pt x="192" y="64"/>
                </a:moveTo>
                <a:cubicBezTo>
                  <a:pt x="192" y="50"/>
                  <a:pt x="205" y="37"/>
                  <a:pt x="219" y="37"/>
                </a:cubicBezTo>
                <a:lnTo>
                  <a:pt x="224" y="37"/>
                </a:lnTo>
                <a:cubicBezTo>
                  <a:pt x="238" y="37"/>
                  <a:pt x="252" y="50"/>
                  <a:pt x="252" y="64"/>
                </a:cubicBezTo>
                <a:lnTo>
                  <a:pt x="252" y="67"/>
                </a:lnTo>
                <a:cubicBezTo>
                  <a:pt x="252" y="83"/>
                  <a:pt x="238" y="96"/>
                  <a:pt x="222" y="96"/>
                </a:cubicBezTo>
                <a:lnTo>
                  <a:pt x="221" y="96"/>
                </a:lnTo>
                <a:cubicBezTo>
                  <a:pt x="205" y="96"/>
                  <a:pt x="192" y="83"/>
                  <a:pt x="192" y="67"/>
                </a:cubicBezTo>
                <a:lnTo>
                  <a:pt x="192" y="64"/>
                </a:lnTo>
                <a:close/>
                <a:moveTo>
                  <a:pt x="155" y="66"/>
                </a:moveTo>
                <a:lnTo>
                  <a:pt x="106" y="66"/>
                </a:lnTo>
                <a:cubicBezTo>
                  <a:pt x="89" y="66"/>
                  <a:pt x="81" y="74"/>
                  <a:pt x="81" y="90"/>
                </a:cubicBezTo>
                <a:lnTo>
                  <a:pt x="81" y="153"/>
                </a:lnTo>
                <a:cubicBezTo>
                  <a:pt x="81" y="164"/>
                  <a:pt x="88" y="175"/>
                  <a:pt x="98" y="175"/>
                </a:cubicBezTo>
                <a:lnTo>
                  <a:pt x="345" y="175"/>
                </a:lnTo>
                <a:cubicBezTo>
                  <a:pt x="355" y="175"/>
                  <a:pt x="362" y="164"/>
                  <a:pt x="362" y="153"/>
                </a:cubicBezTo>
                <a:lnTo>
                  <a:pt x="362" y="90"/>
                </a:lnTo>
                <a:cubicBezTo>
                  <a:pt x="362" y="74"/>
                  <a:pt x="354" y="66"/>
                  <a:pt x="337" y="66"/>
                </a:cubicBezTo>
                <a:lnTo>
                  <a:pt x="288" y="66"/>
                </a:lnTo>
                <a:cubicBezTo>
                  <a:pt x="288" y="32"/>
                  <a:pt x="260" y="0"/>
                  <a:pt x="227" y="0"/>
                </a:cubicBezTo>
                <a:lnTo>
                  <a:pt x="216" y="0"/>
                </a:lnTo>
                <a:cubicBezTo>
                  <a:pt x="184" y="0"/>
                  <a:pt x="155" y="32"/>
                  <a:pt x="155" y="66"/>
                </a:cubicBezTo>
                <a:close/>
                <a:moveTo>
                  <a:pt x="94" y="464"/>
                </a:moveTo>
                <a:cubicBezTo>
                  <a:pt x="94" y="460"/>
                  <a:pt x="95" y="459"/>
                  <a:pt x="98" y="459"/>
                </a:cubicBezTo>
                <a:lnTo>
                  <a:pt x="156" y="459"/>
                </a:lnTo>
                <a:lnTo>
                  <a:pt x="156" y="464"/>
                </a:lnTo>
                <a:cubicBezTo>
                  <a:pt x="156" y="469"/>
                  <a:pt x="132" y="483"/>
                  <a:pt x="127" y="485"/>
                </a:cubicBezTo>
                <a:cubicBezTo>
                  <a:pt x="123" y="482"/>
                  <a:pt x="114" y="473"/>
                  <a:pt x="107" y="473"/>
                </a:cubicBezTo>
                <a:lnTo>
                  <a:pt x="106" y="473"/>
                </a:lnTo>
                <a:cubicBezTo>
                  <a:pt x="102" y="473"/>
                  <a:pt x="97" y="479"/>
                  <a:pt x="97" y="482"/>
                </a:cubicBezTo>
                <a:lnTo>
                  <a:pt x="97" y="484"/>
                </a:lnTo>
                <a:cubicBezTo>
                  <a:pt x="97" y="488"/>
                  <a:pt x="118" y="511"/>
                  <a:pt x="123" y="511"/>
                </a:cubicBezTo>
                <a:lnTo>
                  <a:pt x="124" y="511"/>
                </a:lnTo>
                <a:cubicBezTo>
                  <a:pt x="128" y="511"/>
                  <a:pt x="152" y="492"/>
                  <a:pt x="156" y="489"/>
                </a:cubicBezTo>
                <a:cubicBezTo>
                  <a:pt x="156" y="497"/>
                  <a:pt x="160" y="524"/>
                  <a:pt x="152" y="524"/>
                </a:cubicBezTo>
                <a:lnTo>
                  <a:pt x="98" y="524"/>
                </a:lnTo>
                <a:cubicBezTo>
                  <a:pt x="95" y="524"/>
                  <a:pt x="94" y="523"/>
                  <a:pt x="94" y="519"/>
                </a:cubicBezTo>
                <a:lnTo>
                  <a:pt x="94" y="464"/>
                </a:lnTo>
                <a:close/>
                <a:moveTo>
                  <a:pt x="152" y="539"/>
                </a:moveTo>
                <a:cubicBezTo>
                  <a:pt x="181" y="539"/>
                  <a:pt x="170" y="508"/>
                  <a:pt x="172" y="481"/>
                </a:cubicBezTo>
                <a:cubicBezTo>
                  <a:pt x="173" y="467"/>
                  <a:pt x="207" y="455"/>
                  <a:pt x="210" y="443"/>
                </a:cubicBezTo>
                <a:lnTo>
                  <a:pt x="206" y="443"/>
                </a:lnTo>
                <a:cubicBezTo>
                  <a:pt x="195" y="443"/>
                  <a:pt x="179" y="452"/>
                  <a:pt x="172" y="456"/>
                </a:cubicBezTo>
                <a:cubicBezTo>
                  <a:pt x="168" y="451"/>
                  <a:pt x="164" y="444"/>
                  <a:pt x="155" y="444"/>
                </a:cubicBezTo>
                <a:lnTo>
                  <a:pt x="95" y="444"/>
                </a:lnTo>
                <a:cubicBezTo>
                  <a:pt x="86" y="444"/>
                  <a:pt x="78" y="452"/>
                  <a:pt x="78" y="461"/>
                </a:cubicBezTo>
                <a:lnTo>
                  <a:pt x="78" y="522"/>
                </a:lnTo>
                <a:cubicBezTo>
                  <a:pt x="78" y="533"/>
                  <a:pt x="87" y="539"/>
                  <a:pt x="98" y="539"/>
                </a:cubicBezTo>
                <a:lnTo>
                  <a:pt x="152" y="539"/>
                </a:lnTo>
                <a:close/>
                <a:moveTo>
                  <a:pt x="94" y="242"/>
                </a:moveTo>
                <a:cubicBezTo>
                  <a:pt x="94" y="238"/>
                  <a:pt x="95" y="237"/>
                  <a:pt x="98" y="237"/>
                </a:cubicBezTo>
                <a:lnTo>
                  <a:pt x="152" y="237"/>
                </a:lnTo>
                <a:cubicBezTo>
                  <a:pt x="155" y="237"/>
                  <a:pt x="156" y="238"/>
                  <a:pt x="156" y="242"/>
                </a:cubicBezTo>
                <a:cubicBezTo>
                  <a:pt x="156" y="246"/>
                  <a:pt x="130" y="263"/>
                  <a:pt x="127" y="263"/>
                </a:cubicBezTo>
                <a:cubicBezTo>
                  <a:pt x="124" y="263"/>
                  <a:pt x="116" y="251"/>
                  <a:pt x="107" y="251"/>
                </a:cubicBezTo>
                <a:cubicBezTo>
                  <a:pt x="103" y="251"/>
                  <a:pt x="97" y="256"/>
                  <a:pt x="97" y="260"/>
                </a:cubicBezTo>
                <a:lnTo>
                  <a:pt x="97" y="262"/>
                </a:lnTo>
                <a:cubicBezTo>
                  <a:pt x="97" y="268"/>
                  <a:pt x="118" y="288"/>
                  <a:pt x="123" y="291"/>
                </a:cubicBezTo>
                <a:lnTo>
                  <a:pt x="156" y="266"/>
                </a:lnTo>
                <a:lnTo>
                  <a:pt x="156" y="302"/>
                </a:lnTo>
                <a:lnTo>
                  <a:pt x="94" y="302"/>
                </a:lnTo>
                <a:lnTo>
                  <a:pt x="94" y="242"/>
                </a:lnTo>
                <a:close/>
                <a:moveTo>
                  <a:pt x="170" y="234"/>
                </a:moveTo>
                <a:cubicBezTo>
                  <a:pt x="168" y="226"/>
                  <a:pt x="162" y="222"/>
                  <a:pt x="152" y="222"/>
                </a:cubicBezTo>
                <a:lnTo>
                  <a:pt x="98" y="222"/>
                </a:lnTo>
                <a:cubicBezTo>
                  <a:pt x="87" y="222"/>
                  <a:pt x="78" y="229"/>
                  <a:pt x="78" y="239"/>
                </a:cubicBezTo>
                <a:lnTo>
                  <a:pt x="78" y="300"/>
                </a:lnTo>
                <a:cubicBezTo>
                  <a:pt x="78" y="309"/>
                  <a:pt x="86" y="317"/>
                  <a:pt x="95" y="317"/>
                </a:cubicBezTo>
                <a:lnTo>
                  <a:pt x="155" y="317"/>
                </a:lnTo>
                <a:cubicBezTo>
                  <a:pt x="179" y="317"/>
                  <a:pt x="172" y="279"/>
                  <a:pt x="171" y="255"/>
                </a:cubicBezTo>
                <a:lnTo>
                  <a:pt x="210" y="222"/>
                </a:lnTo>
                <a:cubicBezTo>
                  <a:pt x="210" y="222"/>
                  <a:pt x="207" y="221"/>
                  <a:pt x="207" y="221"/>
                </a:cubicBezTo>
                <a:cubicBezTo>
                  <a:pt x="192" y="221"/>
                  <a:pt x="180" y="234"/>
                  <a:pt x="170" y="234"/>
                </a:cubicBezTo>
                <a:close/>
                <a:moveTo>
                  <a:pt x="94" y="349"/>
                </a:moveTo>
                <a:lnTo>
                  <a:pt x="156" y="349"/>
                </a:lnTo>
                <a:lnTo>
                  <a:pt x="156" y="357"/>
                </a:lnTo>
                <a:lnTo>
                  <a:pt x="127" y="375"/>
                </a:lnTo>
                <a:lnTo>
                  <a:pt x="108" y="361"/>
                </a:lnTo>
                <a:cubicBezTo>
                  <a:pt x="103" y="364"/>
                  <a:pt x="97" y="365"/>
                  <a:pt x="97" y="372"/>
                </a:cubicBezTo>
                <a:cubicBezTo>
                  <a:pt x="97" y="377"/>
                  <a:pt x="118" y="401"/>
                  <a:pt x="123" y="401"/>
                </a:cubicBezTo>
                <a:cubicBezTo>
                  <a:pt x="130" y="401"/>
                  <a:pt x="148" y="380"/>
                  <a:pt x="156" y="378"/>
                </a:cubicBezTo>
                <a:lnTo>
                  <a:pt x="156" y="412"/>
                </a:lnTo>
                <a:lnTo>
                  <a:pt x="94" y="412"/>
                </a:lnTo>
                <a:lnTo>
                  <a:pt x="94" y="349"/>
                </a:lnTo>
                <a:close/>
                <a:moveTo>
                  <a:pt x="171" y="345"/>
                </a:moveTo>
                <a:cubicBezTo>
                  <a:pt x="169" y="340"/>
                  <a:pt x="165" y="334"/>
                  <a:pt x="156" y="334"/>
                </a:cubicBezTo>
                <a:lnTo>
                  <a:pt x="94" y="334"/>
                </a:lnTo>
                <a:cubicBezTo>
                  <a:pt x="86" y="334"/>
                  <a:pt x="78" y="341"/>
                  <a:pt x="78" y="349"/>
                </a:cubicBezTo>
                <a:lnTo>
                  <a:pt x="78" y="412"/>
                </a:lnTo>
                <a:cubicBezTo>
                  <a:pt x="78" y="420"/>
                  <a:pt x="86" y="427"/>
                  <a:pt x="94" y="427"/>
                </a:cubicBezTo>
                <a:lnTo>
                  <a:pt x="156" y="427"/>
                </a:lnTo>
                <a:cubicBezTo>
                  <a:pt x="179" y="427"/>
                  <a:pt x="172" y="388"/>
                  <a:pt x="171" y="365"/>
                </a:cubicBezTo>
                <a:lnTo>
                  <a:pt x="210" y="333"/>
                </a:lnTo>
                <a:lnTo>
                  <a:pt x="205" y="330"/>
                </a:lnTo>
                <a:lnTo>
                  <a:pt x="171" y="345"/>
                </a:lnTo>
                <a:close/>
                <a:moveTo>
                  <a:pt x="227" y="508"/>
                </a:moveTo>
                <a:cubicBezTo>
                  <a:pt x="227" y="512"/>
                  <a:pt x="228" y="513"/>
                  <a:pt x="232" y="513"/>
                </a:cubicBezTo>
                <a:lnTo>
                  <a:pt x="351" y="513"/>
                </a:lnTo>
                <a:cubicBezTo>
                  <a:pt x="355" y="513"/>
                  <a:pt x="356" y="512"/>
                  <a:pt x="356" y="508"/>
                </a:cubicBezTo>
                <a:lnTo>
                  <a:pt x="356" y="475"/>
                </a:lnTo>
                <a:cubicBezTo>
                  <a:pt x="356" y="471"/>
                  <a:pt x="355" y="470"/>
                  <a:pt x="351" y="470"/>
                </a:cubicBezTo>
                <a:lnTo>
                  <a:pt x="227" y="470"/>
                </a:lnTo>
                <a:lnTo>
                  <a:pt x="227" y="508"/>
                </a:lnTo>
                <a:close/>
                <a:moveTo>
                  <a:pt x="227" y="401"/>
                </a:moveTo>
                <a:lnTo>
                  <a:pt x="356" y="401"/>
                </a:lnTo>
                <a:lnTo>
                  <a:pt x="356" y="360"/>
                </a:lnTo>
                <a:lnTo>
                  <a:pt x="227" y="360"/>
                </a:lnTo>
                <a:lnTo>
                  <a:pt x="227" y="401"/>
                </a:lnTo>
                <a:close/>
                <a:moveTo>
                  <a:pt x="227" y="291"/>
                </a:moveTo>
                <a:lnTo>
                  <a:pt x="321" y="291"/>
                </a:lnTo>
                <a:lnTo>
                  <a:pt x="321" y="250"/>
                </a:lnTo>
                <a:lnTo>
                  <a:pt x="227" y="250"/>
                </a:lnTo>
                <a:lnTo>
                  <a:pt x="227" y="291"/>
                </a:lnTo>
                <a:close/>
              </a:path>
            </a:pathLst>
          </a:custGeom>
          <a:solidFill>
            <a:schemeClr val="bg1"/>
          </a:solidFill>
          <a:ln>
            <a:noFill/>
          </a:ln>
        </p:spPr>
        <p:txBody>
          <a:bodyPr vert="horz" wrap="square" lIns="91416" tIns="45708" rIns="91416" bIns="45708" numCol="1" anchor="t" anchorCtr="0" compatLnSpc="1"/>
          <a:lstStyle/>
          <a:p>
            <a:endParaRPr lang="zh-CN" altLang="en-US" sz="2400">
              <a:solidFill>
                <a:prstClr val="black"/>
              </a:solidFill>
              <a:cs typeface="+mn-ea"/>
              <a:sym typeface="+mn-lt"/>
            </a:endParaRPr>
          </a:p>
        </p:txBody>
      </p:sp>
      <p:sp>
        <p:nvSpPr>
          <p:cNvPr id="29" name="图标"/>
          <p:cNvSpPr>
            <a:spLocks noEditPoints="1"/>
          </p:cNvSpPr>
          <p:nvPr/>
        </p:nvSpPr>
        <p:spPr bwMode="auto">
          <a:xfrm>
            <a:off x="6716971" y="2605369"/>
            <a:ext cx="582911" cy="541486"/>
          </a:xfrm>
          <a:custGeom>
            <a:avLst/>
            <a:gdLst>
              <a:gd name="T0" fmla="*/ 373 w 678"/>
              <a:gd name="T1" fmla="*/ 551 h 630"/>
              <a:gd name="T2" fmla="*/ 280 w 678"/>
              <a:gd name="T3" fmla="*/ 593 h 630"/>
              <a:gd name="T4" fmla="*/ 190 w 678"/>
              <a:gd name="T5" fmla="*/ 21 h 630"/>
              <a:gd name="T6" fmla="*/ 210 w 678"/>
              <a:gd name="T7" fmla="*/ 34 h 630"/>
              <a:gd name="T8" fmla="*/ 342 w 678"/>
              <a:gd name="T9" fmla="*/ 1 h 630"/>
              <a:gd name="T10" fmla="*/ 169 w 678"/>
              <a:gd name="T11" fmla="*/ 25 h 630"/>
              <a:gd name="T12" fmla="*/ 207 w 678"/>
              <a:gd name="T13" fmla="*/ 62 h 630"/>
              <a:gd name="T14" fmla="*/ 199 w 678"/>
              <a:gd name="T15" fmla="*/ 340 h 630"/>
              <a:gd name="T16" fmla="*/ 161 w 678"/>
              <a:gd name="T17" fmla="*/ 304 h 630"/>
              <a:gd name="T18" fmla="*/ 169 w 678"/>
              <a:gd name="T19" fmla="*/ 25 h 630"/>
              <a:gd name="T20" fmla="*/ 309 w 678"/>
              <a:gd name="T21" fmla="*/ 120 h 630"/>
              <a:gd name="T22" fmla="*/ 467 w 678"/>
              <a:gd name="T23" fmla="*/ 102 h 630"/>
              <a:gd name="T24" fmla="*/ 291 w 678"/>
              <a:gd name="T25" fmla="*/ 109 h 630"/>
              <a:gd name="T26" fmla="*/ 300 w 678"/>
              <a:gd name="T27" fmla="*/ 133 h 630"/>
              <a:gd name="T28" fmla="*/ 308 w 678"/>
              <a:gd name="T29" fmla="*/ 422 h 630"/>
              <a:gd name="T30" fmla="*/ 270 w 678"/>
              <a:gd name="T31" fmla="*/ 410 h 630"/>
              <a:gd name="T32" fmla="*/ 263 w 678"/>
              <a:gd name="T33" fmla="*/ 122 h 630"/>
              <a:gd name="T34" fmla="*/ 322 w 678"/>
              <a:gd name="T35" fmla="*/ 145 h 630"/>
              <a:gd name="T36" fmla="*/ 511 w 678"/>
              <a:gd name="T37" fmla="*/ 145 h 630"/>
              <a:gd name="T38" fmla="*/ 486 w 678"/>
              <a:gd name="T39" fmla="*/ 406 h 630"/>
              <a:gd name="T40" fmla="*/ 322 w 678"/>
              <a:gd name="T41" fmla="*/ 145 h 630"/>
              <a:gd name="T42" fmla="*/ 481 w 678"/>
              <a:gd name="T43" fmla="*/ 166 h 630"/>
              <a:gd name="T44" fmla="*/ 354 w 678"/>
              <a:gd name="T45" fmla="*/ 240 h 630"/>
              <a:gd name="T46" fmla="*/ 221 w 678"/>
              <a:gd name="T47" fmla="*/ 56 h 630"/>
              <a:gd name="T48" fmla="*/ 410 w 678"/>
              <a:gd name="T49" fmla="*/ 56 h 630"/>
              <a:gd name="T50" fmla="*/ 255 w 678"/>
              <a:gd name="T51" fmla="*/ 83 h 630"/>
              <a:gd name="T52" fmla="*/ 240 w 678"/>
              <a:gd name="T53" fmla="*/ 335 h 630"/>
              <a:gd name="T54" fmla="*/ 221 w 678"/>
              <a:gd name="T55" fmla="*/ 56 h 630"/>
              <a:gd name="T56" fmla="*/ 134 w 678"/>
              <a:gd name="T57" fmla="*/ 188 h 630"/>
              <a:gd name="T58" fmla="*/ 104 w 678"/>
              <a:gd name="T59" fmla="*/ 135 h 630"/>
              <a:gd name="T60" fmla="*/ 54 w 678"/>
              <a:gd name="T61" fmla="*/ 467 h 630"/>
              <a:gd name="T62" fmla="*/ 90 w 678"/>
              <a:gd name="T63" fmla="*/ 515 h 630"/>
              <a:gd name="T64" fmla="*/ 0 w 678"/>
              <a:gd name="T65" fmla="*/ 630 h 630"/>
              <a:gd name="T66" fmla="*/ 678 w 678"/>
              <a:gd name="T67" fmla="*/ 586 h 630"/>
              <a:gd name="T68" fmla="*/ 621 w 678"/>
              <a:gd name="T69" fmla="*/ 467 h 630"/>
              <a:gd name="T70" fmla="*/ 571 w 678"/>
              <a:gd name="T71" fmla="*/ 135 h 630"/>
              <a:gd name="T72" fmla="*/ 541 w 678"/>
              <a:gd name="T73" fmla="*/ 188 h 630"/>
              <a:gd name="T74" fmla="*/ 573 w 678"/>
              <a:gd name="T75" fmla="*/ 474 h 630"/>
              <a:gd name="T76" fmla="*/ 101 w 678"/>
              <a:gd name="T77" fmla="*/ 188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630">
                <a:moveTo>
                  <a:pt x="301" y="551"/>
                </a:moveTo>
                <a:lnTo>
                  <a:pt x="373" y="551"/>
                </a:lnTo>
                <a:lnTo>
                  <a:pt x="398" y="593"/>
                </a:lnTo>
                <a:lnTo>
                  <a:pt x="280" y="593"/>
                </a:lnTo>
                <a:lnTo>
                  <a:pt x="301" y="551"/>
                </a:lnTo>
                <a:close/>
                <a:moveTo>
                  <a:pt x="190" y="21"/>
                </a:moveTo>
                <a:lnTo>
                  <a:pt x="207" y="32"/>
                </a:lnTo>
                <a:cubicBezTo>
                  <a:pt x="208" y="32"/>
                  <a:pt x="209" y="33"/>
                  <a:pt x="210" y="34"/>
                </a:cubicBezTo>
                <a:lnTo>
                  <a:pt x="366" y="14"/>
                </a:lnTo>
                <a:cubicBezTo>
                  <a:pt x="362" y="5"/>
                  <a:pt x="353" y="0"/>
                  <a:pt x="342" y="1"/>
                </a:cubicBezTo>
                <a:lnTo>
                  <a:pt x="190" y="21"/>
                </a:lnTo>
                <a:close/>
                <a:moveTo>
                  <a:pt x="169" y="25"/>
                </a:moveTo>
                <a:lnTo>
                  <a:pt x="199" y="44"/>
                </a:lnTo>
                <a:cubicBezTo>
                  <a:pt x="203" y="47"/>
                  <a:pt x="207" y="55"/>
                  <a:pt x="207" y="62"/>
                </a:cubicBezTo>
                <a:lnTo>
                  <a:pt x="207" y="333"/>
                </a:lnTo>
                <a:cubicBezTo>
                  <a:pt x="207" y="340"/>
                  <a:pt x="203" y="343"/>
                  <a:pt x="199" y="340"/>
                </a:cubicBezTo>
                <a:lnTo>
                  <a:pt x="169" y="322"/>
                </a:lnTo>
                <a:cubicBezTo>
                  <a:pt x="165" y="319"/>
                  <a:pt x="161" y="311"/>
                  <a:pt x="161" y="304"/>
                </a:cubicBezTo>
                <a:lnTo>
                  <a:pt x="161" y="33"/>
                </a:lnTo>
                <a:cubicBezTo>
                  <a:pt x="161" y="26"/>
                  <a:pt x="165" y="23"/>
                  <a:pt x="169" y="25"/>
                </a:cubicBezTo>
                <a:close/>
                <a:moveTo>
                  <a:pt x="291" y="109"/>
                </a:moveTo>
                <a:lnTo>
                  <a:pt x="309" y="120"/>
                </a:lnTo>
                <a:cubicBezTo>
                  <a:pt x="310" y="121"/>
                  <a:pt x="310" y="122"/>
                  <a:pt x="311" y="122"/>
                </a:cubicBezTo>
                <a:lnTo>
                  <a:pt x="467" y="102"/>
                </a:lnTo>
                <a:cubicBezTo>
                  <a:pt x="464" y="94"/>
                  <a:pt x="454" y="88"/>
                  <a:pt x="443" y="90"/>
                </a:cubicBezTo>
                <a:lnTo>
                  <a:pt x="291" y="109"/>
                </a:lnTo>
                <a:close/>
                <a:moveTo>
                  <a:pt x="270" y="114"/>
                </a:moveTo>
                <a:lnTo>
                  <a:pt x="300" y="133"/>
                </a:lnTo>
                <a:cubicBezTo>
                  <a:pt x="304" y="136"/>
                  <a:pt x="308" y="144"/>
                  <a:pt x="308" y="151"/>
                </a:cubicBezTo>
                <a:lnTo>
                  <a:pt x="308" y="422"/>
                </a:lnTo>
                <a:cubicBezTo>
                  <a:pt x="308" y="428"/>
                  <a:pt x="304" y="432"/>
                  <a:pt x="300" y="429"/>
                </a:cubicBezTo>
                <a:lnTo>
                  <a:pt x="270" y="410"/>
                </a:lnTo>
                <a:cubicBezTo>
                  <a:pt x="266" y="407"/>
                  <a:pt x="263" y="400"/>
                  <a:pt x="263" y="393"/>
                </a:cubicBezTo>
                <a:lnTo>
                  <a:pt x="263" y="122"/>
                </a:lnTo>
                <a:cubicBezTo>
                  <a:pt x="263" y="115"/>
                  <a:pt x="266" y="111"/>
                  <a:pt x="270" y="114"/>
                </a:cubicBezTo>
                <a:close/>
                <a:moveTo>
                  <a:pt x="322" y="145"/>
                </a:moveTo>
                <a:lnTo>
                  <a:pt x="486" y="124"/>
                </a:lnTo>
                <a:cubicBezTo>
                  <a:pt x="500" y="122"/>
                  <a:pt x="511" y="131"/>
                  <a:pt x="511" y="145"/>
                </a:cubicBezTo>
                <a:lnTo>
                  <a:pt x="511" y="378"/>
                </a:lnTo>
                <a:cubicBezTo>
                  <a:pt x="511" y="391"/>
                  <a:pt x="500" y="404"/>
                  <a:pt x="486" y="406"/>
                </a:cubicBezTo>
                <a:lnTo>
                  <a:pt x="322" y="426"/>
                </a:lnTo>
                <a:lnTo>
                  <a:pt x="322" y="145"/>
                </a:lnTo>
                <a:close/>
                <a:moveTo>
                  <a:pt x="354" y="183"/>
                </a:moveTo>
                <a:lnTo>
                  <a:pt x="481" y="166"/>
                </a:lnTo>
                <a:lnTo>
                  <a:pt x="481" y="224"/>
                </a:lnTo>
                <a:lnTo>
                  <a:pt x="354" y="240"/>
                </a:lnTo>
                <a:lnTo>
                  <a:pt x="354" y="183"/>
                </a:lnTo>
                <a:close/>
                <a:moveTo>
                  <a:pt x="221" y="56"/>
                </a:moveTo>
                <a:lnTo>
                  <a:pt x="384" y="35"/>
                </a:lnTo>
                <a:cubicBezTo>
                  <a:pt x="398" y="33"/>
                  <a:pt x="410" y="43"/>
                  <a:pt x="410" y="56"/>
                </a:cubicBezTo>
                <a:lnTo>
                  <a:pt x="410" y="63"/>
                </a:lnTo>
                <a:lnTo>
                  <a:pt x="255" y="83"/>
                </a:lnTo>
                <a:cubicBezTo>
                  <a:pt x="244" y="86"/>
                  <a:pt x="240" y="93"/>
                  <a:pt x="240" y="107"/>
                </a:cubicBezTo>
                <a:lnTo>
                  <a:pt x="240" y="335"/>
                </a:lnTo>
                <a:lnTo>
                  <a:pt x="221" y="338"/>
                </a:lnTo>
                <a:lnTo>
                  <a:pt x="221" y="56"/>
                </a:lnTo>
                <a:close/>
                <a:moveTo>
                  <a:pt x="101" y="188"/>
                </a:moveTo>
                <a:lnTo>
                  <a:pt x="134" y="188"/>
                </a:lnTo>
                <a:lnTo>
                  <a:pt x="134" y="135"/>
                </a:lnTo>
                <a:lnTo>
                  <a:pt x="104" y="135"/>
                </a:lnTo>
                <a:cubicBezTo>
                  <a:pt x="76" y="135"/>
                  <a:pt x="54" y="158"/>
                  <a:pt x="54" y="186"/>
                </a:cubicBezTo>
                <a:lnTo>
                  <a:pt x="54" y="467"/>
                </a:lnTo>
                <a:cubicBezTo>
                  <a:pt x="54" y="490"/>
                  <a:pt x="69" y="509"/>
                  <a:pt x="90" y="515"/>
                </a:cubicBezTo>
                <a:lnTo>
                  <a:pt x="90" y="515"/>
                </a:lnTo>
                <a:lnTo>
                  <a:pt x="0" y="586"/>
                </a:lnTo>
                <a:lnTo>
                  <a:pt x="0" y="630"/>
                </a:lnTo>
                <a:lnTo>
                  <a:pt x="678" y="630"/>
                </a:lnTo>
                <a:lnTo>
                  <a:pt x="678" y="586"/>
                </a:lnTo>
                <a:lnTo>
                  <a:pt x="582" y="516"/>
                </a:lnTo>
                <a:cubicBezTo>
                  <a:pt x="604" y="511"/>
                  <a:pt x="621" y="491"/>
                  <a:pt x="621" y="467"/>
                </a:cubicBezTo>
                <a:lnTo>
                  <a:pt x="621" y="186"/>
                </a:lnTo>
                <a:cubicBezTo>
                  <a:pt x="621" y="158"/>
                  <a:pt x="598" y="135"/>
                  <a:pt x="571" y="135"/>
                </a:cubicBezTo>
                <a:lnTo>
                  <a:pt x="541" y="135"/>
                </a:lnTo>
                <a:lnTo>
                  <a:pt x="541" y="188"/>
                </a:lnTo>
                <a:lnTo>
                  <a:pt x="573" y="188"/>
                </a:lnTo>
                <a:lnTo>
                  <a:pt x="573" y="474"/>
                </a:lnTo>
                <a:lnTo>
                  <a:pt x="101" y="474"/>
                </a:lnTo>
                <a:lnTo>
                  <a:pt x="101" y="188"/>
                </a:lnTo>
                <a:close/>
              </a:path>
            </a:pathLst>
          </a:custGeom>
          <a:solidFill>
            <a:schemeClr val="bg1"/>
          </a:solidFill>
          <a:ln>
            <a:noFill/>
          </a:ln>
        </p:spPr>
        <p:txBody>
          <a:bodyPr vert="horz" wrap="square" lIns="91416" tIns="45708" rIns="91416" bIns="45708" numCol="1" anchor="t" anchorCtr="0" compatLnSpc="1"/>
          <a:lstStyle/>
          <a:p>
            <a:endParaRPr lang="zh-CN" altLang="en-US" sz="2400">
              <a:solidFill>
                <a:prstClr val="black"/>
              </a:solidFill>
              <a:cs typeface="+mn-ea"/>
              <a:sym typeface="+mn-lt"/>
            </a:endParaRPr>
          </a:p>
        </p:txBody>
      </p:sp>
      <p:sp>
        <p:nvSpPr>
          <p:cNvPr id="30" name="文本"/>
          <p:cNvSpPr/>
          <p:nvPr/>
        </p:nvSpPr>
        <p:spPr>
          <a:xfrm>
            <a:off x="8159280" y="2710556"/>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31" name="文本"/>
          <p:cNvSpPr/>
          <p:nvPr/>
        </p:nvSpPr>
        <p:spPr>
          <a:xfrm>
            <a:off x="8144675" y="2264280"/>
            <a:ext cx="1478280" cy="445135"/>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32" name="文本"/>
          <p:cNvSpPr/>
          <p:nvPr/>
        </p:nvSpPr>
        <p:spPr>
          <a:xfrm>
            <a:off x="8159280" y="4576447"/>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33" name="文本"/>
          <p:cNvSpPr/>
          <p:nvPr/>
        </p:nvSpPr>
        <p:spPr>
          <a:xfrm>
            <a:off x="8159280" y="4130171"/>
            <a:ext cx="1478280" cy="445135"/>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34" name="文本"/>
          <p:cNvSpPr/>
          <p:nvPr/>
        </p:nvSpPr>
        <p:spPr>
          <a:xfrm>
            <a:off x="1162780" y="2763999"/>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35" name="文本"/>
          <p:cNvSpPr/>
          <p:nvPr/>
        </p:nvSpPr>
        <p:spPr>
          <a:xfrm>
            <a:off x="2642460" y="2317723"/>
            <a:ext cx="1478280" cy="445135"/>
          </a:xfrm>
          <a:prstGeom prst="rect">
            <a:avLst/>
          </a:prstGeom>
        </p:spPr>
        <p:txBody>
          <a:bodyPr wrap="none">
            <a:spAutoFit/>
          </a:bodyPr>
          <a:lstStyle/>
          <a:p>
            <a:pPr algn="r"/>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36" name="文本"/>
          <p:cNvSpPr/>
          <p:nvPr/>
        </p:nvSpPr>
        <p:spPr>
          <a:xfrm>
            <a:off x="1162780" y="4629890"/>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37" name="文本"/>
          <p:cNvSpPr/>
          <p:nvPr/>
        </p:nvSpPr>
        <p:spPr>
          <a:xfrm>
            <a:off x="2642460" y="4183614"/>
            <a:ext cx="1478280" cy="445135"/>
          </a:xfrm>
          <a:prstGeom prst="rect">
            <a:avLst/>
          </a:prstGeom>
        </p:spPr>
        <p:txBody>
          <a:bodyPr wrap="none">
            <a:spAutoFit/>
          </a:bodyPr>
          <a:lstStyle/>
          <a:p>
            <a:pPr algn="r"/>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p:tgtEl>
                                          <p:spTgt spid="27"/>
                                        </p:tgtEl>
                                        <p:attrNameLst>
                                          <p:attrName>ppt_y</p:attrName>
                                        </p:attrNameLst>
                                      </p:cBhvr>
                                      <p:tavLst>
                                        <p:tav tm="0">
                                          <p:val>
                                            <p:strVal val="#ppt_y+#ppt_h*1.125000"/>
                                          </p:val>
                                        </p:tav>
                                        <p:tav tm="100000">
                                          <p:val>
                                            <p:strVal val="#ppt_y"/>
                                          </p:val>
                                        </p:tav>
                                      </p:tavLst>
                                    </p:anim>
                                    <p:animEffect transition="in" filter="wipe(up)">
                                      <p:cBhvr>
                                        <p:cTn id="12" dur="500"/>
                                        <p:tgtEl>
                                          <p:spTgt spid="27"/>
                                        </p:tgtEl>
                                      </p:cBhvr>
                                    </p:animEffect>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arn(outVertical)">
                                      <p:cBhvr>
                                        <p:cTn id="16" dur="500"/>
                                        <p:tgtEl>
                                          <p:spTgt spid="35"/>
                                        </p:tgtEl>
                                      </p:cBhvr>
                                    </p:animEffect>
                                  </p:childTnLst>
                                </p:cTn>
                              </p:par>
                            </p:childTnLst>
                          </p:cTn>
                        </p:par>
                        <p:par>
                          <p:cTn id="17" fill="hold">
                            <p:stCondLst>
                              <p:cond delay="1500"/>
                            </p:stCondLst>
                            <p:childTnLst>
                              <p:par>
                                <p:cTn id="18" presetID="42" presetClass="entr" presetSubtype="0"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500"/>
                                        <p:tgtEl>
                                          <p:spTgt spid="34"/>
                                        </p:tgtEl>
                                      </p:cBhvr>
                                    </p:animEffect>
                                    <p:anim calcmode="lin" valueType="num">
                                      <p:cBhvr>
                                        <p:cTn id="21" dur="500" fill="hold"/>
                                        <p:tgtEl>
                                          <p:spTgt spid="34"/>
                                        </p:tgtEl>
                                        <p:attrNameLst>
                                          <p:attrName>ppt_x</p:attrName>
                                        </p:attrNameLst>
                                      </p:cBhvr>
                                      <p:tavLst>
                                        <p:tav tm="0">
                                          <p:val>
                                            <p:strVal val="#ppt_x"/>
                                          </p:val>
                                        </p:tav>
                                        <p:tav tm="100000">
                                          <p:val>
                                            <p:strVal val="#ppt_x"/>
                                          </p:val>
                                        </p:tav>
                                      </p:tavLst>
                                    </p:anim>
                                    <p:anim calcmode="lin" valueType="num">
                                      <p:cBhvr>
                                        <p:cTn id="22" dur="500" fill="hold"/>
                                        <p:tgtEl>
                                          <p:spTgt spid="34"/>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9" presetClass="entr" presetSubtype="0"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500"/>
                                        <p:tgtEl>
                                          <p:spTgt spid="21"/>
                                        </p:tgtEl>
                                      </p:cBhvr>
                                    </p:animEffect>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p:tgtEl>
                                          <p:spTgt spid="29"/>
                                        </p:tgtEl>
                                        <p:attrNameLst>
                                          <p:attrName>ppt_y</p:attrName>
                                        </p:attrNameLst>
                                      </p:cBhvr>
                                      <p:tavLst>
                                        <p:tav tm="0">
                                          <p:val>
                                            <p:strVal val="#ppt_y+#ppt_h*1.125000"/>
                                          </p:val>
                                        </p:tav>
                                        <p:tav tm="100000">
                                          <p:val>
                                            <p:strVal val="#ppt_y"/>
                                          </p:val>
                                        </p:tav>
                                      </p:tavLst>
                                    </p:anim>
                                    <p:animEffect transition="in" filter="wipe(up)">
                                      <p:cBhvr>
                                        <p:cTn id="31" dur="500"/>
                                        <p:tgtEl>
                                          <p:spTgt spid="29"/>
                                        </p:tgtEl>
                                      </p:cBhvr>
                                    </p:animEffect>
                                  </p:childTnLst>
                                </p:cTn>
                              </p:par>
                            </p:childTnLst>
                          </p:cTn>
                        </p:par>
                        <p:par>
                          <p:cTn id="32" fill="hold">
                            <p:stCondLst>
                              <p:cond delay="3000"/>
                            </p:stCondLst>
                            <p:childTnLst>
                              <p:par>
                                <p:cTn id="33" presetID="16" presetClass="entr" presetSubtype="37"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barn(outVertical)">
                                      <p:cBhvr>
                                        <p:cTn id="35" dur="500"/>
                                        <p:tgtEl>
                                          <p:spTgt spid="31"/>
                                        </p:tgtEl>
                                      </p:cBhvr>
                                    </p:animEffect>
                                  </p:childTnLst>
                                </p:cTn>
                              </p:par>
                            </p:childTnLst>
                          </p:cTn>
                        </p:par>
                        <p:par>
                          <p:cTn id="36" fill="hold">
                            <p:stCondLst>
                              <p:cond delay="3500"/>
                            </p:stCondLst>
                            <p:childTnLst>
                              <p:par>
                                <p:cTn id="37" presetID="42" presetClass="entr" presetSubtype="0"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anim calcmode="lin" valueType="num">
                                      <p:cBhvr>
                                        <p:cTn id="40" dur="500" fill="hold"/>
                                        <p:tgtEl>
                                          <p:spTgt spid="30"/>
                                        </p:tgtEl>
                                        <p:attrNameLst>
                                          <p:attrName>ppt_x</p:attrName>
                                        </p:attrNameLst>
                                      </p:cBhvr>
                                      <p:tavLst>
                                        <p:tav tm="0">
                                          <p:val>
                                            <p:strVal val="#ppt_x"/>
                                          </p:val>
                                        </p:tav>
                                        <p:tav tm="100000">
                                          <p:val>
                                            <p:strVal val="#ppt_x"/>
                                          </p:val>
                                        </p:tav>
                                      </p:tavLst>
                                    </p:anim>
                                    <p:anim calcmode="lin" valueType="num">
                                      <p:cBhvr>
                                        <p:cTn id="41" dur="500" fill="hold"/>
                                        <p:tgtEl>
                                          <p:spTgt spid="30"/>
                                        </p:tgtEl>
                                        <p:attrNameLst>
                                          <p:attrName>ppt_y</p:attrName>
                                        </p:attrNameLst>
                                      </p:cBhvr>
                                      <p:tavLst>
                                        <p:tav tm="0">
                                          <p:val>
                                            <p:strVal val="#ppt_y+.1"/>
                                          </p:val>
                                        </p:tav>
                                        <p:tav tm="100000">
                                          <p:val>
                                            <p:strVal val="#ppt_y"/>
                                          </p:val>
                                        </p:tav>
                                      </p:tavLst>
                                    </p:anim>
                                  </p:childTnLst>
                                </p:cTn>
                              </p:par>
                            </p:childTnLst>
                          </p:cTn>
                        </p:par>
                        <p:par>
                          <p:cTn id="42" fill="hold">
                            <p:stCondLst>
                              <p:cond delay="4000"/>
                            </p:stCondLst>
                            <p:childTnLst>
                              <p:par>
                                <p:cTn id="43" presetID="9" presetClass="entr" presetSubtype="0"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childTnLst>
                          </p:cTn>
                        </p:par>
                        <p:par>
                          <p:cTn id="46" fill="hold">
                            <p:stCondLst>
                              <p:cond delay="4500"/>
                            </p:stCondLst>
                            <p:childTnLst>
                              <p:par>
                                <p:cTn id="47" presetID="12" presetClass="entr" presetSubtype="4"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p:tgtEl>
                                          <p:spTgt spid="26"/>
                                        </p:tgtEl>
                                        <p:attrNameLst>
                                          <p:attrName>ppt_y</p:attrName>
                                        </p:attrNameLst>
                                      </p:cBhvr>
                                      <p:tavLst>
                                        <p:tav tm="0">
                                          <p:val>
                                            <p:strVal val="#ppt_y+#ppt_h*1.125000"/>
                                          </p:val>
                                        </p:tav>
                                        <p:tav tm="100000">
                                          <p:val>
                                            <p:strVal val="#ppt_y"/>
                                          </p:val>
                                        </p:tav>
                                      </p:tavLst>
                                    </p:anim>
                                    <p:animEffect transition="in" filter="wipe(up)">
                                      <p:cBhvr>
                                        <p:cTn id="50" dur="500"/>
                                        <p:tgtEl>
                                          <p:spTgt spid="26"/>
                                        </p:tgtEl>
                                      </p:cBhvr>
                                    </p:animEffect>
                                  </p:childTnLst>
                                </p:cTn>
                              </p:par>
                            </p:childTnLst>
                          </p:cTn>
                        </p:par>
                        <p:par>
                          <p:cTn id="51" fill="hold">
                            <p:stCondLst>
                              <p:cond delay="5000"/>
                            </p:stCondLst>
                            <p:childTnLst>
                              <p:par>
                                <p:cTn id="52" presetID="16" presetClass="entr" presetSubtype="37" fill="hold" grpId="0" nodeType="after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barn(outVertical)">
                                      <p:cBhvr>
                                        <p:cTn id="54" dur="500"/>
                                        <p:tgtEl>
                                          <p:spTgt spid="37"/>
                                        </p:tgtEl>
                                      </p:cBhvr>
                                    </p:animEffect>
                                  </p:childTnLst>
                                </p:cTn>
                              </p:par>
                            </p:childTnLst>
                          </p:cTn>
                        </p:par>
                        <p:par>
                          <p:cTn id="55" fill="hold">
                            <p:stCondLst>
                              <p:cond delay="5500"/>
                            </p:stCondLst>
                            <p:childTnLst>
                              <p:par>
                                <p:cTn id="56" presetID="42" presetClass="entr" presetSubtype="0" fill="hold" grpId="0" nodeType="after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anim calcmode="lin" valueType="num">
                                      <p:cBhvr>
                                        <p:cTn id="59" dur="500" fill="hold"/>
                                        <p:tgtEl>
                                          <p:spTgt spid="36"/>
                                        </p:tgtEl>
                                        <p:attrNameLst>
                                          <p:attrName>ppt_x</p:attrName>
                                        </p:attrNameLst>
                                      </p:cBhvr>
                                      <p:tavLst>
                                        <p:tav tm="0">
                                          <p:val>
                                            <p:strVal val="#ppt_x"/>
                                          </p:val>
                                        </p:tav>
                                        <p:tav tm="100000">
                                          <p:val>
                                            <p:strVal val="#ppt_x"/>
                                          </p:val>
                                        </p:tav>
                                      </p:tavLst>
                                    </p:anim>
                                    <p:anim calcmode="lin" valueType="num">
                                      <p:cBhvr>
                                        <p:cTn id="60" dur="500" fill="hold"/>
                                        <p:tgtEl>
                                          <p:spTgt spid="36"/>
                                        </p:tgtEl>
                                        <p:attrNameLst>
                                          <p:attrName>ppt_y</p:attrName>
                                        </p:attrNameLst>
                                      </p:cBhvr>
                                      <p:tavLst>
                                        <p:tav tm="0">
                                          <p:val>
                                            <p:strVal val="#ppt_y+.1"/>
                                          </p:val>
                                        </p:tav>
                                        <p:tav tm="100000">
                                          <p:val>
                                            <p:strVal val="#ppt_y"/>
                                          </p:val>
                                        </p:tav>
                                      </p:tavLst>
                                    </p:anim>
                                  </p:childTnLst>
                                </p:cTn>
                              </p:par>
                            </p:childTnLst>
                          </p:cTn>
                        </p:par>
                        <p:par>
                          <p:cTn id="61" fill="hold">
                            <p:stCondLst>
                              <p:cond delay="6000"/>
                            </p:stCondLst>
                            <p:childTnLst>
                              <p:par>
                                <p:cTn id="62" presetID="9"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dissolve">
                                      <p:cBhvr>
                                        <p:cTn id="64" dur="500"/>
                                        <p:tgtEl>
                                          <p:spTgt spid="22"/>
                                        </p:tgtEl>
                                      </p:cBhvr>
                                    </p:animEffect>
                                  </p:childTnLst>
                                </p:cTn>
                              </p:par>
                            </p:childTnLst>
                          </p:cTn>
                        </p:par>
                        <p:par>
                          <p:cTn id="65" fill="hold">
                            <p:stCondLst>
                              <p:cond delay="6500"/>
                            </p:stCondLst>
                            <p:childTnLst>
                              <p:par>
                                <p:cTn id="66" presetID="12" presetClass="entr" presetSubtype="4"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 calcmode="lin" valueType="num">
                                      <p:cBhvr additive="base">
                                        <p:cTn id="68" dur="500"/>
                                        <p:tgtEl>
                                          <p:spTgt spid="25"/>
                                        </p:tgtEl>
                                        <p:attrNameLst>
                                          <p:attrName>ppt_y</p:attrName>
                                        </p:attrNameLst>
                                      </p:cBhvr>
                                      <p:tavLst>
                                        <p:tav tm="0">
                                          <p:val>
                                            <p:strVal val="#ppt_y+#ppt_h*1.125000"/>
                                          </p:val>
                                        </p:tav>
                                        <p:tav tm="100000">
                                          <p:val>
                                            <p:strVal val="#ppt_y"/>
                                          </p:val>
                                        </p:tav>
                                      </p:tavLst>
                                    </p:anim>
                                    <p:animEffect transition="in" filter="wipe(up)">
                                      <p:cBhvr>
                                        <p:cTn id="69" dur="500"/>
                                        <p:tgtEl>
                                          <p:spTgt spid="25"/>
                                        </p:tgtEl>
                                      </p:cBhvr>
                                    </p:animEffect>
                                  </p:childTnLst>
                                </p:cTn>
                              </p:par>
                            </p:childTnLst>
                          </p:cTn>
                        </p:par>
                        <p:par>
                          <p:cTn id="70" fill="hold">
                            <p:stCondLst>
                              <p:cond delay="7000"/>
                            </p:stCondLst>
                            <p:childTnLst>
                              <p:par>
                                <p:cTn id="71" presetID="16" presetClass="entr" presetSubtype="37"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barn(outVertical)">
                                      <p:cBhvr>
                                        <p:cTn id="73" dur="500"/>
                                        <p:tgtEl>
                                          <p:spTgt spid="33"/>
                                        </p:tgtEl>
                                      </p:cBhvr>
                                    </p:animEffect>
                                  </p:childTnLst>
                                </p:cTn>
                              </p:par>
                            </p:childTnLst>
                          </p:cTn>
                        </p:par>
                        <p:par>
                          <p:cTn id="74" fill="hold">
                            <p:stCondLst>
                              <p:cond delay="7500"/>
                            </p:stCondLst>
                            <p:childTnLst>
                              <p:par>
                                <p:cTn id="75" presetID="42" presetClass="entr" presetSubtype="0" fill="hold" grpId="0" nodeType="after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anim calcmode="lin" valueType="num">
                                      <p:cBhvr>
                                        <p:cTn id="78" dur="500" fill="hold"/>
                                        <p:tgtEl>
                                          <p:spTgt spid="32"/>
                                        </p:tgtEl>
                                        <p:attrNameLst>
                                          <p:attrName>ppt_x</p:attrName>
                                        </p:attrNameLst>
                                      </p:cBhvr>
                                      <p:tavLst>
                                        <p:tav tm="0">
                                          <p:val>
                                            <p:strVal val="#ppt_x"/>
                                          </p:val>
                                        </p:tav>
                                        <p:tav tm="100000">
                                          <p:val>
                                            <p:strVal val="#ppt_x"/>
                                          </p:val>
                                        </p:tav>
                                      </p:tavLst>
                                    </p:anim>
                                    <p:anim calcmode="lin" valueType="num">
                                      <p:cBhvr>
                                        <p:cTn id="79" dur="500" fill="hold"/>
                                        <p:tgtEl>
                                          <p:spTgt spid="32"/>
                                        </p:tgtEl>
                                        <p:attrNameLst>
                                          <p:attrName>ppt_y</p:attrName>
                                        </p:attrNameLst>
                                      </p:cBhvr>
                                      <p:tavLst>
                                        <p:tav tm="0">
                                          <p:val>
                                            <p:strVal val="#ppt_y+.1"/>
                                          </p:val>
                                        </p:tav>
                                        <p:tav tm="100000">
                                          <p:val>
                                            <p:strVal val="#ppt_y"/>
                                          </p:val>
                                        </p:tav>
                                      </p:tavLst>
                                    </p:anim>
                                  </p:childTnLst>
                                </p:cTn>
                              </p:par>
                            </p:childTnLst>
                          </p:cTn>
                        </p:par>
                        <p:par>
                          <p:cTn id="80" fill="hold">
                            <p:stCondLst>
                              <p:cond delay="8000"/>
                            </p:stCondLst>
                            <p:childTnLst>
                              <p:par>
                                <p:cTn id="81" presetID="3" presetClass="entr" presetSubtype="10" fill="hold" grpId="0" nodeType="after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blinds(horizontal)">
                                      <p:cBhvr>
                                        <p:cTn id="8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23" grpId="0" bldLvl="0" animBg="1"/>
      <p:bldP spid="24" grpId="0" bldLvl="0" animBg="1"/>
      <p:bldP spid="25" grpId="0" animBg="1"/>
      <p:bldP spid="26" grpId="0" animBg="1"/>
      <p:bldP spid="27" grpId="0" animBg="1"/>
      <p:bldP spid="29" grpId="0" animBg="1"/>
      <p:bldP spid="30" grpId="0"/>
      <p:bldP spid="31" grpId="0"/>
      <p:bldP spid="32" grpId="0"/>
      <p:bldP spid="33" grpId="0"/>
      <p:bldP spid="34" grpId="0"/>
      <p:bldP spid="35" grpId="0"/>
      <p:bldP spid="36" grpId="0"/>
      <p:bldP spid="37"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p:cNvGrpSpPr/>
          <p:nvPr/>
        </p:nvGrpSpPr>
        <p:grpSpPr>
          <a:xfrm>
            <a:off x="3426108" y="1001141"/>
            <a:ext cx="161063" cy="5410242"/>
            <a:chOff x="3426108" y="1290701"/>
            <a:chExt cx="161063" cy="5410242"/>
          </a:xfrm>
        </p:grpSpPr>
        <p:cxnSp>
          <p:nvCxnSpPr>
            <p:cNvPr id="5" name="直接连接符"/>
            <p:cNvCxnSpPr>
              <a:stCxn id="8" idx="4"/>
              <a:endCxn id="9" idx="0"/>
            </p:cNvCxnSpPr>
            <p:nvPr/>
          </p:nvCxnSpPr>
          <p:spPr>
            <a:xfrm>
              <a:off x="3506640" y="1451763"/>
              <a:ext cx="0" cy="5088118"/>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6" name="椭圆"/>
            <p:cNvSpPr/>
            <p:nvPr/>
          </p:nvSpPr>
          <p:spPr bwMode="auto">
            <a:xfrm>
              <a:off x="3426108" y="3065686"/>
              <a:ext cx="161063" cy="161062"/>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7" name="椭圆"/>
            <p:cNvSpPr/>
            <p:nvPr/>
          </p:nvSpPr>
          <p:spPr bwMode="auto">
            <a:xfrm>
              <a:off x="3426108" y="4793179"/>
              <a:ext cx="161063" cy="161062"/>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8" name="椭圆"/>
            <p:cNvSpPr/>
            <p:nvPr/>
          </p:nvSpPr>
          <p:spPr bwMode="auto">
            <a:xfrm>
              <a:off x="3426108" y="1290701"/>
              <a:ext cx="161063" cy="161062"/>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sp>
          <p:nvSpPr>
            <p:cNvPr id="9" name="椭圆"/>
            <p:cNvSpPr/>
            <p:nvPr/>
          </p:nvSpPr>
          <p:spPr bwMode="auto">
            <a:xfrm>
              <a:off x="3426108" y="6539881"/>
              <a:ext cx="161063" cy="161062"/>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cs typeface="+mn-ea"/>
                <a:sym typeface="+mn-lt"/>
              </a:endParaRPr>
            </a:p>
          </p:txBody>
        </p:sp>
      </p:grpSp>
      <p:sp>
        <p:nvSpPr>
          <p:cNvPr id="10" name="椭圆"/>
          <p:cNvSpPr/>
          <p:nvPr/>
        </p:nvSpPr>
        <p:spPr bwMode="auto">
          <a:xfrm>
            <a:off x="3236639" y="1764489"/>
            <a:ext cx="540000" cy="540000"/>
          </a:xfrm>
          <a:prstGeom prst="ellipse">
            <a:avLst/>
          </a:prstGeom>
          <a:solidFill>
            <a:srgbClr val="8B3F42">
              <a:alpha val="6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bg1"/>
                </a:solidFill>
                <a:cs typeface="+mn-ea"/>
                <a:sym typeface="+mn-lt"/>
              </a:rPr>
              <a:t>1</a:t>
            </a:r>
            <a:endParaRPr lang="zh-CN" altLang="en-US" sz="2000" b="1" dirty="0">
              <a:solidFill>
                <a:schemeClr val="bg1"/>
              </a:solidFill>
              <a:cs typeface="+mn-ea"/>
              <a:sym typeface="+mn-lt"/>
            </a:endParaRPr>
          </a:p>
        </p:txBody>
      </p:sp>
      <p:sp>
        <p:nvSpPr>
          <p:cNvPr id="11" name="椭圆"/>
          <p:cNvSpPr/>
          <p:nvPr/>
        </p:nvSpPr>
        <p:spPr bwMode="auto">
          <a:xfrm>
            <a:off x="3236639" y="3436609"/>
            <a:ext cx="540000" cy="540000"/>
          </a:xfrm>
          <a:prstGeom prst="ellipse">
            <a:avLst/>
          </a:prstGeom>
          <a:solidFill>
            <a:schemeClr val="accent2">
              <a:alpha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bg1"/>
                </a:solidFill>
                <a:cs typeface="+mn-ea"/>
                <a:sym typeface="+mn-lt"/>
              </a:rPr>
              <a:t>2</a:t>
            </a:r>
            <a:endParaRPr lang="zh-CN" altLang="en-US" sz="2000" b="1" dirty="0">
              <a:solidFill>
                <a:schemeClr val="bg1"/>
              </a:solidFill>
              <a:cs typeface="+mn-ea"/>
              <a:sym typeface="+mn-lt"/>
            </a:endParaRPr>
          </a:p>
        </p:txBody>
      </p:sp>
      <p:sp>
        <p:nvSpPr>
          <p:cNvPr id="12" name="椭圆"/>
          <p:cNvSpPr/>
          <p:nvPr/>
        </p:nvSpPr>
        <p:spPr bwMode="auto">
          <a:xfrm>
            <a:off x="3236639" y="5122699"/>
            <a:ext cx="540000" cy="540000"/>
          </a:xfrm>
          <a:prstGeom prst="ellipse">
            <a:avLst/>
          </a:prstGeom>
          <a:solidFill>
            <a:schemeClr val="accent1">
              <a:alpha val="58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bg1"/>
                </a:solidFill>
                <a:cs typeface="+mn-ea"/>
                <a:sym typeface="+mn-lt"/>
              </a:rPr>
              <a:t>3</a:t>
            </a:r>
            <a:endParaRPr lang="zh-CN" altLang="en-US" sz="2000" b="1" dirty="0">
              <a:solidFill>
                <a:schemeClr val="bg1"/>
              </a:solidFill>
              <a:cs typeface="+mn-ea"/>
              <a:sym typeface="+mn-lt"/>
            </a:endParaRPr>
          </a:p>
        </p:txBody>
      </p:sp>
      <p:grpSp>
        <p:nvGrpSpPr>
          <p:cNvPr id="13" name="组合 12"/>
          <p:cNvGrpSpPr/>
          <p:nvPr/>
        </p:nvGrpSpPr>
        <p:grpSpPr>
          <a:xfrm>
            <a:off x="4046855" y="1653540"/>
            <a:ext cx="7916545" cy="4701540"/>
            <a:chOff x="6373" y="3012"/>
            <a:chExt cx="12467" cy="7404"/>
          </a:xfrm>
        </p:grpSpPr>
        <p:sp>
          <p:nvSpPr>
            <p:cNvPr id="16" name="文本"/>
            <p:cNvSpPr txBox="1"/>
            <p:nvPr/>
          </p:nvSpPr>
          <p:spPr>
            <a:xfrm>
              <a:off x="6373" y="3619"/>
              <a:ext cx="12467" cy="1260"/>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sp>
          <p:nvSpPr>
            <p:cNvPr id="17" name="文本"/>
            <p:cNvSpPr/>
            <p:nvPr/>
          </p:nvSpPr>
          <p:spPr>
            <a:xfrm>
              <a:off x="6373" y="3012"/>
              <a:ext cx="2328" cy="701"/>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18" name="文本"/>
            <p:cNvSpPr txBox="1"/>
            <p:nvPr/>
          </p:nvSpPr>
          <p:spPr>
            <a:xfrm>
              <a:off x="6373" y="6387"/>
              <a:ext cx="12467" cy="1260"/>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sp>
          <p:nvSpPr>
            <p:cNvPr id="19" name="文本"/>
            <p:cNvSpPr/>
            <p:nvPr/>
          </p:nvSpPr>
          <p:spPr>
            <a:xfrm>
              <a:off x="6373" y="5780"/>
              <a:ext cx="2328" cy="701"/>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sp>
          <p:nvSpPr>
            <p:cNvPr id="21" name="文本"/>
            <p:cNvSpPr txBox="1"/>
            <p:nvPr/>
          </p:nvSpPr>
          <p:spPr>
            <a:xfrm>
              <a:off x="6373" y="9156"/>
              <a:ext cx="12467" cy="1260"/>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sp>
          <p:nvSpPr>
            <p:cNvPr id="22" name="文本"/>
            <p:cNvSpPr/>
            <p:nvPr/>
          </p:nvSpPr>
          <p:spPr>
            <a:xfrm>
              <a:off x="6373" y="8548"/>
              <a:ext cx="2328" cy="701"/>
            </a:xfrm>
            <a:prstGeom prst="rect">
              <a:avLst/>
            </a:prstGeom>
          </p:spPr>
          <p:txBody>
            <a:bodyPr wrap="none">
              <a:spAutoFit/>
            </a:bodyPr>
            <a:lstStyle/>
            <a:p>
              <a:r>
                <a:rPr lang="zh-CN" altLang="en-US" sz="2300" spc="250" dirty="0">
                  <a:solidFill>
                    <a:schemeClr val="bg2">
                      <a:lumMod val="25000"/>
                    </a:schemeClr>
                  </a:solidFill>
                  <a:cs typeface="+mn-ea"/>
                  <a:sym typeface="+mn-lt"/>
                </a:rPr>
                <a:t>添加标题</a:t>
              </a:r>
              <a:endParaRPr lang="zh-CN" altLang="en-US" sz="2300" spc="250" dirty="0">
                <a:solidFill>
                  <a:schemeClr val="bg2">
                    <a:lumMod val="25000"/>
                  </a:schemeClr>
                </a:solidFill>
                <a:cs typeface="+mn-ea"/>
                <a:sym typeface="+mn-lt"/>
              </a:endParaRPr>
            </a:p>
          </p:txBody>
        </p:sp>
      </p:grpSp>
      <p:sp>
        <p:nvSpPr>
          <p:cNvPr id="2"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557" y="1974946"/>
            <a:ext cx="2936240" cy="39630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500" fill="hold"/>
                                        <p:tgtEl>
                                          <p:spTgt spid="11"/>
                                        </p:tgtEl>
                                        <p:attrNameLst>
                                          <p:attrName>ppt_w</p:attrName>
                                        </p:attrNameLst>
                                      </p:cBhvr>
                                      <p:tavLst>
                                        <p:tav tm="0">
                                          <p:val>
                                            <p:fltVal val="0"/>
                                          </p:val>
                                        </p:tav>
                                        <p:tav tm="100000">
                                          <p:val>
                                            <p:strVal val="#ppt_w"/>
                                          </p:val>
                                        </p:tav>
                                      </p:tavLst>
                                    </p:anim>
                                    <p:anim calcmode="lin" valueType="num">
                                      <p:cBhvr>
                                        <p:cTn id="16" dur="500" fill="hold"/>
                                        <p:tgtEl>
                                          <p:spTgt spid="11"/>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childTnLst>
                                </p:cTn>
                              </p:par>
                            </p:childTnLst>
                          </p:cTn>
                        </p:par>
                        <p:par>
                          <p:cTn id="21" fill="hold">
                            <p:stCondLst>
                              <p:cond delay="1000"/>
                            </p:stCondLst>
                            <p:childTnLst>
                              <p:par>
                                <p:cTn id="22" presetID="3" presetClass="entr" presetSubtype="1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bldLvl="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81071" y="231416"/>
            <a:ext cx="6395168" cy="6395168"/>
          </a:xfrm>
          <a:prstGeom prst="rect">
            <a:avLst/>
          </a:prstGeom>
        </p:spPr>
      </p:pic>
      <p:sp>
        <p:nvSpPr>
          <p:cNvPr id="30" name="文本"/>
          <p:cNvSpPr/>
          <p:nvPr/>
        </p:nvSpPr>
        <p:spPr>
          <a:xfrm>
            <a:off x="8220240" y="1765676"/>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3" name="文本"/>
          <p:cNvSpPr/>
          <p:nvPr/>
        </p:nvSpPr>
        <p:spPr>
          <a:xfrm>
            <a:off x="8326920" y="3518276"/>
            <a:ext cx="2869939"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单击此处添加您的文字内容，或复制文本粘贴至此</a:t>
            </a:r>
            <a:endParaRPr lang="zh-CN" altLang="en-US" sz="1600" spc="150" dirty="0">
              <a:solidFill>
                <a:schemeClr val="accent3"/>
              </a:solidFill>
              <a:cs typeface="+mn-ea"/>
              <a:sym typeface="+mn-lt"/>
            </a:endParaRPr>
          </a:p>
        </p:txBody>
      </p:sp>
      <p:sp>
        <p:nvSpPr>
          <p:cNvPr id="4"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3" presetClass="entr" presetSubtype="1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
          <p:cNvSpPr>
            <a:spLocks noGrp="1"/>
          </p:cNvSpPr>
          <p:nvPr>
            <p:ph type="body" sz="quarter" idx="13"/>
          </p:nvPr>
        </p:nvSpPr>
        <p:spPr/>
        <p:txBody>
          <a:bodyPr/>
          <a:lstStyle/>
          <a:p>
            <a:r>
              <a:rPr lang="en-US" altLang="zh-CN">
                <a:latin typeface="+mn-lt"/>
                <a:ea typeface="+mn-ea"/>
                <a:cs typeface="+mn-ea"/>
                <a:sym typeface="+mn-lt"/>
              </a:rPr>
              <a:t>PART ONE</a:t>
            </a:r>
            <a:endParaRPr lang="en-US" altLang="zh-CN" dirty="0">
              <a:latin typeface="+mn-lt"/>
              <a:ea typeface="+mn-ea"/>
              <a:cs typeface="+mn-ea"/>
              <a:sym typeface="+mn-lt"/>
            </a:endParaRPr>
          </a:p>
        </p:txBody>
      </p:sp>
      <p:sp>
        <p:nvSpPr>
          <p:cNvPr id="31" name="文本"/>
          <p:cNvSpPr/>
          <p:nvPr/>
        </p:nvSpPr>
        <p:spPr>
          <a:xfrm>
            <a:off x="3599815" y="2649220"/>
            <a:ext cx="5205730" cy="922020"/>
          </a:xfrm>
          <a:prstGeom prst="rect">
            <a:avLst/>
          </a:prstGeom>
        </p:spPr>
        <p:txBody>
          <a:bodyPr wrap="none">
            <a:spAutoFit/>
          </a:bodyPr>
          <a:lstStyle/>
          <a:p>
            <a:r>
              <a:rPr lang="zh-CN" altLang="en-US" sz="5400" b="1" spc="250" dirty="0">
                <a:solidFill>
                  <a:srgbClr val="8B3F42">
                    <a:alpha val="50000"/>
                  </a:srgbClr>
                </a:solidFill>
                <a:cs typeface="+mn-ea"/>
                <a:sym typeface="+mn-lt"/>
              </a:rPr>
              <a:t>分享读书的乐趣</a:t>
            </a:r>
            <a:endParaRPr lang="zh-CN" altLang="en-US" sz="5400" b="1" spc="250" dirty="0">
              <a:solidFill>
                <a:srgbClr val="8B3F42">
                  <a:alpha val="50000"/>
                </a:srgbClr>
              </a:solidFill>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5635" y="3193415"/>
            <a:ext cx="3978275" cy="3978275"/>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形状"/>
          <p:cNvSpPr/>
          <p:nvPr/>
        </p:nvSpPr>
        <p:spPr bwMode="auto">
          <a:xfrm rot="20170633">
            <a:off x="6582331" y="2555989"/>
            <a:ext cx="1583660" cy="2317468"/>
          </a:xfrm>
          <a:custGeom>
            <a:avLst/>
            <a:gdLst>
              <a:gd name="T0" fmla="*/ 0 w 1726"/>
              <a:gd name="T1" fmla="*/ 0 h 2528"/>
              <a:gd name="T2" fmla="*/ 1423 w 1726"/>
              <a:gd name="T3" fmla="*/ 908 h 2528"/>
              <a:gd name="T4" fmla="*/ 1419 w 1726"/>
              <a:gd name="T5" fmla="*/ 2528 h 2528"/>
              <a:gd name="T6" fmla="*/ 1130 w 1726"/>
              <a:gd name="T7" fmla="*/ 2399 h 2528"/>
              <a:gd name="T8" fmla="*/ 715 w 1726"/>
              <a:gd name="T9" fmla="*/ 2209 h 2528"/>
              <a:gd name="T10" fmla="*/ 668 w 1726"/>
              <a:gd name="T11" fmla="*/ 2189 h 2528"/>
              <a:gd name="T12" fmla="*/ 685 w 1726"/>
              <a:gd name="T13" fmla="*/ 2135 h 2528"/>
              <a:gd name="T14" fmla="*/ 809 w 1726"/>
              <a:gd name="T15" fmla="*/ 1434 h 2528"/>
              <a:gd name="T16" fmla="*/ 467 w 1726"/>
              <a:gd name="T17" fmla="*/ 469 h 2528"/>
              <a:gd name="T18" fmla="*/ 0 w 1726"/>
              <a:gd name="T19" fmla="*/ 0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6" h="2528">
                <a:moveTo>
                  <a:pt x="0" y="0"/>
                </a:moveTo>
                <a:cubicBezTo>
                  <a:pt x="636" y="45"/>
                  <a:pt x="1112" y="356"/>
                  <a:pt x="1423" y="908"/>
                </a:cubicBezTo>
                <a:cubicBezTo>
                  <a:pt x="1726" y="1442"/>
                  <a:pt x="1679" y="1985"/>
                  <a:pt x="1419" y="2528"/>
                </a:cubicBezTo>
                <a:cubicBezTo>
                  <a:pt x="1355" y="2500"/>
                  <a:pt x="1261" y="2459"/>
                  <a:pt x="1130" y="2399"/>
                </a:cubicBezTo>
                <a:cubicBezTo>
                  <a:pt x="991" y="2337"/>
                  <a:pt x="854" y="2269"/>
                  <a:pt x="715" y="2209"/>
                </a:cubicBezTo>
                <a:cubicBezTo>
                  <a:pt x="694" y="2201"/>
                  <a:pt x="668" y="2189"/>
                  <a:pt x="668" y="2189"/>
                </a:cubicBezTo>
                <a:cubicBezTo>
                  <a:pt x="668" y="2189"/>
                  <a:pt x="677" y="2154"/>
                  <a:pt x="685" y="2135"/>
                </a:cubicBezTo>
                <a:cubicBezTo>
                  <a:pt x="765" y="1908"/>
                  <a:pt x="814" y="1676"/>
                  <a:pt x="809" y="1434"/>
                </a:cubicBezTo>
                <a:cubicBezTo>
                  <a:pt x="805" y="1073"/>
                  <a:pt x="683" y="754"/>
                  <a:pt x="467" y="469"/>
                </a:cubicBezTo>
                <a:cubicBezTo>
                  <a:pt x="333" y="294"/>
                  <a:pt x="170" y="143"/>
                  <a:pt x="0" y="0"/>
                </a:cubicBezTo>
                <a:close/>
              </a:path>
            </a:pathLst>
          </a:custGeom>
          <a:solidFill>
            <a:srgbClr val="8B3F42">
              <a:alpha val="52000"/>
            </a:srgb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53" name="形状"/>
          <p:cNvSpPr/>
          <p:nvPr/>
        </p:nvSpPr>
        <p:spPr bwMode="auto">
          <a:xfrm rot="15584180">
            <a:off x="5421693" y="1540523"/>
            <a:ext cx="1583660" cy="2317468"/>
          </a:xfrm>
          <a:custGeom>
            <a:avLst/>
            <a:gdLst>
              <a:gd name="T0" fmla="*/ 0 w 1726"/>
              <a:gd name="T1" fmla="*/ 0 h 2528"/>
              <a:gd name="T2" fmla="*/ 1423 w 1726"/>
              <a:gd name="T3" fmla="*/ 908 h 2528"/>
              <a:gd name="T4" fmla="*/ 1419 w 1726"/>
              <a:gd name="T5" fmla="*/ 2528 h 2528"/>
              <a:gd name="T6" fmla="*/ 1130 w 1726"/>
              <a:gd name="T7" fmla="*/ 2399 h 2528"/>
              <a:gd name="T8" fmla="*/ 715 w 1726"/>
              <a:gd name="T9" fmla="*/ 2209 h 2528"/>
              <a:gd name="T10" fmla="*/ 668 w 1726"/>
              <a:gd name="T11" fmla="*/ 2189 h 2528"/>
              <a:gd name="T12" fmla="*/ 685 w 1726"/>
              <a:gd name="T13" fmla="*/ 2135 h 2528"/>
              <a:gd name="T14" fmla="*/ 809 w 1726"/>
              <a:gd name="T15" fmla="*/ 1434 h 2528"/>
              <a:gd name="T16" fmla="*/ 467 w 1726"/>
              <a:gd name="T17" fmla="*/ 469 h 2528"/>
              <a:gd name="T18" fmla="*/ 0 w 1726"/>
              <a:gd name="T19" fmla="*/ 0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6" h="2528">
                <a:moveTo>
                  <a:pt x="0" y="0"/>
                </a:moveTo>
                <a:cubicBezTo>
                  <a:pt x="636" y="45"/>
                  <a:pt x="1112" y="356"/>
                  <a:pt x="1423" y="908"/>
                </a:cubicBezTo>
                <a:cubicBezTo>
                  <a:pt x="1726" y="1442"/>
                  <a:pt x="1679" y="1985"/>
                  <a:pt x="1419" y="2528"/>
                </a:cubicBezTo>
                <a:cubicBezTo>
                  <a:pt x="1355" y="2500"/>
                  <a:pt x="1261" y="2459"/>
                  <a:pt x="1130" y="2399"/>
                </a:cubicBezTo>
                <a:cubicBezTo>
                  <a:pt x="991" y="2337"/>
                  <a:pt x="854" y="2269"/>
                  <a:pt x="715" y="2209"/>
                </a:cubicBezTo>
                <a:cubicBezTo>
                  <a:pt x="694" y="2201"/>
                  <a:pt x="668" y="2189"/>
                  <a:pt x="668" y="2189"/>
                </a:cubicBezTo>
                <a:cubicBezTo>
                  <a:pt x="668" y="2189"/>
                  <a:pt x="677" y="2154"/>
                  <a:pt x="685" y="2135"/>
                </a:cubicBezTo>
                <a:cubicBezTo>
                  <a:pt x="765" y="1908"/>
                  <a:pt x="814" y="1676"/>
                  <a:pt x="809" y="1434"/>
                </a:cubicBezTo>
                <a:cubicBezTo>
                  <a:pt x="805" y="1073"/>
                  <a:pt x="683" y="754"/>
                  <a:pt x="467" y="469"/>
                </a:cubicBezTo>
                <a:cubicBezTo>
                  <a:pt x="333" y="294"/>
                  <a:pt x="170" y="143"/>
                  <a:pt x="0" y="0"/>
                </a:cubicBezTo>
                <a:close/>
              </a:path>
            </a:pathLst>
          </a:custGeom>
          <a:solidFill>
            <a:schemeClr val="accent2">
              <a:alpha val="49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54" name="形状"/>
          <p:cNvSpPr/>
          <p:nvPr/>
        </p:nvSpPr>
        <p:spPr bwMode="auto">
          <a:xfrm rot="6776806">
            <a:off x="4392914" y="3574459"/>
            <a:ext cx="1583660" cy="2317468"/>
          </a:xfrm>
          <a:custGeom>
            <a:avLst/>
            <a:gdLst>
              <a:gd name="T0" fmla="*/ 0 w 1726"/>
              <a:gd name="T1" fmla="*/ 0 h 2528"/>
              <a:gd name="T2" fmla="*/ 1423 w 1726"/>
              <a:gd name="T3" fmla="*/ 908 h 2528"/>
              <a:gd name="T4" fmla="*/ 1419 w 1726"/>
              <a:gd name="T5" fmla="*/ 2528 h 2528"/>
              <a:gd name="T6" fmla="*/ 1130 w 1726"/>
              <a:gd name="T7" fmla="*/ 2399 h 2528"/>
              <a:gd name="T8" fmla="*/ 715 w 1726"/>
              <a:gd name="T9" fmla="*/ 2209 h 2528"/>
              <a:gd name="T10" fmla="*/ 668 w 1726"/>
              <a:gd name="T11" fmla="*/ 2189 h 2528"/>
              <a:gd name="T12" fmla="*/ 685 w 1726"/>
              <a:gd name="T13" fmla="*/ 2135 h 2528"/>
              <a:gd name="T14" fmla="*/ 809 w 1726"/>
              <a:gd name="T15" fmla="*/ 1434 h 2528"/>
              <a:gd name="T16" fmla="*/ 467 w 1726"/>
              <a:gd name="T17" fmla="*/ 469 h 2528"/>
              <a:gd name="T18" fmla="*/ 0 w 1726"/>
              <a:gd name="T19" fmla="*/ 0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6" h="2528">
                <a:moveTo>
                  <a:pt x="0" y="0"/>
                </a:moveTo>
                <a:cubicBezTo>
                  <a:pt x="636" y="45"/>
                  <a:pt x="1112" y="356"/>
                  <a:pt x="1423" y="908"/>
                </a:cubicBezTo>
                <a:cubicBezTo>
                  <a:pt x="1726" y="1442"/>
                  <a:pt x="1679" y="1985"/>
                  <a:pt x="1419" y="2528"/>
                </a:cubicBezTo>
                <a:cubicBezTo>
                  <a:pt x="1355" y="2500"/>
                  <a:pt x="1261" y="2459"/>
                  <a:pt x="1130" y="2399"/>
                </a:cubicBezTo>
                <a:cubicBezTo>
                  <a:pt x="991" y="2337"/>
                  <a:pt x="854" y="2269"/>
                  <a:pt x="715" y="2209"/>
                </a:cubicBezTo>
                <a:cubicBezTo>
                  <a:pt x="694" y="2201"/>
                  <a:pt x="668" y="2189"/>
                  <a:pt x="668" y="2189"/>
                </a:cubicBezTo>
                <a:cubicBezTo>
                  <a:pt x="668" y="2189"/>
                  <a:pt x="677" y="2154"/>
                  <a:pt x="685" y="2135"/>
                </a:cubicBezTo>
                <a:cubicBezTo>
                  <a:pt x="765" y="1908"/>
                  <a:pt x="814" y="1676"/>
                  <a:pt x="809" y="1434"/>
                </a:cubicBezTo>
                <a:cubicBezTo>
                  <a:pt x="805" y="1073"/>
                  <a:pt x="683" y="754"/>
                  <a:pt x="467" y="469"/>
                </a:cubicBezTo>
                <a:cubicBezTo>
                  <a:pt x="333" y="294"/>
                  <a:pt x="170" y="143"/>
                  <a:pt x="0" y="0"/>
                </a:cubicBezTo>
                <a:close/>
              </a:path>
            </a:pathLst>
          </a:custGeom>
          <a:solidFill>
            <a:srgbClr val="8B3F42">
              <a:alpha val="50000"/>
            </a:srgb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55" name="形状"/>
          <p:cNvSpPr/>
          <p:nvPr/>
        </p:nvSpPr>
        <p:spPr bwMode="auto">
          <a:xfrm rot="2504954">
            <a:off x="5860645" y="3661992"/>
            <a:ext cx="1583660" cy="2317468"/>
          </a:xfrm>
          <a:custGeom>
            <a:avLst/>
            <a:gdLst>
              <a:gd name="T0" fmla="*/ 0 w 1726"/>
              <a:gd name="T1" fmla="*/ 0 h 2528"/>
              <a:gd name="T2" fmla="*/ 1423 w 1726"/>
              <a:gd name="T3" fmla="*/ 908 h 2528"/>
              <a:gd name="T4" fmla="*/ 1419 w 1726"/>
              <a:gd name="T5" fmla="*/ 2528 h 2528"/>
              <a:gd name="T6" fmla="*/ 1130 w 1726"/>
              <a:gd name="T7" fmla="*/ 2399 h 2528"/>
              <a:gd name="T8" fmla="*/ 715 w 1726"/>
              <a:gd name="T9" fmla="*/ 2209 h 2528"/>
              <a:gd name="T10" fmla="*/ 668 w 1726"/>
              <a:gd name="T11" fmla="*/ 2189 h 2528"/>
              <a:gd name="T12" fmla="*/ 685 w 1726"/>
              <a:gd name="T13" fmla="*/ 2135 h 2528"/>
              <a:gd name="T14" fmla="*/ 809 w 1726"/>
              <a:gd name="T15" fmla="*/ 1434 h 2528"/>
              <a:gd name="T16" fmla="*/ 467 w 1726"/>
              <a:gd name="T17" fmla="*/ 469 h 2528"/>
              <a:gd name="T18" fmla="*/ 0 w 1726"/>
              <a:gd name="T19" fmla="*/ 0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6" h="2528">
                <a:moveTo>
                  <a:pt x="0" y="0"/>
                </a:moveTo>
                <a:cubicBezTo>
                  <a:pt x="636" y="45"/>
                  <a:pt x="1112" y="356"/>
                  <a:pt x="1423" y="908"/>
                </a:cubicBezTo>
                <a:cubicBezTo>
                  <a:pt x="1726" y="1442"/>
                  <a:pt x="1679" y="1985"/>
                  <a:pt x="1419" y="2528"/>
                </a:cubicBezTo>
                <a:cubicBezTo>
                  <a:pt x="1355" y="2500"/>
                  <a:pt x="1261" y="2459"/>
                  <a:pt x="1130" y="2399"/>
                </a:cubicBezTo>
                <a:cubicBezTo>
                  <a:pt x="991" y="2337"/>
                  <a:pt x="854" y="2269"/>
                  <a:pt x="715" y="2209"/>
                </a:cubicBezTo>
                <a:cubicBezTo>
                  <a:pt x="694" y="2201"/>
                  <a:pt x="668" y="2189"/>
                  <a:pt x="668" y="2189"/>
                </a:cubicBezTo>
                <a:cubicBezTo>
                  <a:pt x="668" y="2189"/>
                  <a:pt x="677" y="2154"/>
                  <a:pt x="685" y="2135"/>
                </a:cubicBezTo>
                <a:cubicBezTo>
                  <a:pt x="765" y="1908"/>
                  <a:pt x="814" y="1676"/>
                  <a:pt x="809" y="1434"/>
                </a:cubicBezTo>
                <a:cubicBezTo>
                  <a:pt x="805" y="1073"/>
                  <a:pt x="683" y="754"/>
                  <a:pt x="467" y="469"/>
                </a:cubicBezTo>
                <a:cubicBezTo>
                  <a:pt x="333" y="294"/>
                  <a:pt x="170" y="143"/>
                  <a:pt x="0" y="0"/>
                </a:cubicBezTo>
                <a:close/>
              </a:path>
            </a:pathLst>
          </a:custGeom>
          <a:solidFill>
            <a:schemeClr val="accent2">
              <a:alpha val="4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56" name="形状"/>
          <p:cNvSpPr/>
          <p:nvPr/>
        </p:nvSpPr>
        <p:spPr bwMode="auto">
          <a:xfrm rot="11197379">
            <a:off x="4180110" y="2200551"/>
            <a:ext cx="1583660" cy="2317468"/>
          </a:xfrm>
          <a:custGeom>
            <a:avLst/>
            <a:gdLst>
              <a:gd name="T0" fmla="*/ 0 w 1726"/>
              <a:gd name="T1" fmla="*/ 0 h 2528"/>
              <a:gd name="T2" fmla="*/ 1423 w 1726"/>
              <a:gd name="T3" fmla="*/ 908 h 2528"/>
              <a:gd name="T4" fmla="*/ 1419 w 1726"/>
              <a:gd name="T5" fmla="*/ 2528 h 2528"/>
              <a:gd name="T6" fmla="*/ 1130 w 1726"/>
              <a:gd name="T7" fmla="*/ 2399 h 2528"/>
              <a:gd name="T8" fmla="*/ 715 w 1726"/>
              <a:gd name="T9" fmla="*/ 2209 h 2528"/>
              <a:gd name="T10" fmla="*/ 668 w 1726"/>
              <a:gd name="T11" fmla="*/ 2189 h 2528"/>
              <a:gd name="T12" fmla="*/ 685 w 1726"/>
              <a:gd name="T13" fmla="*/ 2135 h 2528"/>
              <a:gd name="T14" fmla="*/ 809 w 1726"/>
              <a:gd name="T15" fmla="*/ 1434 h 2528"/>
              <a:gd name="T16" fmla="*/ 467 w 1726"/>
              <a:gd name="T17" fmla="*/ 469 h 2528"/>
              <a:gd name="T18" fmla="*/ 0 w 1726"/>
              <a:gd name="T19" fmla="*/ 0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6" h="2528">
                <a:moveTo>
                  <a:pt x="0" y="0"/>
                </a:moveTo>
                <a:cubicBezTo>
                  <a:pt x="636" y="45"/>
                  <a:pt x="1112" y="356"/>
                  <a:pt x="1423" y="908"/>
                </a:cubicBezTo>
                <a:cubicBezTo>
                  <a:pt x="1726" y="1442"/>
                  <a:pt x="1679" y="1985"/>
                  <a:pt x="1419" y="2528"/>
                </a:cubicBezTo>
                <a:cubicBezTo>
                  <a:pt x="1355" y="2500"/>
                  <a:pt x="1261" y="2459"/>
                  <a:pt x="1130" y="2399"/>
                </a:cubicBezTo>
                <a:cubicBezTo>
                  <a:pt x="991" y="2337"/>
                  <a:pt x="854" y="2269"/>
                  <a:pt x="715" y="2209"/>
                </a:cubicBezTo>
                <a:cubicBezTo>
                  <a:pt x="694" y="2201"/>
                  <a:pt x="668" y="2189"/>
                  <a:pt x="668" y="2189"/>
                </a:cubicBezTo>
                <a:cubicBezTo>
                  <a:pt x="668" y="2189"/>
                  <a:pt x="677" y="2154"/>
                  <a:pt x="685" y="2135"/>
                </a:cubicBezTo>
                <a:cubicBezTo>
                  <a:pt x="765" y="1908"/>
                  <a:pt x="814" y="1676"/>
                  <a:pt x="809" y="1434"/>
                </a:cubicBezTo>
                <a:cubicBezTo>
                  <a:pt x="805" y="1073"/>
                  <a:pt x="683" y="754"/>
                  <a:pt x="467" y="469"/>
                </a:cubicBezTo>
                <a:cubicBezTo>
                  <a:pt x="333" y="294"/>
                  <a:pt x="170" y="143"/>
                  <a:pt x="0" y="0"/>
                </a:cubicBezTo>
                <a:close/>
              </a:path>
            </a:pathLst>
          </a:custGeom>
          <a:solidFill>
            <a:srgbClr val="8B3F42">
              <a:alpha val="52000"/>
            </a:srgb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57" name="图标"/>
          <p:cNvSpPr>
            <a:spLocks noEditPoints="1"/>
          </p:cNvSpPr>
          <p:nvPr/>
        </p:nvSpPr>
        <p:spPr bwMode="auto">
          <a:xfrm>
            <a:off x="7687076" y="4049552"/>
            <a:ext cx="445446" cy="361356"/>
          </a:xfrm>
          <a:custGeom>
            <a:avLst/>
            <a:gdLst>
              <a:gd name="T0" fmla="*/ 12 w 148"/>
              <a:gd name="T1" fmla="*/ 66 h 120"/>
              <a:gd name="T2" fmla="*/ 52 w 148"/>
              <a:gd name="T3" fmla="*/ 66 h 120"/>
              <a:gd name="T4" fmla="*/ 66 w 148"/>
              <a:gd name="T5" fmla="*/ 66 h 120"/>
              <a:gd name="T6" fmla="*/ 52 w 148"/>
              <a:gd name="T7" fmla="*/ 70 h 120"/>
              <a:gd name="T8" fmla="*/ 12 w 148"/>
              <a:gd name="T9" fmla="*/ 87 h 120"/>
              <a:gd name="T10" fmla="*/ 66 w 148"/>
              <a:gd name="T11" fmla="*/ 87 h 120"/>
              <a:gd name="T12" fmla="*/ 52 w 148"/>
              <a:gd name="T13" fmla="*/ 70 h 120"/>
              <a:gd name="T14" fmla="*/ 12 w 148"/>
              <a:gd name="T15" fmla="*/ 41 h 120"/>
              <a:gd name="T16" fmla="*/ 52 w 148"/>
              <a:gd name="T17" fmla="*/ 41 h 120"/>
              <a:gd name="T18" fmla="*/ 66 w 148"/>
              <a:gd name="T19" fmla="*/ 41 h 120"/>
              <a:gd name="T20" fmla="*/ 52 w 148"/>
              <a:gd name="T21" fmla="*/ 46 h 120"/>
              <a:gd name="T22" fmla="*/ 12 w 148"/>
              <a:gd name="T23" fmla="*/ 62 h 120"/>
              <a:gd name="T24" fmla="*/ 66 w 148"/>
              <a:gd name="T25" fmla="*/ 62 h 120"/>
              <a:gd name="T26" fmla="*/ 52 w 148"/>
              <a:gd name="T27" fmla="*/ 46 h 120"/>
              <a:gd name="T28" fmla="*/ 12 w 148"/>
              <a:gd name="T29" fmla="*/ 29 h 120"/>
              <a:gd name="T30" fmla="*/ 52 w 148"/>
              <a:gd name="T31" fmla="*/ 29 h 120"/>
              <a:gd name="T32" fmla="*/ 66 w 148"/>
              <a:gd name="T33" fmla="*/ 29 h 120"/>
              <a:gd name="T34" fmla="*/ 82 w 148"/>
              <a:gd name="T35" fmla="*/ 29 h 120"/>
              <a:gd name="T36" fmla="*/ 95 w 148"/>
              <a:gd name="T37" fmla="*/ 29 h 120"/>
              <a:gd name="T38" fmla="*/ 135 w 148"/>
              <a:gd name="T39" fmla="*/ 29 h 120"/>
              <a:gd name="T40" fmla="*/ 82 w 148"/>
              <a:gd name="T41" fmla="*/ 29 h 120"/>
              <a:gd name="T42" fmla="*/ 82 w 148"/>
              <a:gd name="T43" fmla="*/ 50 h 120"/>
              <a:gd name="T44" fmla="*/ 135 w 148"/>
              <a:gd name="T45" fmla="*/ 50 h 120"/>
              <a:gd name="T46" fmla="*/ 95 w 148"/>
              <a:gd name="T47" fmla="*/ 33 h 120"/>
              <a:gd name="T48" fmla="*/ 82 w 148"/>
              <a:gd name="T49" fmla="*/ 54 h 120"/>
              <a:gd name="T50" fmla="*/ 95 w 148"/>
              <a:gd name="T51" fmla="*/ 54 h 120"/>
              <a:gd name="T52" fmla="*/ 135 w 148"/>
              <a:gd name="T53" fmla="*/ 54 h 120"/>
              <a:gd name="T54" fmla="*/ 82 w 148"/>
              <a:gd name="T55" fmla="*/ 54 h 120"/>
              <a:gd name="T56" fmla="*/ 82 w 148"/>
              <a:gd name="T57" fmla="*/ 87 h 120"/>
              <a:gd name="T58" fmla="*/ 135 w 148"/>
              <a:gd name="T59" fmla="*/ 87 h 120"/>
              <a:gd name="T60" fmla="*/ 95 w 148"/>
              <a:gd name="T61" fmla="*/ 70 h 120"/>
              <a:gd name="T62" fmla="*/ 82 w 148"/>
              <a:gd name="T63" fmla="*/ 66 h 120"/>
              <a:gd name="T64" fmla="*/ 95 w 148"/>
              <a:gd name="T65" fmla="*/ 66 h 120"/>
              <a:gd name="T66" fmla="*/ 135 w 148"/>
              <a:gd name="T67" fmla="*/ 66 h 120"/>
              <a:gd name="T68" fmla="*/ 82 w 148"/>
              <a:gd name="T69" fmla="*/ 66 h 120"/>
              <a:gd name="T70" fmla="*/ 74 w 148"/>
              <a:gd name="T71" fmla="*/ 17 h 120"/>
              <a:gd name="T72" fmla="*/ 0 w 148"/>
              <a:gd name="T73" fmla="*/ 13 h 120"/>
              <a:gd name="T74" fmla="*/ 54 w 148"/>
              <a:gd name="T75" fmla="*/ 111 h 120"/>
              <a:gd name="T76" fmla="*/ 64 w 148"/>
              <a:gd name="T77" fmla="*/ 115 h 120"/>
              <a:gd name="T78" fmla="*/ 84 w 148"/>
              <a:gd name="T79" fmla="*/ 115 h 120"/>
              <a:gd name="T80" fmla="*/ 93 w 148"/>
              <a:gd name="T81" fmla="*/ 111 h 120"/>
              <a:gd name="T82" fmla="*/ 148 w 148"/>
              <a:gd name="T83" fmla="*/ 13 h 120"/>
              <a:gd name="T84" fmla="*/ 70 w 148"/>
              <a:gd name="T85" fmla="*/ 111 h 120"/>
              <a:gd name="T86" fmla="*/ 8 w 148"/>
              <a:gd name="T87" fmla="*/ 107 h 120"/>
              <a:gd name="T88" fmla="*/ 53 w 148"/>
              <a:gd name="T89" fmla="*/ 7 h 120"/>
              <a:gd name="T90" fmla="*/ 70 w 148"/>
              <a:gd name="T91" fmla="*/ 111 h 120"/>
              <a:gd name="T92" fmla="*/ 98 w 148"/>
              <a:gd name="T93" fmla="*/ 96 h 120"/>
              <a:gd name="T94" fmla="*/ 78 w 148"/>
              <a:gd name="T95" fmla="*/ 23 h 120"/>
              <a:gd name="T96" fmla="*/ 140 w 148"/>
              <a:gd name="T97" fmla="*/ 1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20">
                <a:moveTo>
                  <a:pt x="52" y="58"/>
                </a:moveTo>
                <a:cubicBezTo>
                  <a:pt x="36" y="58"/>
                  <a:pt x="12" y="66"/>
                  <a:pt x="12" y="66"/>
                </a:cubicBezTo>
                <a:cubicBezTo>
                  <a:pt x="12" y="74"/>
                  <a:pt x="12" y="74"/>
                  <a:pt x="12" y="74"/>
                </a:cubicBezTo>
                <a:cubicBezTo>
                  <a:pt x="12" y="74"/>
                  <a:pt x="36" y="66"/>
                  <a:pt x="52" y="66"/>
                </a:cubicBezTo>
                <a:cubicBezTo>
                  <a:pt x="60" y="66"/>
                  <a:pt x="66" y="74"/>
                  <a:pt x="66" y="74"/>
                </a:cubicBezTo>
                <a:cubicBezTo>
                  <a:pt x="66" y="66"/>
                  <a:pt x="66" y="66"/>
                  <a:pt x="66" y="66"/>
                </a:cubicBezTo>
                <a:cubicBezTo>
                  <a:pt x="66" y="66"/>
                  <a:pt x="60" y="58"/>
                  <a:pt x="52" y="58"/>
                </a:cubicBezTo>
                <a:close/>
                <a:moveTo>
                  <a:pt x="52" y="70"/>
                </a:moveTo>
                <a:cubicBezTo>
                  <a:pt x="36" y="70"/>
                  <a:pt x="12" y="78"/>
                  <a:pt x="12" y="78"/>
                </a:cubicBezTo>
                <a:cubicBezTo>
                  <a:pt x="12" y="87"/>
                  <a:pt x="12" y="87"/>
                  <a:pt x="12" y="87"/>
                </a:cubicBezTo>
                <a:cubicBezTo>
                  <a:pt x="12" y="87"/>
                  <a:pt x="36" y="78"/>
                  <a:pt x="52" y="78"/>
                </a:cubicBezTo>
                <a:cubicBezTo>
                  <a:pt x="60" y="78"/>
                  <a:pt x="66" y="87"/>
                  <a:pt x="66" y="87"/>
                </a:cubicBezTo>
                <a:cubicBezTo>
                  <a:pt x="66" y="78"/>
                  <a:pt x="66" y="78"/>
                  <a:pt x="66" y="78"/>
                </a:cubicBezTo>
                <a:cubicBezTo>
                  <a:pt x="66" y="78"/>
                  <a:pt x="60" y="70"/>
                  <a:pt x="52" y="70"/>
                </a:cubicBezTo>
                <a:close/>
                <a:moveTo>
                  <a:pt x="52" y="33"/>
                </a:moveTo>
                <a:cubicBezTo>
                  <a:pt x="36" y="33"/>
                  <a:pt x="12" y="41"/>
                  <a:pt x="12" y="41"/>
                </a:cubicBezTo>
                <a:cubicBezTo>
                  <a:pt x="12" y="50"/>
                  <a:pt x="12" y="50"/>
                  <a:pt x="12" y="50"/>
                </a:cubicBezTo>
                <a:cubicBezTo>
                  <a:pt x="12" y="50"/>
                  <a:pt x="36" y="41"/>
                  <a:pt x="52" y="41"/>
                </a:cubicBezTo>
                <a:cubicBezTo>
                  <a:pt x="60" y="41"/>
                  <a:pt x="66" y="50"/>
                  <a:pt x="66" y="50"/>
                </a:cubicBezTo>
                <a:cubicBezTo>
                  <a:pt x="66" y="41"/>
                  <a:pt x="66" y="41"/>
                  <a:pt x="66" y="41"/>
                </a:cubicBezTo>
                <a:cubicBezTo>
                  <a:pt x="66" y="41"/>
                  <a:pt x="60" y="33"/>
                  <a:pt x="52" y="33"/>
                </a:cubicBezTo>
                <a:close/>
                <a:moveTo>
                  <a:pt x="52" y="46"/>
                </a:moveTo>
                <a:cubicBezTo>
                  <a:pt x="36" y="46"/>
                  <a:pt x="12" y="54"/>
                  <a:pt x="12" y="54"/>
                </a:cubicBezTo>
                <a:cubicBezTo>
                  <a:pt x="12" y="62"/>
                  <a:pt x="12" y="62"/>
                  <a:pt x="12" y="62"/>
                </a:cubicBezTo>
                <a:cubicBezTo>
                  <a:pt x="12" y="62"/>
                  <a:pt x="36" y="54"/>
                  <a:pt x="52" y="54"/>
                </a:cubicBezTo>
                <a:cubicBezTo>
                  <a:pt x="60" y="54"/>
                  <a:pt x="66" y="62"/>
                  <a:pt x="66" y="62"/>
                </a:cubicBezTo>
                <a:cubicBezTo>
                  <a:pt x="66" y="54"/>
                  <a:pt x="66" y="54"/>
                  <a:pt x="66" y="54"/>
                </a:cubicBezTo>
                <a:cubicBezTo>
                  <a:pt x="66" y="54"/>
                  <a:pt x="60" y="46"/>
                  <a:pt x="52" y="46"/>
                </a:cubicBezTo>
                <a:close/>
                <a:moveTo>
                  <a:pt x="52" y="21"/>
                </a:moveTo>
                <a:cubicBezTo>
                  <a:pt x="36" y="21"/>
                  <a:pt x="12" y="29"/>
                  <a:pt x="12" y="29"/>
                </a:cubicBezTo>
                <a:cubicBezTo>
                  <a:pt x="12" y="37"/>
                  <a:pt x="12" y="37"/>
                  <a:pt x="12" y="37"/>
                </a:cubicBezTo>
                <a:cubicBezTo>
                  <a:pt x="12" y="37"/>
                  <a:pt x="36" y="29"/>
                  <a:pt x="52" y="29"/>
                </a:cubicBezTo>
                <a:cubicBezTo>
                  <a:pt x="60" y="29"/>
                  <a:pt x="66" y="37"/>
                  <a:pt x="66" y="37"/>
                </a:cubicBezTo>
                <a:cubicBezTo>
                  <a:pt x="66" y="29"/>
                  <a:pt x="66" y="29"/>
                  <a:pt x="66" y="29"/>
                </a:cubicBezTo>
                <a:cubicBezTo>
                  <a:pt x="66" y="29"/>
                  <a:pt x="60" y="21"/>
                  <a:pt x="52" y="21"/>
                </a:cubicBezTo>
                <a:close/>
                <a:moveTo>
                  <a:pt x="82" y="29"/>
                </a:moveTo>
                <a:cubicBezTo>
                  <a:pt x="82" y="37"/>
                  <a:pt x="82" y="37"/>
                  <a:pt x="82" y="37"/>
                </a:cubicBezTo>
                <a:cubicBezTo>
                  <a:pt x="82" y="37"/>
                  <a:pt x="88" y="29"/>
                  <a:pt x="95" y="29"/>
                </a:cubicBezTo>
                <a:cubicBezTo>
                  <a:pt x="111" y="29"/>
                  <a:pt x="135" y="37"/>
                  <a:pt x="135" y="37"/>
                </a:cubicBezTo>
                <a:cubicBezTo>
                  <a:pt x="135" y="29"/>
                  <a:pt x="135" y="29"/>
                  <a:pt x="135" y="29"/>
                </a:cubicBezTo>
                <a:cubicBezTo>
                  <a:pt x="135" y="29"/>
                  <a:pt x="111" y="21"/>
                  <a:pt x="95" y="21"/>
                </a:cubicBezTo>
                <a:cubicBezTo>
                  <a:pt x="88" y="21"/>
                  <a:pt x="82" y="29"/>
                  <a:pt x="82" y="29"/>
                </a:cubicBezTo>
                <a:close/>
                <a:moveTo>
                  <a:pt x="82" y="41"/>
                </a:moveTo>
                <a:cubicBezTo>
                  <a:pt x="82" y="50"/>
                  <a:pt x="82" y="50"/>
                  <a:pt x="82" y="50"/>
                </a:cubicBezTo>
                <a:cubicBezTo>
                  <a:pt x="82" y="50"/>
                  <a:pt x="88" y="41"/>
                  <a:pt x="95" y="41"/>
                </a:cubicBezTo>
                <a:cubicBezTo>
                  <a:pt x="111" y="41"/>
                  <a:pt x="135" y="50"/>
                  <a:pt x="135" y="50"/>
                </a:cubicBezTo>
                <a:cubicBezTo>
                  <a:pt x="135" y="41"/>
                  <a:pt x="135" y="41"/>
                  <a:pt x="135" y="41"/>
                </a:cubicBezTo>
                <a:cubicBezTo>
                  <a:pt x="135" y="41"/>
                  <a:pt x="111" y="33"/>
                  <a:pt x="95" y="33"/>
                </a:cubicBezTo>
                <a:cubicBezTo>
                  <a:pt x="88" y="33"/>
                  <a:pt x="82" y="41"/>
                  <a:pt x="82" y="41"/>
                </a:cubicBezTo>
                <a:close/>
                <a:moveTo>
                  <a:pt x="82" y="54"/>
                </a:moveTo>
                <a:cubicBezTo>
                  <a:pt x="82" y="62"/>
                  <a:pt x="82" y="62"/>
                  <a:pt x="82" y="62"/>
                </a:cubicBezTo>
                <a:cubicBezTo>
                  <a:pt x="82" y="62"/>
                  <a:pt x="88" y="54"/>
                  <a:pt x="95" y="54"/>
                </a:cubicBezTo>
                <a:cubicBezTo>
                  <a:pt x="111" y="54"/>
                  <a:pt x="135" y="62"/>
                  <a:pt x="135" y="62"/>
                </a:cubicBezTo>
                <a:cubicBezTo>
                  <a:pt x="135" y="54"/>
                  <a:pt x="135" y="54"/>
                  <a:pt x="135" y="54"/>
                </a:cubicBezTo>
                <a:cubicBezTo>
                  <a:pt x="135" y="54"/>
                  <a:pt x="111" y="46"/>
                  <a:pt x="95" y="46"/>
                </a:cubicBezTo>
                <a:cubicBezTo>
                  <a:pt x="88" y="46"/>
                  <a:pt x="82" y="54"/>
                  <a:pt x="82" y="54"/>
                </a:cubicBezTo>
                <a:close/>
                <a:moveTo>
                  <a:pt x="82" y="78"/>
                </a:moveTo>
                <a:cubicBezTo>
                  <a:pt x="82" y="87"/>
                  <a:pt x="82" y="87"/>
                  <a:pt x="82" y="87"/>
                </a:cubicBezTo>
                <a:cubicBezTo>
                  <a:pt x="82" y="87"/>
                  <a:pt x="88" y="78"/>
                  <a:pt x="95" y="78"/>
                </a:cubicBezTo>
                <a:cubicBezTo>
                  <a:pt x="111" y="78"/>
                  <a:pt x="135" y="87"/>
                  <a:pt x="135" y="87"/>
                </a:cubicBezTo>
                <a:cubicBezTo>
                  <a:pt x="135" y="78"/>
                  <a:pt x="135" y="78"/>
                  <a:pt x="135" y="78"/>
                </a:cubicBezTo>
                <a:cubicBezTo>
                  <a:pt x="135" y="78"/>
                  <a:pt x="111" y="70"/>
                  <a:pt x="95" y="70"/>
                </a:cubicBezTo>
                <a:cubicBezTo>
                  <a:pt x="88" y="70"/>
                  <a:pt x="82" y="78"/>
                  <a:pt x="82" y="78"/>
                </a:cubicBezTo>
                <a:close/>
                <a:moveTo>
                  <a:pt x="82" y="66"/>
                </a:moveTo>
                <a:cubicBezTo>
                  <a:pt x="82" y="74"/>
                  <a:pt x="82" y="74"/>
                  <a:pt x="82" y="74"/>
                </a:cubicBezTo>
                <a:cubicBezTo>
                  <a:pt x="82" y="74"/>
                  <a:pt x="88" y="66"/>
                  <a:pt x="95" y="66"/>
                </a:cubicBezTo>
                <a:cubicBezTo>
                  <a:pt x="111" y="66"/>
                  <a:pt x="135" y="74"/>
                  <a:pt x="135" y="74"/>
                </a:cubicBezTo>
                <a:cubicBezTo>
                  <a:pt x="135" y="66"/>
                  <a:pt x="135" y="66"/>
                  <a:pt x="135" y="66"/>
                </a:cubicBezTo>
                <a:cubicBezTo>
                  <a:pt x="135" y="66"/>
                  <a:pt x="111" y="58"/>
                  <a:pt x="95" y="58"/>
                </a:cubicBezTo>
                <a:cubicBezTo>
                  <a:pt x="88" y="58"/>
                  <a:pt x="82" y="66"/>
                  <a:pt x="82" y="66"/>
                </a:cubicBezTo>
                <a:close/>
                <a:moveTo>
                  <a:pt x="93" y="0"/>
                </a:moveTo>
                <a:cubicBezTo>
                  <a:pt x="78" y="0"/>
                  <a:pt x="74" y="17"/>
                  <a:pt x="74" y="17"/>
                </a:cubicBezTo>
                <a:cubicBezTo>
                  <a:pt x="74" y="17"/>
                  <a:pt x="70" y="0"/>
                  <a:pt x="54" y="0"/>
                </a:cubicBezTo>
                <a:cubicBezTo>
                  <a:pt x="20" y="0"/>
                  <a:pt x="0" y="13"/>
                  <a:pt x="0" y="13"/>
                </a:cubicBezTo>
                <a:cubicBezTo>
                  <a:pt x="0" y="115"/>
                  <a:pt x="0" y="115"/>
                  <a:pt x="0" y="115"/>
                </a:cubicBezTo>
                <a:cubicBezTo>
                  <a:pt x="0" y="115"/>
                  <a:pt x="32" y="111"/>
                  <a:pt x="54" y="111"/>
                </a:cubicBezTo>
                <a:cubicBezTo>
                  <a:pt x="58" y="111"/>
                  <a:pt x="62" y="112"/>
                  <a:pt x="65" y="113"/>
                </a:cubicBezTo>
                <a:cubicBezTo>
                  <a:pt x="64" y="114"/>
                  <a:pt x="64" y="114"/>
                  <a:pt x="64" y="115"/>
                </a:cubicBezTo>
                <a:cubicBezTo>
                  <a:pt x="64" y="118"/>
                  <a:pt x="68" y="120"/>
                  <a:pt x="74" y="120"/>
                </a:cubicBezTo>
                <a:cubicBezTo>
                  <a:pt x="79" y="120"/>
                  <a:pt x="84" y="118"/>
                  <a:pt x="84" y="115"/>
                </a:cubicBezTo>
                <a:cubicBezTo>
                  <a:pt x="84" y="114"/>
                  <a:pt x="83" y="114"/>
                  <a:pt x="83" y="113"/>
                </a:cubicBezTo>
                <a:cubicBezTo>
                  <a:pt x="86" y="112"/>
                  <a:pt x="89" y="111"/>
                  <a:pt x="93" y="111"/>
                </a:cubicBezTo>
                <a:cubicBezTo>
                  <a:pt x="115" y="111"/>
                  <a:pt x="148" y="115"/>
                  <a:pt x="148" y="115"/>
                </a:cubicBezTo>
                <a:cubicBezTo>
                  <a:pt x="148" y="13"/>
                  <a:pt x="148" y="13"/>
                  <a:pt x="148" y="13"/>
                </a:cubicBezTo>
                <a:cubicBezTo>
                  <a:pt x="148" y="13"/>
                  <a:pt x="127" y="0"/>
                  <a:pt x="93" y="0"/>
                </a:cubicBezTo>
                <a:close/>
                <a:moveTo>
                  <a:pt x="70" y="111"/>
                </a:moveTo>
                <a:cubicBezTo>
                  <a:pt x="70" y="111"/>
                  <a:pt x="66" y="96"/>
                  <a:pt x="49" y="96"/>
                </a:cubicBezTo>
                <a:cubicBezTo>
                  <a:pt x="33" y="96"/>
                  <a:pt x="8" y="107"/>
                  <a:pt x="8" y="107"/>
                </a:cubicBezTo>
                <a:cubicBezTo>
                  <a:pt x="8" y="19"/>
                  <a:pt x="8" y="19"/>
                  <a:pt x="8" y="19"/>
                </a:cubicBezTo>
                <a:cubicBezTo>
                  <a:pt x="8" y="19"/>
                  <a:pt x="20" y="7"/>
                  <a:pt x="53" y="7"/>
                </a:cubicBezTo>
                <a:cubicBezTo>
                  <a:pt x="66" y="7"/>
                  <a:pt x="70" y="23"/>
                  <a:pt x="70" y="23"/>
                </a:cubicBezTo>
                <a:lnTo>
                  <a:pt x="70" y="111"/>
                </a:lnTo>
                <a:close/>
                <a:moveTo>
                  <a:pt x="140" y="107"/>
                </a:moveTo>
                <a:cubicBezTo>
                  <a:pt x="140" y="107"/>
                  <a:pt x="115" y="96"/>
                  <a:pt x="98" y="96"/>
                </a:cubicBezTo>
                <a:cubicBezTo>
                  <a:pt x="82" y="96"/>
                  <a:pt x="78" y="111"/>
                  <a:pt x="78" y="111"/>
                </a:cubicBezTo>
                <a:cubicBezTo>
                  <a:pt x="78" y="23"/>
                  <a:pt x="78" y="23"/>
                  <a:pt x="78" y="23"/>
                </a:cubicBezTo>
                <a:cubicBezTo>
                  <a:pt x="78" y="23"/>
                  <a:pt x="82" y="7"/>
                  <a:pt x="94" y="7"/>
                </a:cubicBezTo>
                <a:cubicBezTo>
                  <a:pt x="127" y="7"/>
                  <a:pt x="140" y="19"/>
                  <a:pt x="140" y="19"/>
                </a:cubicBezTo>
                <a:lnTo>
                  <a:pt x="140" y="107"/>
                </a:lnTo>
                <a:close/>
              </a:path>
            </a:pathLst>
          </a:custGeom>
          <a:solidFill>
            <a:schemeClr val="bg1"/>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58" name="图标"/>
          <p:cNvSpPr>
            <a:spLocks noEditPoints="1"/>
          </p:cNvSpPr>
          <p:nvPr/>
        </p:nvSpPr>
        <p:spPr bwMode="auto">
          <a:xfrm>
            <a:off x="4248313" y="4508284"/>
            <a:ext cx="455139" cy="407824"/>
          </a:xfrm>
          <a:custGeom>
            <a:avLst/>
            <a:gdLst>
              <a:gd name="T0" fmla="*/ 13 w 152"/>
              <a:gd name="T1" fmla="*/ 48 h 137"/>
              <a:gd name="T2" fmla="*/ 8 w 152"/>
              <a:gd name="T3" fmla="*/ 62 h 137"/>
              <a:gd name="T4" fmla="*/ 25 w 152"/>
              <a:gd name="T5" fmla="*/ 60 h 137"/>
              <a:gd name="T6" fmla="*/ 30 w 152"/>
              <a:gd name="T7" fmla="*/ 54 h 137"/>
              <a:gd name="T8" fmla="*/ 23 w 152"/>
              <a:gd name="T9" fmla="*/ 78 h 137"/>
              <a:gd name="T10" fmla="*/ 7 w 152"/>
              <a:gd name="T11" fmla="*/ 72 h 137"/>
              <a:gd name="T12" fmla="*/ 3 w 152"/>
              <a:gd name="T13" fmla="*/ 134 h 137"/>
              <a:gd name="T14" fmla="*/ 21 w 152"/>
              <a:gd name="T15" fmla="*/ 133 h 137"/>
              <a:gd name="T16" fmla="*/ 20 w 152"/>
              <a:gd name="T17" fmla="*/ 126 h 137"/>
              <a:gd name="T18" fmla="*/ 1 w 152"/>
              <a:gd name="T19" fmla="*/ 122 h 137"/>
              <a:gd name="T20" fmla="*/ 20 w 152"/>
              <a:gd name="T21" fmla="*/ 122 h 137"/>
              <a:gd name="T22" fmla="*/ 27 w 152"/>
              <a:gd name="T23" fmla="*/ 75 h 137"/>
              <a:gd name="T24" fmla="*/ 8 w 152"/>
              <a:gd name="T25" fmla="*/ 62 h 137"/>
              <a:gd name="T26" fmla="*/ 7 w 152"/>
              <a:gd name="T27" fmla="*/ 72 h 137"/>
              <a:gd name="T28" fmla="*/ 8 w 152"/>
              <a:gd name="T29" fmla="*/ 62 h 137"/>
              <a:gd name="T30" fmla="*/ 29 w 152"/>
              <a:gd name="T31" fmla="*/ 64 h 137"/>
              <a:gd name="T32" fmla="*/ 27 w 152"/>
              <a:gd name="T33" fmla="*/ 75 h 137"/>
              <a:gd name="T34" fmla="*/ 127 w 152"/>
              <a:gd name="T35" fmla="*/ 44 h 137"/>
              <a:gd name="T36" fmla="*/ 127 w 152"/>
              <a:gd name="T37" fmla="*/ 36 h 137"/>
              <a:gd name="T38" fmla="*/ 110 w 152"/>
              <a:gd name="T39" fmla="*/ 37 h 137"/>
              <a:gd name="T40" fmla="*/ 109 w 152"/>
              <a:gd name="T41" fmla="*/ 52 h 137"/>
              <a:gd name="T42" fmla="*/ 127 w 152"/>
              <a:gd name="T43" fmla="*/ 44 h 137"/>
              <a:gd name="T44" fmla="*/ 67 w 152"/>
              <a:gd name="T45" fmla="*/ 101 h 137"/>
              <a:gd name="T46" fmla="*/ 99 w 152"/>
              <a:gd name="T47" fmla="*/ 19 h 137"/>
              <a:gd name="T48" fmla="*/ 67 w 152"/>
              <a:gd name="T49" fmla="*/ 105 h 137"/>
              <a:gd name="T50" fmla="*/ 99 w 152"/>
              <a:gd name="T51" fmla="*/ 114 h 137"/>
              <a:gd name="T52" fmla="*/ 67 w 152"/>
              <a:gd name="T53" fmla="*/ 105 h 137"/>
              <a:gd name="T54" fmla="*/ 70 w 152"/>
              <a:gd name="T55" fmla="*/ 0 h 137"/>
              <a:gd name="T56" fmla="*/ 67 w 152"/>
              <a:gd name="T57" fmla="*/ 14 h 137"/>
              <a:gd name="T58" fmla="*/ 99 w 152"/>
              <a:gd name="T59" fmla="*/ 4 h 137"/>
              <a:gd name="T60" fmla="*/ 67 w 152"/>
              <a:gd name="T61" fmla="*/ 126 h 137"/>
              <a:gd name="T62" fmla="*/ 70 w 152"/>
              <a:gd name="T63" fmla="*/ 136 h 137"/>
              <a:gd name="T64" fmla="*/ 99 w 152"/>
              <a:gd name="T65" fmla="*/ 132 h 137"/>
              <a:gd name="T66" fmla="*/ 67 w 152"/>
              <a:gd name="T67" fmla="*/ 126 h 137"/>
              <a:gd name="T68" fmla="*/ 41 w 152"/>
              <a:gd name="T69" fmla="*/ 17 h 137"/>
              <a:gd name="T70" fmla="*/ 38 w 152"/>
              <a:gd name="T71" fmla="*/ 132 h 137"/>
              <a:gd name="T72" fmla="*/ 55 w 152"/>
              <a:gd name="T73" fmla="*/ 136 h 137"/>
              <a:gd name="T74" fmla="*/ 58 w 152"/>
              <a:gd name="T75" fmla="*/ 21 h 137"/>
              <a:gd name="T76" fmla="*/ 53 w 152"/>
              <a:gd name="T77" fmla="*/ 123 h 137"/>
              <a:gd name="T78" fmla="*/ 41 w 152"/>
              <a:gd name="T79" fmla="*/ 121 h 137"/>
              <a:gd name="T80" fmla="*/ 53 w 152"/>
              <a:gd name="T81" fmla="*/ 119 h 137"/>
              <a:gd name="T82" fmla="*/ 53 w 152"/>
              <a:gd name="T83" fmla="*/ 123 h 137"/>
              <a:gd name="T84" fmla="*/ 45 w 152"/>
              <a:gd name="T85" fmla="*/ 33 h 137"/>
              <a:gd name="T86" fmla="*/ 45 w 152"/>
              <a:gd name="T87" fmla="*/ 25 h 137"/>
              <a:gd name="T88" fmla="*/ 55 w 152"/>
              <a:gd name="T89" fmla="*/ 29 h 137"/>
              <a:gd name="T90" fmla="*/ 129 w 152"/>
              <a:gd name="T91" fmla="*/ 46 h 137"/>
              <a:gd name="T92" fmla="*/ 112 w 152"/>
              <a:gd name="T93" fmla="*/ 52 h 137"/>
              <a:gd name="T94" fmla="*/ 131 w 152"/>
              <a:gd name="T95" fmla="*/ 133 h 137"/>
              <a:gd name="T96" fmla="*/ 148 w 152"/>
              <a:gd name="T97" fmla="*/ 133 h 137"/>
              <a:gd name="T98" fmla="*/ 129 w 152"/>
              <a:gd name="T99" fmla="*/ 46 h 137"/>
              <a:gd name="T100" fmla="*/ 115 w 152"/>
              <a:gd name="T101" fmla="*/ 56 h 137"/>
              <a:gd name="T102" fmla="*/ 131 w 152"/>
              <a:gd name="T103"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2" h="137">
                <a:moveTo>
                  <a:pt x="27" y="50"/>
                </a:moveTo>
                <a:cubicBezTo>
                  <a:pt x="13" y="48"/>
                  <a:pt x="13" y="48"/>
                  <a:pt x="13" y="48"/>
                </a:cubicBezTo>
                <a:cubicBezTo>
                  <a:pt x="11" y="48"/>
                  <a:pt x="9" y="50"/>
                  <a:pt x="9" y="52"/>
                </a:cubicBezTo>
                <a:cubicBezTo>
                  <a:pt x="8" y="62"/>
                  <a:pt x="8" y="62"/>
                  <a:pt x="8" y="62"/>
                </a:cubicBezTo>
                <a:cubicBezTo>
                  <a:pt x="8" y="60"/>
                  <a:pt x="10" y="59"/>
                  <a:pt x="12" y="59"/>
                </a:cubicBezTo>
                <a:cubicBezTo>
                  <a:pt x="25" y="60"/>
                  <a:pt x="25" y="60"/>
                  <a:pt x="25" y="60"/>
                </a:cubicBezTo>
                <a:cubicBezTo>
                  <a:pt x="27" y="61"/>
                  <a:pt x="29" y="62"/>
                  <a:pt x="29" y="64"/>
                </a:cubicBezTo>
                <a:cubicBezTo>
                  <a:pt x="30" y="54"/>
                  <a:pt x="30" y="54"/>
                  <a:pt x="30" y="54"/>
                </a:cubicBezTo>
                <a:cubicBezTo>
                  <a:pt x="30" y="52"/>
                  <a:pt x="29" y="50"/>
                  <a:pt x="27" y="50"/>
                </a:cubicBezTo>
                <a:close/>
                <a:moveTo>
                  <a:pt x="23" y="78"/>
                </a:moveTo>
                <a:cubicBezTo>
                  <a:pt x="10" y="76"/>
                  <a:pt x="10" y="76"/>
                  <a:pt x="10" y="76"/>
                </a:cubicBezTo>
                <a:cubicBezTo>
                  <a:pt x="8" y="76"/>
                  <a:pt x="7" y="74"/>
                  <a:pt x="7" y="72"/>
                </a:cubicBezTo>
                <a:cubicBezTo>
                  <a:pt x="0" y="131"/>
                  <a:pt x="0" y="131"/>
                  <a:pt x="0" y="131"/>
                </a:cubicBezTo>
                <a:cubicBezTo>
                  <a:pt x="0" y="133"/>
                  <a:pt x="1" y="134"/>
                  <a:pt x="3" y="134"/>
                </a:cubicBezTo>
                <a:cubicBezTo>
                  <a:pt x="17" y="136"/>
                  <a:pt x="17" y="136"/>
                  <a:pt x="17" y="136"/>
                </a:cubicBezTo>
                <a:cubicBezTo>
                  <a:pt x="19" y="136"/>
                  <a:pt x="20" y="135"/>
                  <a:pt x="21" y="133"/>
                </a:cubicBezTo>
                <a:cubicBezTo>
                  <a:pt x="22" y="124"/>
                  <a:pt x="22" y="124"/>
                  <a:pt x="22" y="124"/>
                </a:cubicBezTo>
                <a:cubicBezTo>
                  <a:pt x="21" y="125"/>
                  <a:pt x="21" y="126"/>
                  <a:pt x="20" y="126"/>
                </a:cubicBezTo>
                <a:cubicBezTo>
                  <a:pt x="2" y="124"/>
                  <a:pt x="2" y="124"/>
                  <a:pt x="2" y="124"/>
                </a:cubicBezTo>
                <a:cubicBezTo>
                  <a:pt x="2" y="124"/>
                  <a:pt x="1" y="123"/>
                  <a:pt x="1" y="122"/>
                </a:cubicBezTo>
                <a:cubicBezTo>
                  <a:pt x="1" y="121"/>
                  <a:pt x="2" y="120"/>
                  <a:pt x="3" y="121"/>
                </a:cubicBezTo>
                <a:cubicBezTo>
                  <a:pt x="20" y="122"/>
                  <a:pt x="20" y="122"/>
                  <a:pt x="20" y="122"/>
                </a:cubicBezTo>
                <a:cubicBezTo>
                  <a:pt x="21" y="123"/>
                  <a:pt x="22" y="123"/>
                  <a:pt x="22" y="124"/>
                </a:cubicBezTo>
                <a:cubicBezTo>
                  <a:pt x="27" y="75"/>
                  <a:pt x="27" y="75"/>
                  <a:pt x="27" y="75"/>
                </a:cubicBezTo>
                <a:cubicBezTo>
                  <a:pt x="27" y="76"/>
                  <a:pt x="25" y="78"/>
                  <a:pt x="23" y="78"/>
                </a:cubicBezTo>
                <a:close/>
                <a:moveTo>
                  <a:pt x="8" y="62"/>
                </a:moveTo>
                <a:cubicBezTo>
                  <a:pt x="7" y="72"/>
                  <a:pt x="7" y="72"/>
                  <a:pt x="7" y="72"/>
                </a:cubicBezTo>
                <a:cubicBezTo>
                  <a:pt x="7" y="72"/>
                  <a:pt x="7" y="72"/>
                  <a:pt x="7" y="72"/>
                </a:cubicBezTo>
                <a:cubicBezTo>
                  <a:pt x="8" y="62"/>
                  <a:pt x="8" y="62"/>
                  <a:pt x="8" y="62"/>
                </a:cubicBezTo>
                <a:cubicBezTo>
                  <a:pt x="8" y="62"/>
                  <a:pt x="8" y="62"/>
                  <a:pt x="8" y="62"/>
                </a:cubicBezTo>
                <a:close/>
                <a:moveTo>
                  <a:pt x="27" y="75"/>
                </a:moveTo>
                <a:cubicBezTo>
                  <a:pt x="29" y="64"/>
                  <a:pt x="29" y="64"/>
                  <a:pt x="29" y="64"/>
                </a:cubicBezTo>
                <a:cubicBezTo>
                  <a:pt x="29" y="64"/>
                  <a:pt x="29" y="64"/>
                  <a:pt x="29" y="64"/>
                </a:cubicBezTo>
                <a:cubicBezTo>
                  <a:pt x="27" y="75"/>
                  <a:pt x="27" y="75"/>
                  <a:pt x="27" y="75"/>
                </a:cubicBezTo>
                <a:cubicBezTo>
                  <a:pt x="27" y="75"/>
                  <a:pt x="27" y="75"/>
                  <a:pt x="27" y="75"/>
                </a:cubicBezTo>
                <a:close/>
                <a:moveTo>
                  <a:pt x="127" y="44"/>
                </a:moveTo>
                <a:cubicBezTo>
                  <a:pt x="128" y="44"/>
                  <a:pt x="129" y="45"/>
                  <a:pt x="129" y="46"/>
                </a:cubicBezTo>
                <a:cubicBezTo>
                  <a:pt x="127" y="36"/>
                  <a:pt x="127" y="36"/>
                  <a:pt x="127" y="36"/>
                </a:cubicBezTo>
                <a:cubicBezTo>
                  <a:pt x="126" y="34"/>
                  <a:pt x="124" y="33"/>
                  <a:pt x="122" y="33"/>
                </a:cubicBezTo>
                <a:cubicBezTo>
                  <a:pt x="110" y="37"/>
                  <a:pt x="110" y="37"/>
                  <a:pt x="110" y="37"/>
                </a:cubicBezTo>
                <a:cubicBezTo>
                  <a:pt x="108" y="37"/>
                  <a:pt x="106" y="39"/>
                  <a:pt x="107" y="42"/>
                </a:cubicBezTo>
                <a:cubicBezTo>
                  <a:pt x="109" y="52"/>
                  <a:pt x="109" y="52"/>
                  <a:pt x="109" y="52"/>
                </a:cubicBezTo>
                <a:cubicBezTo>
                  <a:pt x="109" y="50"/>
                  <a:pt x="110" y="49"/>
                  <a:pt x="111" y="48"/>
                </a:cubicBezTo>
                <a:cubicBezTo>
                  <a:pt x="116" y="46"/>
                  <a:pt x="121" y="44"/>
                  <a:pt x="127" y="44"/>
                </a:cubicBezTo>
                <a:close/>
                <a:moveTo>
                  <a:pt x="67" y="19"/>
                </a:moveTo>
                <a:cubicBezTo>
                  <a:pt x="67" y="101"/>
                  <a:pt x="67" y="101"/>
                  <a:pt x="67" y="101"/>
                </a:cubicBezTo>
                <a:cubicBezTo>
                  <a:pt x="77" y="104"/>
                  <a:pt x="89" y="104"/>
                  <a:pt x="99" y="101"/>
                </a:cubicBezTo>
                <a:cubicBezTo>
                  <a:pt x="99" y="19"/>
                  <a:pt x="99" y="19"/>
                  <a:pt x="99" y="19"/>
                </a:cubicBezTo>
                <a:cubicBezTo>
                  <a:pt x="92" y="15"/>
                  <a:pt x="74" y="15"/>
                  <a:pt x="67" y="19"/>
                </a:cubicBezTo>
                <a:close/>
                <a:moveTo>
                  <a:pt x="67" y="105"/>
                </a:moveTo>
                <a:cubicBezTo>
                  <a:pt x="67" y="114"/>
                  <a:pt x="67" y="114"/>
                  <a:pt x="67" y="114"/>
                </a:cubicBezTo>
                <a:cubicBezTo>
                  <a:pt x="73" y="117"/>
                  <a:pt x="93" y="117"/>
                  <a:pt x="99" y="114"/>
                </a:cubicBezTo>
                <a:cubicBezTo>
                  <a:pt x="99" y="105"/>
                  <a:pt x="99" y="105"/>
                  <a:pt x="99" y="105"/>
                </a:cubicBezTo>
                <a:cubicBezTo>
                  <a:pt x="89" y="108"/>
                  <a:pt x="77" y="108"/>
                  <a:pt x="67" y="105"/>
                </a:cubicBezTo>
                <a:close/>
                <a:moveTo>
                  <a:pt x="96" y="0"/>
                </a:moveTo>
                <a:cubicBezTo>
                  <a:pt x="70" y="0"/>
                  <a:pt x="70" y="0"/>
                  <a:pt x="70" y="0"/>
                </a:cubicBezTo>
                <a:cubicBezTo>
                  <a:pt x="68" y="0"/>
                  <a:pt x="67" y="2"/>
                  <a:pt x="67" y="4"/>
                </a:cubicBezTo>
                <a:cubicBezTo>
                  <a:pt x="67" y="14"/>
                  <a:pt x="67" y="14"/>
                  <a:pt x="67" y="14"/>
                </a:cubicBezTo>
                <a:cubicBezTo>
                  <a:pt x="73" y="11"/>
                  <a:pt x="93" y="11"/>
                  <a:pt x="99" y="14"/>
                </a:cubicBezTo>
                <a:cubicBezTo>
                  <a:pt x="99" y="4"/>
                  <a:pt x="99" y="4"/>
                  <a:pt x="99" y="4"/>
                </a:cubicBezTo>
                <a:cubicBezTo>
                  <a:pt x="99" y="2"/>
                  <a:pt x="98" y="0"/>
                  <a:pt x="96" y="0"/>
                </a:cubicBezTo>
                <a:close/>
                <a:moveTo>
                  <a:pt x="67" y="126"/>
                </a:moveTo>
                <a:cubicBezTo>
                  <a:pt x="67" y="132"/>
                  <a:pt x="67" y="132"/>
                  <a:pt x="67" y="132"/>
                </a:cubicBezTo>
                <a:cubicBezTo>
                  <a:pt x="67" y="134"/>
                  <a:pt x="68" y="136"/>
                  <a:pt x="70" y="136"/>
                </a:cubicBezTo>
                <a:cubicBezTo>
                  <a:pt x="96" y="136"/>
                  <a:pt x="96" y="136"/>
                  <a:pt x="96" y="136"/>
                </a:cubicBezTo>
                <a:cubicBezTo>
                  <a:pt x="98" y="136"/>
                  <a:pt x="99" y="134"/>
                  <a:pt x="99" y="132"/>
                </a:cubicBezTo>
                <a:cubicBezTo>
                  <a:pt x="99" y="126"/>
                  <a:pt x="99" y="126"/>
                  <a:pt x="99" y="126"/>
                </a:cubicBezTo>
                <a:cubicBezTo>
                  <a:pt x="96" y="128"/>
                  <a:pt x="70" y="128"/>
                  <a:pt x="67" y="126"/>
                </a:cubicBezTo>
                <a:close/>
                <a:moveTo>
                  <a:pt x="55" y="17"/>
                </a:moveTo>
                <a:cubicBezTo>
                  <a:pt x="41" y="17"/>
                  <a:pt x="41" y="17"/>
                  <a:pt x="41" y="17"/>
                </a:cubicBezTo>
                <a:cubicBezTo>
                  <a:pt x="39" y="17"/>
                  <a:pt x="38" y="18"/>
                  <a:pt x="38" y="21"/>
                </a:cubicBezTo>
                <a:cubicBezTo>
                  <a:pt x="38" y="132"/>
                  <a:pt x="38" y="132"/>
                  <a:pt x="38" y="132"/>
                </a:cubicBezTo>
                <a:cubicBezTo>
                  <a:pt x="38" y="134"/>
                  <a:pt x="39" y="136"/>
                  <a:pt x="41" y="136"/>
                </a:cubicBezTo>
                <a:cubicBezTo>
                  <a:pt x="55" y="136"/>
                  <a:pt x="55" y="136"/>
                  <a:pt x="55" y="136"/>
                </a:cubicBezTo>
                <a:cubicBezTo>
                  <a:pt x="57" y="136"/>
                  <a:pt x="58" y="134"/>
                  <a:pt x="58" y="132"/>
                </a:cubicBezTo>
                <a:cubicBezTo>
                  <a:pt x="58" y="21"/>
                  <a:pt x="58" y="21"/>
                  <a:pt x="58" y="21"/>
                </a:cubicBezTo>
                <a:cubicBezTo>
                  <a:pt x="58" y="18"/>
                  <a:pt x="57" y="17"/>
                  <a:pt x="55" y="17"/>
                </a:cubicBezTo>
                <a:close/>
                <a:moveTo>
                  <a:pt x="53" y="123"/>
                </a:moveTo>
                <a:cubicBezTo>
                  <a:pt x="43" y="123"/>
                  <a:pt x="43" y="123"/>
                  <a:pt x="43" y="123"/>
                </a:cubicBezTo>
                <a:cubicBezTo>
                  <a:pt x="42" y="123"/>
                  <a:pt x="41" y="123"/>
                  <a:pt x="41" y="121"/>
                </a:cubicBezTo>
                <a:cubicBezTo>
                  <a:pt x="41" y="120"/>
                  <a:pt x="42" y="119"/>
                  <a:pt x="43" y="119"/>
                </a:cubicBezTo>
                <a:cubicBezTo>
                  <a:pt x="53" y="119"/>
                  <a:pt x="53" y="119"/>
                  <a:pt x="53" y="119"/>
                </a:cubicBezTo>
                <a:cubicBezTo>
                  <a:pt x="54" y="119"/>
                  <a:pt x="55" y="120"/>
                  <a:pt x="55" y="121"/>
                </a:cubicBezTo>
                <a:cubicBezTo>
                  <a:pt x="55" y="123"/>
                  <a:pt x="54" y="123"/>
                  <a:pt x="53" y="123"/>
                </a:cubicBezTo>
                <a:close/>
                <a:moveTo>
                  <a:pt x="51" y="33"/>
                </a:moveTo>
                <a:cubicBezTo>
                  <a:pt x="45" y="33"/>
                  <a:pt x="45" y="33"/>
                  <a:pt x="45" y="33"/>
                </a:cubicBezTo>
                <a:cubicBezTo>
                  <a:pt x="43" y="33"/>
                  <a:pt x="41" y="31"/>
                  <a:pt x="41" y="29"/>
                </a:cubicBezTo>
                <a:cubicBezTo>
                  <a:pt x="41" y="27"/>
                  <a:pt x="43" y="25"/>
                  <a:pt x="45" y="25"/>
                </a:cubicBezTo>
                <a:cubicBezTo>
                  <a:pt x="51" y="25"/>
                  <a:pt x="51" y="25"/>
                  <a:pt x="51" y="25"/>
                </a:cubicBezTo>
                <a:cubicBezTo>
                  <a:pt x="53" y="25"/>
                  <a:pt x="55" y="27"/>
                  <a:pt x="55" y="29"/>
                </a:cubicBezTo>
                <a:cubicBezTo>
                  <a:pt x="55" y="31"/>
                  <a:pt x="53" y="33"/>
                  <a:pt x="51" y="33"/>
                </a:cubicBezTo>
                <a:close/>
                <a:moveTo>
                  <a:pt x="129" y="46"/>
                </a:moveTo>
                <a:cubicBezTo>
                  <a:pt x="130" y="47"/>
                  <a:pt x="129" y="48"/>
                  <a:pt x="128" y="48"/>
                </a:cubicBezTo>
                <a:cubicBezTo>
                  <a:pt x="122" y="48"/>
                  <a:pt x="117" y="50"/>
                  <a:pt x="112" y="52"/>
                </a:cubicBezTo>
                <a:cubicBezTo>
                  <a:pt x="111" y="53"/>
                  <a:pt x="110" y="53"/>
                  <a:pt x="109" y="52"/>
                </a:cubicBezTo>
                <a:cubicBezTo>
                  <a:pt x="131" y="133"/>
                  <a:pt x="131" y="133"/>
                  <a:pt x="131" y="133"/>
                </a:cubicBezTo>
                <a:cubicBezTo>
                  <a:pt x="132" y="135"/>
                  <a:pt x="134" y="137"/>
                  <a:pt x="136" y="136"/>
                </a:cubicBezTo>
                <a:cubicBezTo>
                  <a:pt x="148" y="133"/>
                  <a:pt x="148" y="133"/>
                  <a:pt x="148" y="133"/>
                </a:cubicBezTo>
                <a:cubicBezTo>
                  <a:pt x="150" y="132"/>
                  <a:pt x="152" y="130"/>
                  <a:pt x="151" y="128"/>
                </a:cubicBezTo>
                <a:lnTo>
                  <a:pt x="129" y="46"/>
                </a:lnTo>
                <a:close/>
                <a:moveTo>
                  <a:pt x="119" y="72"/>
                </a:moveTo>
                <a:cubicBezTo>
                  <a:pt x="115" y="56"/>
                  <a:pt x="115" y="56"/>
                  <a:pt x="115" y="56"/>
                </a:cubicBezTo>
                <a:cubicBezTo>
                  <a:pt x="127" y="53"/>
                  <a:pt x="127" y="53"/>
                  <a:pt x="127" y="53"/>
                </a:cubicBezTo>
                <a:cubicBezTo>
                  <a:pt x="131" y="69"/>
                  <a:pt x="131" y="69"/>
                  <a:pt x="131" y="69"/>
                </a:cubicBezTo>
                <a:lnTo>
                  <a:pt x="119" y="72"/>
                </a:lnTo>
                <a:close/>
              </a:path>
            </a:pathLst>
          </a:custGeom>
          <a:solidFill>
            <a:schemeClr val="bg1"/>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59" name="图标"/>
          <p:cNvSpPr>
            <a:spLocks noEditPoints="1" noChangeArrowheads="1"/>
          </p:cNvSpPr>
          <p:nvPr/>
        </p:nvSpPr>
        <p:spPr bwMode="auto">
          <a:xfrm>
            <a:off x="6284549" y="5268297"/>
            <a:ext cx="348034" cy="416276"/>
          </a:xfrm>
          <a:custGeom>
            <a:avLst/>
            <a:gdLst>
              <a:gd name="T0" fmla="*/ 0 w 86"/>
              <a:gd name="T1" fmla="*/ 2147483647 h 96"/>
              <a:gd name="T2" fmla="*/ 2147483647 w 86"/>
              <a:gd name="T3" fmla="*/ 2147483647 h 96"/>
              <a:gd name="T4" fmla="*/ 2147483647 w 86"/>
              <a:gd name="T5" fmla="*/ 2147483647 h 96"/>
              <a:gd name="T6" fmla="*/ 2147483647 w 86"/>
              <a:gd name="T7" fmla="*/ 2147483647 h 96"/>
              <a:gd name="T8" fmla="*/ 2147483647 w 86"/>
              <a:gd name="T9" fmla="*/ 2147483647 h 96"/>
              <a:gd name="T10" fmla="*/ 2147483647 w 86"/>
              <a:gd name="T11" fmla="*/ 2147483647 h 96"/>
              <a:gd name="T12" fmla="*/ 2147483647 w 86"/>
              <a:gd name="T13" fmla="*/ 2147483647 h 96"/>
              <a:gd name="T14" fmla="*/ 2147483647 w 86"/>
              <a:gd name="T15" fmla="*/ 2147483647 h 96"/>
              <a:gd name="T16" fmla="*/ 2147483647 w 86"/>
              <a:gd name="T17" fmla="*/ 2147483647 h 96"/>
              <a:gd name="T18" fmla="*/ 2147483647 w 86"/>
              <a:gd name="T19" fmla="*/ 2147483647 h 96"/>
              <a:gd name="T20" fmla="*/ 2147483647 w 86"/>
              <a:gd name="T21" fmla="*/ 2147483647 h 96"/>
              <a:gd name="T22" fmla="*/ 2147483647 w 86"/>
              <a:gd name="T23" fmla="*/ 2147483647 h 96"/>
              <a:gd name="T24" fmla="*/ 2147483647 w 86"/>
              <a:gd name="T25" fmla="*/ 2147483647 h 96"/>
              <a:gd name="T26" fmla="*/ 2147483647 w 86"/>
              <a:gd name="T27" fmla="*/ 2147483647 h 96"/>
              <a:gd name="T28" fmla="*/ 2147483647 w 86"/>
              <a:gd name="T29" fmla="*/ 2147483647 h 96"/>
              <a:gd name="T30" fmla="*/ 2147483647 w 86"/>
              <a:gd name="T31" fmla="*/ 2147483647 h 96"/>
              <a:gd name="T32" fmla="*/ 2147483647 w 86"/>
              <a:gd name="T33" fmla="*/ 2147483647 h 96"/>
              <a:gd name="T34" fmla="*/ 2147483647 w 86"/>
              <a:gd name="T35" fmla="*/ 2147483647 h 96"/>
              <a:gd name="T36" fmla="*/ 2147483647 w 86"/>
              <a:gd name="T37" fmla="*/ 2147483647 h 96"/>
              <a:gd name="T38" fmla="*/ 2147483647 w 86"/>
              <a:gd name="T39" fmla="*/ 2147483647 h 96"/>
              <a:gd name="T40" fmla="*/ 2147483647 w 86"/>
              <a:gd name="T41" fmla="*/ 2147483647 h 96"/>
              <a:gd name="T42" fmla="*/ 2147483647 w 86"/>
              <a:gd name="T43" fmla="*/ 2147483647 h 96"/>
              <a:gd name="T44" fmla="*/ 2147483647 w 86"/>
              <a:gd name="T45" fmla="*/ 2147483647 h 96"/>
              <a:gd name="T46" fmla="*/ 2147483647 w 86"/>
              <a:gd name="T47" fmla="*/ 2147483647 h 96"/>
              <a:gd name="T48" fmla="*/ 2147483647 w 86"/>
              <a:gd name="T49" fmla="*/ 2147483647 h 96"/>
              <a:gd name="T50" fmla="*/ 2147483647 w 86"/>
              <a:gd name="T51" fmla="*/ 2147483647 h 96"/>
              <a:gd name="T52" fmla="*/ 2147483647 w 86"/>
              <a:gd name="T53" fmla="*/ 2147483647 h 96"/>
              <a:gd name="T54" fmla="*/ 2147483647 w 86"/>
              <a:gd name="T55" fmla="*/ 2147483647 h 96"/>
              <a:gd name="T56" fmla="*/ 2147483647 w 86"/>
              <a:gd name="T57" fmla="*/ 2147483647 h 96"/>
              <a:gd name="T58" fmla="*/ 2147483647 w 86"/>
              <a:gd name="T59" fmla="*/ 2147483647 h 96"/>
              <a:gd name="T60" fmla="*/ 2147483647 w 86"/>
              <a:gd name="T61" fmla="*/ 0 h 96"/>
              <a:gd name="T62" fmla="*/ 2147483647 w 86"/>
              <a:gd name="T63" fmla="*/ 2147483647 h 96"/>
              <a:gd name="T64" fmla="*/ 2147483647 w 86"/>
              <a:gd name="T65" fmla="*/ 2147483647 h 96"/>
              <a:gd name="T66" fmla="*/ 2147483647 w 86"/>
              <a:gd name="T67" fmla="*/ 2147483647 h 96"/>
              <a:gd name="T68" fmla="*/ 2147483647 w 86"/>
              <a:gd name="T69" fmla="*/ 2147483647 h 96"/>
              <a:gd name="T70" fmla="*/ 2147483647 w 86"/>
              <a:gd name="T71" fmla="*/ 2147483647 h 96"/>
              <a:gd name="T72" fmla="*/ 2147483647 w 86"/>
              <a:gd name="T73" fmla="*/ 2147483647 h 96"/>
              <a:gd name="T74" fmla="*/ 2147483647 w 86"/>
              <a:gd name="T75" fmla="*/ 2147483647 h 96"/>
              <a:gd name="T76" fmla="*/ 2147483647 w 86"/>
              <a:gd name="T77" fmla="*/ 2147483647 h 96"/>
              <a:gd name="T78" fmla="*/ 2147483647 w 86"/>
              <a:gd name="T79" fmla="*/ 2147483647 h 96"/>
              <a:gd name="T80" fmla="*/ 2147483647 w 86"/>
              <a:gd name="T81" fmla="*/ 2147483647 h 96"/>
              <a:gd name="T82" fmla="*/ 2147483647 w 86"/>
              <a:gd name="T83" fmla="*/ 2147483647 h 96"/>
              <a:gd name="T84" fmla="*/ 2147483647 w 86"/>
              <a:gd name="T85" fmla="*/ 2147483647 h 96"/>
              <a:gd name="T86" fmla="*/ 2147483647 w 86"/>
              <a:gd name="T87" fmla="*/ 2147483647 h 96"/>
              <a:gd name="T88" fmla="*/ 2147483647 w 86"/>
              <a:gd name="T89" fmla="*/ 2147483647 h 96"/>
              <a:gd name="T90" fmla="*/ 2147483647 w 86"/>
              <a:gd name="T91" fmla="*/ 2147483647 h 96"/>
              <a:gd name="T92" fmla="*/ 2147483647 w 86"/>
              <a:gd name="T93" fmla="*/ 2147483647 h 96"/>
              <a:gd name="T94" fmla="*/ 2147483647 w 86"/>
              <a:gd name="T95" fmla="*/ 2147483647 h 96"/>
              <a:gd name="T96" fmla="*/ 2147483647 w 86"/>
              <a:gd name="T97" fmla="*/ 2147483647 h 96"/>
              <a:gd name="T98" fmla="*/ 2147483647 w 86"/>
              <a:gd name="T99" fmla="*/ 2147483647 h 96"/>
              <a:gd name="T100" fmla="*/ 2147483647 w 86"/>
              <a:gd name="T101" fmla="*/ 2147483647 h 9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6"/>
              <a:gd name="T154" fmla="*/ 0 h 96"/>
              <a:gd name="T155" fmla="*/ 86 w 86"/>
              <a:gd name="T156" fmla="*/ 96 h 9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6" h="96">
                <a:moveTo>
                  <a:pt x="23" y="36"/>
                </a:moveTo>
                <a:cubicBezTo>
                  <a:pt x="4" y="36"/>
                  <a:pt x="4" y="36"/>
                  <a:pt x="4" y="36"/>
                </a:cubicBezTo>
                <a:cubicBezTo>
                  <a:pt x="2" y="36"/>
                  <a:pt x="0" y="38"/>
                  <a:pt x="0" y="41"/>
                </a:cubicBezTo>
                <a:cubicBezTo>
                  <a:pt x="0" y="87"/>
                  <a:pt x="0" y="87"/>
                  <a:pt x="0" y="87"/>
                </a:cubicBezTo>
                <a:cubicBezTo>
                  <a:pt x="0" y="88"/>
                  <a:pt x="1" y="90"/>
                  <a:pt x="3" y="91"/>
                </a:cubicBezTo>
                <a:cubicBezTo>
                  <a:pt x="13" y="62"/>
                  <a:pt x="13" y="62"/>
                  <a:pt x="13" y="62"/>
                </a:cubicBezTo>
                <a:cubicBezTo>
                  <a:pt x="14" y="59"/>
                  <a:pt x="16" y="56"/>
                  <a:pt x="19" y="54"/>
                </a:cubicBezTo>
                <a:cubicBezTo>
                  <a:pt x="21" y="52"/>
                  <a:pt x="24"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7" y="50"/>
                  <a:pt x="27" y="50"/>
                  <a:pt x="27"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9" y="50"/>
                  <a:pt x="29" y="50"/>
                  <a:pt x="29" y="50"/>
                </a:cubicBezTo>
                <a:cubicBezTo>
                  <a:pt x="31" y="50"/>
                  <a:pt x="31" y="50"/>
                  <a:pt x="31" y="50"/>
                </a:cubicBezTo>
                <a:cubicBezTo>
                  <a:pt x="32" y="48"/>
                  <a:pt x="34" y="45"/>
                  <a:pt x="35" y="43"/>
                </a:cubicBezTo>
                <a:cubicBezTo>
                  <a:pt x="36" y="39"/>
                  <a:pt x="37" y="36"/>
                  <a:pt x="36" y="32"/>
                </a:cubicBezTo>
                <a:cubicBezTo>
                  <a:pt x="78" y="32"/>
                  <a:pt x="78" y="32"/>
                  <a:pt x="78" y="32"/>
                </a:cubicBezTo>
                <a:cubicBezTo>
                  <a:pt x="79" y="36"/>
                  <a:pt x="79" y="40"/>
                  <a:pt x="78" y="43"/>
                </a:cubicBezTo>
                <a:cubicBezTo>
                  <a:pt x="77" y="46"/>
                  <a:pt x="76" y="48"/>
                  <a:pt x="75" y="50"/>
                </a:cubicBezTo>
                <a:cubicBezTo>
                  <a:pt x="79" y="50"/>
                  <a:pt x="79" y="50"/>
                  <a:pt x="79" y="50"/>
                </a:cubicBezTo>
                <a:cubicBezTo>
                  <a:pt x="80" y="48"/>
                  <a:pt x="80" y="46"/>
                  <a:pt x="81" y="44"/>
                </a:cubicBezTo>
                <a:cubicBezTo>
                  <a:pt x="82" y="40"/>
                  <a:pt x="82" y="35"/>
                  <a:pt x="82" y="30"/>
                </a:cubicBezTo>
                <a:cubicBezTo>
                  <a:pt x="80" y="29"/>
                  <a:pt x="80" y="29"/>
                  <a:pt x="80" y="29"/>
                </a:cubicBezTo>
                <a:cubicBezTo>
                  <a:pt x="58" y="29"/>
                  <a:pt x="58" y="29"/>
                  <a:pt x="58" y="29"/>
                </a:cubicBezTo>
                <a:cubicBezTo>
                  <a:pt x="58" y="24"/>
                  <a:pt x="57" y="18"/>
                  <a:pt x="53" y="13"/>
                </a:cubicBezTo>
                <a:cubicBezTo>
                  <a:pt x="52" y="12"/>
                  <a:pt x="52" y="12"/>
                  <a:pt x="52" y="12"/>
                </a:cubicBezTo>
                <a:cubicBezTo>
                  <a:pt x="43" y="12"/>
                  <a:pt x="43" y="12"/>
                  <a:pt x="43" y="12"/>
                </a:cubicBezTo>
                <a:cubicBezTo>
                  <a:pt x="41" y="8"/>
                  <a:pt x="38" y="5"/>
                  <a:pt x="35" y="3"/>
                </a:cubicBezTo>
                <a:cubicBezTo>
                  <a:pt x="34" y="2"/>
                  <a:pt x="32" y="1"/>
                  <a:pt x="31" y="0"/>
                </a:cubicBezTo>
                <a:cubicBezTo>
                  <a:pt x="30" y="0"/>
                  <a:pt x="30" y="0"/>
                  <a:pt x="30" y="0"/>
                </a:cubicBezTo>
                <a:cubicBezTo>
                  <a:pt x="2" y="0"/>
                  <a:pt x="2" y="0"/>
                  <a:pt x="2" y="0"/>
                </a:cubicBezTo>
                <a:cubicBezTo>
                  <a:pt x="1" y="3"/>
                  <a:pt x="1" y="3"/>
                  <a:pt x="1" y="3"/>
                </a:cubicBezTo>
                <a:cubicBezTo>
                  <a:pt x="4" y="6"/>
                  <a:pt x="8" y="10"/>
                  <a:pt x="10" y="15"/>
                </a:cubicBezTo>
                <a:cubicBezTo>
                  <a:pt x="11" y="19"/>
                  <a:pt x="11" y="24"/>
                  <a:pt x="9" y="30"/>
                </a:cubicBezTo>
                <a:cubicBezTo>
                  <a:pt x="10" y="32"/>
                  <a:pt x="10" y="32"/>
                  <a:pt x="10" y="32"/>
                </a:cubicBezTo>
                <a:cubicBezTo>
                  <a:pt x="23" y="32"/>
                  <a:pt x="23" y="32"/>
                  <a:pt x="23" y="32"/>
                </a:cubicBezTo>
                <a:cubicBezTo>
                  <a:pt x="23" y="34"/>
                  <a:pt x="23" y="35"/>
                  <a:pt x="23" y="36"/>
                </a:cubicBezTo>
                <a:close/>
                <a:moveTo>
                  <a:pt x="40" y="42"/>
                </a:moveTo>
                <a:cubicBezTo>
                  <a:pt x="73" y="42"/>
                  <a:pt x="73" y="42"/>
                  <a:pt x="73" y="42"/>
                </a:cubicBezTo>
                <a:cubicBezTo>
                  <a:pt x="72" y="45"/>
                  <a:pt x="72" y="45"/>
                  <a:pt x="72" y="45"/>
                </a:cubicBezTo>
                <a:cubicBezTo>
                  <a:pt x="39" y="45"/>
                  <a:pt x="39" y="45"/>
                  <a:pt x="39" y="45"/>
                </a:cubicBezTo>
                <a:cubicBezTo>
                  <a:pt x="40" y="42"/>
                  <a:pt x="40" y="42"/>
                  <a:pt x="40" y="42"/>
                </a:cubicBezTo>
                <a:close/>
                <a:moveTo>
                  <a:pt x="41" y="36"/>
                </a:moveTo>
                <a:cubicBezTo>
                  <a:pt x="75" y="36"/>
                  <a:pt x="75" y="36"/>
                  <a:pt x="75" y="36"/>
                </a:cubicBezTo>
                <a:cubicBezTo>
                  <a:pt x="74" y="39"/>
                  <a:pt x="74" y="39"/>
                  <a:pt x="74" y="39"/>
                </a:cubicBezTo>
                <a:cubicBezTo>
                  <a:pt x="41" y="39"/>
                  <a:pt x="41" y="39"/>
                  <a:pt x="41" y="39"/>
                </a:cubicBezTo>
                <a:cubicBezTo>
                  <a:pt x="41" y="36"/>
                  <a:pt x="41" y="36"/>
                  <a:pt x="41" y="36"/>
                </a:cubicBezTo>
                <a:close/>
                <a:moveTo>
                  <a:pt x="31" y="26"/>
                </a:moveTo>
                <a:cubicBezTo>
                  <a:pt x="50" y="26"/>
                  <a:pt x="50" y="26"/>
                  <a:pt x="50" y="26"/>
                </a:cubicBezTo>
                <a:cubicBezTo>
                  <a:pt x="50" y="27"/>
                  <a:pt x="50" y="27"/>
                  <a:pt x="50" y="27"/>
                </a:cubicBezTo>
                <a:cubicBezTo>
                  <a:pt x="30" y="27"/>
                  <a:pt x="30" y="27"/>
                  <a:pt x="30" y="27"/>
                </a:cubicBezTo>
                <a:cubicBezTo>
                  <a:pt x="31" y="26"/>
                  <a:pt x="31" y="26"/>
                  <a:pt x="31" y="26"/>
                </a:cubicBezTo>
                <a:close/>
                <a:moveTo>
                  <a:pt x="31" y="22"/>
                </a:moveTo>
                <a:cubicBezTo>
                  <a:pt x="50" y="22"/>
                  <a:pt x="50" y="22"/>
                  <a:pt x="50" y="22"/>
                </a:cubicBezTo>
                <a:cubicBezTo>
                  <a:pt x="50" y="23"/>
                  <a:pt x="50" y="23"/>
                  <a:pt x="50" y="23"/>
                </a:cubicBezTo>
                <a:cubicBezTo>
                  <a:pt x="31" y="23"/>
                  <a:pt x="31" y="23"/>
                  <a:pt x="31" y="23"/>
                </a:cubicBezTo>
                <a:cubicBezTo>
                  <a:pt x="31" y="22"/>
                  <a:pt x="31" y="22"/>
                  <a:pt x="31" y="22"/>
                </a:cubicBezTo>
                <a:close/>
                <a:moveTo>
                  <a:pt x="30" y="18"/>
                </a:moveTo>
                <a:cubicBezTo>
                  <a:pt x="50" y="18"/>
                  <a:pt x="50" y="18"/>
                  <a:pt x="50" y="18"/>
                </a:cubicBezTo>
                <a:cubicBezTo>
                  <a:pt x="50" y="20"/>
                  <a:pt x="50" y="20"/>
                  <a:pt x="50" y="20"/>
                </a:cubicBezTo>
                <a:cubicBezTo>
                  <a:pt x="30" y="20"/>
                  <a:pt x="30" y="20"/>
                  <a:pt x="30" y="20"/>
                </a:cubicBezTo>
                <a:cubicBezTo>
                  <a:pt x="30" y="18"/>
                  <a:pt x="30" y="18"/>
                  <a:pt x="30" y="18"/>
                </a:cubicBezTo>
                <a:close/>
                <a:moveTo>
                  <a:pt x="74" y="96"/>
                </a:moveTo>
                <a:cubicBezTo>
                  <a:pt x="6" y="96"/>
                  <a:pt x="6" y="96"/>
                  <a:pt x="6" y="96"/>
                </a:cubicBezTo>
                <a:cubicBezTo>
                  <a:pt x="17" y="63"/>
                  <a:pt x="17" y="63"/>
                  <a:pt x="17" y="63"/>
                </a:cubicBezTo>
                <a:cubicBezTo>
                  <a:pt x="18" y="61"/>
                  <a:pt x="20" y="59"/>
                  <a:pt x="22" y="58"/>
                </a:cubicBezTo>
                <a:cubicBezTo>
                  <a:pt x="24" y="56"/>
                  <a:pt x="26" y="55"/>
                  <a:pt x="28" y="55"/>
                </a:cubicBezTo>
                <a:cubicBezTo>
                  <a:pt x="82" y="55"/>
                  <a:pt x="82" y="55"/>
                  <a:pt x="82" y="55"/>
                </a:cubicBezTo>
                <a:cubicBezTo>
                  <a:pt x="82" y="55"/>
                  <a:pt x="83" y="55"/>
                  <a:pt x="84" y="56"/>
                </a:cubicBezTo>
                <a:cubicBezTo>
                  <a:pt x="85" y="56"/>
                  <a:pt x="85" y="56"/>
                  <a:pt x="86" y="57"/>
                </a:cubicBezTo>
                <a:cubicBezTo>
                  <a:pt x="86" y="58"/>
                  <a:pt x="86" y="59"/>
                  <a:pt x="86" y="60"/>
                </a:cubicBezTo>
                <a:cubicBezTo>
                  <a:pt x="86" y="60"/>
                  <a:pt x="86" y="61"/>
                  <a:pt x="86" y="62"/>
                </a:cubicBezTo>
                <a:cubicBezTo>
                  <a:pt x="74" y="96"/>
                  <a:pt x="74" y="96"/>
                  <a:pt x="74" y="96"/>
                </a:cubicBezTo>
                <a:close/>
                <a:moveTo>
                  <a:pt x="32" y="41"/>
                </a:moveTo>
                <a:cubicBezTo>
                  <a:pt x="24" y="41"/>
                  <a:pt x="24" y="41"/>
                  <a:pt x="24" y="41"/>
                </a:cubicBezTo>
                <a:cubicBezTo>
                  <a:pt x="26" y="38"/>
                  <a:pt x="27" y="34"/>
                  <a:pt x="27" y="29"/>
                </a:cubicBezTo>
                <a:cubicBezTo>
                  <a:pt x="27" y="25"/>
                  <a:pt x="27" y="20"/>
                  <a:pt x="25" y="15"/>
                </a:cubicBezTo>
                <a:cubicBezTo>
                  <a:pt x="51" y="15"/>
                  <a:pt x="51" y="15"/>
                  <a:pt x="51" y="15"/>
                </a:cubicBezTo>
                <a:cubicBezTo>
                  <a:pt x="54" y="20"/>
                  <a:pt x="55" y="24"/>
                  <a:pt x="54" y="29"/>
                </a:cubicBezTo>
                <a:cubicBezTo>
                  <a:pt x="54" y="29"/>
                  <a:pt x="54" y="29"/>
                  <a:pt x="54" y="29"/>
                </a:cubicBezTo>
                <a:cubicBezTo>
                  <a:pt x="34" y="29"/>
                  <a:pt x="34" y="29"/>
                  <a:pt x="34" y="29"/>
                </a:cubicBezTo>
                <a:cubicBezTo>
                  <a:pt x="33" y="31"/>
                  <a:pt x="33" y="31"/>
                  <a:pt x="33" y="31"/>
                </a:cubicBezTo>
                <a:cubicBezTo>
                  <a:pt x="33" y="35"/>
                  <a:pt x="33" y="38"/>
                  <a:pt x="32" y="41"/>
                </a:cubicBezTo>
                <a:close/>
                <a:moveTo>
                  <a:pt x="24" y="29"/>
                </a:moveTo>
                <a:cubicBezTo>
                  <a:pt x="12" y="29"/>
                  <a:pt x="12" y="29"/>
                  <a:pt x="12" y="29"/>
                </a:cubicBezTo>
                <a:cubicBezTo>
                  <a:pt x="15" y="23"/>
                  <a:pt x="15" y="18"/>
                  <a:pt x="13" y="14"/>
                </a:cubicBezTo>
                <a:cubicBezTo>
                  <a:pt x="11" y="10"/>
                  <a:pt x="9" y="6"/>
                  <a:pt x="6" y="3"/>
                </a:cubicBezTo>
                <a:cubicBezTo>
                  <a:pt x="30" y="3"/>
                  <a:pt x="30" y="3"/>
                  <a:pt x="30" y="3"/>
                </a:cubicBezTo>
                <a:cubicBezTo>
                  <a:pt x="31" y="4"/>
                  <a:pt x="32" y="5"/>
                  <a:pt x="33" y="5"/>
                </a:cubicBezTo>
                <a:cubicBezTo>
                  <a:pt x="36" y="7"/>
                  <a:pt x="38" y="9"/>
                  <a:pt x="39" y="12"/>
                </a:cubicBezTo>
                <a:cubicBezTo>
                  <a:pt x="23" y="12"/>
                  <a:pt x="23" y="12"/>
                  <a:pt x="23" y="12"/>
                </a:cubicBezTo>
                <a:cubicBezTo>
                  <a:pt x="22" y="14"/>
                  <a:pt x="22" y="14"/>
                  <a:pt x="22" y="14"/>
                </a:cubicBezTo>
                <a:cubicBezTo>
                  <a:pt x="23" y="19"/>
                  <a:pt x="24" y="24"/>
                  <a:pt x="24" y="29"/>
                </a:cubicBezTo>
                <a:close/>
              </a:path>
            </a:pathLst>
          </a:custGeom>
          <a:solidFill>
            <a:schemeClr val="bg1"/>
          </a:solidFill>
          <a:ln>
            <a:noFill/>
          </a:ln>
        </p:spPr>
        <p:txBody>
          <a:bodyPr/>
          <a:lstStyle/>
          <a:p>
            <a:pPr fontAlgn="base">
              <a:spcBef>
                <a:spcPct val="0"/>
              </a:spcBef>
              <a:spcAft>
                <a:spcPct val="0"/>
              </a:spcAft>
            </a:pPr>
            <a:endParaRPr lang="zh-CN" altLang="en-US" sz="2400">
              <a:solidFill>
                <a:srgbClr val="000000"/>
              </a:solidFill>
              <a:cs typeface="+mn-ea"/>
              <a:sym typeface="+mn-lt"/>
            </a:endParaRPr>
          </a:p>
        </p:txBody>
      </p:sp>
      <p:sp>
        <p:nvSpPr>
          <p:cNvPr id="60" name="图标"/>
          <p:cNvSpPr>
            <a:spLocks noEditPoints="1"/>
          </p:cNvSpPr>
          <p:nvPr/>
        </p:nvSpPr>
        <p:spPr bwMode="auto">
          <a:xfrm>
            <a:off x="4553206" y="2540414"/>
            <a:ext cx="422698" cy="317024"/>
          </a:xfrm>
          <a:custGeom>
            <a:avLst/>
            <a:gdLst>
              <a:gd name="T0" fmla="*/ 107 w 136"/>
              <a:gd name="T1" fmla="*/ 18 h 102"/>
              <a:gd name="T2" fmla="*/ 115 w 136"/>
              <a:gd name="T3" fmla="*/ 20 h 102"/>
              <a:gd name="T4" fmla="*/ 119 w 136"/>
              <a:gd name="T5" fmla="*/ 4 h 102"/>
              <a:gd name="T6" fmla="*/ 105 w 136"/>
              <a:gd name="T7" fmla="*/ 0 h 102"/>
              <a:gd name="T8" fmla="*/ 34 w 136"/>
              <a:gd name="T9" fmla="*/ 61 h 102"/>
              <a:gd name="T10" fmla="*/ 117 w 136"/>
              <a:gd name="T11" fmla="*/ 102 h 102"/>
              <a:gd name="T12" fmla="*/ 34 w 136"/>
              <a:gd name="T13" fmla="*/ 61 h 102"/>
              <a:gd name="T14" fmla="*/ 0 w 136"/>
              <a:gd name="T15" fmla="*/ 65 h 102"/>
              <a:gd name="T16" fmla="*/ 4 w 136"/>
              <a:gd name="T17" fmla="*/ 102 h 102"/>
              <a:gd name="T18" fmla="*/ 10 w 136"/>
              <a:gd name="T19" fmla="*/ 61 h 102"/>
              <a:gd name="T20" fmla="*/ 131 w 136"/>
              <a:gd name="T21" fmla="*/ 61 h 102"/>
              <a:gd name="T22" fmla="*/ 121 w 136"/>
              <a:gd name="T23" fmla="*/ 102 h 102"/>
              <a:gd name="T24" fmla="*/ 136 w 136"/>
              <a:gd name="T25" fmla="*/ 98 h 102"/>
              <a:gd name="T26" fmla="*/ 131 w 136"/>
              <a:gd name="T27" fmla="*/ 61 h 102"/>
              <a:gd name="T28" fmla="*/ 22 w 136"/>
              <a:gd name="T29" fmla="*/ 102 h 102"/>
              <a:gd name="T30" fmla="*/ 30 w 136"/>
              <a:gd name="T31" fmla="*/ 61 h 102"/>
              <a:gd name="T32" fmla="*/ 127 w 136"/>
              <a:gd name="T33" fmla="*/ 49 h 102"/>
              <a:gd name="T34" fmla="*/ 123 w 136"/>
              <a:gd name="T35" fmla="*/ 28 h 102"/>
              <a:gd name="T36" fmla="*/ 8 w 136"/>
              <a:gd name="T37" fmla="*/ 33 h 102"/>
              <a:gd name="T38" fmla="*/ 12 w 136"/>
              <a:gd name="T39" fmla="*/ 53 h 102"/>
              <a:gd name="T40" fmla="*/ 127 w 136"/>
              <a:gd name="T41" fmla="*/ 49 h 102"/>
              <a:gd name="T42" fmla="*/ 33 w 136"/>
              <a:gd name="T43" fmla="*/ 35 h 102"/>
              <a:gd name="T44" fmla="*/ 29 w 136"/>
              <a:gd name="T45" fmla="*/ 35 h 102"/>
              <a:gd name="T46" fmla="*/ 24 w 136"/>
              <a:gd name="T47" fmla="*/ 47 h 102"/>
              <a:gd name="T48" fmla="*/ 20 w 136"/>
              <a:gd name="T49" fmla="*/ 47 h 102"/>
              <a:gd name="T50" fmla="*/ 22 w 136"/>
              <a:gd name="T51" fmla="*/ 33 h 102"/>
              <a:gd name="T52" fmla="*/ 24 w 136"/>
              <a:gd name="T53" fmla="*/ 47 h 102"/>
              <a:gd name="T54" fmla="*/ 29 w 136"/>
              <a:gd name="T55" fmla="*/ 43 h 102"/>
              <a:gd name="T56" fmla="*/ 33 w 136"/>
              <a:gd name="T57" fmla="*/ 43 h 102"/>
              <a:gd name="T58" fmla="*/ 35 w 136"/>
              <a:gd name="T59" fmla="*/ 49 h 102"/>
              <a:gd name="T60" fmla="*/ 35 w 136"/>
              <a:gd name="T61" fmla="*/ 45 h 102"/>
              <a:gd name="T62" fmla="*/ 35 w 136"/>
              <a:gd name="T63" fmla="*/ 49 h 102"/>
              <a:gd name="T64" fmla="*/ 33 w 136"/>
              <a:gd name="T65" fmla="*/ 39 h 102"/>
              <a:gd name="T66" fmla="*/ 37 w 136"/>
              <a:gd name="T67" fmla="*/ 39 h 102"/>
              <a:gd name="T68" fmla="*/ 119 w 136"/>
              <a:gd name="T69" fmla="*/ 45 h 102"/>
              <a:gd name="T70" fmla="*/ 111 w 136"/>
              <a:gd name="T71" fmla="*/ 45 h 102"/>
              <a:gd name="T72" fmla="*/ 115 w 136"/>
              <a:gd name="T73" fmla="*/ 33 h 102"/>
              <a:gd name="T74" fmla="*/ 119 w 136"/>
              <a:gd name="T75" fmla="*/ 45 h 102"/>
              <a:gd name="T76" fmla="*/ 105 w 136"/>
              <a:gd name="T77" fmla="*/ 20 h 102"/>
              <a:gd name="T78" fmla="*/ 103 w 136"/>
              <a:gd name="T79" fmla="*/ 2 h 102"/>
              <a:gd name="T80" fmla="*/ 20 w 136"/>
              <a:gd name="T81" fmla="*/ 0 h 102"/>
              <a:gd name="T82" fmla="*/ 16 w 136"/>
              <a:gd name="T83" fmla="*/ 16 h 102"/>
              <a:gd name="T84" fmla="*/ 82 w 136"/>
              <a:gd name="T85" fmla="*/ 4 h 102"/>
              <a:gd name="T86" fmla="*/ 99 w 136"/>
              <a:gd name="T87" fmla="*/ 16 h 102"/>
              <a:gd name="T88" fmla="*/ 82 w 136"/>
              <a:gd name="T89" fmla="*/ 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6" h="102">
                <a:moveTo>
                  <a:pt x="107" y="2"/>
                </a:moveTo>
                <a:cubicBezTo>
                  <a:pt x="109" y="7"/>
                  <a:pt x="109" y="13"/>
                  <a:pt x="107" y="18"/>
                </a:cubicBezTo>
                <a:cubicBezTo>
                  <a:pt x="107" y="19"/>
                  <a:pt x="106" y="20"/>
                  <a:pt x="105" y="20"/>
                </a:cubicBezTo>
                <a:cubicBezTo>
                  <a:pt x="115" y="20"/>
                  <a:pt x="115" y="20"/>
                  <a:pt x="115" y="20"/>
                </a:cubicBezTo>
                <a:cubicBezTo>
                  <a:pt x="117" y="20"/>
                  <a:pt x="119" y="18"/>
                  <a:pt x="119" y="16"/>
                </a:cubicBezTo>
                <a:cubicBezTo>
                  <a:pt x="119" y="4"/>
                  <a:pt x="119" y="4"/>
                  <a:pt x="119" y="4"/>
                </a:cubicBezTo>
                <a:cubicBezTo>
                  <a:pt x="119" y="1"/>
                  <a:pt x="117" y="0"/>
                  <a:pt x="115" y="0"/>
                </a:cubicBezTo>
                <a:cubicBezTo>
                  <a:pt x="105" y="0"/>
                  <a:pt x="105" y="0"/>
                  <a:pt x="105" y="0"/>
                </a:cubicBezTo>
                <a:cubicBezTo>
                  <a:pt x="106" y="0"/>
                  <a:pt x="107" y="1"/>
                  <a:pt x="107" y="2"/>
                </a:cubicBezTo>
                <a:close/>
                <a:moveTo>
                  <a:pt x="34" y="61"/>
                </a:moveTo>
                <a:cubicBezTo>
                  <a:pt x="32" y="75"/>
                  <a:pt x="32" y="89"/>
                  <a:pt x="34" y="102"/>
                </a:cubicBezTo>
                <a:cubicBezTo>
                  <a:pt x="117" y="102"/>
                  <a:pt x="117" y="102"/>
                  <a:pt x="117" y="102"/>
                </a:cubicBezTo>
                <a:cubicBezTo>
                  <a:pt x="121" y="93"/>
                  <a:pt x="121" y="70"/>
                  <a:pt x="117" y="61"/>
                </a:cubicBezTo>
                <a:lnTo>
                  <a:pt x="34" y="61"/>
                </a:lnTo>
                <a:close/>
                <a:moveTo>
                  <a:pt x="4" y="61"/>
                </a:moveTo>
                <a:cubicBezTo>
                  <a:pt x="2" y="61"/>
                  <a:pt x="0" y="63"/>
                  <a:pt x="0" y="65"/>
                </a:cubicBezTo>
                <a:cubicBezTo>
                  <a:pt x="0" y="98"/>
                  <a:pt x="0" y="98"/>
                  <a:pt x="0" y="98"/>
                </a:cubicBezTo>
                <a:cubicBezTo>
                  <a:pt x="0" y="101"/>
                  <a:pt x="2" y="102"/>
                  <a:pt x="4" y="102"/>
                </a:cubicBezTo>
                <a:cubicBezTo>
                  <a:pt x="10" y="102"/>
                  <a:pt x="10" y="102"/>
                  <a:pt x="10" y="102"/>
                </a:cubicBezTo>
                <a:cubicBezTo>
                  <a:pt x="8" y="98"/>
                  <a:pt x="8" y="66"/>
                  <a:pt x="10" y="61"/>
                </a:cubicBezTo>
                <a:lnTo>
                  <a:pt x="4" y="61"/>
                </a:lnTo>
                <a:close/>
                <a:moveTo>
                  <a:pt x="131" y="61"/>
                </a:moveTo>
                <a:cubicBezTo>
                  <a:pt x="121" y="61"/>
                  <a:pt x="121" y="61"/>
                  <a:pt x="121" y="61"/>
                </a:cubicBezTo>
                <a:cubicBezTo>
                  <a:pt x="125" y="70"/>
                  <a:pt x="124" y="95"/>
                  <a:pt x="121" y="102"/>
                </a:cubicBezTo>
                <a:cubicBezTo>
                  <a:pt x="131" y="102"/>
                  <a:pt x="131" y="102"/>
                  <a:pt x="131" y="102"/>
                </a:cubicBezTo>
                <a:cubicBezTo>
                  <a:pt x="134" y="102"/>
                  <a:pt x="136" y="101"/>
                  <a:pt x="136" y="98"/>
                </a:cubicBezTo>
                <a:cubicBezTo>
                  <a:pt x="136" y="65"/>
                  <a:pt x="136" y="65"/>
                  <a:pt x="136" y="65"/>
                </a:cubicBezTo>
                <a:cubicBezTo>
                  <a:pt x="136" y="63"/>
                  <a:pt x="134" y="61"/>
                  <a:pt x="131" y="61"/>
                </a:cubicBezTo>
                <a:close/>
                <a:moveTo>
                  <a:pt x="22" y="61"/>
                </a:moveTo>
                <a:cubicBezTo>
                  <a:pt x="19" y="69"/>
                  <a:pt x="19" y="95"/>
                  <a:pt x="22" y="102"/>
                </a:cubicBezTo>
                <a:cubicBezTo>
                  <a:pt x="30" y="102"/>
                  <a:pt x="30" y="102"/>
                  <a:pt x="30" y="102"/>
                </a:cubicBezTo>
                <a:cubicBezTo>
                  <a:pt x="28" y="89"/>
                  <a:pt x="28" y="75"/>
                  <a:pt x="30" y="61"/>
                </a:cubicBezTo>
                <a:lnTo>
                  <a:pt x="22" y="61"/>
                </a:lnTo>
                <a:close/>
                <a:moveTo>
                  <a:pt x="127" y="49"/>
                </a:moveTo>
                <a:cubicBezTo>
                  <a:pt x="127" y="33"/>
                  <a:pt x="127" y="33"/>
                  <a:pt x="127" y="33"/>
                </a:cubicBezTo>
                <a:cubicBezTo>
                  <a:pt x="127" y="30"/>
                  <a:pt x="125" y="28"/>
                  <a:pt x="123" y="28"/>
                </a:cubicBezTo>
                <a:cubicBezTo>
                  <a:pt x="12" y="28"/>
                  <a:pt x="12" y="28"/>
                  <a:pt x="12" y="28"/>
                </a:cubicBezTo>
                <a:cubicBezTo>
                  <a:pt x="10" y="28"/>
                  <a:pt x="8" y="30"/>
                  <a:pt x="8" y="33"/>
                </a:cubicBezTo>
                <a:cubicBezTo>
                  <a:pt x="8" y="49"/>
                  <a:pt x="8" y="49"/>
                  <a:pt x="8" y="49"/>
                </a:cubicBezTo>
                <a:cubicBezTo>
                  <a:pt x="8" y="51"/>
                  <a:pt x="10" y="53"/>
                  <a:pt x="12" y="53"/>
                </a:cubicBezTo>
                <a:cubicBezTo>
                  <a:pt x="123" y="53"/>
                  <a:pt x="123" y="53"/>
                  <a:pt x="123" y="53"/>
                </a:cubicBezTo>
                <a:cubicBezTo>
                  <a:pt x="125" y="53"/>
                  <a:pt x="127" y="51"/>
                  <a:pt x="127" y="49"/>
                </a:cubicBezTo>
                <a:close/>
                <a:moveTo>
                  <a:pt x="31" y="33"/>
                </a:moveTo>
                <a:cubicBezTo>
                  <a:pt x="32" y="33"/>
                  <a:pt x="33" y="33"/>
                  <a:pt x="33" y="35"/>
                </a:cubicBezTo>
                <a:cubicBezTo>
                  <a:pt x="33" y="36"/>
                  <a:pt x="32" y="37"/>
                  <a:pt x="31" y="37"/>
                </a:cubicBezTo>
                <a:cubicBezTo>
                  <a:pt x="29" y="37"/>
                  <a:pt x="29" y="36"/>
                  <a:pt x="29" y="35"/>
                </a:cubicBezTo>
                <a:cubicBezTo>
                  <a:pt x="29" y="33"/>
                  <a:pt x="29" y="33"/>
                  <a:pt x="31" y="33"/>
                </a:cubicBezTo>
                <a:close/>
                <a:moveTo>
                  <a:pt x="24" y="47"/>
                </a:moveTo>
                <a:cubicBezTo>
                  <a:pt x="24" y="48"/>
                  <a:pt x="24" y="49"/>
                  <a:pt x="22" y="49"/>
                </a:cubicBezTo>
                <a:cubicBezTo>
                  <a:pt x="21" y="49"/>
                  <a:pt x="20" y="48"/>
                  <a:pt x="20" y="47"/>
                </a:cubicBezTo>
                <a:cubicBezTo>
                  <a:pt x="20" y="35"/>
                  <a:pt x="20" y="35"/>
                  <a:pt x="20" y="35"/>
                </a:cubicBezTo>
                <a:cubicBezTo>
                  <a:pt x="20" y="33"/>
                  <a:pt x="21" y="33"/>
                  <a:pt x="22" y="33"/>
                </a:cubicBezTo>
                <a:cubicBezTo>
                  <a:pt x="24" y="33"/>
                  <a:pt x="24" y="33"/>
                  <a:pt x="24" y="35"/>
                </a:cubicBezTo>
                <a:lnTo>
                  <a:pt x="24" y="47"/>
                </a:lnTo>
                <a:close/>
                <a:moveTo>
                  <a:pt x="31" y="45"/>
                </a:moveTo>
                <a:cubicBezTo>
                  <a:pt x="29" y="45"/>
                  <a:pt x="29" y="44"/>
                  <a:pt x="29" y="43"/>
                </a:cubicBezTo>
                <a:cubicBezTo>
                  <a:pt x="29" y="42"/>
                  <a:pt x="29" y="41"/>
                  <a:pt x="31" y="41"/>
                </a:cubicBezTo>
                <a:cubicBezTo>
                  <a:pt x="32" y="41"/>
                  <a:pt x="33" y="42"/>
                  <a:pt x="33" y="43"/>
                </a:cubicBezTo>
                <a:cubicBezTo>
                  <a:pt x="33" y="44"/>
                  <a:pt x="32" y="45"/>
                  <a:pt x="31" y="45"/>
                </a:cubicBezTo>
                <a:close/>
                <a:moveTo>
                  <a:pt x="35" y="49"/>
                </a:moveTo>
                <a:cubicBezTo>
                  <a:pt x="34" y="49"/>
                  <a:pt x="33" y="48"/>
                  <a:pt x="33" y="47"/>
                </a:cubicBezTo>
                <a:cubicBezTo>
                  <a:pt x="33" y="46"/>
                  <a:pt x="34" y="45"/>
                  <a:pt x="35" y="45"/>
                </a:cubicBezTo>
                <a:cubicBezTo>
                  <a:pt x="36" y="45"/>
                  <a:pt x="37" y="46"/>
                  <a:pt x="37" y="47"/>
                </a:cubicBezTo>
                <a:cubicBezTo>
                  <a:pt x="37" y="48"/>
                  <a:pt x="36" y="49"/>
                  <a:pt x="35" y="49"/>
                </a:cubicBezTo>
                <a:close/>
                <a:moveTo>
                  <a:pt x="35" y="41"/>
                </a:moveTo>
                <a:cubicBezTo>
                  <a:pt x="34" y="41"/>
                  <a:pt x="33" y="40"/>
                  <a:pt x="33" y="39"/>
                </a:cubicBezTo>
                <a:cubicBezTo>
                  <a:pt x="33" y="38"/>
                  <a:pt x="34" y="37"/>
                  <a:pt x="35" y="37"/>
                </a:cubicBezTo>
                <a:cubicBezTo>
                  <a:pt x="36" y="37"/>
                  <a:pt x="37" y="38"/>
                  <a:pt x="37" y="39"/>
                </a:cubicBezTo>
                <a:cubicBezTo>
                  <a:pt x="37" y="40"/>
                  <a:pt x="36" y="41"/>
                  <a:pt x="35" y="41"/>
                </a:cubicBezTo>
                <a:close/>
                <a:moveTo>
                  <a:pt x="119" y="45"/>
                </a:moveTo>
                <a:cubicBezTo>
                  <a:pt x="119" y="47"/>
                  <a:pt x="117" y="49"/>
                  <a:pt x="115" y="49"/>
                </a:cubicBezTo>
                <a:cubicBezTo>
                  <a:pt x="113" y="49"/>
                  <a:pt x="111" y="47"/>
                  <a:pt x="111" y="45"/>
                </a:cubicBezTo>
                <a:cubicBezTo>
                  <a:pt x="111" y="37"/>
                  <a:pt x="111" y="37"/>
                  <a:pt x="111" y="37"/>
                </a:cubicBezTo>
                <a:cubicBezTo>
                  <a:pt x="111" y="34"/>
                  <a:pt x="113" y="33"/>
                  <a:pt x="115" y="33"/>
                </a:cubicBezTo>
                <a:cubicBezTo>
                  <a:pt x="117" y="33"/>
                  <a:pt x="119" y="34"/>
                  <a:pt x="119" y="37"/>
                </a:cubicBezTo>
                <a:lnTo>
                  <a:pt x="119" y="45"/>
                </a:lnTo>
                <a:close/>
                <a:moveTo>
                  <a:pt x="20" y="20"/>
                </a:moveTo>
                <a:cubicBezTo>
                  <a:pt x="105" y="20"/>
                  <a:pt x="105" y="20"/>
                  <a:pt x="105" y="20"/>
                </a:cubicBezTo>
                <a:cubicBezTo>
                  <a:pt x="104" y="20"/>
                  <a:pt x="103" y="19"/>
                  <a:pt x="103" y="18"/>
                </a:cubicBezTo>
                <a:cubicBezTo>
                  <a:pt x="105" y="13"/>
                  <a:pt x="105" y="7"/>
                  <a:pt x="103" y="2"/>
                </a:cubicBezTo>
                <a:cubicBezTo>
                  <a:pt x="103" y="1"/>
                  <a:pt x="104" y="0"/>
                  <a:pt x="105" y="0"/>
                </a:cubicBezTo>
                <a:cubicBezTo>
                  <a:pt x="20" y="0"/>
                  <a:pt x="20" y="0"/>
                  <a:pt x="20" y="0"/>
                </a:cubicBezTo>
                <a:cubicBezTo>
                  <a:pt x="18" y="0"/>
                  <a:pt x="16" y="1"/>
                  <a:pt x="16" y="4"/>
                </a:cubicBezTo>
                <a:cubicBezTo>
                  <a:pt x="16" y="16"/>
                  <a:pt x="16" y="16"/>
                  <a:pt x="16" y="16"/>
                </a:cubicBezTo>
                <a:cubicBezTo>
                  <a:pt x="16" y="18"/>
                  <a:pt x="18" y="20"/>
                  <a:pt x="20" y="20"/>
                </a:cubicBezTo>
                <a:close/>
                <a:moveTo>
                  <a:pt x="82" y="4"/>
                </a:moveTo>
                <a:cubicBezTo>
                  <a:pt x="99" y="4"/>
                  <a:pt x="99" y="4"/>
                  <a:pt x="99" y="4"/>
                </a:cubicBezTo>
                <a:cubicBezTo>
                  <a:pt x="99" y="16"/>
                  <a:pt x="99" y="16"/>
                  <a:pt x="99" y="16"/>
                </a:cubicBezTo>
                <a:cubicBezTo>
                  <a:pt x="82" y="16"/>
                  <a:pt x="82" y="16"/>
                  <a:pt x="82" y="16"/>
                </a:cubicBezTo>
                <a:lnTo>
                  <a:pt x="82" y="4"/>
                </a:lnTo>
                <a:close/>
              </a:path>
            </a:pathLst>
          </a:custGeom>
          <a:solidFill>
            <a:schemeClr val="bg1"/>
          </a:solidFill>
          <a:ln>
            <a:noFill/>
          </a:ln>
        </p:spPr>
        <p:txBody>
          <a:bodyPr vert="horz" wrap="square" lIns="91440" tIns="45720" rIns="91440" bIns="45720" numCol="1" anchor="t" anchorCtr="0" compatLnSpc="1"/>
          <a:lstStyle/>
          <a:p>
            <a:endParaRPr lang="en-US">
              <a:solidFill>
                <a:srgbClr val="000000"/>
              </a:solidFill>
              <a:cs typeface="+mn-ea"/>
              <a:sym typeface="+mn-lt"/>
            </a:endParaRPr>
          </a:p>
        </p:txBody>
      </p:sp>
      <p:sp>
        <p:nvSpPr>
          <p:cNvPr id="61" name="图标"/>
          <p:cNvSpPr>
            <a:spLocks noChangeAspect="1" noEditPoints="1"/>
          </p:cNvSpPr>
          <p:nvPr/>
        </p:nvSpPr>
        <p:spPr bwMode="auto">
          <a:xfrm>
            <a:off x="6493118" y="2125450"/>
            <a:ext cx="445446" cy="393472"/>
          </a:xfrm>
          <a:custGeom>
            <a:avLst/>
            <a:gdLst>
              <a:gd name="T0" fmla="*/ 284 w 683"/>
              <a:gd name="T1" fmla="*/ 381 h 601"/>
              <a:gd name="T2" fmla="*/ 595 w 683"/>
              <a:gd name="T3" fmla="*/ 392 h 601"/>
              <a:gd name="T4" fmla="*/ 589 w 683"/>
              <a:gd name="T5" fmla="*/ 359 h 601"/>
              <a:gd name="T6" fmla="*/ 285 w 683"/>
              <a:gd name="T7" fmla="*/ 371 h 601"/>
              <a:gd name="T8" fmla="*/ 589 w 683"/>
              <a:gd name="T9" fmla="*/ 359 h 601"/>
              <a:gd name="T10" fmla="*/ 282 w 683"/>
              <a:gd name="T11" fmla="*/ 338 h 601"/>
              <a:gd name="T12" fmla="*/ 591 w 683"/>
              <a:gd name="T13" fmla="*/ 349 h 601"/>
              <a:gd name="T14" fmla="*/ 269 w 683"/>
              <a:gd name="T15" fmla="*/ 324 h 601"/>
              <a:gd name="T16" fmla="*/ 607 w 683"/>
              <a:gd name="T17" fmla="*/ 408 h 601"/>
              <a:gd name="T18" fmla="*/ 261 w 683"/>
              <a:gd name="T19" fmla="*/ 432 h 601"/>
              <a:gd name="T20" fmla="*/ 242 w 683"/>
              <a:gd name="T21" fmla="*/ 316 h 601"/>
              <a:gd name="T22" fmla="*/ 607 w 683"/>
              <a:gd name="T23" fmla="*/ 300 h 601"/>
              <a:gd name="T24" fmla="*/ 269 w 683"/>
              <a:gd name="T25" fmla="*/ 324 h 601"/>
              <a:gd name="T26" fmla="*/ 345 w 683"/>
              <a:gd name="T27" fmla="*/ 39 h 601"/>
              <a:gd name="T28" fmla="*/ 335 w 683"/>
              <a:gd name="T29" fmla="*/ 3 h 601"/>
              <a:gd name="T30" fmla="*/ 350 w 683"/>
              <a:gd name="T31" fmla="*/ 1 h 601"/>
              <a:gd name="T32" fmla="*/ 411 w 683"/>
              <a:gd name="T33" fmla="*/ 39 h 601"/>
              <a:gd name="T34" fmla="*/ 367 w 683"/>
              <a:gd name="T35" fmla="*/ 56 h 601"/>
              <a:gd name="T36" fmla="*/ 366 w 683"/>
              <a:gd name="T37" fmla="*/ 105 h 601"/>
              <a:gd name="T38" fmla="*/ 353 w 683"/>
              <a:gd name="T39" fmla="*/ 218 h 601"/>
              <a:gd name="T40" fmla="*/ 380 w 683"/>
              <a:gd name="T41" fmla="*/ 107 h 601"/>
              <a:gd name="T42" fmla="*/ 486 w 683"/>
              <a:gd name="T43" fmla="*/ 87 h 601"/>
              <a:gd name="T44" fmla="*/ 441 w 683"/>
              <a:gd name="T45" fmla="*/ 285 h 601"/>
              <a:gd name="T46" fmla="*/ 406 w 683"/>
              <a:gd name="T47" fmla="*/ 285 h 601"/>
              <a:gd name="T48" fmla="*/ 361 w 683"/>
              <a:gd name="T49" fmla="*/ 87 h 601"/>
              <a:gd name="T50" fmla="*/ 430 w 683"/>
              <a:gd name="T51" fmla="*/ 30 h 601"/>
              <a:gd name="T52" fmla="*/ 429 w 683"/>
              <a:gd name="T53" fmla="*/ 88 h 601"/>
              <a:gd name="T54" fmla="*/ 237 w 683"/>
              <a:gd name="T55" fmla="*/ 540 h 601"/>
              <a:gd name="T56" fmla="*/ 637 w 683"/>
              <a:gd name="T57" fmla="*/ 553 h 601"/>
              <a:gd name="T58" fmla="*/ 237 w 683"/>
              <a:gd name="T59" fmla="*/ 540 h 601"/>
              <a:gd name="T60" fmla="*/ 634 w 683"/>
              <a:gd name="T61" fmla="*/ 515 h 601"/>
              <a:gd name="T62" fmla="*/ 239 w 683"/>
              <a:gd name="T63" fmla="*/ 528 h 601"/>
              <a:gd name="T64" fmla="*/ 231 w 683"/>
              <a:gd name="T65" fmla="*/ 491 h 601"/>
              <a:gd name="T66" fmla="*/ 635 w 683"/>
              <a:gd name="T67" fmla="*/ 504 h 601"/>
              <a:gd name="T68" fmla="*/ 231 w 683"/>
              <a:gd name="T69" fmla="*/ 491 h 601"/>
              <a:gd name="T70" fmla="*/ 652 w 683"/>
              <a:gd name="T71" fmla="*/ 570 h 601"/>
              <a:gd name="T72" fmla="*/ 219 w 683"/>
              <a:gd name="T73" fmla="*/ 598 h 601"/>
              <a:gd name="T74" fmla="*/ 683 w 683"/>
              <a:gd name="T75" fmla="*/ 580 h 601"/>
              <a:gd name="T76" fmla="*/ 662 w 683"/>
              <a:gd name="T77" fmla="*/ 447 h 601"/>
              <a:gd name="T78" fmla="*/ 219 w 683"/>
              <a:gd name="T79" fmla="*/ 475 h 601"/>
              <a:gd name="T80" fmla="*/ 223 w 683"/>
              <a:gd name="T81" fmla="*/ 189 h 601"/>
              <a:gd name="T82" fmla="*/ 103 w 683"/>
              <a:gd name="T83" fmla="*/ 549 h 601"/>
              <a:gd name="T84" fmla="*/ 223 w 683"/>
              <a:gd name="T85" fmla="*/ 189 h 601"/>
              <a:gd name="T86" fmla="*/ 72 w 683"/>
              <a:gd name="T87" fmla="*/ 534 h 601"/>
              <a:gd name="T88" fmla="*/ 213 w 683"/>
              <a:gd name="T89" fmla="*/ 187 h 601"/>
              <a:gd name="T90" fmla="*/ 183 w 683"/>
              <a:gd name="T91" fmla="*/ 168 h 601"/>
              <a:gd name="T92" fmla="*/ 62 w 683"/>
              <a:gd name="T93" fmla="*/ 531 h 601"/>
              <a:gd name="T94" fmla="*/ 183 w 683"/>
              <a:gd name="T95" fmla="*/ 168 h 601"/>
              <a:gd name="T96" fmla="*/ 114 w 683"/>
              <a:gd name="T97" fmla="*/ 568 h 601"/>
              <a:gd name="T98" fmla="*/ 280 w 683"/>
              <a:gd name="T99" fmla="*/ 192 h 601"/>
              <a:gd name="T100" fmla="*/ 112 w 683"/>
              <a:gd name="T101" fmla="*/ 597 h 601"/>
              <a:gd name="T102" fmla="*/ 4 w 683"/>
              <a:gd name="T103" fmla="*/ 536 h 601"/>
              <a:gd name="T104" fmla="*/ 173 w 683"/>
              <a:gd name="T105" fmla="*/ 15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3" h="601">
                <a:moveTo>
                  <a:pt x="591" y="381"/>
                </a:moveTo>
                <a:lnTo>
                  <a:pt x="284" y="381"/>
                </a:lnTo>
                <a:cubicBezTo>
                  <a:pt x="284" y="385"/>
                  <a:pt x="283" y="389"/>
                  <a:pt x="282" y="392"/>
                </a:cubicBezTo>
                <a:lnTo>
                  <a:pt x="595" y="392"/>
                </a:lnTo>
                <a:cubicBezTo>
                  <a:pt x="593" y="389"/>
                  <a:pt x="592" y="385"/>
                  <a:pt x="591" y="381"/>
                </a:cubicBezTo>
                <a:close/>
                <a:moveTo>
                  <a:pt x="589" y="359"/>
                </a:moveTo>
                <a:lnTo>
                  <a:pt x="285" y="359"/>
                </a:lnTo>
                <a:cubicBezTo>
                  <a:pt x="285" y="363"/>
                  <a:pt x="285" y="367"/>
                  <a:pt x="285" y="371"/>
                </a:cubicBezTo>
                <a:lnTo>
                  <a:pt x="589" y="371"/>
                </a:lnTo>
                <a:cubicBezTo>
                  <a:pt x="588" y="367"/>
                  <a:pt x="588" y="363"/>
                  <a:pt x="589" y="359"/>
                </a:cubicBezTo>
                <a:close/>
                <a:moveTo>
                  <a:pt x="595" y="338"/>
                </a:moveTo>
                <a:lnTo>
                  <a:pt x="282" y="338"/>
                </a:lnTo>
                <a:cubicBezTo>
                  <a:pt x="283" y="342"/>
                  <a:pt x="284" y="345"/>
                  <a:pt x="284" y="349"/>
                </a:cubicBezTo>
                <a:lnTo>
                  <a:pt x="591" y="349"/>
                </a:lnTo>
                <a:cubicBezTo>
                  <a:pt x="592" y="345"/>
                  <a:pt x="593" y="341"/>
                  <a:pt x="595" y="338"/>
                </a:cubicBezTo>
                <a:close/>
                <a:moveTo>
                  <a:pt x="269" y="324"/>
                </a:moveTo>
                <a:lnTo>
                  <a:pt x="269" y="408"/>
                </a:lnTo>
                <a:lnTo>
                  <a:pt x="607" y="408"/>
                </a:lnTo>
                <a:lnTo>
                  <a:pt x="607" y="432"/>
                </a:lnTo>
                <a:lnTo>
                  <a:pt x="261" y="432"/>
                </a:lnTo>
                <a:cubicBezTo>
                  <a:pt x="251" y="432"/>
                  <a:pt x="242" y="425"/>
                  <a:pt x="242" y="416"/>
                </a:cubicBezTo>
                <a:lnTo>
                  <a:pt x="242" y="316"/>
                </a:lnTo>
                <a:cubicBezTo>
                  <a:pt x="242" y="307"/>
                  <a:pt x="251" y="300"/>
                  <a:pt x="261" y="300"/>
                </a:cubicBezTo>
                <a:lnTo>
                  <a:pt x="607" y="300"/>
                </a:lnTo>
                <a:lnTo>
                  <a:pt x="607" y="324"/>
                </a:lnTo>
                <a:lnTo>
                  <a:pt x="269" y="324"/>
                </a:lnTo>
                <a:close/>
                <a:moveTo>
                  <a:pt x="367" y="56"/>
                </a:moveTo>
                <a:cubicBezTo>
                  <a:pt x="354" y="55"/>
                  <a:pt x="348" y="48"/>
                  <a:pt x="345" y="39"/>
                </a:cubicBezTo>
                <a:cubicBezTo>
                  <a:pt x="342" y="31"/>
                  <a:pt x="343" y="26"/>
                  <a:pt x="343" y="18"/>
                </a:cubicBezTo>
                <a:cubicBezTo>
                  <a:pt x="342" y="8"/>
                  <a:pt x="336" y="5"/>
                  <a:pt x="335" y="3"/>
                </a:cubicBezTo>
                <a:cubicBezTo>
                  <a:pt x="335" y="2"/>
                  <a:pt x="337" y="1"/>
                  <a:pt x="341" y="1"/>
                </a:cubicBezTo>
                <a:cubicBezTo>
                  <a:pt x="344" y="1"/>
                  <a:pt x="347" y="0"/>
                  <a:pt x="350" y="1"/>
                </a:cubicBezTo>
                <a:cubicBezTo>
                  <a:pt x="356" y="1"/>
                  <a:pt x="365" y="2"/>
                  <a:pt x="366" y="2"/>
                </a:cubicBezTo>
                <a:cubicBezTo>
                  <a:pt x="385" y="6"/>
                  <a:pt x="409" y="16"/>
                  <a:pt x="411" y="39"/>
                </a:cubicBezTo>
                <a:cubicBezTo>
                  <a:pt x="413" y="49"/>
                  <a:pt x="412" y="61"/>
                  <a:pt x="402" y="65"/>
                </a:cubicBezTo>
                <a:cubicBezTo>
                  <a:pt x="395" y="55"/>
                  <a:pt x="378" y="57"/>
                  <a:pt x="367" y="56"/>
                </a:cubicBezTo>
                <a:close/>
                <a:moveTo>
                  <a:pt x="394" y="102"/>
                </a:moveTo>
                <a:cubicBezTo>
                  <a:pt x="385" y="99"/>
                  <a:pt x="378" y="99"/>
                  <a:pt x="366" y="105"/>
                </a:cubicBezTo>
                <a:cubicBezTo>
                  <a:pt x="342" y="116"/>
                  <a:pt x="331" y="144"/>
                  <a:pt x="333" y="169"/>
                </a:cubicBezTo>
                <a:cubicBezTo>
                  <a:pt x="334" y="186"/>
                  <a:pt x="341" y="205"/>
                  <a:pt x="353" y="218"/>
                </a:cubicBezTo>
                <a:cubicBezTo>
                  <a:pt x="349" y="207"/>
                  <a:pt x="346" y="195"/>
                  <a:pt x="345" y="184"/>
                </a:cubicBezTo>
                <a:cubicBezTo>
                  <a:pt x="343" y="154"/>
                  <a:pt x="354" y="121"/>
                  <a:pt x="380" y="107"/>
                </a:cubicBezTo>
                <a:cubicBezTo>
                  <a:pt x="385" y="105"/>
                  <a:pt x="390" y="103"/>
                  <a:pt x="394" y="102"/>
                </a:cubicBezTo>
                <a:close/>
                <a:moveTo>
                  <a:pt x="486" y="87"/>
                </a:moveTo>
                <a:cubicBezTo>
                  <a:pt x="519" y="102"/>
                  <a:pt x="539" y="139"/>
                  <a:pt x="537" y="182"/>
                </a:cubicBezTo>
                <a:cubicBezTo>
                  <a:pt x="533" y="239"/>
                  <a:pt x="490" y="285"/>
                  <a:pt x="441" y="285"/>
                </a:cubicBezTo>
                <a:cubicBezTo>
                  <a:pt x="435" y="285"/>
                  <a:pt x="429" y="280"/>
                  <a:pt x="424" y="278"/>
                </a:cubicBezTo>
                <a:cubicBezTo>
                  <a:pt x="418" y="280"/>
                  <a:pt x="412" y="285"/>
                  <a:pt x="406" y="285"/>
                </a:cubicBezTo>
                <a:cubicBezTo>
                  <a:pt x="357" y="285"/>
                  <a:pt x="315" y="239"/>
                  <a:pt x="311" y="182"/>
                </a:cubicBezTo>
                <a:cubicBezTo>
                  <a:pt x="308" y="139"/>
                  <a:pt x="329" y="102"/>
                  <a:pt x="361" y="87"/>
                </a:cubicBezTo>
                <a:cubicBezTo>
                  <a:pt x="385" y="75"/>
                  <a:pt x="397" y="79"/>
                  <a:pt x="417" y="88"/>
                </a:cubicBezTo>
                <a:cubicBezTo>
                  <a:pt x="415" y="72"/>
                  <a:pt x="414" y="48"/>
                  <a:pt x="430" y="30"/>
                </a:cubicBezTo>
                <a:cubicBezTo>
                  <a:pt x="434" y="28"/>
                  <a:pt x="443" y="32"/>
                  <a:pt x="443" y="40"/>
                </a:cubicBezTo>
                <a:cubicBezTo>
                  <a:pt x="430" y="55"/>
                  <a:pt x="429" y="76"/>
                  <a:pt x="429" y="88"/>
                </a:cubicBezTo>
                <a:cubicBezTo>
                  <a:pt x="450" y="79"/>
                  <a:pt x="462" y="75"/>
                  <a:pt x="486" y="87"/>
                </a:cubicBezTo>
                <a:close/>
                <a:moveTo>
                  <a:pt x="237" y="540"/>
                </a:moveTo>
                <a:lnTo>
                  <a:pt x="635" y="540"/>
                </a:lnTo>
                <a:cubicBezTo>
                  <a:pt x="635" y="544"/>
                  <a:pt x="636" y="549"/>
                  <a:pt x="637" y="553"/>
                </a:cubicBezTo>
                <a:lnTo>
                  <a:pt x="231" y="553"/>
                </a:lnTo>
                <a:cubicBezTo>
                  <a:pt x="234" y="549"/>
                  <a:pt x="236" y="545"/>
                  <a:pt x="237" y="540"/>
                </a:cubicBezTo>
                <a:close/>
                <a:moveTo>
                  <a:pt x="239" y="515"/>
                </a:moveTo>
                <a:lnTo>
                  <a:pt x="634" y="515"/>
                </a:lnTo>
                <a:cubicBezTo>
                  <a:pt x="634" y="520"/>
                  <a:pt x="634" y="524"/>
                  <a:pt x="634" y="528"/>
                </a:cubicBezTo>
                <a:lnTo>
                  <a:pt x="239" y="528"/>
                </a:lnTo>
                <a:cubicBezTo>
                  <a:pt x="240" y="524"/>
                  <a:pt x="240" y="520"/>
                  <a:pt x="239" y="515"/>
                </a:cubicBezTo>
                <a:close/>
                <a:moveTo>
                  <a:pt x="231" y="491"/>
                </a:moveTo>
                <a:lnTo>
                  <a:pt x="637" y="491"/>
                </a:lnTo>
                <a:cubicBezTo>
                  <a:pt x="636" y="495"/>
                  <a:pt x="635" y="499"/>
                  <a:pt x="635" y="504"/>
                </a:cubicBezTo>
                <a:lnTo>
                  <a:pt x="237" y="504"/>
                </a:lnTo>
                <a:cubicBezTo>
                  <a:pt x="236" y="499"/>
                  <a:pt x="234" y="495"/>
                  <a:pt x="231" y="491"/>
                </a:cubicBezTo>
                <a:close/>
                <a:moveTo>
                  <a:pt x="652" y="475"/>
                </a:moveTo>
                <a:lnTo>
                  <a:pt x="652" y="570"/>
                </a:lnTo>
                <a:lnTo>
                  <a:pt x="219" y="570"/>
                </a:lnTo>
                <a:lnTo>
                  <a:pt x="219" y="598"/>
                </a:lnTo>
                <a:lnTo>
                  <a:pt x="662" y="598"/>
                </a:lnTo>
                <a:cubicBezTo>
                  <a:pt x="674" y="598"/>
                  <a:pt x="683" y="590"/>
                  <a:pt x="683" y="580"/>
                </a:cubicBezTo>
                <a:lnTo>
                  <a:pt x="683" y="465"/>
                </a:lnTo>
                <a:cubicBezTo>
                  <a:pt x="683" y="455"/>
                  <a:pt x="674" y="447"/>
                  <a:pt x="662" y="447"/>
                </a:cubicBezTo>
                <a:lnTo>
                  <a:pt x="219" y="447"/>
                </a:lnTo>
                <a:lnTo>
                  <a:pt x="219" y="475"/>
                </a:lnTo>
                <a:lnTo>
                  <a:pt x="652" y="475"/>
                </a:lnTo>
                <a:close/>
                <a:moveTo>
                  <a:pt x="223" y="189"/>
                </a:moveTo>
                <a:lnTo>
                  <a:pt x="93" y="543"/>
                </a:lnTo>
                <a:cubicBezTo>
                  <a:pt x="97" y="545"/>
                  <a:pt x="100" y="547"/>
                  <a:pt x="103" y="549"/>
                </a:cubicBezTo>
                <a:lnTo>
                  <a:pt x="236" y="188"/>
                </a:lnTo>
                <a:cubicBezTo>
                  <a:pt x="232" y="189"/>
                  <a:pt x="228" y="189"/>
                  <a:pt x="223" y="189"/>
                </a:cubicBezTo>
                <a:close/>
                <a:moveTo>
                  <a:pt x="201" y="183"/>
                </a:moveTo>
                <a:lnTo>
                  <a:pt x="72" y="534"/>
                </a:lnTo>
                <a:cubicBezTo>
                  <a:pt x="76" y="535"/>
                  <a:pt x="79" y="537"/>
                  <a:pt x="83" y="538"/>
                </a:cubicBezTo>
                <a:lnTo>
                  <a:pt x="213" y="187"/>
                </a:lnTo>
                <a:cubicBezTo>
                  <a:pt x="209" y="186"/>
                  <a:pt x="205" y="185"/>
                  <a:pt x="201" y="183"/>
                </a:cubicBezTo>
                <a:close/>
                <a:moveTo>
                  <a:pt x="183" y="168"/>
                </a:moveTo>
                <a:lnTo>
                  <a:pt x="50" y="529"/>
                </a:lnTo>
                <a:cubicBezTo>
                  <a:pt x="53" y="530"/>
                  <a:pt x="57" y="531"/>
                  <a:pt x="62" y="531"/>
                </a:cubicBezTo>
                <a:lnTo>
                  <a:pt x="192" y="177"/>
                </a:lnTo>
                <a:cubicBezTo>
                  <a:pt x="189" y="175"/>
                  <a:pt x="185" y="172"/>
                  <a:pt x="183" y="168"/>
                </a:cubicBezTo>
                <a:close/>
                <a:moveTo>
                  <a:pt x="31" y="537"/>
                </a:moveTo>
                <a:lnTo>
                  <a:pt x="114" y="568"/>
                </a:lnTo>
                <a:lnTo>
                  <a:pt x="256" y="183"/>
                </a:lnTo>
                <a:lnTo>
                  <a:pt x="280" y="192"/>
                </a:lnTo>
                <a:lnTo>
                  <a:pt x="135" y="585"/>
                </a:lnTo>
                <a:cubicBezTo>
                  <a:pt x="131" y="595"/>
                  <a:pt x="121" y="601"/>
                  <a:pt x="112" y="597"/>
                </a:cubicBezTo>
                <a:lnTo>
                  <a:pt x="13" y="561"/>
                </a:lnTo>
                <a:cubicBezTo>
                  <a:pt x="4" y="558"/>
                  <a:pt x="0" y="547"/>
                  <a:pt x="4" y="536"/>
                </a:cubicBezTo>
                <a:lnTo>
                  <a:pt x="149" y="144"/>
                </a:lnTo>
                <a:lnTo>
                  <a:pt x="173" y="152"/>
                </a:lnTo>
                <a:lnTo>
                  <a:pt x="31" y="537"/>
                </a:lnTo>
                <a:close/>
              </a:path>
            </a:pathLst>
          </a:custGeom>
          <a:solidFill>
            <a:schemeClr val="bg1"/>
          </a:solidFill>
          <a:ln>
            <a:noFill/>
          </a:ln>
        </p:spPr>
        <p:txBody>
          <a:bodyPr vert="horz" wrap="square" lIns="91416" tIns="45708" rIns="91416" bIns="45708" numCol="1" anchor="t" anchorCtr="0" compatLnSpc="1"/>
          <a:lstStyle/>
          <a:p>
            <a:endParaRPr lang="zh-CN" altLang="en-US" sz="1400">
              <a:solidFill>
                <a:schemeClr val="accent1"/>
              </a:solidFill>
              <a:cs typeface="+mn-ea"/>
              <a:sym typeface="+mn-lt"/>
            </a:endParaRPr>
          </a:p>
        </p:txBody>
      </p:sp>
      <p:sp>
        <p:nvSpPr>
          <p:cNvPr id="62" name="文本"/>
          <p:cNvSpPr/>
          <p:nvPr/>
        </p:nvSpPr>
        <p:spPr>
          <a:xfrm>
            <a:off x="8133410" y="1894956"/>
            <a:ext cx="1722951"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a:t>
            </a:r>
            <a:endParaRPr lang="zh-CN" altLang="en-US" sz="1600" spc="150" dirty="0">
              <a:solidFill>
                <a:schemeClr val="accent3"/>
              </a:solidFill>
              <a:cs typeface="+mn-ea"/>
              <a:sym typeface="+mn-lt"/>
            </a:endParaRPr>
          </a:p>
        </p:txBody>
      </p:sp>
      <p:sp>
        <p:nvSpPr>
          <p:cNvPr id="63" name="文本"/>
          <p:cNvSpPr/>
          <p:nvPr/>
        </p:nvSpPr>
        <p:spPr>
          <a:xfrm>
            <a:off x="8896470" y="3438866"/>
            <a:ext cx="1722951"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a:t>
            </a:r>
            <a:endParaRPr lang="zh-CN" altLang="en-US" sz="1600" spc="150" dirty="0">
              <a:solidFill>
                <a:schemeClr val="accent3"/>
              </a:solidFill>
              <a:cs typeface="+mn-ea"/>
              <a:sym typeface="+mn-lt"/>
            </a:endParaRPr>
          </a:p>
        </p:txBody>
      </p:sp>
      <p:sp>
        <p:nvSpPr>
          <p:cNvPr id="64" name="文本"/>
          <p:cNvSpPr/>
          <p:nvPr/>
        </p:nvSpPr>
        <p:spPr>
          <a:xfrm>
            <a:off x="2405902" y="1914896"/>
            <a:ext cx="1722951"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a:t>
            </a:r>
            <a:endParaRPr lang="zh-CN" altLang="en-US" sz="1600" spc="150" dirty="0">
              <a:solidFill>
                <a:schemeClr val="accent3"/>
              </a:solidFill>
              <a:cs typeface="+mn-ea"/>
              <a:sym typeface="+mn-lt"/>
            </a:endParaRPr>
          </a:p>
        </p:txBody>
      </p:sp>
      <p:sp>
        <p:nvSpPr>
          <p:cNvPr id="65" name="文本"/>
          <p:cNvSpPr/>
          <p:nvPr/>
        </p:nvSpPr>
        <p:spPr>
          <a:xfrm>
            <a:off x="2066937" y="3913747"/>
            <a:ext cx="1722951"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a:t>
            </a:r>
            <a:endParaRPr lang="zh-CN" altLang="en-US" sz="1600" spc="150" dirty="0">
              <a:solidFill>
                <a:schemeClr val="accent3"/>
              </a:solidFill>
              <a:cs typeface="+mn-ea"/>
              <a:sym typeface="+mn-lt"/>
            </a:endParaRPr>
          </a:p>
        </p:txBody>
      </p:sp>
      <p:sp>
        <p:nvSpPr>
          <p:cNvPr id="66" name="文本"/>
          <p:cNvSpPr/>
          <p:nvPr/>
        </p:nvSpPr>
        <p:spPr>
          <a:xfrm>
            <a:off x="7708810" y="5205509"/>
            <a:ext cx="1722951" cy="830997"/>
          </a:xfrm>
          <a:prstGeom prst="rect">
            <a:avLst/>
          </a:prstGeom>
          <a:noFill/>
        </p:spPr>
        <p:txBody>
          <a:bodyPr wrap="square" rtlCol="0">
            <a:spAutoFit/>
          </a:bodyPr>
          <a:lstStyle/>
          <a:p>
            <a:pPr>
              <a:lnSpc>
                <a:spcPct val="150000"/>
              </a:lnSpc>
            </a:pPr>
            <a:r>
              <a:rPr lang="zh-CN" altLang="en-US" sz="1600" spc="150" dirty="0">
                <a:solidFill>
                  <a:schemeClr val="accent3"/>
                </a:solidFill>
                <a:cs typeface="+mn-ea"/>
                <a:sym typeface="+mn-lt"/>
              </a:rPr>
              <a:t>单击此处添加您的文字内容</a:t>
            </a:r>
            <a:endParaRPr lang="zh-CN" altLang="en-US" sz="1600" spc="150" dirty="0">
              <a:solidFill>
                <a:schemeClr val="accent3"/>
              </a:solidFill>
              <a:cs typeface="+mn-ea"/>
              <a:sym typeface="+mn-lt"/>
            </a:endParaRPr>
          </a:p>
        </p:txBody>
      </p:sp>
      <p:sp>
        <p:nvSpPr>
          <p:cNvPr id="11"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500"/>
                                        <p:tgtEl>
                                          <p:spTgt spid="5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par>
                          <p:cTn id="20" fill="hold">
                            <p:stCondLst>
                              <p:cond delay="500"/>
                            </p:stCondLst>
                            <p:childTnLst>
                              <p:par>
                                <p:cTn id="21" presetID="12" presetClass="entr" presetSubtype="4" fill="hold" grpId="0" nodeType="afterEffect">
                                  <p:stCondLst>
                                    <p:cond delay="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p:tgtEl>
                                          <p:spTgt spid="60"/>
                                        </p:tgtEl>
                                        <p:attrNameLst>
                                          <p:attrName>ppt_y</p:attrName>
                                        </p:attrNameLst>
                                      </p:cBhvr>
                                      <p:tavLst>
                                        <p:tav tm="0">
                                          <p:val>
                                            <p:strVal val="#ppt_y+#ppt_h*1.125000"/>
                                          </p:val>
                                        </p:tav>
                                        <p:tav tm="100000">
                                          <p:val>
                                            <p:strVal val="#ppt_y"/>
                                          </p:val>
                                        </p:tav>
                                      </p:tavLst>
                                    </p:anim>
                                    <p:animEffect transition="in" filter="wipe(up)">
                                      <p:cBhvr>
                                        <p:cTn id="24" dur="500"/>
                                        <p:tgtEl>
                                          <p:spTgt spid="60"/>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anim calcmode="lin" valueType="num">
                                      <p:cBhvr additive="base">
                                        <p:cTn id="27" dur="500"/>
                                        <p:tgtEl>
                                          <p:spTgt spid="58"/>
                                        </p:tgtEl>
                                        <p:attrNameLst>
                                          <p:attrName>ppt_y</p:attrName>
                                        </p:attrNameLst>
                                      </p:cBhvr>
                                      <p:tavLst>
                                        <p:tav tm="0">
                                          <p:val>
                                            <p:strVal val="#ppt_y+#ppt_h*1.125000"/>
                                          </p:val>
                                        </p:tav>
                                        <p:tav tm="100000">
                                          <p:val>
                                            <p:strVal val="#ppt_y"/>
                                          </p:val>
                                        </p:tav>
                                      </p:tavLst>
                                    </p:anim>
                                    <p:animEffect transition="in" filter="wipe(up)">
                                      <p:cBhvr>
                                        <p:cTn id="28" dur="500"/>
                                        <p:tgtEl>
                                          <p:spTgt spid="58"/>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additive="base">
                                        <p:cTn id="31" dur="500"/>
                                        <p:tgtEl>
                                          <p:spTgt spid="61"/>
                                        </p:tgtEl>
                                        <p:attrNameLst>
                                          <p:attrName>ppt_y</p:attrName>
                                        </p:attrNameLst>
                                      </p:cBhvr>
                                      <p:tavLst>
                                        <p:tav tm="0">
                                          <p:val>
                                            <p:strVal val="#ppt_y+#ppt_h*1.125000"/>
                                          </p:val>
                                        </p:tav>
                                        <p:tav tm="100000">
                                          <p:val>
                                            <p:strVal val="#ppt_y"/>
                                          </p:val>
                                        </p:tav>
                                      </p:tavLst>
                                    </p:anim>
                                    <p:animEffect transition="in" filter="wipe(up)">
                                      <p:cBhvr>
                                        <p:cTn id="32" dur="500"/>
                                        <p:tgtEl>
                                          <p:spTgt spid="61"/>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500"/>
                                        <p:tgtEl>
                                          <p:spTgt spid="57"/>
                                        </p:tgtEl>
                                        <p:attrNameLst>
                                          <p:attrName>ppt_y</p:attrName>
                                        </p:attrNameLst>
                                      </p:cBhvr>
                                      <p:tavLst>
                                        <p:tav tm="0">
                                          <p:val>
                                            <p:strVal val="#ppt_y+#ppt_h*1.125000"/>
                                          </p:val>
                                        </p:tav>
                                        <p:tav tm="100000">
                                          <p:val>
                                            <p:strVal val="#ppt_y"/>
                                          </p:val>
                                        </p:tav>
                                      </p:tavLst>
                                    </p:anim>
                                    <p:animEffect transition="in" filter="wipe(up)">
                                      <p:cBhvr>
                                        <p:cTn id="36" dur="500"/>
                                        <p:tgtEl>
                                          <p:spTgt spid="57"/>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anim calcmode="lin" valueType="num">
                                      <p:cBhvr additive="base">
                                        <p:cTn id="39" dur="500"/>
                                        <p:tgtEl>
                                          <p:spTgt spid="59"/>
                                        </p:tgtEl>
                                        <p:attrNameLst>
                                          <p:attrName>ppt_y</p:attrName>
                                        </p:attrNameLst>
                                      </p:cBhvr>
                                      <p:tavLst>
                                        <p:tav tm="0">
                                          <p:val>
                                            <p:strVal val="#ppt_y+#ppt_h*1.125000"/>
                                          </p:val>
                                        </p:tav>
                                        <p:tav tm="100000">
                                          <p:val>
                                            <p:strVal val="#ppt_y"/>
                                          </p:val>
                                        </p:tav>
                                      </p:tavLst>
                                    </p:anim>
                                    <p:animEffect transition="in" filter="wipe(up)">
                                      <p:cBhvr>
                                        <p:cTn id="40" dur="500"/>
                                        <p:tgtEl>
                                          <p:spTgt spid="59"/>
                                        </p:tgtEl>
                                      </p:cBhvr>
                                    </p:animEffect>
                                  </p:childTnLst>
                                </p:cTn>
                              </p:par>
                            </p:childTnLst>
                          </p:cTn>
                        </p:par>
                        <p:par>
                          <p:cTn id="41" fill="hold">
                            <p:stCondLst>
                              <p:cond delay="1000"/>
                            </p:stCondLst>
                            <p:childTnLst>
                              <p:par>
                                <p:cTn id="42" presetID="2" presetClass="entr" presetSubtype="2" fill="hold" grpId="0" nodeType="afterEffect">
                                  <p:stCondLst>
                                    <p:cond delay="0"/>
                                  </p:stCondLst>
                                  <p:childTnLst>
                                    <p:set>
                                      <p:cBhvr>
                                        <p:cTn id="43" dur="1" fill="hold">
                                          <p:stCondLst>
                                            <p:cond delay="0"/>
                                          </p:stCondLst>
                                        </p:cTn>
                                        <p:tgtEl>
                                          <p:spTgt spid="62"/>
                                        </p:tgtEl>
                                        <p:attrNameLst>
                                          <p:attrName>style.visibility</p:attrName>
                                        </p:attrNameLst>
                                      </p:cBhvr>
                                      <p:to>
                                        <p:strVal val="visible"/>
                                      </p:to>
                                    </p:set>
                                    <p:anim calcmode="lin" valueType="num">
                                      <p:cBhvr additive="base">
                                        <p:cTn id="44" dur="500" fill="hold"/>
                                        <p:tgtEl>
                                          <p:spTgt spid="62"/>
                                        </p:tgtEl>
                                        <p:attrNameLst>
                                          <p:attrName>ppt_x</p:attrName>
                                        </p:attrNameLst>
                                      </p:cBhvr>
                                      <p:tavLst>
                                        <p:tav tm="0">
                                          <p:val>
                                            <p:strVal val="1+#ppt_w/2"/>
                                          </p:val>
                                        </p:tav>
                                        <p:tav tm="100000">
                                          <p:val>
                                            <p:strVal val="#ppt_x"/>
                                          </p:val>
                                        </p:tav>
                                      </p:tavLst>
                                    </p:anim>
                                    <p:anim calcmode="lin" valueType="num">
                                      <p:cBhvr additive="base">
                                        <p:cTn id="45" dur="500" fill="hold"/>
                                        <p:tgtEl>
                                          <p:spTgt spid="62"/>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63"/>
                                        </p:tgtEl>
                                        <p:attrNameLst>
                                          <p:attrName>style.visibility</p:attrName>
                                        </p:attrNameLst>
                                      </p:cBhvr>
                                      <p:to>
                                        <p:strVal val="visible"/>
                                      </p:to>
                                    </p:set>
                                    <p:anim calcmode="lin" valueType="num">
                                      <p:cBhvr additive="base">
                                        <p:cTn id="48" dur="500" fill="hold"/>
                                        <p:tgtEl>
                                          <p:spTgt spid="63"/>
                                        </p:tgtEl>
                                        <p:attrNameLst>
                                          <p:attrName>ppt_x</p:attrName>
                                        </p:attrNameLst>
                                      </p:cBhvr>
                                      <p:tavLst>
                                        <p:tav tm="0">
                                          <p:val>
                                            <p:strVal val="1+#ppt_w/2"/>
                                          </p:val>
                                        </p:tav>
                                        <p:tav tm="100000">
                                          <p:val>
                                            <p:strVal val="#ppt_x"/>
                                          </p:val>
                                        </p:tav>
                                      </p:tavLst>
                                    </p:anim>
                                    <p:anim calcmode="lin" valueType="num">
                                      <p:cBhvr additive="base">
                                        <p:cTn id="49" dur="500" fill="hold"/>
                                        <p:tgtEl>
                                          <p:spTgt spid="63"/>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64"/>
                                        </p:tgtEl>
                                        <p:attrNameLst>
                                          <p:attrName>style.visibility</p:attrName>
                                        </p:attrNameLst>
                                      </p:cBhvr>
                                      <p:to>
                                        <p:strVal val="visible"/>
                                      </p:to>
                                    </p:set>
                                    <p:anim calcmode="lin" valueType="num">
                                      <p:cBhvr additive="base">
                                        <p:cTn id="52" dur="500" fill="hold"/>
                                        <p:tgtEl>
                                          <p:spTgt spid="64"/>
                                        </p:tgtEl>
                                        <p:attrNameLst>
                                          <p:attrName>ppt_x</p:attrName>
                                        </p:attrNameLst>
                                      </p:cBhvr>
                                      <p:tavLst>
                                        <p:tav tm="0">
                                          <p:val>
                                            <p:strVal val="0-#ppt_w/2"/>
                                          </p:val>
                                        </p:tav>
                                        <p:tav tm="100000">
                                          <p:val>
                                            <p:strVal val="#ppt_x"/>
                                          </p:val>
                                        </p:tav>
                                      </p:tavLst>
                                    </p:anim>
                                    <p:anim calcmode="lin" valueType="num">
                                      <p:cBhvr additive="base">
                                        <p:cTn id="53" dur="500" fill="hold"/>
                                        <p:tgtEl>
                                          <p:spTgt spid="64"/>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anim calcmode="lin" valueType="num">
                                      <p:cBhvr additive="base">
                                        <p:cTn id="56" dur="500" fill="hold"/>
                                        <p:tgtEl>
                                          <p:spTgt spid="65"/>
                                        </p:tgtEl>
                                        <p:attrNameLst>
                                          <p:attrName>ppt_x</p:attrName>
                                        </p:attrNameLst>
                                      </p:cBhvr>
                                      <p:tavLst>
                                        <p:tav tm="0">
                                          <p:val>
                                            <p:strVal val="0-#ppt_w/2"/>
                                          </p:val>
                                        </p:tav>
                                        <p:tav tm="100000">
                                          <p:val>
                                            <p:strVal val="#ppt_x"/>
                                          </p:val>
                                        </p:tav>
                                      </p:tavLst>
                                    </p:anim>
                                    <p:anim calcmode="lin" valueType="num">
                                      <p:cBhvr additive="base">
                                        <p:cTn id="57" dur="500" fill="hold"/>
                                        <p:tgtEl>
                                          <p:spTgt spid="65"/>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stCondLst>
                                    <p:cond delay="0"/>
                                  </p:stCondLst>
                                  <p:childTnLst>
                                    <p:set>
                                      <p:cBhvr>
                                        <p:cTn id="59" dur="1" fill="hold">
                                          <p:stCondLst>
                                            <p:cond delay="0"/>
                                          </p:stCondLst>
                                        </p:cTn>
                                        <p:tgtEl>
                                          <p:spTgt spid="66"/>
                                        </p:tgtEl>
                                        <p:attrNameLst>
                                          <p:attrName>style.visibility</p:attrName>
                                        </p:attrNameLst>
                                      </p:cBhvr>
                                      <p:to>
                                        <p:strVal val="visible"/>
                                      </p:to>
                                    </p:set>
                                    <p:anim calcmode="lin" valueType="num">
                                      <p:cBhvr additive="base">
                                        <p:cTn id="60" dur="500" fill="hold"/>
                                        <p:tgtEl>
                                          <p:spTgt spid="66"/>
                                        </p:tgtEl>
                                        <p:attrNameLst>
                                          <p:attrName>ppt_x</p:attrName>
                                        </p:attrNameLst>
                                      </p:cBhvr>
                                      <p:tavLst>
                                        <p:tav tm="0">
                                          <p:val>
                                            <p:strVal val="1+#ppt_w/2"/>
                                          </p:val>
                                        </p:tav>
                                        <p:tav tm="100000">
                                          <p:val>
                                            <p:strVal val="#ppt_x"/>
                                          </p:val>
                                        </p:tav>
                                      </p:tavLst>
                                    </p:anim>
                                    <p:anim calcmode="lin" valueType="num">
                                      <p:cBhvr additive="base">
                                        <p:cTn id="61" dur="500" fill="hold"/>
                                        <p:tgtEl>
                                          <p:spTgt spid="66"/>
                                        </p:tgtEl>
                                        <p:attrNameLst>
                                          <p:attrName>ppt_y</p:attrName>
                                        </p:attrNameLst>
                                      </p:cBhvr>
                                      <p:tavLst>
                                        <p:tav tm="0">
                                          <p:val>
                                            <p:strVal val="#ppt_y"/>
                                          </p:val>
                                        </p:tav>
                                        <p:tav tm="100000">
                                          <p:val>
                                            <p:strVal val="#ppt_y"/>
                                          </p:val>
                                        </p:tav>
                                      </p:tavLst>
                                    </p:anim>
                                  </p:childTnLst>
                                </p:cTn>
                              </p:par>
                            </p:childTnLst>
                          </p:cTn>
                        </p:par>
                        <p:par>
                          <p:cTn id="62" fill="hold">
                            <p:stCondLst>
                              <p:cond delay="1500"/>
                            </p:stCondLst>
                            <p:childTnLst>
                              <p:par>
                                <p:cTn id="63" presetID="3" presetClass="entr" presetSubtype="10"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blinds(horizontal)">
                                      <p:cBhvr>
                                        <p:cTn id="6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3" grpId="0" bldLvl="0" animBg="1"/>
      <p:bldP spid="54" grpId="0" bldLvl="0" animBg="1"/>
      <p:bldP spid="55" grpId="0" bldLvl="0" animBg="1"/>
      <p:bldP spid="56" grpId="0" bldLvl="0" animBg="1"/>
      <p:bldP spid="57" grpId="0" animBg="1"/>
      <p:bldP spid="58" grpId="0" animBg="1"/>
      <p:bldP spid="59" grpId="0" animBg="1"/>
      <p:bldP spid="60" grpId="0" animBg="1"/>
      <p:bldP spid="61" grpId="0" animBg="1"/>
      <p:bldP spid="62" grpId="0"/>
      <p:bldP spid="63" grpId="0"/>
      <p:bldP spid="64" grpId="0"/>
      <p:bldP spid="65" grpId="0"/>
      <p:bldP spid="66"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478655" y="1544002"/>
            <a:ext cx="3469640" cy="3469640"/>
          </a:xfrm>
          <a:prstGeom prst="rect">
            <a:avLst/>
          </a:prstGeom>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678" y="1729531"/>
            <a:ext cx="3102445" cy="3102445"/>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301450">
            <a:off x="888555" y="1698711"/>
            <a:ext cx="3160220" cy="3160220"/>
          </a:xfrm>
          <a:prstGeom prst="rect">
            <a:avLst/>
          </a:prstGeom>
        </p:spPr>
      </p:pic>
      <p:sp>
        <p:nvSpPr>
          <p:cNvPr id="18" name="文本"/>
          <p:cNvSpPr txBox="1"/>
          <p:nvPr/>
        </p:nvSpPr>
        <p:spPr>
          <a:xfrm>
            <a:off x="2468665" y="5671390"/>
            <a:ext cx="7916759" cy="800219"/>
          </a:xfrm>
          <a:prstGeom prst="rect">
            <a:avLst/>
          </a:prstGeom>
          <a:noFill/>
        </p:spPr>
        <p:txBody>
          <a:bodyPr wrap="square" rtlCol="0" anchor="ctr">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r>
              <a:rPr lang="zh-CN" altLang="en-US" dirty="0">
                <a:solidFill>
                  <a:schemeClr val="accent3"/>
                </a:solidFill>
                <a:latin typeface="+mn-lt"/>
                <a:cs typeface="+mn-ea"/>
                <a:sym typeface="+mn-lt"/>
              </a:rPr>
              <a:t>单击此处添加您的文字内容，或复制文本粘贴至此，字间距和行间距均可自行调节。本模板的所有文字和图片素材，均可自由编辑替换和移动。</a:t>
            </a:r>
            <a:endParaRPr lang="zh-CN" altLang="en-US" dirty="0">
              <a:solidFill>
                <a:schemeClr val="accent3"/>
              </a:solidFill>
              <a:latin typeface="+mn-lt"/>
              <a:cs typeface="+mn-ea"/>
              <a:sym typeface="+mn-lt"/>
            </a:endParaRPr>
          </a:p>
        </p:txBody>
      </p:sp>
      <p:sp>
        <p:nvSpPr>
          <p:cNvPr id="5"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3000">
        <p:blinds dir="vert"/>
      </p:transition>
    </mc:Choice>
    <mc:Fallback>
      <p:transition spd="slow" advTm="300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22" presetClass="entr" presetSubtype="8"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par>
                          <p:cTn id="12" fill="hold">
                            <p:stCondLst>
                              <p:cond delay="500"/>
                            </p:stCondLst>
                            <p:childTnLst>
                              <p:par>
                                <p:cTn id="13" presetID="3" presetClass="entr" presetSubtype="1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22456" y="1948664"/>
            <a:ext cx="2207700" cy="2207700"/>
          </a:xfrm>
          <a:custGeom>
            <a:avLst/>
            <a:gdLst>
              <a:gd name="connsiteX0" fmla="*/ 0 w 3203055"/>
              <a:gd name="connsiteY0" fmla="*/ 0 h 2207700"/>
              <a:gd name="connsiteX1" fmla="*/ 3203055 w 3203055"/>
              <a:gd name="connsiteY1" fmla="*/ 0 h 2207700"/>
              <a:gd name="connsiteX2" fmla="*/ 3203055 w 3203055"/>
              <a:gd name="connsiteY2" fmla="*/ 2207700 h 2207700"/>
              <a:gd name="connsiteX3" fmla="*/ 0 w 3203055"/>
              <a:gd name="connsiteY3" fmla="*/ 2207700 h 2207700"/>
            </a:gdLst>
            <a:ahLst/>
            <a:cxnLst>
              <a:cxn ang="0">
                <a:pos x="connsiteX0" y="connsiteY0"/>
              </a:cxn>
              <a:cxn ang="0">
                <a:pos x="connsiteX1" y="connsiteY1"/>
              </a:cxn>
              <a:cxn ang="0">
                <a:pos x="connsiteX2" y="connsiteY2"/>
              </a:cxn>
              <a:cxn ang="0">
                <a:pos x="connsiteX3" y="connsiteY3"/>
              </a:cxn>
            </a:cxnLst>
            <a:rect l="l" t="t" r="r" b="b"/>
            <a:pathLst>
              <a:path w="3203055" h="2207700">
                <a:moveTo>
                  <a:pt x="0" y="0"/>
                </a:moveTo>
                <a:lnTo>
                  <a:pt x="3203055" y="0"/>
                </a:lnTo>
                <a:lnTo>
                  <a:pt x="3203055" y="2207700"/>
                </a:lnTo>
                <a:lnTo>
                  <a:pt x="0" y="2207700"/>
                </a:lnTo>
                <a:close/>
              </a:path>
            </a:pathLst>
          </a:custGeom>
        </p:spPr>
      </p:pic>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763" y="1939633"/>
            <a:ext cx="3039140" cy="2207700"/>
          </a:xfrm>
          <a:custGeom>
            <a:avLst/>
            <a:gdLst>
              <a:gd name="connsiteX0" fmla="*/ 0 w 3234580"/>
              <a:gd name="connsiteY0" fmla="*/ 0 h 2207700"/>
              <a:gd name="connsiteX1" fmla="*/ 3234580 w 3234580"/>
              <a:gd name="connsiteY1" fmla="*/ 0 h 2207700"/>
              <a:gd name="connsiteX2" fmla="*/ 3234580 w 3234580"/>
              <a:gd name="connsiteY2" fmla="*/ 2207700 h 2207700"/>
              <a:gd name="connsiteX3" fmla="*/ 0 w 3234580"/>
              <a:gd name="connsiteY3" fmla="*/ 2207700 h 2207700"/>
            </a:gdLst>
            <a:ahLst/>
            <a:cxnLst>
              <a:cxn ang="0">
                <a:pos x="connsiteX0" y="connsiteY0"/>
              </a:cxn>
              <a:cxn ang="0">
                <a:pos x="connsiteX1" y="connsiteY1"/>
              </a:cxn>
              <a:cxn ang="0">
                <a:pos x="connsiteX2" y="connsiteY2"/>
              </a:cxn>
              <a:cxn ang="0">
                <a:pos x="connsiteX3" y="connsiteY3"/>
              </a:cxn>
            </a:cxnLst>
            <a:rect l="l" t="t" r="r" b="b"/>
            <a:pathLst>
              <a:path w="3234580" h="2207700">
                <a:moveTo>
                  <a:pt x="0" y="0"/>
                </a:moveTo>
                <a:lnTo>
                  <a:pt x="3234580" y="0"/>
                </a:lnTo>
                <a:lnTo>
                  <a:pt x="3234580" y="2207700"/>
                </a:lnTo>
                <a:lnTo>
                  <a:pt x="0" y="2207700"/>
                </a:lnTo>
                <a:close/>
              </a:path>
            </a:pathLst>
          </a:custGeom>
        </p:spPr>
      </p:pic>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0925" y="-10618"/>
            <a:ext cx="3289022" cy="4385363"/>
          </a:xfrm>
          <a:custGeom>
            <a:avLst/>
            <a:gdLst>
              <a:gd name="connsiteX0" fmla="*/ 0 w 3209528"/>
              <a:gd name="connsiteY0" fmla="*/ 0 h 2207700"/>
              <a:gd name="connsiteX1" fmla="*/ 3209528 w 3209528"/>
              <a:gd name="connsiteY1" fmla="*/ 0 h 2207700"/>
              <a:gd name="connsiteX2" fmla="*/ 3209528 w 3209528"/>
              <a:gd name="connsiteY2" fmla="*/ 2207700 h 2207700"/>
              <a:gd name="connsiteX3" fmla="*/ 0 w 3209528"/>
              <a:gd name="connsiteY3" fmla="*/ 2207700 h 2207700"/>
            </a:gdLst>
            <a:ahLst/>
            <a:cxnLst>
              <a:cxn ang="0">
                <a:pos x="connsiteX0" y="connsiteY0"/>
              </a:cxn>
              <a:cxn ang="0">
                <a:pos x="connsiteX1" y="connsiteY1"/>
              </a:cxn>
              <a:cxn ang="0">
                <a:pos x="connsiteX2" y="connsiteY2"/>
              </a:cxn>
              <a:cxn ang="0">
                <a:pos x="connsiteX3" y="connsiteY3"/>
              </a:cxn>
            </a:cxnLst>
            <a:rect l="l" t="t" r="r" b="b"/>
            <a:pathLst>
              <a:path w="3209528" h="2207700">
                <a:moveTo>
                  <a:pt x="0" y="0"/>
                </a:moveTo>
                <a:lnTo>
                  <a:pt x="3209528" y="0"/>
                </a:lnTo>
                <a:lnTo>
                  <a:pt x="3209528" y="2207700"/>
                </a:lnTo>
                <a:lnTo>
                  <a:pt x="0" y="2207700"/>
                </a:lnTo>
                <a:close/>
              </a:path>
            </a:pathLst>
          </a:custGeom>
        </p:spPr>
      </p:pic>
      <p:sp>
        <p:nvSpPr>
          <p:cNvPr id="11" name="矩形 10"/>
          <p:cNvSpPr/>
          <p:nvPr/>
        </p:nvSpPr>
        <p:spPr>
          <a:xfrm>
            <a:off x="1006043" y="4156364"/>
            <a:ext cx="3234580" cy="454825"/>
          </a:xfrm>
          <a:prstGeom prst="rect">
            <a:avLst/>
          </a:prstGeom>
          <a:solidFill>
            <a:srgbClr val="8B3F42">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2" name="矩形 11"/>
          <p:cNvSpPr/>
          <p:nvPr/>
        </p:nvSpPr>
        <p:spPr>
          <a:xfrm>
            <a:off x="4565411" y="4156364"/>
            <a:ext cx="3222054" cy="454825"/>
          </a:xfrm>
          <a:prstGeom prst="rect">
            <a:avLst/>
          </a:prstGeom>
          <a:solidFill>
            <a:srgbClr val="8B3F42">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3" name="矩形 12"/>
          <p:cNvSpPr/>
          <p:nvPr/>
        </p:nvSpPr>
        <p:spPr>
          <a:xfrm>
            <a:off x="8110249" y="4147333"/>
            <a:ext cx="3241443" cy="454825"/>
          </a:xfrm>
          <a:prstGeom prst="rect">
            <a:avLst/>
          </a:prstGeom>
          <a:solidFill>
            <a:srgbClr val="8B3F42">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4" name="矩形 13"/>
          <p:cNvSpPr/>
          <p:nvPr/>
        </p:nvSpPr>
        <p:spPr>
          <a:xfrm>
            <a:off x="1523673" y="4156364"/>
            <a:ext cx="2031325" cy="461665"/>
          </a:xfrm>
          <a:prstGeom prst="rect">
            <a:avLst/>
          </a:prstGeom>
        </p:spPr>
        <p:txBody>
          <a:bodyPr wrap="none">
            <a:spAutoFit/>
          </a:bodyPr>
          <a:lstStyle/>
          <a:p>
            <a:r>
              <a:rPr lang="zh-CN" altLang="en-US" sz="2400" dirty="0">
                <a:solidFill>
                  <a:schemeClr val="bg1"/>
                </a:solidFill>
                <a:cs typeface="+mn-ea"/>
                <a:sym typeface="+mn-lt"/>
              </a:rPr>
              <a:t>输入你的标题</a:t>
            </a:r>
            <a:endParaRPr lang="zh-CN" altLang="en-US" sz="2400" dirty="0">
              <a:solidFill>
                <a:schemeClr val="bg1"/>
              </a:solidFill>
              <a:cs typeface="+mn-ea"/>
              <a:sym typeface="+mn-lt"/>
            </a:endParaRPr>
          </a:p>
        </p:txBody>
      </p:sp>
      <p:sp>
        <p:nvSpPr>
          <p:cNvPr id="15" name="矩形 14"/>
          <p:cNvSpPr/>
          <p:nvPr/>
        </p:nvSpPr>
        <p:spPr>
          <a:xfrm>
            <a:off x="5075776" y="4156364"/>
            <a:ext cx="2031325" cy="461665"/>
          </a:xfrm>
          <a:prstGeom prst="rect">
            <a:avLst/>
          </a:prstGeom>
        </p:spPr>
        <p:txBody>
          <a:bodyPr wrap="none">
            <a:spAutoFit/>
          </a:bodyPr>
          <a:lstStyle/>
          <a:p>
            <a:r>
              <a:rPr lang="zh-CN" altLang="en-US" sz="2400" dirty="0">
                <a:solidFill>
                  <a:schemeClr val="bg1"/>
                </a:solidFill>
                <a:cs typeface="+mn-ea"/>
                <a:sym typeface="+mn-lt"/>
              </a:rPr>
              <a:t>输入你的标题</a:t>
            </a:r>
            <a:endParaRPr lang="zh-CN" altLang="en-US" sz="2400" dirty="0">
              <a:solidFill>
                <a:schemeClr val="bg1"/>
              </a:solidFill>
              <a:cs typeface="+mn-ea"/>
              <a:sym typeface="+mn-lt"/>
            </a:endParaRPr>
          </a:p>
        </p:txBody>
      </p:sp>
      <p:sp>
        <p:nvSpPr>
          <p:cNvPr id="16" name="矩形 15"/>
          <p:cNvSpPr/>
          <p:nvPr/>
        </p:nvSpPr>
        <p:spPr>
          <a:xfrm>
            <a:off x="8631310" y="4156364"/>
            <a:ext cx="2031325" cy="461665"/>
          </a:xfrm>
          <a:prstGeom prst="rect">
            <a:avLst/>
          </a:prstGeom>
        </p:spPr>
        <p:txBody>
          <a:bodyPr wrap="none">
            <a:spAutoFit/>
          </a:bodyPr>
          <a:lstStyle/>
          <a:p>
            <a:r>
              <a:rPr lang="zh-CN" altLang="en-US" sz="2400" dirty="0">
                <a:solidFill>
                  <a:schemeClr val="bg1"/>
                </a:solidFill>
                <a:cs typeface="+mn-ea"/>
                <a:sym typeface="+mn-lt"/>
              </a:rPr>
              <a:t>输入你的标题</a:t>
            </a:r>
            <a:endParaRPr lang="zh-CN" altLang="en-US" sz="2400" dirty="0">
              <a:solidFill>
                <a:schemeClr val="bg1"/>
              </a:solidFill>
              <a:cs typeface="+mn-ea"/>
              <a:sym typeface="+mn-lt"/>
            </a:endParaRPr>
          </a:p>
        </p:txBody>
      </p:sp>
      <p:sp>
        <p:nvSpPr>
          <p:cNvPr id="17" name="矩形 17"/>
          <p:cNvSpPr>
            <a:spLocks noChangeArrowheads="1"/>
          </p:cNvSpPr>
          <p:nvPr/>
        </p:nvSpPr>
        <p:spPr bwMode="auto">
          <a:xfrm>
            <a:off x="1426965" y="4844210"/>
            <a:ext cx="2392736"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zh-CN" altLang="en-US" sz="1400" dirty="0">
                <a:solidFill>
                  <a:schemeClr val="bg1">
                    <a:lumMod val="50000"/>
                  </a:schemeClr>
                </a:solidFill>
                <a:latin typeface="+mn-lt"/>
                <a:ea typeface="+mn-ea"/>
                <a:cs typeface="+mn-ea"/>
                <a:sym typeface="+mn-lt"/>
              </a:rPr>
              <a:t>Vestibulum ante ipsum primis in faucibus orci luctus et ultrices posuere cubilia Curaeultrices posuere cubilia Curae</a:t>
            </a:r>
            <a:endParaRPr lang="zh-CN" altLang="en-US" sz="1400" dirty="0">
              <a:solidFill>
                <a:schemeClr val="bg1">
                  <a:lumMod val="50000"/>
                </a:schemeClr>
              </a:solidFill>
              <a:latin typeface="+mn-lt"/>
              <a:ea typeface="+mn-ea"/>
              <a:cs typeface="+mn-ea"/>
              <a:sym typeface="+mn-lt"/>
            </a:endParaRPr>
          </a:p>
        </p:txBody>
      </p:sp>
      <p:sp>
        <p:nvSpPr>
          <p:cNvPr id="18" name="矩形 17"/>
          <p:cNvSpPr>
            <a:spLocks noChangeArrowheads="1"/>
          </p:cNvSpPr>
          <p:nvPr/>
        </p:nvSpPr>
        <p:spPr bwMode="auto">
          <a:xfrm>
            <a:off x="4979068" y="4844210"/>
            <a:ext cx="2392736"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zh-CN" altLang="en-US" sz="1400" dirty="0">
                <a:solidFill>
                  <a:schemeClr val="bg1">
                    <a:lumMod val="50000"/>
                  </a:schemeClr>
                </a:solidFill>
                <a:latin typeface="+mn-lt"/>
                <a:ea typeface="+mn-ea"/>
                <a:cs typeface="+mn-ea"/>
                <a:sym typeface="+mn-lt"/>
              </a:rPr>
              <a:t>Vestibulum ante ipsum primis in faucibus orci luctus et ultrices posuere cubilia Curaeultrices posuere cubilia Curae</a:t>
            </a:r>
            <a:endParaRPr lang="zh-CN" altLang="en-US" sz="1400" dirty="0">
              <a:solidFill>
                <a:schemeClr val="bg1">
                  <a:lumMod val="50000"/>
                </a:schemeClr>
              </a:solidFill>
              <a:latin typeface="+mn-lt"/>
              <a:ea typeface="+mn-ea"/>
              <a:cs typeface="+mn-ea"/>
              <a:sym typeface="+mn-lt"/>
            </a:endParaRPr>
          </a:p>
        </p:txBody>
      </p:sp>
      <p:sp>
        <p:nvSpPr>
          <p:cNvPr id="19" name="矩形 17"/>
          <p:cNvSpPr>
            <a:spLocks noChangeArrowheads="1"/>
          </p:cNvSpPr>
          <p:nvPr/>
        </p:nvSpPr>
        <p:spPr bwMode="auto">
          <a:xfrm>
            <a:off x="8531171" y="4844210"/>
            <a:ext cx="2392736"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zh-CN" altLang="en-US" sz="1400" dirty="0">
                <a:solidFill>
                  <a:schemeClr val="bg1">
                    <a:lumMod val="50000"/>
                  </a:schemeClr>
                </a:solidFill>
                <a:latin typeface="+mn-lt"/>
                <a:ea typeface="+mn-ea"/>
                <a:cs typeface="+mn-ea"/>
                <a:sym typeface="+mn-lt"/>
              </a:rPr>
              <a:t>Vestibulum ante ipsum primis in faucibus orci luctus et ultrices posuere cubilia Curaeultrices posuere cubilia Curae</a:t>
            </a:r>
            <a:endParaRPr lang="zh-CN" altLang="en-US" sz="1400" dirty="0">
              <a:solidFill>
                <a:schemeClr val="bg1">
                  <a:lumMod val="50000"/>
                </a:schemeClr>
              </a:solidFill>
              <a:latin typeface="+mn-lt"/>
              <a:ea typeface="+mn-ea"/>
              <a:cs typeface="+mn-ea"/>
              <a:sym typeface="+mn-lt"/>
            </a:endParaRPr>
          </a:p>
        </p:txBody>
      </p:sp>
      <p:sp>
        <p:nvSpPr>
          <p:cNvPr id="2"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par>
                          <p:cTn id="41" fill="hold">
                            <p:stCondLst>
                              <p:cond delay="500"/>
                            </p:stCondLst>
                            <p:childTnLst>
                              <p:par>
                                <p:cTn id="42" presetID="3" presetClass="entr" presetSubtype="10"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linds(horizontal)">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4" grpId="0"/>
      <p:bldP spid="15" grpId="0"/>
      <p:bldP spid="16" grpId="0"/>
      <p:bldP spid="17" grpId="0"/>
      <p:bldP spid="18" grpId="0"/>
      <p:bldP spid="19"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 y="1229022"/>
            <a:ext cx="11440535" cy="4752506"/>
            <a:chOff x="-1" y="1229022"/>
            <a:chExt cx="11440535" cy="4752506"/>
          </a:xfrm>
        </p:grpSpPr>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87631" y="1229022"/>
              <a:ext cx="4018183" cy="4018183"/>
            </a:xfrm>
            <a:custGeom>
              <a:avLst/>
              <a:gdLst>
                <a:gd name="connsiteX0" fmla="*/ 0 w 4024657"/>
                <a:gd name="connsiteY0" fmla="*/ 0 h 2863936"/>
                <a:gd name="connsiteX1" fmla="*/ 4024657 w 4024657"/>
                <a:gd name="connsiteY1" fmla="*/ 0 h 2863936"/>
                <a:gd name="connsiteX2" fmla="*/ 4024657 w 4024657"/>
                <a:gd name="connsiteY2" fmla="*/ 2863936 h 2863936"/>
                <a:gd name="connsiteX3" fmla="*/ 0 w 4024657"/>
                <a:gd name="connsiteY3" fmla="*/ 2863936 h 2863936"/>
              </a:gdLst>
              <a:ahLst/>
              <a:cxnLst>
                <a:cxn ang="0">
                  <a:pos x="connsiteX0" y="connsiteY0"/>
                </a:cxn>
                <a:cxn ang="0">
                  <a:pos x="connsiteX1" y="connsiteY1"/>
                </a:cxn>
                <a:cxn ang="0">
                  <a:pos x="connsiteX2" y="connsiteY2"/>
                </a:cxn>
                <a:cxn ang="0">
                  <a:pos x="connsiteX3" y="connsiteY3"/>
                </a:cxn>
              </a:cxnLst>
              <a:rect l="l" t="t" r="r" b="b"/>
              <a:pathLst>
                <a:path w="4024657" h="2863936">
                  <a:moveTo>
                    <a:pt x="0" y="0"/>
                  </a:moveTo>
                  <a:lnTo>
                    <a:pt x="4024657" y="0"/>
                  </a:lnTo>
                  <a:lnTo>
                    <a:pt x="4024657" y="2863936"/>
                  </a:lnTo>
                  <a:lnTo>
                    <a:pt x="0" y="2863936"/>
                  </a:lnTo>
                  <a:close/>
                </a:path>
              </a:pathLst>
            </a:custGeom>
          </p:spPr>
        </p:pic>
        <p:sp>
          <p:nvSpPr>
            <p:cNvPr id="9" name="矩形 8"/>
            <p:cNvSpPr/>
            <p:nvPr/>
          </p:nvSpPr>
          <p:spPr>
            <a:xfrm>
              <a:off x="-1" y="1700213"/>
              <a:ext cx="7327557" cy="28544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0" name="矩形 9"/>
            <p:cNvSpPr/>
            <p:nvPr/>
          </p:nvSpPr>
          <p:spPr>
            <a:xfrm>
              <a:off x="893803" y="3050917"/>
              <a:ext cx="4966063" cy="954107"/>
            </a:xfrm>
            <a:prstGeom prst="rect">
              <a:avLst/>
            </a:prstGeom>
          </p:spPr>
          <p:txBody>
            <a:bodyPr wrap="square">
              <a:spAutoFit/>
            </a:bodyPr>
            <a:lstStyle/>
            <a:p>
              <a:pPr algn="just"/>
              <a:r>
                <a:rPr lang="zh-CN" altLang="en-US" sz="1400" dirty="0">
                  <a:solidFill>
                    <a:schemeClr val="bg1">
                      <a:lumMod val="50000"/>
                    </a:schemeClr>
                  </a:solidFill>
                  <a:cs typeface="+mn-ea"/>
                  <a:sym typeface="+mn-lt"/>
                </a:rPr>
                <a:t>vestibulum ante ipsum primis in faucibus orci luctus et ultrices posuere cubilia curae; donec velit neque, auctor sit amet aliquam vel, ullamcorper sit amet ligula. nulla quis lorem ut libero malesuada feugiat. vestibulum ac diam sit amet quam vehicula</a:t>
              </a:r>
              <a:endParaRPr lang="zh-CN" altLang="en-US" sz="1400" dirty="0">
                <a:solidFill>
                  <a:schemeClr val="bg1">
                    <a:lumMod val="50000"/>
                  </a:schemeClr>
                </a:solidFill>
                <a:cs typeface="+mn-ea"/>
                <a:sym typeface="+mn-lt"/>
              </a:endParaRPr>
            </a:p>
          </p:txBody>
        </p:sp>
        <p:sp>
          <p:nvSpPr>
            <p:cNvPr id="11" name="矩形 10"/>
            <p:cNvSpPr/>
            <p:nvPr/>
          </p:nvSpPr>
          <p:spPr>
            <a:xfrm>
              <a:off x="893803" y="2379313"/>
              <a:ext cx="4352144" cy="461665"/>
            </a:xfrm>
            <a:prstGeom prst="rect">
              <a:avLst/>
            </a:prstGeom>
          </p:spPr>
          <p:txBody>
            <a:bodyPr wrap="square">
              <a:spAutoFit/>
            </a:bodyPr>
            <a:lstStyle/>
            <a:p>
              <a:r>
                <a:rPr lang="zh-CN" altLang="en-US" sz="2400" dirty="0">
                  <a:solidFill>
                    <a:schemeClr val="bg1">
                      <a:lumMod val="50000"/>
                    </a:schemeClr>
                  </a:solidFill>
                  <a:cs typeface="+mn-ea"/>
                  <a:sym typeface="+mn-lt"/>
                </a:rPr>
                <a:t>请输入一段简介的文字说明</a:t>
              </a:r>
              <a:endParaRPr lang="zh-CN" altLang="en-US" sz="2400" dirty="0">
                <a:solidFill>
                  <a:schemeClr val="bg1">
                    <a:lumMod val="50000"/>
                  </a:schemeClr>
                </a:solidFill>
                <a:cs typeface="+mn-ea"/>
                <a:sym typeface="+mn-lt"/>
              </a:endParaRPr>
            </a:p>
          </p:txBody>
        </p:sp>
        <p:sp>
          <p:nvSpPr>
            <p:cNvPr id="14" name="矩形 13"/>
            <p:cNvSpPr/>
            <p:nvPr/>
          </p:nvSpPr>
          <p:spPr>
            <a:xfrm>
              <a:off x="839788" y="5027421"/>
              <a:ext cx="10600746" cy="954107"/>
            </a:xfrm>
            <a:prstGeom prst="rect">
              <a:avLst/>
            </a:prstGeom>
          </p:spPr>
          <p:txBody>
            <a:bodyPr wrap="square">
              <a:spAutoFit/>
            </a:bodyPr>
            <a:lstStyle/>
            <a:p>
              <a:pPr algn="just"/>
              <a:r>
                <a:rPr lang="zh-CN" altLang="en-US" sz="1400" dirty="0">
                  <a:solidFill>
                    <a:schemeClr val="bg1">
                      <a:lumMod val="50000"/>
                    </a:schemeClr>
                  </a:solidFill>
                  <a:cs typeface="+mn-ea"/>
                  <a:sym typeface="+mn-lt"/>
                </a:rPr>
                <a:t>Vestibulum ante ipsum primis in faucibus orci luctus et ultrices posuere cubilia Curae; Donec velit neque, auctor sit amet aliquam vel, ullamcorper sit amet ligula. Nulla quis lorem ut libero malesuada feugiat. Vestibulum ac diam sit amet quam vehiculaVestibulum ante ipsum primis in faucibus orci luctus et ultrices posuere cubilia Curae; Donec velit neque, auctor sit amet aliquam vel, ullamcorper sit amet ligula. Nulla quis lorem ut libero malesuada feugiat. Vestibulum ac diam sit amet quam vehicula</a:t>
              </a:r>
              <a:endParaRPr lang="zh-CN" altLang="en-US" sz="1400" dirty="0">
                <a:solidFill>
                  <a:schemeClr val="bg1">
                    <a:lumMod val="50000"/>
                  </a:schemeClr>
                </a:solidFill>
                <a:cs typeface="+mn-ea"/>
                <a:sym typeface="+mn-lt"/>
              </a:endParaRPr>
            </a:p>
          </p:txBody>
        </p:sp>
      </p:grpSp>
      <p:sp>
        <p:nvSpPr>
          <p:cNvPr id="2" name="TextBox 17"/>
          <p:cNvSpPr txBox="1"/>
          <p:nvPr/>
        </p:nvSpPr>
        <p:spPr>
          <a:xfrm>
            <a:off x="4478655" y="278130"/>
            <a:ext cx="3469640" cy="229870"/>
          </a:xfrm>
          <a:prstGeom prst="rect">
            <a:avLst/>
          </a:prstGeom>
          <a:noFill/>
        </p:spPr>
        <p:txBody>
          <a:bodyPr wrap="square" rtlCol="0">
            <a:spAutoFit/>
          </a:bodyPr>
          <a:lstStyle/>
          <a:p>
            <a:pPr algn="dist"/>
            <a:r>
              <a:rPr lang="zh-CN" altLang="en-US" sz="900" dirty="0">
                <a:solidFill>
                  <a:sysClr val="windowText" lastClr="000000">
                    <a:lumMod val="75000"/>
                    <a:lumOff val="25000"/>
                  </a:sysClr>
                </a:solidFill>
                <a:cs typeface="+mn-ea"/>
                <a:sym typeface="+mn-lt"/>
              </a:rPr>
              <a:t>输入标题言</a:t>
            </a:r>
            <a:endParaRPr lang="en-US" sz="900" spc="600" dirty="0">
              <a:solidFill>
                <a:sysClr val="windowText" lastClr="000000">
                  <a:lumMod val="75000"/>
                  <a:lumOff val="25000"/>
                </a:sys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 presetClass="entr" presetSubtype="1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钟表"/>
          <p:cNvPicPr>
            <a:picLocks noChangeAspect="1"/>
          </p:cNvPicPr>
          <p:nvPr/>
        </p:nvPicPr>
        <p:blipFill>
          <a:blip r:embed="rId1"/>
          <a:stretch>
            <a:fillRect/>
          </a:stretch>
        </p:blipFill>
        <p:spPr>
          <a:xfrm>
            <a:off x="7524115" y="-7620"/>
            <a:ext cx="1684655" cy="1684655"/>
          </a:xfrm>
          <a:prstGeom prst="rect">
            <a:avLst/>
          </a:prstGeom>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795" y="0"/>
            <a:ext cx="2529840" cy="2529840"/>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38715" y="25082"/>
            <a:ext cx="2202180" cy="2202180"/>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0032" y="2854643"/>
            <a:ext cx="3978275" cy="3978275"/>
          </a:xfrm>
          <a:prstGeom prst="rect">
            <a:avLst/>
          </a:prstGeom>
        </p:spPr>
      </p:pic>
      <p:sp>
        <p:nvSpPr>
          <p:cNvPr id="13" name="文本框 12"/>
          <p:cNvSpPr txBox="1"/>
          <p:nvPr/>
        </p:nvSpPr>
        <p:spPr>
          <a:xfrm>
            <a:off x="3497580" y="1126172"/>
            <a:ext cx="1538883" cy="4989443"/>
          </a:xfrm>
          <a:prstGeom prst="rect">
            <a:avLst/>
          </a:prstGeom>
          <a:noFill/>
        </p:spPr>
        <p:txBody>
          <a:bodyPr vert="eaVert" wrap="square" rtlCol="0">
            <a:spAutoFit/>
          </a:bodyPr>
          <a:lstStyle/>
          <a:p>
            <a:r>
              <a:rPr lang="zh-CN" altLang="en-US" sz="8800" dirty="0"/>
              <a:t>阅读时光</a:t>
            </a:r>
            <a:endParaRPr lang="zh-CN" altLang="en-US" sz="8800" dirty="0"/>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59" y="4545496"/>
            <a:ext cx="2633876" cy="2633876"/>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tags/tag1.xml><?xml version="1.0" encoding="utf-8"?>
<p:tagLst xmlns:p="http://schemas.openxmlformats.org/presentationml/2006/main">
  <p:tag name="KSO_WM_TAG_VERSION" val="1.0"/>
  <p:tag name="KSO_WM_TEMPLATE_CATEGORY" val="custom"/>
  <p:tag name="KSO_WM_TEMPLATE_INDEX" val="20184553"/>
</p:tagLst>
</file>

<file path=ppt/tags/tag2.xml><?xml version="1.0" encoding="utf-8"?>
<p:tagLst xmlns:p="http://schemas.openxmlformats.org/presentationml/2006/main">
  <p:tag name="KSO_WM_TAG_VERSION" val="1.0"/>
  <p:tag name="KSO_WM_TEMPLATE_CATEGORY" val="custom"/>
  <p:tag name="KSO_WM_TEMPLATE_INDEX" val="20184553"/>
</p:tagLst>
</file>

<file path=ppt/tags/tag3.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4.xml><?xml version="1.0" encoding="utf-8"?>
<p:tagLst xmlns:p="http://schemas.openxmlformats.org/presentationml/2006/main">
  <p:tag name="MH" val="20160830110855"/>
  <p:tag name="MH_LIBRARY" val="CONTENTS"/>
  <p:tag name="MH_TYPE" val="OTHERS"/>
  <p:tag name="ID" val="545820"/>
</p:tagLst>
</file>

<file path=ppt/tags/tag5.xml><?xml version="1.0" encoding="utf-8"?>
<p:tagLst xmlns:p="http://schemas.openxmlformats.org/presentationml/2006/main">
  <p:tag name="KSO_WM_BEAUTIFY_FLAG" val="#wm#"/>
  <p:tag name="KSO_WM_TEMPLATE_CATEGORY" val="custom"/>
  <p:tag name="KSO_WM_TEMPLATE_INDEX" val="20184553"/>
</p:tagLst>
</file>

<file path=ppt/tags/tag6.xml><?xml version="1.0" encoding="utf-8"?>
<p:tagLst xmlns:p="http://schemas.openxmlformats.org/presentationml/2006/main">
  <p:tag name="KSO_WM_BEAUTIFY_FLAG" val="#wm#"/>
  <p:tag name="KSO_WM_TEMPLATE_CATEGORY" val="custom"/>
  <p:tag name="KSO_WM_TEMPLATE_INDEX" val="20184553"/>
</p:tagLst>
</file>

<file path=ppt/tags/tag7.xml><?xml version="1.0" encoding="utf-8"?>
<p:tagLst xmlns:p="http://schemas.openxmlformats.org/presentationml/2006/main">
  <p:tag name="KSO_WM_BEAUTIFY_FLAG" val="#wm#"/>
  <p:tag name="KSO_WM_TEMPLATE_CATEGORY" val="custom"/>
  <p:tag name="KSO_WM_TEMPLATE_INDEX" val="20184553"/>
</p:tagLst>
</file>

<file path=ppt/tags/tag8.xml><?xml version="1.0" encoding="utf-8"?>
<p:tagLst xmlns:p="http://schemas.openxmlformats.org/presentationml/2006/main">
  <p:tag name="ISPRING_SCORM_RATE_SLIDES" val="0"/>
  <p:tag name="ISPRING_SCORM_PASSING_SCORE" val="0.000000"/>
  <p:tag name="ISPRING_ULTRA_SCORM_COURSE_ID" val="CA04C128-BB6F-479F-834F-0FC9F12DF696"/>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E:\返工\74994"/>
  <p:tag name="ISPRING_PRESENTATION_TITLE" val="爱上阅读读书分享模板"/>
  <p:tag name="ISPRING_FIRST_PUBLISH" val="1"/>
  <p:tag name="ISPRING_SCORM_RATE_QUIZZES" val="0"/>
</p:tagLst>
</file>

<file path=ppt/theme/theme1.xml><?xml version="1.0" encoding="utf-8"?>
<a:theme xmlns:a="http://schemas.openxmlformats.org/drawingml/2006/main" name="Office 主题">
  <a:themeElements>
    <a:clrScheme name="《中国风》啡+啡+黑色字">
      <a:dk1>
        <a:sysClr val="windowText" lastClr="000000"/>
      </a:dk1>
      <a:lt1>
        <a:sysClr val="window" lastClr="FFFFFF"/>
      </a:lt1>
      <a:dk2>
        <a:srgbClr val="44546A"/>
      </a:dk2>
      <a:lt2>
        <a:srgbClr val="E7E6E6"/>
      </a:lt2>
      <a:accent1>
        <a:srgbClr val="884512"/>
      </a:accent1>
      <a:accent2>
        <a:srgbClr val="BC5F00"/>
      </a:accent2>
      <a:accent3>
        <a:srgbClr val="262626"/>
      </a:accent3>
      <a:accent4>
        <a:srgbClr val="D70000"/>
      </a:accent4>
      <a:accent5>
        <a:srgbClr val="FFFF00"/>
      </a:accent5>
      <a:accent6>
        <a:srgbClr val="FFFF00"/>
      </a:accent6>
      <a:hlink>
        <a:srgbClr val="0563C1"/>
      </a:hlink>
      <a:folHlink>
        <a:srgbClr val="954F72"/>
      </a:folHlink>
    </a:clrScheme>
    <a:fontScheme name="dfjntv30">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fjntv30">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自定义设计方案">
  <a:themeElements>
    <a:clrScheme name="520">
      <a:dk1>
        <a:sysClr val="windowText" lastClr="000000"/>
      </a:dk1>
      <a:lt1>
        <a:sysClr val="window" lastClr="FFFFFF"/>
      </a:lt1>
      <a:dk2>
        <a:srgbClr val="505046"/>
      </a:dk2>
      <a:lt2>
        <a:srgbClr val="EEECE1"/>
      </a:lt2>
      <a:accent1>
        <a:srgbClr val="375439"/>
      </a:accent1>
      <a:accent2>
        <a:srgbClr val="375439"/>
      </a:accent2>
      <a:accent3>
        <a:srgbClr val="375439"/>
      </a:accent3>
      <a:accent4>
        <a:srgbClr val="375439"/>
      </a:accent4>
      <a:accent5>
        <a:srgbClr val="375439"/>
      </a:accent5>
      <a:accent6>
        <a:srgbClr val="375439"/>
      </a:accent6>
      <a:hlink>
        <a:srgbClr val="325F0B"/>
      </a:hlink>
      <a:folHlink>
        <a:srgbClr val="79D02A"/>
      </a:folHlink>
    </a:clrScheme>
    <a:fontScheme name="dfjntv30">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fjntv30">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2371</Words>
  <Application>WPS 演示</Application>
  <PresentationFormat>宽屏</PresentationFormat>
  <Paragraphs>184</Paragraphs>
  <Slides>22</Slides>
  <Notes>23</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22</vt:i4>
      </vt:variant>
    </vt:vector>
  </HeadingPairs>
  <TitlesOfParts>
    <vt:vector size="35" baseType="lpstr">
      <vt:lpstr>Arial</vt:lpstr>
      <vt:lpstr>宋体</vt:lpstr>
      <vt:lpstr>Wingdings</vt:lpstr>
      <vt:lpstr>黑体</vt:lpstr>
      <vt:lpstr>微软雅黑</vt:lpstr>
      <vt:lpstr>Calibri</vt:lpstr>
      <vt:lpstr>字魂59号-创粗黑</vt:lpstr>
      <vt:lpstr>Arial Unicode MS</vt:lpstr>
      <vt:lpstr>字魂36号-正文宋楷</vt:lpstr>
      <vt:lpstr>Office 主题</vt:lpstr>
      <vt:lpstr>1_Office 主题</vt:lpstr>
      <vt:lpstr>5_自定义设计方案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爱上阅读读书分享模板</dc:title>
  <dc:creator>格迪天</dc:creator>
  <cp:lastModifiedBy>鲤鱼旗</cp:lastModifiedBy>
  <cp:revision>35</cp:revision>
  <dcterms:created xsi:type="dcterms:W3CDTF">2027-12-31T16:00:00Z</dcterms:created>
  <dcterms:modified xsi:type="dcterms:W3CDTF">2021-03-27T08:28:42Z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91BD90FC47344AA29824DAAE06192127</vt:lpwstr>
  </property>
</Properties>
</file>