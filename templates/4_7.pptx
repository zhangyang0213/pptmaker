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29"/>
  </p:notesMasterIdLst>
  <p:sldIdLst>
    <p:sldId id="256" r:id="rId3"/>
    <p:sldId id="257" r:id="rId4"/>
    <p:sldId id="259" r:id="rId5"/>
    <p:sldId id="258" r:id="rId6"/>
    <p:sldId id="260" r:id="rId7"/>
    <p:sldId id="261" r:id="rId8"/>
    <p:sldId id="262" r:id="rId9"/>
    <p:sldId id="263" r:id="rId10"/>
    <p:sldId id="264" r:id="rId11"/>
    <p:sldId id="265" r:id="rId12"/>
    <p:sldId id="266" r:id="rId13"/>
    <p:sldId id="267" r:id="rId14"/>
    <p:sldId id="268" r:id="rId15"/>
    <p:sldId id="276" r:id="rId16"/>
    <p:sldId id="269" r:id="rId17"/>
    <p:sldId id="277" r:id="rId18"/>
    <p:sldId id="278" r:id="rId19"/>
    <p:sldId id="270" r:id="rId20"/>
    <p:sldId id="271" r:id="rId21"/>
    <p:sldId id="280" r:id="rId22"/>
    <p:sldId id="272" r:id="rId23"/>
    <p:sldId id="273" r:id="rId24"/>
    <p:sldId id="274" r:id="rId25"/>
    <p:sldId id="279" r:id="rId26"/>
    <p:sldId id="275" r:id="rId27"/>
    <p:sldId id="281" r:id="rId28"/>
  </p:sldIdLst>
  <p:sldSz cx="9144000" cy="5143500" type="screen16x9"/>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4C6E"/>
    <a:srgbClr val="F6E6B0"/>
    <a:srgbClr val="D4333A"/>
    <a:srgbClr val="D4823A"/>
    <a:srgbClr val="FBF8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p:scale>
          <a:sx n="55" d="100"/>
          <a:sy n="55" d="100"/>
        </p:scale>
        <p:origin x="-1158" y="-540"/>
      </p:cViewPr>
      <p:guideLst>
        <p:guide orient="horz" pos="1801"/>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tags" Target="tags/tag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981C70F-7CBB-423A-A0AC-35FE7F4A3F81}" type="datetimeFigureOut">
              <a:rPr lang="zh-CN" altLang="en-US" smtClean="0"/>
              <a:t>2024-12-17</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8616030-79B8-4BC8-8626-84CEC5BF5C5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8616030-79B8-4BC8-8626-84CEC5BF5C5F}"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8616030-79B8-4BC8-8626-84CEC5BF5C5F}"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8616030-79B8-4BC8-8626-84CEC5BF5C5F}"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8616030-79B8-4BC8-8626-84CEC5BF5C5F}"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8616030-79B8-4BC8-8626-84CEC5BF5C5F}"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8616030-79B8-4BC8-8626-84CEC5BF5C5F}"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8616030-79B8-4BC8-8626-84CEC5BF5C5F}"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8616030-79B8-4BC8-8626-84CEC5BF5C5F}"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8616030-79B8-4BC8-8626-84CEC5BF5C5F}"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8616030-79B8-4BC8-8626-84CEC5BF5C5F}"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8616030-79B8-4BC8-8626-84CEC5BF5C5F}"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8616030-79B8-4BC8-8626-84CEC5BF5C5F}"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8616030-79B8-4BC8-8626-84CEC5BF5C5F}"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8616030-79B8-4BC8-8626-84CEC5BF5C5F}"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8616030-79B8-4BC8-8626-84CEC5BF5C5F}"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8616030-79B8-4BC8-8626-84CEC5BF5C5F}"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8616030-79B8-4BC8-8626-84CEC5BF5C5F}"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8616030-79B8-4BC8-8626-84CEC5BF5C5F}"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8616030-79B8-4BC8-8626-84CEC5BF5C5F}"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8616030-79B8-4BC8-8626-84CEC5BF5C5F}"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8616030-79B8-4BC8-8626-84CEC5BF5C5F}"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8616030-79B8-4BC8-8626-84CEC5BF5C5F}"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8616030-79B8-4BC8-8626-84CEC5BF5C5F}"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8616030-79B8-4BC8-8626-84CEC5BF5C5F}"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8616030-79B8-4BC8-8626-84CEC5BF5C5F}" type="slidenum">
              <a:rPr lang="zh-CN" altLang="en-US" smtClean="0"/>
              <a:t>25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A0423F45-21E8-42E3-8AD6-5881AD064A4E}" type="datetimeFigureOut">
              <a:rPr lang="zh-CN" altLang="en-US" smtClean="0"/>
              <a:t>2024-12-17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2FC65-0674-40DD-B718-8637805BA67F}"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0423F45-21E8-42E3-8AD6-5881AD064A4E}" type="datetimeFigureOut">
              <a:rPr lang="zh-CN" altLang="en-US" smtClean="0"/>
              <a:t>2024-12-17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2FC65-0674-40DD-B718-8637805BA67F}"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A0423F45-21E8-42E3-8AD6-5881AD064A4E}" type="datetimeFigureOut">
              <a:rPr lang="zh-CN" altLang="en-US" smtClean="0"/>
              <a:t>2024-12-17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2FC65-0674-40DD-B718-8637805BA67F}"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A0423F45-21E8-42E3-8AD6-5881AD064A4E}" type="datetimeFigureOut">
              <a:rPr lang="zh-CN" altLang="en-US" smtClean="0"/>
              <a:t>2024-12-17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72FC65-0674-40DD-B718-8637805BA67F}"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A0423F45-21E8-42E3-8AD6-5881AD064A4E}" type="datetimeFigureOut">
              <a:rPr lang="zh-CN" altLang="en-US" smtClean="0"/>
              <a:t>2024-12-17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072FC65-0674-40DD-B718-8637805BA67F}"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0423F45-21E8-42E3-8AD6-5881AD064A4E}" type="datetimeFigureOut">
              <a:rPr lang="zh-CN" altLang="en-US" smtClean="0"/>
              <a:t>2024-12-17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2FC65-0674-40DD-B718-8637805BA67F}"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0423F45-21E8-42E3-8AD6-5881AD064A4E}" type="datetimeFigureOut">
              <a:rPr lang="zh-CN" altLang="en-US" smtClean="0"/>
              <a:t>2024-12-17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072FC65-0674-40DD-B718-8637805BA67F}"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0423F45-21E8-42E3-8AD6-5881AD064A4E}" type="datetimeFigureOut">
              <a:rPr lang="zh-CN" altLang="en-US" smtClean="0"/>
              <a:t>2024-12-17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72FC65-0674-40DD-B718-8637805BA67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0423F45-21E8-42E3-8AD6-5881AD064A4E}" type="datetimeFigureOut">
              <a:rPr lang="zh-CN" altLang="en-US" smtClean="0"/>
              <a:t>2024-12-17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72FC65-0674-40DD-B718-8637805BA67F}"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0423F45-21E8-42E3-8AD6-5881AD064A4E}" type="datetimeFigureOut">
              <a:rPr lang="zh-CN" altLang="en-US" smtClean="0"/>
              <a:t>2024-12-17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2FC65-0674-40DD-B718-8637805BA67F}"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0423F45-21E8-42E3-8AD6-5881AD064A4E}" type="datetimeFigureOut">
              <a:rPr lang="zh-CN" altLang="en-US" smtClean="0"/>
              <a:t>2024-12-17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2FC65-0674-40DD-B718-8637805BA67F}"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文本占位符 6">
            <a:extLst>
              <a:ext uri="{FF2B5EF4-FFF2-40B4-BE49-F238E27FC236}">
                <a16:creationId xmlns:a16="http://schemas.microsoft.com/office/drawing/2014/main" id="{6F843BA0-B2B1-727D-79AC-5F6AD66FA4C4}"/>
              </a:ext>
            </a:extLst>
          </p:cNvPr>
          <p:cNvSpPr>
            <a:spLocks noGrp="1"/>
          </p:cNvSpPr>
          <p:nvPr>
            <p:ph type="body" sz="quarter" idx="14" hasCustomPrompt="1"/>
          </p:nvPr>
        </p:nvSpPr>
        <p:spPr>
          <a:xfrm>
            <a:off x="6682629" y="4676775"/>
            <a:ext cx="1755000" cy="324000"/>
          </a:xfrm>
          <a:prstGeom prst="roundRect">
            <a:avLst/>
          </a:prstGeom>
          <a:noFill/>
          <a:effectLst>
            <a:outerShdw blurRad="254000" dist="63500" dir="2700000" algn="tl" rotWithShape="0">
              <a:schemeClr val="accent1">
                <a:alpha val="20000"/>
              </a:schemeClr>
            </a:outerShdw>
          </a:effectLst>
        </p:spPr>
        <p:txBody>
          <a:bodyPr wrap="none" anchor="ctr">
            <a:normAutofit/>
          </a:bodyPr>
          <a:lstStyle>
            <a:lvl1pPr marL="0" indent="0" algn="ctr">
              <a:lnSpc>
                <a:spcPct val="100000"/>
              </a:lnSpc>
              <a:buNone/>
              <a:defRPr sz="900"/>
            </a:lvl1pPr>
          </a:lstStyle>
          <a:p>
            <a:pPr lvl="0"/>
            <a:r>
              <a:rPr lang="zh-CN" altLang="en-US" dirty="0"/>
              <a:t>公众号：</a:t>
            </a:r>
            <a:r>
              <a:rPr lang="en-US" altLang="zh-CN" dirty="0"/>
              <a:t>JTPPT</a:t>
            </a:r>
            <a:endParaRPr lang="en-US" dirty="0"/>
          </a:p>
        </p:txBody>
      </p:sp>
    </p:spTree>
    <p:extLst>
      <p:ext uri="{BB962C8B-B14F-4D97-AF65-F5344CB8AC3E}">
        <p14:creationId xmlns:p14="http://schemas.microsoft.com/office/powerpoint/2010/main" val="184152635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文本占位符 6">
            <a:extLst>
              <a:ext uri="{FF2B5EF4-FFF2-40B4-BE49-F238E27FC236}">
                <a16:creationId xmlns:a16="http://schemas.microsoft.com/office/drawing/2014/main" id="{6F843BA0-B2B1-727D-79AC-5F6AD66FA4C4}"/>
              </a:ext>
            </a:extLst>
          </p:cNvPr>
          <p:cNvSpPr>
            <a:spLocks noGrp="1"/>
          </p:cNvSpPr>
          <p:nvPr>
            <p:ph type="body" sz="quarter" idx="14" hasCustomPrompt="1"/>
          </p:nvPr>
        </p:nvSpPr>
        <p:spPr>
          <a:xfrm>
            <a:off x="6682629" y="4676775"/>
            <a:ext cx="1755000" cy="324000"/>
          </a:xfrm>
          <a:prstGeom prst="roundRect">
            <a:avLst/>
          </a:prstGeom>
          <a:noFill/>
          <a:effectLst>
            <a:outerShdw blurRad="254000" dist="63500" dir="2700000" algn="tl" rotWithShape="0">
              <a:schemeClr val="accent1">
                <a:alpha val="20000"/>
              </a:schemeClr>
            </a:outerShdw>
          </a:effectLst>
        </p:spPr>
        <p:txBody>
          <a:bodyPr wrap="none" anchor="ctr">
            <a:normAutofit/>
          </a:bodyPr>
          <a:lstStyle>
            <a:lvl1pPr marL="0" indent="0" algn="ctr">
              <a:lnSpc>
                <a:spcPct val="100000"/>
              </a:lnSpc>
              <a:buNone/>
              <a:defRPr sz="900"/>
            </a:lvl1pPr>
          </a:lstStyle>
          <a:p>
            <a:pPr lvl="0"/>
            <a:r>
              <a:rPr lang="zh-CN" altLang="en-US" dirty="0"/>
              <a:t>公众号：</a:t>
            </a:r>
            <a:r>
              <a:rPr lang="en-US" altLang="zh-CN" dirty="0"/>
              <a:t>JTPPT</a:t>
            </a:r>
            <a:endParaRPr lang="en-US" dirty="0"/>
          </a:p>
        </p:txBody>
      </p:sp>
    </p:spTree>
    <p:extLst>
      <p:ext uri="{BB962C8B-B14F-4D97-AF65-F5344CB8AC3E}">
        <p14:creationId xmlns:p14="http://schemas.microsoft.com/office/powerpoint/2010/main" val="1083920264"/>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8F319BE3-72FA-C75F-DF87-51D83861B5DE}"/>
              </a:ext>
            </a:extLst>
          </p:cNvPr>
          <p:cNvPicPr>
            <a:picLocks noChangeAspect="1"/>
          </p:cNvPicPr>
          <p:nvPr userDrawn="1"/>
        </p:nvPicPr>
        <p:blipFill>
          <a:blip r:embed="rId2"/>
          <a:stretch>
            <a:fillRect/>
          </a:stretch>
        </p:blipFill>
        <p:spPr>
          <a:xfrm>
            <a:off x="610592" y="266631"/>
            <a:ext cx="416028" cy="424067"/>
          </a:xfrm>
          <a:prstGeom prst="rect">
            <a:avLst/>
          </a:prstGeom>
        </p:spPr>
      </p:pic>
      <p:sp>
        <p:nvSpPr>
          <p:cNvPr id="2" name="公众号：JTPPT；高质量PPT模板分享">
            <a:extLst>
              <a:ext uri="{FF2B5EF4-FFF2-40B4-BE49-F238E27FC236}">
                <a16:creationId xmlns:a16="http://schemas.microsoft.com/office/drawing/2014/main" id="{AEC14437-378F-BB9D-CE82-F285379CDFA5}"/>
              </a:ext>
            </a:extLst>
          </p:cNvPr>
          <p:cNvSpPr>
            <a:spLocks noGrp="1"/>
          </p:cNvSpPr>
          <p:nvPr>
            <p:ph type="body" sz="quarter" idx="13" hasCustomPrompt="1"/>
          </p:nvPr>
        </p:nvSpPr>
        <p:spPr>
          <a:xfrm>
            <a:off x="4572000" y="4530951"/>
            <a:ext cx="4067175" cy="207749"/>
          </a:xfrm>
          <a:prstGeom prst="rect">
            <a:avLst/>
          </a:prstGeom>
        </p:spPr>
        <p:txBody>
          <a:bodyPr wrap="square" lIns="90000">
            <a:normAutofit/>
          </a:bodyPr>
          <a:lstStyle>
            <a:lvl1pPr marL="0" indent="0" algn="r">
              <a:lnSpc>
                <a:spcPct val="100000"/>
              </a:lnSpc>
              <a:buNone/>
              <a:defRPr sz="900">
                <a:solidFill>
                  <a:schemeClr val="tx1"/>
                </a:solidFill>
              </a:defRPr>
            </a:lvl1pPr>
          </a:lstStyle>
          <a:p>
            <a:pPr lvl="0"/>
            <a:r>
              <a:rPr lang="zh-CN" altLang="en-US" dirty="0"/>
              <a:t>公众号：</a:t>
            </a:r>
            <a:r>
              <a:rPr lang="en-US" altLang="zh-CN" dirty="0"/>
              <a:t>JTPPT</a:t>
            </a:r>
            <a:endParaRPr lang="en-US" dirty="0"/>
          </a:p>
        </p:txBody>
      </p:sp>
      <p:sp>
        <p:nvSpPr>
          <p:cNvPr id="3" name="花瓣网：配套PPT预览图">
            <a:extLst>
              <a:ext uri="{FF2B5EF4-FFF2-40B4-BE49-F238E27FC236}">
                <a16:creationId xmlns:a16="http://schemas.microsoft.com/office/drawing/2014/main" id="{B9E9FBBE-E1D5-8F85-A99F-D9E11CB121CC}"/>
              </a:ext>
            </a:extLst>
          </p:cNvPr>
          <p:cNvSpPr>
            <a:spLocks noGrp="1"/>
          </p:cNvSpPr>
          <p:nvPr>
            <p:ph type="body" sz="quarter" idx="14" hasCustomPrompt="1"/>
          </p:nvPr>
        </p:nvSpPr>
        <p:spPr>
          <a:xfrm>
            <a:off x="495300" y="4530951"/>
            <a:ext cx="3990975" cy="207749"/>
          </a:xfrm>
          <a:prstGeom prst="rect">
            <a:avLst/>
          </a:prstGeom>
        </p:spPr>
        <p:txBody>
          <a:bodyPr wrap="none">
            <a:normAutofit/>
          </a:bodyPr>
          <a:lstStyle>
            <a:lvl1pPr marL="0" indent="0" algn="l">
              <a:lnSpc>
                <a:spcPct val="100000"/>
              </a:lnSpc>
              <a:buNone/>
              <a:defRPr sz="900">
                <a:solidFill>
                  <a:schemeClr val="tx1"/>
                </a:solidFill>
              </a:defRPr>
            </a:lvl1pPr>
          </a:lstStyle>
          <a:p>
            <a:pPr lvl="0"/>
            <a:r>
              <a:rPr lang="en-US" altLang="zh-CN" dirty="0"/>
              <a:t>https://huaban.com/user/jtppt</a:t>
            </a:r>
            <a:endParaRPr lang="en-US" dirty="0"/>
          </a:p>
        </p:txBody>
      </p:sp>
      <p:sp>
        <p:nvSpPr>
          <p:cNvPr id="4" name="公众号：JTPPT；高质量PPT模板分享">
            <a:extLst>
              <a:ext uri="{FF2B5EF4-FFF2-40B4-BE49-F238E27FC236}">
                <a16:creationId xmlns:a16="http://schemas.microsoft.com/office/drawing/2014/main" id="{D79F8843-9695-ECF2-5C4F-3976DCC14497}"/>
              </a:ext>
            </a:extLst>
          </p:cNvPr>
          <p:cNvSpPr>
            <a:spLocks noGrp="1"/>
          </p:cNvSpPr>
          <p:nvPr>
            <p:ph type="body" sz="quarter" idx="15" hasCustomPrompt="1"/>
          </p:nvPr>
        </p:nvSpPr>
        <p:spPr>
          <a:xfrm>
            <a:off x="3633788" y="4037930"/>
            <a:ext cx="1876425" cy="282192"/>
          </a:xfrm>
          <a:prstGeom prst="rect">
            <a:avLst/>
          </a:prstGeom>
        </p:spPr>
        <p:txBody>
          <a:bodyPr wrap="square" lIns="90000" numCol="1" anchor="ctr">
            <a:normAutofit/>
          </a:bodyPr>
          <a:lstStyle>
            <a:lvl1pPr marL="0" indent="0" algn="ctr">
              <a:lnSpc>
                <a:spcPct val="100000"/>
              </a:lnSpc>
              <a:buNone/>
              <a:defRPr sz="1200" b="1">
                <a:solidFill>
                  <a:schemeClr val="tx1"/>
                </a:solidFill>
                <a:latin typeface="+mn-ea"/>
                <a:ea typeface="+mn-ea"/>
              </a:defRPr>
            </a:lvl1pPr>
          </a:lstStyle>
          <a:p>
            <a:pPr lvl="0"/>
            <a:r>
              <a:rPr lang="zh-CN" altLang="en-US" dirty="0"/>
              <a:t>公众号：</a:t>
            </a:r>
            <a:r>
              <a:rPr lang="en-US" altLang="zh-CN" dirty="0"/>
              <a:t>JTPPT</a:t>
            </a:r>
            <a:endParaRPr lang="en-US" dirty="0"/>
          </a:p>
        </p:txBody>
      </p:sp>
    </p:spTree>
    <p:extLst>
      <p:ext uri="{BB962C8B-B14F-4D97-AF65-F5344CB8AC3E}">
        <p14:creationId xmlns:p14="http://schemas.microsoft.com/office/powerpoint/2010/main" val="37966643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8C5"/>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A0423F45-21E8-42E3-8AD6-5881AD064A4E}" type="datetimeFigureOut">
              <a:rPr lang="zh-CN" altLang="en-US" smtClean="0"/>
              <a:t>2024-12-17</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072FC65-0674-40DD-B718-8637805BA67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2329088"/>
      </p:ext>
    </p:extLst>
  </p:cSld>
  <p:clrMap bg1="lt1" tx1="dk1" bg2="lt2" tx2="dk2" accent1="accent1" accent2="accent2" accent3="accent3" accent4="accent4" accent5="accent5" accent6="accent6" hlink="hlink" folHlink="folHlink"/>
  <p:sldLayoutIdLst>
    <p:sldLayoutId id="2147483662" r:id="rId1"/>
    <p:sldLayoutId id="2147483663" r:id="rId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5.jpeg"/><Relationship Id="rId5" Type="http://schemas.openxmlformats.org/officeDocument/2006/relationships/image" Target="../media/image13.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6.jpeg"/><Relationship Id="rId5" Type="http://schemas.openxmlformats.org/officeDocument/2006/relationships/image" Target="../media/image13.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19.jpe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4.png"/><Relationship Id="rId7" Type="http://schemas.openxmlformats.org/officeDocument/2006/relationships/image" Target="../media/image21.jpeg"/><Relationship Id="rId12" Type="http://schemas.microsoft.com/office/2007/relationships/hdphoto" Target="../media/hdphoto5.wdp"/><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microsoft.com/office/2007/relationships/hdphoto" Target="../media/hdphoto2.wdp"/><Relationship Id="rId11" Type="http://schemas.openxmlformats.org/officeDocument/2006/relationships/image" Target="../media/image23.png"/><Relationship Id="rId5" Type="http://schemas.openxmlformats.org/officeDocument/2006/relationships/image" Target="../media/image20.jpeg"/><Relationship Id="rId10" Type="http://schemas.microsoft.com/office/2007/relationships/hdphoto" Target="../media/hdphoto4.wdp"/><Relationship Id="rId4" Type="http://schemas.openxmlformats.org/officeDocument/2006/relationships/image" Target="../media/image5.png"/><Relationship Id="rId9" Type="http://schemas.openxmlformats.org/officeDocument/2006/relationships/image" Target="../media/image22.jpe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microsoft.com/office/2007/relationships/hdphoto" Target="../media/hdphoto6.wdp"/><Relationship Id="rId5" Type="http://schemas.openxmlformats.org/officeDocument/2006/relationships/image" Target="../media/image24.jpe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hemeOverride" Target="../theme/themeOverr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5536" y="483518"/>
            <a:ext cx="8208912" cy="4248472"/>
          </a:xfrm>
          <a:prstGeom prst="rect">
            <a:avLst/>
          </a:prstGeom>
          <a:solidFill>
            <a:srgbClr val="D433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rotWithShape="1">
          <a:blip r:embed="rId3" cstate="print">
            <a:biLevel thresh="75000"/>
            <a:extLst>
              <a:ext uri="{28A0092B-C50C-407E-A947-70E740481C1C}">
                <a14:useLocalDpi xmlns:a14="http://schemas.microsoft.com/office/drawing/2010/main" val="0"/>
              </a:ext>
            </a:extLst>
          </a:blip>
          <a:srcRect l="51807" t="13827" r="4543" b="6173"/>
          <a:stretch>
            <a:fillRect/>
          </a:stretch>
        </p:blipFill>
        <p:spPr>
          <a:xfrm>
            <a:off x="4616648" y="689198"/>
            <a:ext cx="3987800" cy="4114800"/>
          </a:xfrm>
          <a:prstGeom prst="rect">
            <a:avLst/>
          </a:prstGeom>
        </p:spPr>
      </p:pic>
      <p:pic>
        <p:nvPicPr>
          <p:cNvPr id="8" name="图片 7"/>
          <p:cNvPicPr>
            <a:picLocks noChangeAspect="1"/>
          </p:cNvPicPr>
          <p:nvPr/>
        </p:nvPicPr>
        <p:blipFill rotWithShape="1">
          <a:blip r:embed="rId4" cstate="print">
            <a:extLst>
              <a:ext uri="{28A0092B-C50C-407E-A947-70E740481C1C}">
                <a14:useLocalDpi xmlns:a14="http://schemas.microsoft.com/office/drawing/2010/main" val="0"/>
              </a:ext>
            </a:extLst>
          </a:blip>
          <a:srcRect l="32484" t="6601" r="32205" b="84197"/>
          <a:stretch>
            <a:fillRect/>
          </a:stretch>
        </p:blipFill>
        <p:spPr>
          <a:xfrm>
            <a:off x="2899792" y="267494"/>
            <a:ext cx="3328392" cy="488351"/>
          </a:xfrm>
          <a:prstGeom prst="rect">
            <a:avLst/>
          </a:prstGeom>
        </p:spPr>
      </p:pic>
      <p:grpSp>
        <p:nvGrpSpPr>
          <p:cNvPr id="10" name="组合 9"/>
          <p:cNvGrpSpPr/>
          <p:nvPr/>
        </p:nvGrpSpPr>
        <p:grpSpPr>
          <a:xfrm>
            <a:off x="236612" y="339502"/>
            <a:ext cx="8670776" cy="4594860"/>
            <a:chOff x="236612" y="339502"/>
            <a:chExt cx="8670776" cy="4594860"/>
          </a:xfrm>
        </p:grpSpPr>
        <p:pic>
          <p:nvPicPr>
            <p:cNvPr id="5" name="图片 4"/>
            <p:cNvPicPr>
              <a:picLocks noChangeAspect="1"/>
            </p:cNvPicPr>
            <p:nvPr/>
          </p:nvPicPr>
          <p:blipFill rotWithShape="1">
            <a:blip r:embed="rId5" cstate="print">
              <a:extLst>
                <a:ext uri="{28A0092B-C50C-407E-A947-70E740481C1C}">
                  <a14:useLocalDpi xmlns:a14="http://schemas.microsoft.com/office/drawing/2010/main" val="0"/>
                </a:ext>
              </a:extLst>
            </a:blip>
            <a:srcRect l="2958" t="7556" r="67104" b="3111"/>
            <a:stretch>
              <a:fillRect/>
            </a:stretch>
          </p:blipFill>
          <p:spPr>
            <a:xfrm>
              <a:off x="236612" y="339502"/>
              <a:ext cx="2735188" cy="4594860"/>
            </a:xfrm>
            <a:prstGeom prst="rect">
              <a:avLst/>
            </a:prstGeom>
          </p:spPr>
        </p:pic>
        <p:pic>
          <p:nvPicPr>
            <p:cNvPr id="6" name="图片 5"/>
            <p:cNvPicPr>
              <a:picLocks noChangeAspect="1"/>
            </p:cNvPicPr>
            <p:nvPr/>
          </p:nvPicPr>
          <p:blipFill rotWithShape="1">
            <a:blip r:embed="rId5" cstate="print">
              <a:extLst>
                <a:ext uri="{28A0092B-C50C-407E-A947-70E740481C1C}">
                  <a14:useLocalDpi xmlns:a14="http://schemas.microsoft.com/office/drawing/2010/main" val="0"/>
                </a:ext>
              </a:extLst>
            </a:blip>
            <a:srcRect l="11108" t="7556" r="58258" b="3111"/>
            <a:stretch>
              <a:fillRect/>
            </a:stretch>
          </p:blipFill>
          <p:spPr>
            <a:xfrm>
              <a:off x="6108700" y="339502"/>
              <a:ext cx="2798688" cy="4594860"/>
            </a:xfrm>
            <a:prstGeom prst="rect">
              <a:avLst/>
            </a:prstGeom>
          </p:spPr>
        </p:pic>
        <p:sp>
          <p:nvSpPr>
            <p:cNvPr id="9" name="矩形 8"/>
            <p:cNvSpPr/>
            <p:nvPr/>
          </p:nvSpPr>
          <p:spPr>
            <a:xfrm>
              <a:off x="2971800" y="4718228"/>
              <a:ext cx="3136900" cy="45719"/>
            </a:xfrm>
            <a:prstGeom prst="rect">
              <a:avLst/>
            </a:prstGeom>
            <a:solidFill>
              <a:srgbClr val="2E4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p:cNvGrpSpPr/>
          <p:nvPr/>
        </p:nvGrpSpPr>
        <p:grpSpPr>
          <a:xfrm>
            <a:off x="752080" y="991189"/>
            <a:ext cx="1371648" cy="3452769"/>
            <a:chOff x="752080" y="991189"/>
            <a:chExt cx="1371648" cy="3452769"/>
          </a:xfrm>
        </p:grpSpPr>
        <p:pic>
          <p:nvPicPr>
            <p:cNvPr id="11" name="图片 10"/>
            <p:cNvPicPr>
              <a:picLocks noChangeAspect="1"/>
            </p:cNvPicPr>
            <p:nvPr/>
          </p:nvPicPr>
          <p:blipFill rotWithShape="1">
            <a:blip r:embed="rId6" cstate="print">
              <a:extLst>
                <a:ext uri="{28A0092B-C50C-407E-A947-70E740481C1C}">
                  <a14:useLocalDpi xmlns:a14="http://schemas.microsoft.com/office/drawing/2010/main" val="0"/>
                </a:ext>
              </a:extLst>
            </a:blip>
            <a:srcRect l="8978" t="22607" r="76689" b="13306"/>
            <a:stretch>
              <a:fillRect/>
            </a:stretch>
          </p:blipFill>
          <p:spPr>
            <a:xfrm>
              <a:off x="752080" y="991189"/>
              <a:ext cx="1371648" cy="3452769"/>
            </a:xfrm>
            <a:prstGeom prst="rect">
              <a:avLst/>
            </a:prstGeom>
          </p:spPr>
        </p:pic>
        <p:sp>
          <p:nvSpPr>
            <p:cNvPr id="12" name="TextBox 11"/>
            <p:cNvSpPr txBox="1"/>
            <p:nvPr/>
          </p:nvSpPr>
          <p:spPr>
            <a:xfrm>
              <a:off x="1027584" y="1246582"/>
              <a:ext cx="808112" cy="923330"/>
            </a:xfrm>
            <a:prstGeom prst="rect">
              <a:avLst/>
            </a:prstGeom>
            <a:noFill/>
          </p:spPr>
          <p:txBody>
            <a:bodyPr wrap="square" rtlCol="0">
              <a:spAutoFit/>
            </a:bodyPr>
            <a:lstStyle/>
            <a:p>
              <a:r>
                <a:rPr lang="zh-CN" altLang="en-US" sz="5400" dirty="0">
                  <a:solidFill>
                    <a:srgbClr val="F6E6B0"/>
                  </a:solidFill>
                  <a:latin typeface="方正粗宋简体" panose="03000509000000000000" pitchFamily="65" charset="-122"/>
                  <a:ea typeface="方正粗宋简体" panose="03000509000000000000" pitchFamily="65" charset="-122"/>
                </a:rPr>
                <a:t>青</a:t>
              </a:r>
            </a:p>
          </p:txBody>
        </p:sp>
        <p:sp>
          <p:nvSpPr>
            <p:cNvPr id="13" name="TextBox 12"/>
            <p:cNvSpPr txBox="1"/>
            <p:nvPr/>
          </p:nvSpPr>
          <p:spPr>
            <a:xfrm>
              <a:off x="1027584" y="2267468"/>
              <a:ext cx="808112" cy="923330"/>
            </a:xfrm>
            <a:prstGeom prst="rect">
              <a:avLst/>
            </a:prstGeom>
            <a:noFill/>
          </p:spPr>
          <p:txBody>
            <a:bodyPr wrap="square" rtlCol="0">
              <a:spAutoFit/>
            </a:bodyPr>
            <a:lstStyle/>
            <a:p>
              <a:r>
                <a:rPr lang="zh-CN" altLang="en-US" sz="5400" dirty="0">
                  <a:solidFill>
                    <a:srgbClr val="F6E6B0"/>
                  </a:solidFill>
                  <a:latin typeface="方正粗宋简体" panose="03000509000000000000" pitchFamily="65" charset="-122"/>
                  <a:ea typeface="方正粗宋简体" panose="03000509000000000000" pitchFamily="65" charset="-122"/>
                </a:rPr>
                <a:t>年</a:t>
              </a:r>
            </a:p>
          </p:txBody>
        </p:sp>
        <p:sp>
          <p:nvSpPr>
            <p:cNvPr id="14" name="TextBox 13"/>
            <p:cNvSpPr txBox="1"/>
            <p:nvPr/>
          </p:nvSpPr>
          <p:spPr>
            <a:xfrm>
              <a:off x="1027584" y="3347588"/>
              <a:ext cx="808112" cy="923330"/>
            </a:xfrm>
            <a:prstGeom prst="rect">
              <a:avLst/>
            </a:prstGeom>
            <a:noFill/>
          </p:spPr>
          <p:txBody>
            <a:bodyPr wrap="square" rtlCol="0">
              <a:spAutoFit/>
            </a:bodyPr>
            <a:lstStyle/>
            <a:p>
              <a:r>
                <a:rPr lang="zh-CN" altLang="en-US" sz="5400" dirty="0">
                  <a:solidFill>
                    <a:srgbClr val="F6E6B0"/>
                  </a:solidFill>
                  <a:latin typeface="方正粗宋简体" panose="03000509000000000000" pitchFamily="65" charset="-122"/>
                  <a:ea typeface="方正粗宋简体" panose="03000509000000000000" pitchFamily="65" charset="-122"/>
                </a:rPr>
                <a:t>节</a:t>
              </a:r>
            </a:p>
          </p:txBody>
        </p:sp>
      </p:grpSp>
      <p:sp>
        <p:nvSpPr>
          <p:cNvPr id="15" name="TextBox 14"/>
          <p:cNvSpPr txBox="1"/>
          <p:nvPr/>
        </p:nvSpPr>
        <p:spPr>
          <a:xfrm>
            <a:off x="2179618" y="971324"/>
            <a:ext cx="2608406" cy="923330"/>
          </a:xfrm>
          <a:prstGeom prst="rect">
            <a:avLst/>
          </a:prstGeom>
          <a:noFill/>
        </p:spPr>
        <p:txBody>
          <a:bodyPr wrap="square" rtlCol="0">
            <a:spAutoFit/>
          </a:bodyPr>
          <a:lstStyle/>
          <a:p>
            <a:r>
              <a:rPr lang="zh-CN" altLang="en-US" sz="5400" dirty="0">
                <a:solidFill>
                  <a:srgbClr val="F6E6B0"/>
                </a:solidFill>
                <a:latin typeface="方正韵动中黑简体" panose="02000000000000000000" pitchFamily="2" charset="-122"/>
                <a:ea typeface="方正韵动中黑简体" panose="02000000000000000000" pitchFamily="2" charset="-122"/>
              </a:rPr>
              <a:t>五</a:t>
            </a:r>
            <a:r>
              <a:rPr lang="en-US" altLang="zh-CN" sz="5400" dirty="0">
                <a:solidFill>
                  <a:srgbClr val="F6E6B0"/>
                </a:solidFill>
                <a:latin typeface="方正韵动中黑简体" panose="02000000000000000000" pitchFamily="2" charset="-122"/>
                <a:ea typeface="方正韵动中黑简体" panose="02000000000000000000" pitchFamily="2" charset="-122"/>
              </a:rPr>
              <a:t>·</a:t>
            </a:r>
            <a:r>
              <a:rPr lang="zh-CN" altLang="en-US" sz="5400" dirty="0">
                <a:solidFill>
                  <a:srgbClr val="F6E6B0"/>
                </a:solidFill>
                <a:latin typeface="方正韵动中黑简体" panose="02000000000000000000" pitchFamily="2" charset="-122"/>
                <a:ea typeface="方正韵动中黑简体" panose="02000000000000000000" pitchFamily="2" charset="-122"/>
              </a:rPr>
              <a:t>四</a:t>
            </a:r>
          </a:p>
        </p:txBody>
      </p:sp>
      <p:sp>
        <p:nvSpPr>
          <p:cNvPr id="16" name="TextBox 15"/>
          <p:cNvSpPr txBox="1"/>
          <p:nvPr/>
        </p:nvSpPr>
        <p:spPr>
          <a:xfrm>
            <a:off x="2195736" y="1926000"/>
            <a:ext cx="2694206" cy="861774"/>
          </a:xfrm>
          <a:prstGeom prst="rect">
            <a:avLst/>
          </a:prstGeom>
          <a:noFill/>
        </p:spPr>
        <p:txBody>
          <a:bodyPr wrap="square" rtlCol="0">
            <a:spAutoFit/>
          </a:bodyPr>
          <a:lstStyle/>
          <a:p>
            <a:pPr>
              <a:lnSpc>
                <a:spcPts val="3000"/>
              </a:lnSpc>
            </a:pPr>
            <a:r>
              <a:rPr lang="zh-CN" altLang="en-US" sz="2400" dirty="0">
                <a:solidFill>
                  <a:srgbClr val="F6E6B0"/>
                </a:solidFill>
                <a:latin typeface="方正韵动中黑简体" panose="02000000000000000000" pitchFamily="2" charset="-122"/>
                <a:ea typeface="方正韵动中黑简体" panose="02000000000000000000" pitchFamily="2" charset="-122"/>
              </a:rPr>
              <a:t>年轻 拼搏 有为 </a:t>
            </a:r>
            <a:endParaRPr lang="en-US" altLang="zh-CN" sz="2400" dirty="0">
              <a:solidFill>
                <a:srgbClr val="F6E6B0"/>
              </a:solidFill>
              <a:latin typeface="方正韵动中黑简体" panose="02000000000000000000" pitchFamily="2" charset="-122"/>
              <a:ea typeface="方正韵动中黑简体" panose="02000000000000000000" pitchFamily="2" charset="-122"/>
            </a:endParaRPr>
          </a:p>
          <a:p>
            <a:pPr>
              <a:lnSpc>
                <a:spcPts val="3000"/>
              </a:lnSpc>
            </a:pPr>
            <a:r>
              <a:rPr lang="zh-CN" altLang="en-US" sz="2400" dirty="0">
                <a:solidFill>
                  <a:srgbClr val="F6E6B0"/>
                </a:solidFill>
                <a:latin typeface="方正韵动中黑简体" panose="02000000000000000000" pitchFamily="2" charset="-122"/>
                <a:ea typeface="方正韵动中黑简体" panose="02000000000000000000" pitchFamily="2" charset="-122"/>
              </a:rPr>
              <a:t>青春正能量</a:t>
            </a:r>
          </a:p>
        </p:txBody>
      </p:sp>
      <p:sp>
        <p:nvSpPr>
          <p:cNvPr id="17" name="TextBox 16"/>
          <p:cNvSpPr txBox="1"/>
          <p:nvPr/>
        </p:nvSpPr>
        <p:spPr>
          <a:xfrm>
            <a:off x="2209693" y="2821466"/>
            <a:ext cx="3005951" cy="369332"/>
          </a:xfrm>
          <a:prstGeom prst="rect">
            <a:avLst/>
          </a:prstGeom>
          <a:noFill/>
        </p:spPr>
        <p:txBody>
          <a:bodyPr wrap="none" rtlCol="0">
            <a:spAutoFit/>
          </a:bodyPr>
          <a:lstStyle/>
          <a:p>
            <a:r>
              <a:rPr lang="en-US" altLang="zh-CN" dirty="0">
                <a:solidFill>
                  <a:srgbClr val="F6E6B0"/>
                </a:solidFill>
              </a:rPr>
              <a:t>----------------------------------------</a:t>
            </a:r>
            <a:endParaRPr lang="zh-CN" altLang="en-US" dirty="0">
              <a:solidFill>
                <a:srgbClr val="F6E6B0"/>
              </a:solidFill>
            </a:endParaRPr>
          </a:p>
        </p:txBody>
      </p:sp>
      <p:sp>
        <p:nvSpPr>
          <p:cNvPr id="18" name="TextBox 17"/>
          <p:cNvSpPr txBox="1"/>
          <p:nvPr/>
        </p:nvSpPr>
        <p:spPr>
          <a:xfrm>
            <a:off x="2193409" y="3139199"/>
            <a:ext cx="2240280" cy="1245235"/>
          </a:xfrm>
          <a:prstGeom prst="rect">
            <a:avLst/>
          </a:prstGeom>
          <a:noFill/>
        </p:spPr>
        <p:txBody>
          <a:bodyPr wrap="none" rtlCol="0">
            <a:spAutoFit/>
          </a:bodyPr>
          <a:lstStyle/>
          <a:p>
            <a:pPr>
              <a:lnSpc>
                <a:spcPts val="3000"/>
              </a:lnSpc>
            </a:pPr>
            <a:r>
              <a:rPr lang="en-US" altLang="zh-CN" sz="2400" b="1" dirty="0">
                <a:solidFill>
                  <a:srgbClr val="F6E6B0"/>
                </a:solidFill>
                <a:latin typeface="方正细黑一简体" panose="02010601030101010101" pitchFamily="2" charset="-122"/>
                <a:ea typeface="方正细黑一简体" panose="02010601030101010101" pitchFamily="2" charset="-122"/>
              </a:rPr>
              <a:t>xxx</a:t>
            </a:r>
            <a:r>
              <a:rPr lang="zh-CN" altLang="en-US" sz="2400" b="1" dirty="0">
                <a:solidFill>
                  <a:srgbClr val="F6E6B0"/>
                </a:solidFill>
                <a:latin typeface="方正细黑一简体" panose="02010601030101010101" pitchFamily="2" charset="-122"/>
                <a:ea typeface="方正细黑一简体" panose="02010601030101010101" pitchFamily="2" charset="-122"/>
              </a:rPr>
              <a:t>共青团团课</a:t>
            </a:r>
            <a:endParaRPr lang="en-US" altLang="zh-CN" sz="2400" b="1" dirty="0">
              <a:solidFill>
                <a:srgbClr val="F6E6B0"/>
              </a:solidFill>
              <a:latin typeface="方正细黑一简体" panose="02010601030101010101" pitchFamily="2" charset="-122"/>
              <a:ea typeface="方正细黑一简体" panose="02010601030101010101" pitchFamily="2" charset="-122"/>
            </a:endParaRPr>
          </a:p>
          <a:p>
            <a:pPr>
              <a:lnSpc>
                <a:spcPts val="3000"/>
              </a:lnSpc>
            </a:pPr>
            <a:r>
              <a:rPr lang="zh-CN" altLang="en-US" dirty="0">
                <a:solidFill>
                  <a:srgbClr val="F6E6B0"/>
                </a:solidFill>
                <a:latin typeface="方正细黑一简体" panose="02010601030101010101" pitchFamily="2" charset="-122"/>
                <a:ea typeface="方正细黑一简体" panose="02010601030101010101" pitchFamily="2" charset="-122"/>
              </a:rPr>
              <a:t>日期：</a:t>
            </a:r>
            <a:r>
              <a:rPr lang="en-US" altLang="zh-CN" dirty="0">
                <a:solidFill>
                  <a:srgbClr val="F6E6B0"/>
                </a:solidFill>
                <a:latin typeface="方正细黑一简体" panose="02010601030101010101" pitchFamily="2" charset="-122"/>
                <a:ea typeface="方正细黑一简体" panose="02010601030101010101" pitchFamily="2" charset="-122"/>
              </a:rPr>
              <a:t>××</a:t>
            </a:r>
            <a:r>
              <a:rPr lang="zh-CN" altLang="en-US" dirty="0">
                <a:solidFill>
                  <a:srgbClr val="F6E6B0"/>
                </a:solidFill>
                <a:latin typeface="方正细黑一简体" panose="02010601030101010101" pitchFamily="2" charset="-122"/>
                <a:ea typeface="方正细黑一简体" panose="02010601030101010101" pitchFamily="2" charset="-122"/>
              </a:rPr>
              <a:t>月</a:t>
            </a:r>
            <a:r>
              <a:rPr lang="en-US" altLang="zh-CN" dirty="0">
                <a:solidFill>
                  <a:srgbClr val="F6E6B0"/>
                </a:solidFill>
                <a:latin typeface="方正细黑一简体" panose="02010601030101010101" pitchFamily="2" charset="-122"/>
                <a:ea typeface="方正细黑一简体" panose="02010601030101010101" pitchFamily="2" charset="-122"/>
              </a:rPr>
              <a:t>××</a:t>
            </a:r>
            <a:r>
              <a:rPr lang="zh-CN" altLang="en-US" dirty="0">
                <a:solidFill>
                  <a:srgbClr val="F6E6B0"/>
                </a:solidFill>
                <a:latin typeface="方正细黑一简体" panose="02010601030101010101" pitchFamily="2" charset="-122"/>
                <a:ea typeface="方正细黑一简体" panose="02010601030101010101" pitchFamily="2" charset="-122"/>
              </a:rPr>
              <a:t>日</a:t>
            </a:r>
            <a:endParaRPr lang="en-US" altLang="zh-CN" dirty="0">
              <a:solidFill>
                <a:srgbClr val="F6E6B0"/>
              </a:solidFill>
              <a:latin typeface="方正细黑一简体" panose="02010601030101010101" pitchFamily="2" charset="-122"/>
              <a:ea typeface="方正细黑一简体" panose="02010601030101010101" pitchFamily="2" charset="-122"/>
            </a:endParaRPr>
          </a:p>
          <a:p>
            <a:pPr>
              <a:lnSpc>
                <a:spcPts val="3000"/>
              </a:lnSpc>
            </a:pPr>
            <a:r>
              <a:rPr lang="zh-CN" altLang="en-US" dirty="0">
                <a:solidFill>
                  <a:srgbClr val="F6E6B0"/>
                </a:solidFill>
                <a:latin typeface="方正细黑一简体" panose="02010601030101010101" pitchFamily="2" charset="-122"/>
                <a:ea typeface="方正细黑一简体" panose="02010601030101010101" pitchFamily="2" charset="-122"/>
              </a:rPr>
              <a:t>主讲人：</a:t>
            </a:r>
            <a:r>
              <a:rPr lang="en-US" altLang="zh-CN" dirty="0">
                <a:solidFill>
                  <a:srgbClr val="F6E6B0"/>
                </a:solidFill>
                <a:latin typeface="方正细黑一简体" panose="02010601030101010101" pitchFamily="2" charset="-122"/>
                <a:ea typeface="方正细黑一简体" panose="02010601030101010101" pitchFamily="2" charset="-122"/>
              </a:rPr>
              <a:t>×××</a:t>
            </a:r>
            <a:endParaRPr lang="zh-CN" altLang="en-US" dirty="0">
              <a:solidFill>
                <a:srgbClr val="F6E6B0"/>
              </a:solidFill>
              <a:latin typeface="方正细黑一简体" panose="02010601030101010101" pitchFamily="2" charset="-122"/>
              <a:ea typeface="方正细黑一简体" panose="02010601030101010101" pitchFamily="2" charset="-122"/>
            </a:endParaRPr>
          </a:p>
        </p:txBody>
      </p:sp>
    </p:spTree>
  </p:cSld>
  <p:clrMapOvr>
    <a:masterClrMapping/>
  </p:clrMapOvr>
  <p:transition spd="slow" advTm="5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par>
                                <p:cTn id="12" presetID="16" presetClass="entr" presetSubtype="37" fill="hold"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barn(outVertical)">
                                      <p:cBhvr>
                                        <p:cTn id="14" dur="500"/>
                                        <p:tgtEl>
                                          <p:spTgt spid="8"/>
                                        </p:tgtEl>
                                      </p:cBhvr>
                                    </p:animEffect>
                                  </p:childTnLst>
                                </p:cTn>
                              </p:par>
                            </p:childTnLst>
                          </p:cTn>
                        </p:par>
                        <p:par>
                          <p:cTn id="15" fill="hold">
                            <p:stCondLst>
                              <p:cond delay="1500"/>
                            </p:stCondLst>
                            <p:childTnLst>
                              <p:par>
                                <p:cTn id="16" presetID="42" presetClass="entr" presetSubtype="0" fill="hold" nodeType="after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anim calcmode="lin" valueType="num">
                                      <p:cBhvr>
                                        <p:cTn id="19" dur="500" fill="hold"/>
                                        <p:tgtEl>
                                          <p:spTgt spid="21"/>
                                        </p:tgtEl>
                                        <p:attrNameLst>
                                          <p:attrName>ppt_x</p:attrName>
                                        </p:attrNameLst>
                                      </p:cBhvr>
                                      <p:tavLst>
                                        <p:tav tm="0">
                                          <p:val>
                                            <p:strVal val="#ppt_x"/>
                                          </p:val>
                                        </p:tav>
                                        <p:tav tm="100000">
                                          <p:val>
                                            <p:strVal val="#ppt_x"/>
                                          </p:val>
                                        </p:tav>
                                      </p:tavLst>
                                    </p:anim>
                                    <p:anim calcmode="lin" valueType="num">
                                      <p:cBhvr>
                                        <p:cTn id="20" dur="500" fill="hold"/>
                                        <p:tgtEl>
                                          <p:spTgt spid="21"/>
                                        </p:tgtEl>
                                        <p:attrNameLst>
                                          <p:attrName>ppt_y</p:attrName>
                                        </p:attrNameLst>
                                      </p:cBhvr>
                                      <p:tavLst>
                                        <p:tav tm="0">
                                          <p:val>
                                            <p:strVal val="#ppt_y+.1"/>
                                          </p:val>
                                        </p:tav>
                                        <p:tav tm="100000">
                                          <p:val>
                                            <p:strVal val="#ppt_y"/>
                                          </p:val>
                                        </p:tav>
                                      </p:tavLst>
                                    </p:anim>
                                  </p:childTnLst>
                                </p:cTn>
                              </p:par>
                              <p:par>
                                <p:cTn id="21" presetID="10"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par>
                          <p:cTn id="27" fill="hold">
                            <p:stCondLst>
                              <p:cond delay="2000"/>
                            </p:stCondLst>
                            <p:childTnLst>
                              <p:par>
                                <p:cTn id="28" presetID="10" presetClass="entr" presetSubtype="0" fill="hold" grpId="0"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par>
                                <p:cTn id="31" presetID="47"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anim calcmode="lin" valueType="num">
                                      <p:cBhvr>
                                        <p:cTn id="34" dur="500" fill="hold"/>
                                        <p:tgtEl>
                                          <p:spTgt spid="17"/>
                                        </p:tgtEl>
                                        <p:attrNameLst>
                                          <p:attrName>ppt_x</p:attrName>
                                        </p:attrNameLst>
                                      </p:cBhvr>
                                      <p:tavLst>
                                        <p:tav tm="0">
                                          <p:val>
                                            <p:strVal val="#ppt_x"/>
                                          </p:val>
                                        </p:tav>
                                        <p:tav tm="100000">
                                          <p:val>
                                            <p:strVal val="#ppt_x"/>
                                          </p:val>
                                        </p:tav>
                                      </p:tavLst>
                                    </p:anim>
                                    <p:anim calcmode="lin" valueType="num">
                                      <p:cBhvr>
                                        <p:cTn id="35" dur="500" fill="hold"/>
                                        <p:tgtEl>
                                          <p:spTgt spid="17"/>
                                        </p:tgtEl>
                                        <p:attrNameLst>
                                          <p:attrName>ppt_y</p:attrName>
                                        </p:attrNameLst>
                                      </p:cBhvr>
                                      <p:tavLst>
                                        <p:tav tm="0">
                                          <p:val>
                                            <p:strVal val="#ppt_y-.1"/>
                                          </p:val>
                                        </p:tav>
                                        <p:tav tm="100000">
                                          <p:val>
                                            <p:strVal val="#ppt_y"/>
                                          </p:val>
                                        </p:tav>
                                      </p:tavLst>
                                    </p:anim>
                                  </p:childTnLst>
                                </p:cTn>
                              </p:par>
                            </p:childTnLst>
                          </p:cTn>
                        </p:par>
                        <p:par>
                          <p:cTn id="36" fill="hold">
                            <p:stCondLst>
                              <p:cond delay="2500"/>
                            </p:stCondLst>
                            <p:childTnLst>
                              <p:par>
                                <p:cTn id="37" presetID="10" presetClass="entr" presetSubtype="0" fill="hold" grpId="0" nodeType="after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5" grpId="0"/>
      <p:bldP spid="16" grpId="0"/>
      <p:bldP spid="17"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5536" y="483518"/>
            <a:ext cx="8208912" cy="4248472"/>
          </a:xfrm>
          <a:prstGeom prst="rect">
            <a:avLst/>
          </a:prstGeom>
          <a:solidFill>
            <a:srgbClr val="D433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l="32484" t="6601" r="32205" b="84197"/>
          <a:stretch>
            <a:fillRect/>
          </a:stretch>
        </p:blipFill>
        <p:spPr>
          <a:xfrm>
            <a:off x="2899792" y="267494"/>
            <a:ext cx="3328392" cy="488351"/>
          </a:xfrm>
          <a:prstGeom prst="rect">
            <a:avLst/>
          </a:prstGeom>
        </p:spPr>
      </p:pic>
      <p:grpSp>
        <p:nvGrpSpPr>
          <p:cNvPr id="5" name="组合 4"/>
          <p:cNvGrpSpPr/>
          <p:nvPr/>
        </p:nvGrpSpPr>
        <p:grpSpPr>
          <a:xfrm>
            <a:off x="236612" y="339502"/>
            <a:ext cx="8670776" cy="4594860"/>
            <a:chOff x="236612" y="339502"/>
            <a:chExt cx="8670776" cy="4594860"/>
          </a:xfrm>
        </p:grpSpPr>
        <p:pic>
          <p:nvPicPr>
            <p:cNvPr id="6" name="图片 5"/>
            <p:cNvPicPr>
              <a:picLocks noChangeAspect="1"/>
            </p:cNvPicPr>
            <p:nvPr/>
          </p:nvPicPr>
          <p:blipFill rotWithShape="1">
            <a:blip r:embed="rId4" cstate="print">
              <a:extLst>
                <a:ext uri="{28A0092B-C50C-407E-A947-70E740481C1C}">
                  <a14:useLocalDpi xmlns:a14="http://schemas.microsoft.com/office/drawing/2010/main" val="0"/>
                </a:ext>
              </a:extLst>
            </a:blip>
            <a:srcRect l="2958" t="7556" r="67104" b="3111"/>
            <a:stretch>
              <a:fillRect/>
            </a:stretch>
          </p:blipFill>
          <p:spPr>
            <a:xfrm>
              <a:off x="236612" y="339502"/>
              <a:ext cx="2735188" cy="4594860"/>
            </a:xfrm>
            <a:prstGeom prst="rect">
              <a:avLst/>
            </a:prstGeom>
          </p:spPr>
        </p:pic>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l="11108" t="7556" r="58258" b="3111"/>
            <a:stretch>
              <a:fillRect/>
            </a:stretch>
          </p:blipFill>
          <p:spPr>
            <a:xfrm>
              <a:off x="6108700" y="339502"/>
              <a:ext cx="2798688" cy="4594860"/>
            </a:xfrm>
            <a:prstGeom prst="rect">
              <a:avLst/>
            </a:prstGeom>
          </p:spPr>
        </p:pic>
        <p:sp>
          <p:nvSpPr>
            <p:cNvPr id="8" name="矩形 7"/>
            <p:cNvSpPr/>
            <p:nvPr/>
          </p:nvSpPr>
          <p:spPr>
            <a:xfrm>
              <a:off x="2971800" y="4718228"/>
              <a:ext cx="3136900" cy="45719"/>
            </a:xfrm>
            <a:prstGeom prst="rect">
              <a:avLst/>
            </a:prstGeom>
            <a:solidFill>
              <a:srgbClr val="2E4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8"/>
          <p:cNvGrpSpPr/>
          <p:nvPr/>
        </p:nvGrpSpPr>
        <p:grpSpPr>
          <a:xfrm>
            <a:off x="3235631" y="978981"/>
            <a:ext cx="1371648" cy="2240841"/>
            <a:chOff x="752080" y="991189"/>
            <a:chExt cx="1371648" cy="2240841"/>
          </a:xfrm>
        </p:grpSpPr>
        <p:pic>
          <p:nvPicPr>
            <p:cNvPr id="10" name="图片 9"/>
            <p:cNvPicPr>
              <a:picLocks noChangeAspect="1"/>
            </p:cNvPicPr>
            <p:nvPr/>
          </p:nvPicPr>
          <p:blipFill rotWithShape="1">
            <a:blip r:embed="rId5" cstate="print">
              <a:extLst>
                <a:ext uri="{28A0092B-C50C-407E-A947-70E740481C1C}">
                  <a14:useLocalDpi xmlns:a14="http://schemas.microsoft.com/office/drawing/2010/main" val="0"/>
                </a:ext>
              </a:extLst>
            </a:blip>
            <a:srcRect l="8978" t="22607" r="76689" b="35800"/>
            <a:stretch>
              <a:fillRect/>
            </a:stretch>
          </p:blipFill>
          <p:spPr>
            <a:xfrm>
              <a:off x="752080" y="991189"/>
              <a:ext cx="1371648" cy="2240841"/>
            </a:xfrm>
            <a:prstGeom prst="rect">
              <a:avLst/>
            </a:prstGeom>
          </p:spPr>
        </p:pic>
        <p:sp>
          <p:nvSpPr>
            <p:cNvPr id="11" name="TextBox 10"/>
            <p:cNvSpPr txBox="1"/>
            <p:nvPr/>
          </p:nvSpPr>
          <p:spPr>
            <a:xfrm>
              <a:off x="1027584" y="1246582"/>
              <a:ext cx="808112" cy="923330"/>
            </a:xfrm>
            <a:prstGeom prst="rect">
              <a:avLst/>
            </a:prstGeom>
            <a:noFill/>
          </p:spPr>
          <p:txBody>
            <a:bodyPr wrap="square" rtlCol="0">
              <a:spAutoFit/>
            </a:bodyPr>
            <a:lstStyle/>
            <a:p>
              <a:r>
                <a:rPr lang="zh-CN" altLang="en-US" sz="5400" dirty="0">
                  <a:solidFill>
                    <a:srgbClr val="F6E6B0"/>
                  </a:solidFill>
                  <a:latin typeface="方正粗宋简体" panose="03000509000000000000" pitchFamily="65" charset="-122"/>
                  <a:ea typeface="方正粗宋简体" panose="03000509000000000000" pitchFamily="65" charset="-122"/>
                </a:rPr>
                <a:t>目</a:t>
              </a:r>
            </a:p>
          </p:txBody>
        </p:sp>
        <p:sp>
          <p:nvSpPr>
            <p:cNvPr id="12" name="TextBox 11"/>
            <p:cNvSpPr txBox="1"/>
            <p:nvPr/>
          </p:nvSpPr>
          <p:spPr>
            <a:xfrm>
              <a:off x="1027584" y="2267468"/>
              <a:ext cx="808112" cy="923330"/>
            </a:xfrm>
            <a:prstGeom prst="rect">
              <a:avLst/>
            </a:prstGeom>
            <a:noFill/>
          </p:spPr>
          <p:txBody>
            <a:bodyPr wrap="square" rtlCol="0">
              <a:spAutoFit/>
            </a:bodyPr>
            <a:lstStyle/>
            <a:p>
              <a:r>
                <a:rPr lang="zh-CN" altLang="en-US" sz="5400" dirty="0">
                  <a:solidFill>
                    <a:srgbClr val="F6E6B0"/>
                  </a:solidFill>
                  <a:latin typeface="方正粗宋简体" panose="03000509000000000000" pitchFamily="65" charset="-122"/>
                  <a:ea typeface="方正粗宋简体" panose="03000509000000000000" pitchFamily="65" charset="-122"/>
                </a:rPr>
                <a:t>录</a:t>
              </a:r>
            </a:p>
          </p:txBody>
        </p:sp>
      </p:grpSp>
      <p:grpSp>
        <p:nvGrpSpPr>
          <p:cNvPr id="19" name="组合 18"/>
          <p:cNvGrpSpPr/>
          <p:nvPr/>
        </p:nvGrpSpPr>
        <p:grpSpPr>
          <a:xfrm>
            <a:off x="5076056" y="1085236"/>
            <a:ext cx="3036864" cy="467051"/>
            <a:chOff x="2861190" y="1590702"/>
            <a:chExt cx="3036864" cy="467051"/>
          </a:xfrm>
        </p:grpSpPr>
        <p:sp>
          <p:nvSpPr>
            <p:cNvPr id="15" name="TextBox 14"/>
            <p:cNvSpPr txBox="1"/>
            <p:nvPr/>
          </p:nvSpPr>
          <p:spPr>
            <a:xfrm>
              <a:off x="3203848" y="1590702"/>
              <a:ext cx="2694206" cy="467051"/>
            </a:xfrm>
            <a:prstGeom prst="rect">
              <a:avLst/>
            </a:prstGeom>
            <a:noFill/>
          </p:spPr>
          <p:txBody>
            <a:bodyPr wrap="square" rtlCol="0">
              <a:spAutoFit/>
            </a:bodyPr>
            <a:lstStyle/>
            <a:p>
              <a:pPr>
                <a:lnSpc>
                  <a:spcPts val="3000"/>
                </a:lnSpc>
              </a:pPr>
              <a:r>
                <a:rPr lang="zh-CN" altLang="en-US" sz="2400" dirty="0">
                  <a:solidFill>
                    <a:srgbClr val="F6E6B0"/>
                  </a:solidFill>
                  <a:latin typeface="方正韵动中黑简体" panose="02000000000000000000" pitchFamily="2" charset="-122"/>
                  <a:ea typeface="方正韵动中黑简体" panose="02000000000000000000" pitchFamily="2" charset="-122"/>
                </a:rPr>
                <a:t>五四青年节的背景</a:t>
              </a:r>
            </a:p>
          </p:txBody>
        </p:sp>
        <p:sp>
          <p:nvSpPr>
            <p:cNvPr id="18" name="五角星 17"/>
            <p:cNvSpPr/>
            <p:nvPr/>
          </p:nvSpPr>
          <p:spPr>
            <a:xfrm>
              <a:off x="2861190" y="1635646"/>
              <a:ext cx="286506" cy="286506"/>
            </a:xfrm>
            <a:prstGeom prst="star5">
              <a:avLst/>
            </a:prstGeom>
            <a:solidFill>
              <a:srgbClr val="F6E6B0"/>
            </a:solidFill>
            <a:ln>
              <a:solidFill>
                <a:srgbClr val="F6E6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grpSp>
        <p:nvGrpSpPr>
          <p:cNvPr id="20" name="组合 19"/>
          <p:cNvGrpSpPr/>
          <p:nvPr/>
        </p:nvGrpSpPr>
        <p:grpSpPr>
          <a:xfrm>
            <a:off x="5076056" y="1743249"/>
            <a:ext cx="3036864" cy="467051"/>
            <a:chOff x="2861190" y="1590702"/>
            <a:chExt cx="3036864" cy="467051"/>
          </a:xfrm>
        </p:grpSpPr>
        <p:sp>
          <p:nvSpPr>
            <p:cNvPr id="21" name="TextBox 20"/>
            <p:cNvSpPr txBox="1"/>
            <p:nvPr/>
          </p:nvSpPr>
          <p:spPr>
            <a:xfrm>
              <a:off x="3203848" y="1590702"/>
              <a:ext cx="2694206" cy="467051"/>
            </a:xfrm>
            <a:prstGeom prst="rect">
              <a:avLst/>
            </a:prstGeom>
            <a:noFill/>
          </p:spPr>
          <p:txBody>
            <a:bodyPr wrap="square" rtlCol="0">
              <a:spAutoFit/>
            </a:bodyPr>
            <a:lstStyle/>
            <a:p>
              <a:pPr>
                <a:lnSpc>
                  <a:spcPts val="3000"/>
                </a:lnSpc>
              </a:pPr>
              <a:r>
                <a:rPr lang="zh-CN" altLang="en-US" sz="2400" dirty="0">
                  <a:solidFill>
                    <a:srgbClr val="F6E6B0"/>
                  </a:solidFill>
                  <a:latin typeface="方正韵动中黑简体" panose="02000000000000000000" pitchFamily="2" charset="-122"/>
                  <a:ea typeface="方正韵动中黑简体" panose="02000000000000000000" pitchFamily="2" charset="-122"/>
                </a:rPr>
                <a:t>五四青年节的意义</a:t>
              </a:r>
            </a:p>
          </p:txBody>
        </p:sp>
        <p:sp>
          <p:nvSpPr>
            <p:cNvPr id="22" name="五角星 21"/>
            <p:cNvSpPr/>
            <p:nvPr/>
          </p:nvSpPr>
          <p:spPr>
            <a:xfrm>
              <a:off x="2861190" y="1635646"/>
              <a:ext cx="286506" cy="286506"/>
            </a:xfrm>
            <a:prstGeom prst="star5">
              <a:avLst/>
            </a:prstGeom>
            <a:solidFill>
              <a:srgbClr val="F6E6B0"/>
            </a:solidFill>
            <a:ln>
              <a:solidFill>
                <a:srgbClr val="F6E6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grpSp>
        <p:nvGrpSpPr>
          <p:cNvPr id="23" name="组合 22"/>
          <p:cNvGrpSpPr/>
          <p:nvPr/>
        </p:nvGrpSpPr>
        <p:grpSpPr>
          <a:xfrm>
            <a:off x="5076056" y="2355726"/>
            <a:ext cx="3036864" cy="477054"/>
            <a:chOff x="2861190" y="1590702"/>
            <a:chExt cx="3036864" cy="477054"/>
          </a:xfrm>
        </p:grpSpPr>
        <p:sp>
          <p:nvSpPr>
            <p:cNvPr id="24" name="TextBox 23"/>
            <p:cNvSpPr txBox="1"/>
            <p:nvPr/>
          </p:nvSpPr>
          <p:spPr>
            <a:xfrm>
              <a:off x="3203848" y="1590702"/>
              <a:ext cx="2694206" cy="477054"/>
            </a:xfrm>
            <a:prstGeom prst="rect">
              <a:avLst/>
            </a:prstGeom>
            <a:noFill/>
          </p:spPr>
          <p:txBody>
            <a:bodyPr wrap="square" rtlCol="0">
              <a:spAutoFit/>
            </a:bodyPr>
            <a:lstStyle/>
            <a:p>
              <a:pPr>
                <a:lnSpc>
                  <a:spcPts val="3000"/>
                </a:lnSpc>
              </a:pPr>
              <a:r>
                <a:rPr lang="zh-CN" altLang="en-US" sz="2400" dirty="0">
                  <a:solidFill>
                    <a:srgbClr val="F6E6B0"/>
                  </a:solidFill>
                  <a:latin typeface="方正韵动中黑简体" panose="02000000000000000000" pitchFamily="2" charset="-122"/>
                  <a:ea typeface="方正韵动中黑简体" panose="02000000000000000000" pitchFamily="2" charset="-122"/>
                </a:rPr>
                <a:t>青春正能量</a:t>
              </a:r>
            </a:p>
          </p:txBody>
        </p:sp>
        <p:sp>
          <p:nvSpPr>
            <p:cNvPr id="25" name="五角星 24"/>
            <p:cNvSpPr/>
            <p:nvPr/>
          </p:nvSpPr>
          <p:spPr>
            <a:xfrm>
              <a:off x="2861190" y="1635646"/>
              <a:ext cx="286506" cy="286506"/>
            </a:xfrm>
            <a:prstGeom prst="star5">
              <a:avLst/>
            </a:prstGeom>
            <a:solidFill>
              <a:srgbClr val="F6E6B0"/>
            </a:solidFill>
            <a:ln>
              <a:solidFill>
                <a:srgbClr val="F6E6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grpSp>
        <p:nvGrpSpPr>
          <p:cNvPr id="29" name="组合 28"/>
          <p:cNvGrpSpPr/>
          <p:nvPr/>
        </p:nvGrpSpPr>
        <p:grpSpPr>
          <a:xfrm>
            <a:off x="5073475" y="2993406"/>
            <a:ext cx="3036864" cy="477054"/>
            <a:chOff x="2861190" y="1590702"/>
            <a:chExt cx="3036864" cy="477054"/>
          </a:xfrm>
        </p:grpSpPr>
        <p:sp>
          <p:nvSpPr>
            <p:cNvPr id="30" name="TextBox 29"/>
            <p:cNvSpPr txBox="1"/>
            <p:nvPr/>
          </p:nvSpPr>
          <p:spPr>
            <a:xfrm>
              <a:off x="3203848" y="1590702"/>
              <a:ext cx="2694206" cy="477054"/>
            </a:xfrm>
            <a:prstGeom prst="rect">
              <a:avLst/>
            </a:prstGeom>
            <a:noFill/>
          </p:spPr>
          <p:txBody>
            <a:bodyPr wrap="square" rtlCol="0">
              <a:spAutoFit/>
            </a:bodyPr>
            <a:lstStyle/>
            <a:p>
              <a:pPr>
                <a:lnSpc>
                  <a:spcPts val="3000"/>
                </a:lnSpc>
              </a:pPr>
              <a:r>
                <a:rPr lang="zh-CN" altLang="en-US" sz="2400" dirty="0">
                  <a:solidFill>
                    <a:srgbClr val="F6E6B0"/>
                  </a:solidFill>
                  <a:latin typeface="方正韵动中黑简体" panose="02000000000000000000" pitchFamily="2" charset="-122"/>
                  <a:ea typeface="方正韵动中黑简体" panose="02000000000000000000" pitchFamily="2" charset="-122"/>
                </a:rPr>
                <a:t>大学生现状</a:t>
              </a:r>
            </a:p>
          </p:txBody>
        </p:sp>
        <p:sp>
          <p:nvSpPr>
            <p:cNvPr id="31" name="五角星 30"/>
            <p:cNvSpPr/>
            <p:nvPr/>
          </p:nvSpPr>
          <p:spPr>
            <a:xfrm>
              <a:off x="2861190" y="1635646"/>
              <a:ext cx="286506" cy="286506"/>
            </a:xfrm>
            <a:prstGeom prst="star5">
              <a:avLst/>
            </a:prstGeom>
            <a:solidFill>
              <a:srgbClr val="F6E6B0"/>
            </a:solidFill>
            <a:ln>
              <a:solidFill>
                <a:srgbClr val="F6E6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grpSp>
        <p:nvGrpSpPr>
          <p:cNvPr id="32" name="组合 31"/>
          <p:cNvGrpSpPr/>
          <p:nvPr/>
        </p:nvGrpSpPr>
        <p:grpSpPr>
          <a:xfrm>
            <a:off x="5076056" y="3651870"/>
            <a:ext cx="3036864" cy="477054"/>
            <a:chOff x="2861190" y="1590702"/>
            <a:chExt cx="3036864" cy="477054"/>
          </a:xfrm>
        </p:grpSpPr>
        <p:sp>
          <p:nvSpPr>
            <p:cNvPr id="33" name="TextBox 32"/>
            <p:cNvSpPr txBox="1"/>
            <p:nvPr/>
          </p:nvSpPr>
          <p:spPr>
            <a:xfrm>
              <a:off x="3203848" y="1590702"/>
              <a:ext cx="2694206" cy="477054"/>
            </a:xfrm>
            <a:prstGeom prst="rect">
              <a:avLst/>
            </a:prstGeom>
            <a:noFill/>
          </p:spPr>
          <p:txBody>
            <a:bodyPr wrap="square" rtlCol="0">
              <a:spAutoFit/>
            </a:bodyPr>
            <a:lstStyle/>
            <a:p>
              <a:pPr>
                <a:lnSpc>
                  <a:spcPts val="3000"/>
                </a:lnSpc>
              </a:pPr>
              <a:r>
                <a:rPr lang="zh-CN" altLang="en-US" sz="2400" dirty="0">
                  <a:solidFill>
                    <a:srgbClr val="F6E6B0"/>
                  </a:solidFill>
                  <a:latin typeface="方正韵动中黑简体" panose="02000000000000000000" pitchFamily="2" charset="-122"/>
                  <a:ea typeface="方正韵动中黑简体" panose="02000000000000000000" pitchFamily="2" charset="-122"/>
                </a:rPr>
                <a:t>你的规划</a:t>
              </a:r>
            </a:p>
          </p:txBody>
        </p:sp>
        <p:sp>
          <p:nvSpPr>
            <p:cNvPr id="34" name="五角星 33"/>
            <p:cNvSpPr/>
            <p:nvPr/>
          </p:nvSpPr>
          <p:spPr>
            <a:xfrm>
              <a:off x="2861190" y="1635646"/>
              <a:ext cx="286506" cy="286506"/>
            </a:xfrm>
            <a:prstGeom prst="star5">
              <a:avLst/>
            </a:prstGeom>
            <a:solidFill>
              <a:srgbClr val="F6E6B0"/>
            </a:solidFill>
            <a:ln>
              <a:solidFill>
                <a:srgbClr val="F6E6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pic>
        <p:nvPicPr>
          <p:cNvPr id="40" name="图片 3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323528" y="1124470"/>
            <a:ext cx="3456384" cy="382354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par>
                          <p:cTn id="18" fill="hold">
                            <p:stCondLst>
                              <p:cond delay="1500"/>
                            </p:stCondLst>
                            <p:childTnLst>
                              <p:par>
                                <p:cTn id="19" presetID="10" presetClass="entr" presetSubtype="0" fill="hold" nodeType="after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00"/>
                                        <p:tgtEl>
                                          <p:spTgt spid="23"/>
                                        </p:tgtEl>
                                      </p:cBhvr>
                                    </p:animEffect>
                                  </p:childTnLst>
                                </p:cTn>
                              </p:par>
                            </p:childTnLst>
                          </p:cTn>
                        </p:par>
                        <p:par>
                          <p:cTn id="22" fill="hold">
                            <p:stCondLst>
                              <p:cond delay="2000"/>
                            </p:stCondLst>
                            <p:childTnLst>
                              <p:par>
                                <p:cTn id="23" presetID="10" presetClass="entr" presetSubtype="0" fill="hold" nodeType="after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childTnLst>
                                </p:cTn>
                              </p:par>
                            </p:childTnLst>
                          </p:cTn>
                        </p:par>
                        <p:par>
                          <p:cTn id="26" fill="hold">
                            <p:stCondLst>
                              <p:cond delay="2500"/>
                            </p:stCondLst>
                            <p:childTnLst>
                              <p:par>
                                <p:cTn id="27" presetID="10" presetClass="entr" presetSubtype="0" fill="hold" nodeType="after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5536" y="483518"/>
            <a:ext cx="8208912" cy="4248472"/>
          </a:xfrm>
          <a:prstGeom prst="rect">
            <a:avLst/>
          </a:prstGeom>
          <a:solidFill>
            <a:srgbClr val="D433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l="32484" t="6601" r="32205" b="84197"/>
          <a:stretch>
            <a:fillRect/>
          </a:stretch>
        </p:blipFill>
        <p:spPr>
          <a:xfrm>
            <a:off x="2899792" y="267494"/>
            <a:ext cx="3328392" cy="488351"/>
          </a:xfrm>
          <a:prstGeom prst="rect">
            <a:avLst/>
          </a:prstGeom>
        </p:spPr>
      </p:pic>
      <p:grpSp>
        <p:nvGrpSpPr>
          <p:cNvPr id="5" name="组合 4"/>
          <p:cNvGrpSpPr/>
          <p:nvPr/>
        </p:nvGrpSpPr>
        <p:grpSpPr>
          <a:xfrm>
            <a:off x="236612" y="339502"/>
            <a:ext cx="8670776" cy="4594860"/>
            <a:chOff x="236612" y="339502"/>
            <a:chExt cx="8670776" cy="4594860"/>
          </a:xfrm>
        </p:grpSpPr>
        <p:pic>
          <p:nvPicPr>
            <p:cNvPr id="6" name="图片 5"/>
            <p:cNvPicPr>
              <a:picLocks noChangeAspect="1"/>
            </p:cNvPicPr>
            <p:nvPr/>
          </p:nvPicPr>
          <p:blipFill rotWithShape="1">
            <a:blip r:embed="rId4" cstate="print">
              <a:extLst>
                <a:ext uri="{28A0092B-C50C-407E-A947-70E740481C1C}">
                  <a14:useLocalDpi xmlns:a14="http://schemas.microsoft.com/office/drawing/2010/main" val="0"/>
                </a:ext>
              </a:extLst>
            </a:blip>
            <a:srcRect l="2958" t="7556" r="67104" b="3111"/>
            <a:stretch>
              <a:fillRect/>
            </a:stretch>
          </p:blipFill>
          <p:spPr>
            <a:xfrm>
              <a:off x="236612" y="339502"/>
              <a:ext cx="2735188" cy="4594860"/>
            </a:xfrm>
            <a:prstGeom prst="rect">
              <a:avLst/>
            </a:prstGeom>
          </p:spPr>
        </p:pic>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l="11108" t="7556" r="58258" b="3111"/>
            <a:stretch>
              <a:fillRect/>
            </a:stretch>
          </p:blipFill>
          <p:spPr>
            <a:xfrm>
              <a:off x="6108700" y="339502"/>
              <a:ext cx="2798688" cy="4594860"/>
            </a:xfrm>
            <a:prstGeom prst="rect">
              <a:avLst/>
            </a:prstGeom>
          </p:spPr>
        </p:pic>
        <p:sp>
          <p:nvSpPr>
            <p:cNvPr id="8" name="矩形 7"/>
            <p:cNvSpPr/>
            <p:nvPr/>
          </p:nvSpPr>
          <p:spPr>
            <a:xfrm>
              <a:off x="2971800" y="4718228"/>
              <a:ext cx="3136900" cy="45719"/>
            </a:xfrm>
            <a:prstGeom prst="rect">
              <a:avLst/>
            </a:prstGeom>
            <a:solidFill>
              <a:srgbClr val="2E4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p:cNvGrpSpPr/>
          <p:nvPr/>
        </p:nvGrpSpPr>
        <p:grpSpPr>
          <a:xfrm>
            <a:off x="1043608" y="1900701"/>
            <a:ext cx="6849310" cy="1103097"/>
            <a:chOff x="1248368" y="1885925"/>
            <a:chExt cx="8516801" cy="1371650"/>
          </a:xfrm>
        </p:grpSpPr>
        <p:pic>
          <p:nvPicPr>
            <p:cNvPr id="10" name="图片 9"/>
            <p:cNvPicPr>
              <a:picLocks noChangeAspect="1"/>
            </p:cNvPicPr>
            <p:nvPr/>
          </p:nvPicPr>
          <p:blipFill rotWithShape="1">
            <a:blip r:embed="rId5" cstate="print">
              <a:extLst>
                <a:ext uri="{28A0092B-C50C-407E-A947-70E740481C1C}">
                  <a14:useLocalDpi xmlns:a14="http://schemas.microsoft.com/office/drawing/2010/main" val="0"/>
                </a:ext>
              </a:extLst>
            </a:blip>
            <a:srcRect l="8978" t="22607" r="76689" b="35800"/>
            <a:stretch>
              <a:fillRect/>
            </a:stretch>
          </p:blipFill>
          <p:spPr>
            <a:xfrm rot="16200000">
              <a:off x="1682965" y="1451329"/>
              <a:ext cx="1371648" cy="2240841"/>
            </a:xfrm>
            <a:prstGeom prst="rect">
              <a:avLst/>
            </a:prstGeom>
          </p:spPr>
        </p:pic>
        <p:pic>
          <p:nvPicPr>
            <p:cNvPr id="28" name="图片 27"/>
            <p:cNvPicPr>
              <a:picLocks noChangeAspect="1"/>
            </p:cNvPicPr>
            <p:nvPr/>
          </p:nvPicPr>
          <p:blipFill rotWithShape="1">
            <a:blip r:embed="rId5" cstate="print">
              <a:extLst>
                <a:ext uri="{28A0092B-C50C-407E-A947-70E740481C1C}">
                  <a14:useLocalDpi xmlns:a14="http://schemas.microsoft.com/office/drawing/2010/main" val="0"/>
                </a:ext>
              </a:extLst>
            </a:blip>
            <a:srcRect l="8978" t="22607" r="76689" b="35800"/>
            <a:stretch>
              <a:fillRect/>
            </a:stretch>
          </p:blipFill>
          <p:spPr>
            <a:xfrm rot="16200000">
              <a:off x="3773867" y="1451328"/>
              <a:ext cx="1371648" cy="2240841"/>
            </a:xfrm>
            <a:prstGeom prst="rect">
              <a:avLst/>
            </a:prstGeom>
          </p:spPr>
        </p:pic>
        <p:pic>
          <p:nvPicPr>
            <p:cNvPr id="35" name="图片 34"/>
            <p:cNvPicPr>
              <a:picLocks noChangeAspect="1"/>
            </p:cNvPicPr>
            <p:nvPr/>
          </p:nvPicPr>
          <p:blipFill rotWithShape="1">
            <a:blip r:embed="rId5" cstate="print">
              <a:extLst>
                <a:ext uri="{28A0092B-C50C-407E-A947-70E740481C1C}">
                  <a14:useLocalDpi xmlns:a14="http://schemas.microsoft.com/office/drawing/2010/main" val="0"/>
                </a:ext>
              </a:extLst>
            </a:blip>
            <a:srcRect l="8978" t="22607" r="76689" b="35800"/>
            <a:stretch>
              <a:fillRect/>
            </a:stretch>
          </p:blipFill>
          <p:spPr>
            <a:xfrm rot="16200000">
              <a:off x="5870692" y="1451330"/>
              <a:ext cx="1371648" cy="2240841"/>
            </a:xfrm>
            <a:prstGeom prst="rect">
              <a:avLst/>
            </a:prstGeom>
          </p:spPr>
        </p:pic>
        <p:pic>
          <p:nvPicPr>
            <p:cNvPr id="36" name="图片 35"/>
            <p:cNvPicPr>
              <a:picLocks noChangeAspect="1"/>
            </p:cNvPicPr>
            <p:nvPr/>
          </p:nvPicPr>
          <p:blipFill rotWithShape="1">
            <a:blip r:embed="rId5" cstate="print">
              <a:extLst>
                <a:ext uri="{28A0092B-C50C-407E-A947-70E740481C1C}">
                  <a14:useLocalDpi xmlns:a14="http://schemas.microsoft.com/office/drawing/2010/main" val="0"/>
                </a:ext>
              </a:extLst>
            </a:blip>
            <a:srcRect l="8978" t="22607" r="76689" b="35800"/>
            <a:stretch>
              <a:fillRect/>
            </a:stretch>
          </p:blipFill>
          <p:spPr>
            <a:xfrm rot="16200000">
              <a:off x="7958925" y="1451330"/>
              <a:ext cx="1371648" cy="2240841"/>
            </a:xfrm>
            <a:prstGeom prst="rect">
              <a:avLst/>
            </a:prstGeom>
          </p:spPr>
        </p:pic>
      </p:grpSp>
      <p:grpSp>
        <p:nvGrpSpPr>
          <p:cNvPr id="13" name="组合 12"/>
          <p:cNvGrpSpPr/>
          <p:nvPr/>
        </p:nvGrpSpPr>
        <p:grpSpPr>
          <a:xfrm>
            <a:off x="1200150" y="2065659"/>
            <a:ext cx="6636643" cy="794123"/>
            <a:chOff x="1200150" y="2162347"/>
            <a:chExt cx="6636643" cy="794123"/>
          </a:xfrm>
        </p:grpSpPr>
        <p:sp>
          <p:nvSpPr>
            <p:cNvPr id="11" name="TextBox 10"/>
            <p:cNvSpPr txBox="1"/>
            <p:nvPr/>
          </p:nvSpPr>
          <p:spPr>
            <a:xfrm>
              <a:off x="1200150" y="2162348"/>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五</a:t>
              </a:r>
            </a:p>
          </p:txBody>
        </p:sp>
        <p:sp>
          <p:nvSpPr>
            <p:cNvPr id="37" name="TextBox 36"/>
            <p:cNvSpPr txBox="1"/>
            <p:nvPr/>
          </p:nvSpPr>
          <p:spPr>
            <a:xfrm>
              <a:off x="2046506" y="2162347"/>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四</a:t>
              </a:r>
            </a:p>
          </p:txBody>
        </p:sp>
        <p:sp>
          <p:nvSpPr>
            <p:cNvPr id="38" name="TextBox 37"/>
            <p:cNvSpPr txBox="1"/>
            <p:nvPr/>
          </p:nvSpPr>
          <p:spPr>
            <a:xfrm>
              <a:off x="2891383" y="2187029"/>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青</a:t>
              </a:r>
            </a:p>
          </p:txBody>
        </p:sp>
        <p:sp>
          <p:nvSpPr>
            <p:cNvPr id="39" name="TextBox 38"/>
            <p:cNvSpPr txBox="1"/>
            <p:nvPr/>
          </p:nvSpPr>
          <p:spPr>
            <a:xfrm>
              <a:off x="3707904" y="2182748"/>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年</a:t>
              </a:r>
            </a:p>
          </p:txBody>
        </p:sp>
        <p:sp>
          <p:nvSpPr>
            <p:cNvPr id="41" name="TextBox 40"/>
            <p:cNvSpPr txBox="1"/>
            <p:nvPr/>
          </p:nvSpPr>
          <p:spPr>
            <a:xfrm>
              <a:off x="4572000" y="2187029"/>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节</a:t>
              </a:r>
            </a:p>
          </p:txBody>
        </p:sp>
        <p:sp>
          <p:nvSpPr>
            <p:cNvPr id="42" name="TextBox 41"/>
            <p:cNvSpPr txBox="1"/>
            <p:nvPr/>
          </p:nvSpPr>
          <p:spPr>
            <a:xfrm>
              <a:off x="5436096" y="2171869"/>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的</a:t>
              </a:r>
            </a:p>
          </p:txBody>
        </p:sp>
        <p:sp>
          <p:nvSpPr>
            <p:cNvPr id="43" name="TextBox 42"/>
            <p:cNvSpPr txBox="1"/>
            <p:nvPr/>
          </p:nvSpPr>
          <p:spPr>
            <a:xfrm>
              <a:off x="6275759" y="2162349"/>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背</a:t>
              </a:r>
            </a:p>
          </p:txBody>
        </p:sp>
        <p:sp>
          <p:nvSpPr>
            <p:cNvPr id="44" name="TextBox 43"/>
            <p:cNvSpPr txBox="1"/>
            <p:nvPr/>
          </p:nvSpPr>
          <p:spPr>
            <a:xfrm>
              <a:off x="7092280" y="2162349"/>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景</a:t>
              </a:r>
            </a:p>
          </p:txBody>
        </p:sp>
      </p:grpSp>
      <p:sp>
        <p:nvSpPr>
          <p:cNvPr id="45" name="TextBox 44"/>
          <p:cNvSpPr txBox="1"/>
          <p:nvPr/>
        </p:nvSpPr>
        <p:spPr>
          <a:xfrm>
            <a:off x="3419872" y="1131590"/>
            <a:ext cx="2256681" cy="707886"/>
          </a:xfrm>
          <a:prstGeom prst="rect">
            <a:avLst/>
          </a:prstGeom>
          <a:noFill/>
        </p:spPr>
        <p:txBody>
          <a:bodyPr wrap="square" rtlCol="0">
            <a:spAutoFit/>
          </a:bodyPr>
          <a:lstStyle/>
          <a:p>
            <a:r>
              <a:rPr lang="zh-CN" altLang="en-US" sz="4000" dirty="0">
                <a:solidFill>
                  <a:srgbClr val="F6E6B0"/>
                </a:solidFill>
                <a:latin typeface="方正韵动中黑简体" panose="02000000000000000000" pitchFamily="2" charset="-122"/>
                <a:ea typeface="方正韵动中黑简体" panose="02000000000000000000" pitchFamily="2" charset="-122"/>
              </a:rPr>
              <a:t>章节</a:t>
            </a:r>
            <a:r>
              <a:rPr lang="en-US" altLang="zh-CN" sz="4000" dirty="0">
                <a:solidFill>
                  <a:srgbClr val="F6E6B0"/>
                </a:solidFill>
                <a:latin typeface="方正韵动中黑简体" panose="02000000000000000000" pitchFamily="2" charset="-122"/>
                <a:ea typeface="方正韵动中黑简体" panose="02000000000000000000" pitchFamily="2" charset="-122"/>
              </a:rPr>
              <a:t>·</a:t>
            </a:r>
            <a:r>
              <a:rPr lang="zh-CN" altLang="en-US" sz="4000" dirty="0">
                <a:solidFill>
                  <a:srgbClr val="F6E6B0"/>
                </a:solidFill>
                <a:latin typeface="方正韵动中黑简体" panose="02000000000000000000" pitchFamily="2" charset="-122"/>
                <a:ea typeface="方正韵动中黑简体" panose="02000000000000000000" pitchFamily="2" charset="-122"/>
              </a:rPr>
              <a:t>一</a:t>
            </a:r>
          </a:p>
        </p:txBody>
      </p:sp>
      <p:grpSp>
        <p:nvGrpSpPr>
          <p:cNvPr id="14" name="组合 13"/>
          <p:cNvGrpSpPr/>
          <p:nvPr/>
        </p:nvGrpSpPr>
        <p:grpSpPr>
          <a:xfrm>
            <a:off x="467544" y="1639817"/>
            <a:ext cx="8136904" cy="3078412"/>
            <a:chOff x="467544" y="1639817"/>
            <a:chExt cx="8136904" cy="3078412"/>
          </a:xfrm>
        </p:grpSpPr>
        <p:pic>
          <p:nvPicPr>
            <p:cNvPr id="9" name="图片 8"/>
            <p:cNvPicPr>
              <a:picLocks noChangeAspect="1"/>
            </p:cNvPicPr>
            <p:nvPr/>
          </p:nvPicPr>
          <p:blipFill rotWithShape="1">
            <a:blip r:embed="rId6" cstate="print">
              <a:extLst>
                <a:ext uri="{28A0092B-C50C-407E-A947-70E740481C1C}">
                  <a14:useLocalDpi xmlns:a14="http://schemas.microsoft.com/office/drawing/2010/main" val="0"/>
                </a:ext>
              </a:extLst>
            </a:blip>
            <a:srcRect b="37443"/>
            <a:stretch>
              <a:fillRect/>
            </a:stretch>
          </p:blipFill>
          <p:spPr>
            <a:xfrm>
              <a:off x="467544" y="1639817"/>
              <a:ext cx="4920977" cy="3078412"/>
            </a:xfrm>
            <a:prstGeom prst="rect">
              <a:avLst/>
            </a:prstGeom>
          </p:spPr>
        </p:pic>
        <p:pic>
          <p:nvPicPr>
            <p:cNvPr id="24" name="图片 23"/>
            <p:cNvPicPr>
              <a:picLocks noChangeAspect="1"/>
            </p:cNvPicPr>
            <p:nvPr/>
          </p:nvPicPr>
          <p:blipFill rotWithShape="1">
            <a:blip r:embed="rId7" cstate="print">
              <a:extLst>
                <a:ext uri="{28A0092B-C50C-407E-A947-70E740481C1C}">
                  <a14:useLocalDpi xmlns:a14="http://schemas.microsoft.com/office/drawing/2010/main" val="0"/>
                </a:ext>
              </a:extLst>
            </a:blip>
            <a:srcRect r="7980" b="37748"/>
            <a:stretch>
              <a:fillRect/>
            </a:stretch>
          </p:blipFill>
          <p:spPr>
            <a:xfrm>
              <a:off x="4452417" y="1909377"/>
              <a:ext cx="4152031" cy="2808852"/>
            </a:xfrm>
            <a:prstGeom prst="rect">
              <a:avLst/>
            </a:prstGeom>
          </p:spPr>
        </p:pic>
        <p:sp>
          <p:nvSpPr>
            <p:cNvPr id="12" name="五角星 11"/>
            <p:cNvSpPr/>
            <p:nvPr/>
          </p:nvSpPr>
          <p:spPr>
            <a:xfrm>
              <a:off x="1331640" y="3527513"/>
              <a:ext cx="144016" cy="144016"/>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五角星 25"/>
            <p:cNvSpPr/>
            <p:nvPr/>
          </p:nvSpPr>
          <p:spPr>
            <a:xfrm>
              <a:off x="5762107" y="3599521"/>
              <a:ext cx="144016" cy="144016"/>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五角星 26"/>
            <p:cNvSpPr/>
            <p:nvPr/>
          </p:nvSpPr>
          <p:spPr>
            <a:xfrm>
              <a:off x="5436096" y="3491509"/>
              <a:ext cx="72008" cy="72008"/>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五角星 28"/>
            <p:cNvSpPr/>
            <p:nvPr/>
          </p:nvSpPr>
          <p:spPr>
            <a:xfrm>
              <a:off x="2060781" y="3413883"/>
              <a:ext cx="72008" cy="72008"/>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五角星 29"/>
            <p:cNvSpPr/>
            <p:nvPr/>
          </p:nvSpPr>
          <p:spPr>
            <a:xfrm>
              <a:off x="1605681" y="3795886"/>
              <a:ext cx="45719" cy="45719"/>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五角星 30"/>
            <p:cNvSpPr/>
            <p:nvPr/>
          </p:nvSpPr>
          <p:spPr>
            <a:xfrm>
              <a:off x="4211960" y="3124946"/>
              <a:ext cx="45719" cy="45719"/>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五角星 31"/>
            <p:cNvSpPr/>
            <p:nvPr/>
          </p:nvSpPr>
          <p:spPr>
            <a:xfrm>
              <a:off x="8100392" y="3843087"/>
              <a:ext cx="45719" cy="45719"/>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五角星 32"/>
            <p:cNvSpPr/>
            <p:nvPr/>
          </p:nvSpPr>
          <p:spPr>
            <a:xfrm>
              <a:off x="7956376" y="3206818"/>
              <a:ext cx="144016" cy="144016"/>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五角星 33"/>
            <p:cNvSpPr/>
            <p:nvPr/>
          </p:nvSpPr>
          <p:spPr>
            <a:xfrm>
              <a:off x="3537984" y="3374854"/>
              <a:ext cx="72008" cy="72008"/>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五角星 39"/>
            <p:cNvSpPr/>
            <p:nvPr/>
          </p:nvSpPr>
          <p:spPr>
            <a:xfrm>
              <a:off x="4824214" y="3561518"/>
              <a:ext cx="45719" cy="45719"/>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五角星 46"/>
            <p:cNvSpPr/>
            <p:nvPr/>
          </p:nvSpPr>
          <p:spPr>
            <a:xfrm>
              <a:off x="683568" y="3948285"/>
              <a:ext cx="45719" cy="45719"/>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spd="slow" advTm="4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anim calcmode="lin" valueType="num">
                                      <p:cBhvr>
                                        <p:cTn id="8" dur="500" fill="hold"/>
                                        <p:tgtEl>
                                          <p:spTgt spid="45"/>
                                        </p:tgtEl>
                                        <p:attrNameLst>
                                          <p:attrName>ppt_x</p:attrName>
                                        </p:attrNameLst>
                                      </p:cBhvr>
                                      <p:tavLst>
                                        <p:tav tm="0">
                                          <p:val>
                                            <p:strVal val="#ppt_x"/>
                                          </p:val>
                                        </p:tav>
                                        <p:tav tm="100000">
                                          <p:val>
                                            <p:strVal val="#ppt_x"/>
                                          </p:val>
                                        </p:tav>
                                      </p:tavLst>
                                    </p:anim>
                                    <p:anim calcmode="lin" valueType="num">
                                      <p:cBhvr>
                                        <p:cTn id="9" dur="500" fill="hold"/>
                                        <p:tgtEl>
                                          <p:spTgt spid="45"/>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par>
                          <p:cTn id="13" fill="hold">
                            <p:stCondLst>
                              <p:cond delay="500"/>
                            </p:stCondLst>
                            <p:childTnLst>
                              <p:par>
                                <p:cTn id="14" presetID="42" presetClass="entr" presetSubtype="0"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anim calcmode="lin" valueType="num">
                                      <p:cBhvr>
                                        <p:cTn id="17" dur="500" fill="hold"/>
                                        <p:tgtEl>
                                          <p:spTgt spid="3"/>
                                        </p:tgtEl>
                                        <p:attrNameLst>
                                          <p:attrName>ppt_x</p:attrName>
                                        </p:attrNameLst>
                                      </p:cBhvr>
                                      <p:tavLst>
                                        <p:tav tm="0">
                                          <p:val>
                                            <p:strVal val="#ppt_x"/>
                                          </p:val>
                                        </p:tav>
                                        <p:tav tm="100000">
                                          <p:val>
                                            <p:strVal val="#ppt_x"/>
                                          </p:val>
                                        </p:tav>
                                      </p:tavLst>
                                    </p:anim>
                                    <p:anim calcmode="lin" valueType="num">
                                      <p:cBhvr>
                                        <p:cTn id="18" dur="500" fill="hold"/>
                                        <p:tgtEl>
                                          <p:spTgt spid="3"/>
                                        </p:tgtEl>
                                        <p:attrNameLst>
                                          <p:attrName>ppt_y</p:attrName>
                                        </p:attrNameLst>
                                      </p:cBhvr>
                                      <p:tavLst>
                                        <p:tav tm="0">
                                          <p:val>
                                            <p:strVal val="#ppt_y+.1"/>
                                          </p:val>
                                        </p:tav>
                                        <p:tav tm="100000">
                                          <p:val>
                                            <p:strVal val="#ppt_y"/>
                                          </p:val>
                                        </p:tav>
                                      </p:tavLst>
                                    </p:anim>
                                  </p:childTnLst>
                                </p:cTn>
                              </p:par>
                              <p:par>
                                <p:cTn id="19" presetID="47"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anim calcmode="lin" valueType="num">
                                      <p:cBhvr>
                                        <p:cTn id="22" dur="500" fill="hold"/>
                                        <p:tgtEl>
                                          <p:spTgt spid="13"/>
                                        </p:tgtEl>
                                        <p:attrNameLst>
                                          <p:attrName>ppt_x</p:attrName>
                                        </p:attrNameLst>
                                      </p:cBhvr>
                                      <p:tavLst>
                                        <p:tav tm="0">
                                          <p:val>
                                            <p:strVal val="#ppt_x"/>
                                          </p:val>
                                        </p:tav>
                                        <p:tav tm="100000">
                                          <p:val>
                                            <p:strVal val="#ppt_x"/>
                                          </p:val>
                                        </p:tav>
                                      </p:tavLst>
                                    </p:anim>
                                    <p:anim calcmode="lin" valueType="num">
                                      <p:cBhvr>
                                        <p:cTn id="23" dur="5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5536" y="483518"/>
            <a:ext cx="8208912" cy="4248472"/>
          </a:xfrm>
          <a:prstGeom prst="rect">
            <a:avLst/>
          </a:prstGeom>
          <a:solidFill>
            <a:srgbClr val="D433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l="32484" t="6601" r="32205" b="84197"/>
          <a:stretch>
            <a:fillRect/>
          </a:stretch>
        </p:blipFill>
        <p:spPr>
          <a:xfrm>
            <a:off x="2899792" y="267494"/>
            <a:ext cx="3328392" cy="488351"/>
          </a:xfrm>
          <a:prstGeom prst="rect">
            <a:avLst/>
          </a:prstGeom>
        </p:spPr>
      </p:pic>
      <p:grpSp>
        <p:nvGrpSpPr>
          <p:cNvPr id="5" name="组合 4"/>
          <p:cNvGrpSpPr/>
          <p:nvPr/>
        </p:nvGrpSpPr>
        <p:grpSpPr>
          <a:xfrm>
            <a:off x="236612" y="339502"/>
            <a:ext cx="8670776" cy="4594860"/>
            <a:chOff x="236612" y="339502"/>
            <a:chExt cx="8670776" cy="4594860"/>
          </a:xfrm>
        </p:grpSpPr>
        <p:pic>
          <p:nvPicPr>
            <p:cNvPr id="6" name="图片 5"/>
            <p:cNvPicPr>
              <a:picLocks noChangeAspect="1"/>
            </p:cNvPicPr>
            <p:nvPr/>
          </p:nvPicPr>
          <p:blipFill rotWithShape="1">
            <a:blip r:embed="rId4" cstate="print">
              <a:extLst>
                <a:ext uri="{28A0092B-C50C-407E-A947-70E740481C1C}">
                  <a14:useLocalDpi xmlns:a14="http://schemas.microsoft.com/office/drawing/2010/main" val="0"/>
                </a:ext>
              </a:extLst>
            </a:blip>
            <a:srcRect l="2958" t="7556" r="67104" b="3111"/>
            <a:stretch>
              <a:fillRect/>
            </a:stretch>
          </p:blipFill>
          <p:spPr>
            <a:xfrm>
              <a:off x="236612" y="339502"/>
              <a:ext cx="2735188" cy="4594860"/>
            </a:xfrm>
            <a:prstGeom prst="rect">
              <a:avLst/>
            </a:prstGeom>
          </p:spPr>
        </p:pic>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l="11108" t="7556" r="58258" b="3111"/>
            <a:stretch>
              <a:fillRect/>
            </a:stretch>
          </p:blipFill>
          <p:spPr>
            <a:xfrm>
              <a:off x="6108700" y="339502"/>
              <a:ext cx="2798688" cy="4594860"/>
            </a:xfrm>
            <a:prstGeom prst="rect">
              <a:avLst/>
            </a:prstGeom>
          </p:spPr>
        </p:pic>
        <p:sp>
          <p:nvSpPr>
            <p:cNvPr id="8" name="矩形 7"/>
            <p:cNvSpPr/>
            <p:nvPr/>
          </p:nvSpPr>
          <p:spPr>
            <a:xfrm>
              <a:off x="2971800" y="4718228"/>
              <a:ext cx="3136900" cy="45719"/>
            </a:xfrm>
            <a:prstGeom prst="rect">
              <a:avLst/>
            </a:prstGeom>
            <a:solidFill>
              <a:srgbClr val="2E4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TextBox 44"/>
          <p:cNvSpPr txBox="1"/>
          <p:nvPr/>
        </p:nvSpPr>
        <p:spPr>
          <a:xfrm>
            <a:off x="3635896" y="834847"/>
            <a:ext cx="1824633" cy="584775"/>
          </a:xfrm>
          <a:prstGeom prst="rect">
            <a:avLst/>
          </a:prstGeom>
          <a:noFill/>
        </p:spPr>
        <p:txBody>
          <a:bodyPr wrap="square" rtlCol="0">
            <a:spAutoFit/>
          </a:bodyPr>
          <a:lstStyle/>
          <a:p>
            <a:r>
              <a:rPr lang="zh-CN" altLang="en-US" sz="3200" dirty="0">
                <a:solidFill>
                  <a:srgbClr val="F6E6B0"/>
                </a:solidFill>
                <a:latin typeface="方正韵动中黑简体" panose="02000000000000000000" pitchFamily="2" charset="-122"/>
                <a:ea typeface="方正韵动中黑简体" panose="02000000000000000000" pitchFamily="2" charset="-122"/>
              </a:rPr>
              <a:t>五四运动</a:t>
            </a:r>
          </a:p>
        </p:txBody>
      </p:sp>
      <p:sp>
        <p:nvSpPr>
          <p:cNvPr id="47" name="TextBox 9"/>
          <p:cNvSpPr>
            <a:spLocks noChangeArrowheads="1"/>
          </p:cNvSpPr>
          <p:nvPr/>
        </p:nvSpPr>
        <p:spPr bwMode="auto">
          <a:xfrm>
            <a:off x="3902054" y="1563638"/>
            <a:ext cx="4486370" cy="267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1446" tIns="45723" rIns="91446" bIns="45723">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algn="just" eaLnBrk="1" hangingPunct="1">
              <a:lnSpc>
                <a:spcPct val="150000"/>
              </a:lnSpc>
              <a:spcBef>
                <a:spcPct val="0"/>
              </a:spcBef>
              <a:buFont typeface="Arial" panose="020B0604020202020204" pitchFamily="34" charset="0"/>
              <a:buNone/>
            </a:pPr>
            <a:r>
              <a:rPr sz="1400" dirty="0">
                <a:solidFill>
                  <a:srgbClr val="F6E6B0"/>
                </a:solidFill>
                <a:latin typeface="华文细黑" panose="02010600040101010101" pitchFamily="2" charset="-122"/>
                <a:ea typeface="华文细黑" panose="02010600040101010101" pitchFamily="2" charset="-122"/>
                <a:sym typeface="方正兰亭黑_GBK" pitchFamily="2" charset="-122"/>
              </a:rPr>
              <a:t>五四运动是1919年5月4日发生在北京以青年学生为主的一场学生运动，广大群众、市民、工商人士等中下阶层广泛参与的一次示威游行、请愿、罢工、暴力对抗政府等多形式的爱国运动。是中国人民彻底的反对帝国主义、封建主义的爱国运动。五四运动是中国新民主主义革命的开端，是中国革命史上划时代的事件，是中国旧民主主义革命到新民主主义革命的转折点。</a:t>
            </a:r>
          </a:p>
          <a:p>
            <a:pPr algn="just" eaLnBrk="1" hangingPunct="1">
              <a:lnSpc>
                <a:spcPct val="150000"/>
              </a:lnSpc>
              <a:spcBef>
                <a:spcPct val="0"/>
              </a:spcBef>
              <a:buFont typeface="Arial" panose="020B0604020202020204" pitchFamily="34" charset="0"/>
              <a:buNone/>
            </a:pPr>
            <a:endPar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endParaRPr>
          </a:p>
        </p:txBody>
      </p:sp>
      <p:pic>
        <p:nvPicPr>
          <p:cNvPr id="1028" name="Picture 4" descr="http://www.book110.com/wp/wp-content/uploads/2014/05/wusi.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576" y="1910441"/>
            <a:ext cx="3002462" cy="17414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anim calcmode="lin" valueType="num">
                                      <p:cBhvr>
                                        <p:cTn id="8" dur="500" fill="hold"/>
                                        <p:tgtEl>
                                          <p:spTgt spid="45"/>
                                        </p:tgtEl>
                                        <p:attrNameLst>
                                          <p:attrName>ppt_x</p:attrName>
                                        </p:attrNameLst>
                                      </p:cBhvr>
                                      <p:tavLst>
                                        <p:tav tm="0">
                                          <p:val>
                                            <p:strVal val="#ppt_x"/>
                                          </p:val>
                                        </p:tav>
                                        <p:tav tm="100000">
                                          <p:val>
                                            <p:strVal val="#ppt_x"/>
                                          </p:val>
                                        </p:tav>
                                      </p:tavLst>
                                    </p:anim>
                                    <p:anim calcmode="lin" valueType="num">
                                      <p:cBhvr>
                                        <p:cTn id="9" dur="500" fill="hold"/>
                                        <p:tgtEl>
                                          <p:spTgt spid="45"/>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1028"/>
                                        </p:tgtEl>
                                        <p:attrNameLst>
                                          <p:attrName>style.visibility</p:attrName>
                                        </p:attrNameLst>
                                      </p:cBhvr>
                                      <p:to>
                                        <p:strVal val="visible"/>
                                      </p:to>
                                    </p:set>
                                    <p:animEffect transition="in" filter="fade">
                                      <p:cBhvr>
                                        <p:cTn id="13" dur="500"/>
                                        <p:tgtEl>
                                          <p:spTgt spid="1028"/>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fade">
                                      <p:cBhvr>
                                        <p:cTn id="1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5536" y="483518"/>
            <a:ext cx="8208912" cy="4248472"/>
          </a:xfrm>
          <a:prstGeom prst="rect">
            <a:avLst/>
          </a:prstGeom>
          <a:solidFill>
            <a:srgbClr val="D433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l="32484" t="6601" r="32205" b="84197"/>
          <a:stretch>
            <a:fillRect/>
          </a:stretch>
        </p:blipFill>
        <p:spPr>
          <a:xfrm>
            <a:off x="2899792" y="267494"/>
            <a:ext cx="3328392" cy="488351"/>
          </a:xfrm>
          <a:prstGeom prst="rect">
            <a:avLst/>
          </a:prstGeom>
        </p:spPr>
      </p:pic>
      <p:grpSp>
        <p:nvGrpSpPr>
          <p:cNvPr id="5" name="组合 4"/>
          <p:cNvGrpSpPr/>
          <p:nvPr/>
        </p:nvGrpSpPr>
        <p:grpSpPr>
          <a:xfrm>
            <a:off x="236612" y="339502"/>
            <a:ext cx="8670776" cy="4594860"/>
            <a:chOff x="236612" y="339502"/>
            <a:chExt cx="8670776" cy="4594860"/>
          </a:xfrm>
        </p:grpSpPr>
        <p:pic>
          <p:nvPicPr>
            <p:cNvPr id="6" name="图片 5"/>
            <p:cNvPicPr>
              <a:picLocks noChangeAspect="1"/>
            </p:cNvPicPr>
            <p:nvPr/>
          </p:nvPicPr>
          <p:blipFill rotWithShape="1">
            <a:blip r:embed="rId4" cstate="print">
              <a:extLst>
                <a:ext uri="{28A0092B-C50C-407E-A947-70E740481C1C}">
                  <a14:useLocalDpi xmlns:a14="http://schemas.microsoft.com/office/drawing/2010/main" val="0"/>
                </a:ext>
              </a:extLst>
            </a:blip>
            <a:srcRect l="2958" t="7556" r="67104" b="3111"/>
            <a:stretch>
              <a:fillRect/>
            </a:stretch>
          </p:blipFill>
          <p:spPr>
            <a:xfrm>
              <a:off x="236612" y="339502"/>
              <a:ext cx="2735188" cy="4594860"/>
            </a:xfrm>
            <a:prstGeom prst="rect">
              <a:avLst/>
            </a:prstGeom>
          </p:spPr>
        </p:pic>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l="11108" t="7556" r="58258" b="3111"/>
            <a:stretch>
              <a:fillRect/>
            </a:stretch>
          </p:blipFill>
          <p:spPr>
            <a:xfrm>
              <a:off x="6108700" y="339502"/>
              <a:ext cx="2798688" cy="4594860"/>
            </a:xfrm>
            <a:prstGeom prst="rect">
              <a:avLst/>
            </a:prstGeom>
          </p:spPr>
        </p:pic>
        <p:sp>
          <p:nvSpPr>
            <p:cNvPr id="8" name="矩形 7"/>
            <p:cNvSpPr/>
            <p:nvPr/>
          </p:nvSpPr>
          <p:spPr>
            <a:xfrm>
              <a:off x="2971800" y="4718228"/>
              <a:ext cx="3136900" cy="45719"/>
            </a:xfrm>
            <a:prstGeom prst="rect">
              <a:avLst/>
            </a:prstGeom>
            <a:solidFill>
              <a:srgbClr val="2E4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TextBox 44"/>
          <p:cNvSpPr txBox="1"/>
          <p:nvPr/>
        </p:nvSpPr>
        <p:spPr>
          <a:xfrm>
            <a:off x="3275856" y="843558"/>
            <a:ext cx="2736304" cy="584775"/>
          </a:xfrm>
          <a:prstGeom prst="rect">
            <a:avLst/>
          </a:prstGeom>
          <a:noFill/>
        </p:spPr>
        <p:txBody>
          <a:bodyPr wrap="square" rtlCol="0">
            <a:spAutoFit/>
          </a:bodyPr>
          <a:lstStyle/>
          <a:p>
            <a:r>
              <a:rPr lang="zh-CN" altLang="en-US" sz="3200" dirty="0">
                <a:solidFill>
                  <a:srgbClr val="F6E6B0"/>
                </a:solidFill>
                <a:latin typeface="方正韵动中黑简体" panose="02000000000000000000" pitchFamily="2" charset="-122"/>
                <a:ea typeface="方正韵动中黑简体" panose="02000000000000000000" pitchFamily="2" charset="-122"/>
              </a:rPr>
              <a:t>五四运动爆发</a:t>
            </a:r>
          </a:p>
        </p:txBody>
      </p:sp>
      <p:sp>
        <p:nvSpPr>
          <p:cNvPr id="9" name="圆角矩形 8"/>
          <p:cNvSpPr/>
          <p:nvPr/>
        </p:nvSpPr>
        <p:spPr>
          <a:xfrm>
            <a:off x="899592" y="1583513"/>
            <a:ext cx="360040" cy="360040"/>
          </a:xfrm>
          <a:prstGeom prst="roundRect">
            <a:avLst/>
          </a:prstGeom>
          <a:solidFill>
            <a:srgbClr val="F6E6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2E4C6E"/>
                </a:solidFill>
                <a:latin typeface="华文细黑" panose="02010600040101010101" pitchFamily="2" charset="-122"/>
                <a:ea typeface="华文细黑" panose="02010600040101010101" pitchFamily="2" charset="-122"/>
              </a:rPr>
              <a:t>1</a:t>
            </a:r>
            <a:endParaRPr lang="zh-CN" altLang="en-US" b="1" dirty="0">
              <a:solidFill>
                <a:srgbClr val="2E4C6E"/>
              </a:solidFill>
              <a:latin typeface="华文细黑" panose="02010600040101010101" pitchFamily="2" charset="-122"/>
              <a:ea typeface="华文细黑" panose="02010600040101010101" pitchFamily="2" charset="-122"/>
            </a:endParaRPr>
          </a:p>
        </p:txBody>
      </p:sp>
      <p:sp>
        <p:nvSpPr>
          <p:cNvPr id="13" name="TextBox 9"/>
          <p:cNvSpPr>
            <a:spLocks noChangeArrowheads="1"/>
          </p:cNvSpPr>
          <p:nvPr/>
        </p:nvSpPr>
        <p:spPr bwMode="auto">
          <a:xfrm>
            <a:off x="1259632" y="1461557"/>
            <a:ext cx="1374002" cy="554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1446" tIns="45723" rIns="91446" bIns="45723">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algn="just" eaLnBrk="1" hangingPunct="1">
              <a:lnSpc>
                <a:spcPct val="150000"/>
              </a:lnSpc>
              <a:spcBef>
                <a:spcPct val="0"/>
              </a:spcBef>
              <a:buFont typeface="Arial" panose="020B0604020202020204" pitchFamily="34" charset="0"/>
              <a:buNone/>
            </a:pPr>
            <a:r>
              <a:rPr lang="zh-CN" altLang="en-US" sz="2000" b="1" dirty="0">
                <a:solidFill>
                  <a:srgbClr val="F6E6B0"/>
                </a:solidFill>
                <a:latin typeface="华文细黑" panose="02010600040101010101" pitchFamily="2" charset="-122"/>
                <a:ea typeface="华文细黑" panose="02010600040101010101" pitchFamily="2" charset="-122"/>
                <a:sym typeface="方正兰亭黑_GBK" pitchFamily="2" charset="-122"/>
              </a:rPr>
              <a:t>巴黎和会</a:t>
            </a:r>
          </a:p>
        </p:txBody>
      </p:sp>
      <p:sp>
        <p:nvSpPr>
          <p:cNvPr id="14" name="TextBox 9"/>
          <p:cNvSpPr>
            <a:spLocks noChangeArrowheads="1"/>
          </p:cNvSpPr>
          <p:nvPr/>
        </p:nvSpPr>
        <p:spPr bwMode="auto">
          <a:xfrm>
            <a:off x="1242845" y="2050845"/>
            <a:ext cx="1961003" cy="1385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1446" tIns="45723" rIns="91446" bIns="45723">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algn="just" eaLnBrk="1" hangingPunct="1">
              <a:lnSpc>
                <a:spcPct val="150000"/>
              </a:lnSpc>
              <a:spcBef>
                <a:spcPct val="0"/>
              </a:spcBef>
              <a:buFont typeface="Arial" panose="020B0604020202020204" pitchFamily="34" charset="0"/>
              <a:buNone/>
            </a:pP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1919</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年</a:t>
            </a: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4</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月，巴黎和会中国外交失败，将德国在山东所攫取的权益让与日本。</a:t>
            </a:r>
          </a:p>
        </p:txBody>
      </p:sp>
      <p:sp>
        <p:nvSpPr>
          <p:cNvPr id="15" name="TextBox 14"/>
          <p:cNvSpPr txBox="1"/>
          <p:nvPr/>
        </p:nvSpPr>
        <p:spPr>
          <a:xfrm>
            <a:off x="1273589" y="1830895"/>
            <a:ext cx="1947969" cy="369332"/>
          </a:xfrm>
          <a:prstGeom prst="rect">
            <a:avLst/>
          </a:prstGeom>
          <a:noFill/>
        </p:spPr>
        <p:txBody>
          <a:bodyPr wrap="none" rtlCol="0">
            <a:spAutoFit/>
          </a:bodyPr>
          <a:lstStyle/>
          <a:p>
            <a:r>
              <a:rPr lang="en-US" altLang="zh-CN" dirty="0">
                <a:solidFill>
                  <a:srgbClr val="F6E6B0"/>
                </a:solidFill>
              </a:rPr>
              <a:t>-------------------------</a:t>
            </a:r>
            <a:endParaRPr lang="zh-CN" altLang="en-US" dirty="0">
              <a:solidFill>
                <a:srgbClr val="F6E6B0"/>
              </a:solidFill>
            </a:endParaRPr>
          </a:p>
        </p:txBody>
      </p:sp>
      <p:sp>
        <p:nvSpPr>
          <p:cNvPr id="16" name="圆角矩形 15"/>
          <p:cNvSpPr/>
          <p:nvPr/>
        </p:nvSpPr>
        <p:spPr>
          <a:xfrm>
            <a:off x="3330154" y="1583513"/>
            <a:ext cx="360040" cy="360040"/>
          </a:xfrm>
          <a:prstGeom prst="roundRect">
            <a:avLst/>
          </a:prstGeom>
          <a:solidFill>
            <a:srgbClr val="F6E6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2E4C6E"/>
                </a:solidFill>
                <a:latin typeface="华文细黑" panose="02010600040101010101" pitchFamily="2" charset="-122"/>
                <a:ea typeface="华文细黑" panose="02010600040101010101" pitchFamily="2" charset="-122"/>
              </a:rPr>
              <a:t>2</a:t>
            </a:r>
            <a:endParaRPr lang="zh-CN" altLang="en-US" b="1" dirty="0">
              <a:solidFill>
                <a:srgbClr val="2E4C6E"/>
              </a:solidFill>
              <a:latin typeface="华文细黑" panose="02010600040101010101" pitchFamily="2" charset="-122"/>
              <a:ea typeface="华文细黑" panose="02010600040101010101" pitchFamily="2" charset="-122"/>
            </a:endParaRPr>
          </a:p>
        </p:txBody>
      </p:sp>
      <p:sp>
        <p:nvSpPr>
          <p:cNvPr id="17" name="TextBox 9"/>
          <p:cNvSpPr>
            <a:spLocks noChangeArrowheads="1"/>
          </p:cNvSpPr>
          <p:nvPr/>
        </p:nvSpPr>
        <p:spPr bwMode="auto">
          <a:xfrm>
            <a:off x="3690194" y="1461557"/>
            <a:ext cx="1374002" cy="497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1446" tIns="45723" rIns="91446" bIns="45723">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algn="just" eaLnBrk="1" hangingPunct="1">
              <a:lnSpc>
                <a:spcPct val="150000"/>
              </a:lnSpc>
              <a:spcBef>
                <a:spcPct val="0"/>
              </a:spcBef>
              <a:buFont typeface="Arial" panose="020B0604020202020204" pitchFamily="34" charset="0"/>
              <a:buNone/>
            </a:pPr>
            <a:r>
              <a:rPr lang="zh-CN" altLang="en-US" sz="2000" b="1" dirty="0">
                <a:solidFill>
                  <a:srgbClr val="F6E6B0"/>
                </a:solidFill>
                <a:latin typeface="华文细黑" panose="02010600040101010101" pitchFamily="2" charset="-122"/>
                <a:ea typeface="华文细黑" panose="02010600040101010101" pitchFamily="2" charset="-122"/>
                <a:sym typeface="方正兰亭黑_GBK" pitchFamily="2" charset="-122"/>
              </a:rPr>
              <a:t>爱国运动</a:t>
            </a:r>
          </a:p>
        </p:txBody>
      </p:sp>
      <p:sp>
        <p:nvSpPr>
          <p:cNvPr id="18" name="TextBox 9"/>
          <p:cNvSpPr>
            <a:spLocks noChangeArrowheads="1"/>
          </p:cNvSpPr>
          <p:nvPr/>
        </p:nvSpPr>
        <p:spPr bwMode="auto">
          <a:xfrm>
            <a:off x="3673407" y="2050845"/>
            <a:ext cx="1961003" cy="1385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1446" tIns="45723" rIns="91446" bIns="45723">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algn="just" eaLnBrk="1" hangingPunct="1">
              <a:lnSpc>
                <a:spcPct val="150000"/>
              </a:lnSpc>
              <a:spcBef>
                <a:spcPct val="0"/>
              </a:spcBef>
              <a:buFont typeface="Arial" panose="020B0604020202020204" pitchFamily="34" charset="0"/>
              <a:buNone/>
            </a:pP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1919</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年</a:t>
            </a: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5</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月</a:t>
            </a: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4</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日，北京学生进行示威游行，各大城市也罢课、罢工、罢市加以响应。</a:t>
            </a:r>
          </a:p>
        </p:txBody>
      </p:sp>
      <p:sp>
        <p:nvSpPr>
          <p:cNvPr id="19" name="TextBox 18"/>
          <p:cNvSpPr txBox="1"/>
          <p:nvPr/>
        </p:nvSpPr>
        <p:spPr>
          <a:xfrm>
            <a:off x="3704151" y="1830895"/>
            <a:ext cx="1947969" cy="369332"/>
          </a:xfrm>
          <a:prstGeom prst="rect">
            <a:avLst/>
          </a:prstGeom>
          <a:noFill/>
        </p:spPr>
        <p:txBody>
          <a:bodyPr wrap="none" rtlCol="0">
            <a:spAutoFit/>
          </a:bodyPr>
          <a:lstStyle/>
          <a:p>
            <a:r>
              <a:rPr lang="en-US" altLang="zh-CN" dirty="0">
                <a:solidFill>
                  <a:srgbClr val="F6E6B0"/>
                </a:solidFill>
              </a:rPr>
              <a:t>-------------------------</a:t>
            </a:r>
            <a:endParaRPr lang="zh-CN" altLang="en-US" dirty="0">
              <a:solidFill>
                <a:srgbClr val="F6E6B0"/>
              </a:solidFill>
            </a:endParaRPr>
          </a:p>
        </p:txBody>
      </p:sp>
      <p:sp>
        <p:nvSpPr>
          <p:cNvPr id="20" name="圆角矩形 19"/>
          <p:cNvSpPr/>
          <p:nvPr/>
        </p:nvSpPr>
        <p:spPr>
          <a:xfrm>
            <a:off x="5850434" y="1583513"/>
            <a:ext cx="360040" cy="360040"/>
          </a:xfrm>
          <a:prstGeom prst="roundRect">
            <a:avLst/>
          </a:prstGeom>
          <a:solidFill>
            <a:srgbClr val="F6E6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2E4C6E"/>
                </a:solidFill>
                <a:latin typeface="华文细黑" panose="02010600040101010101" pitchFamily="2" charset="-122"/>
                <a:ea typeface="华文细黑" panose="02010600040101010101" pitchFamily="2" charset="-122"/>
              </a:rPr>
              <a:t>3</a:t>
            </a:r>
            <a:endParaRPr lang="zh-CN" altLang="en-US" b="1" dirty="0">
              <a:solidFill>
                <a:srgbClr val="2E4C6E"/>
              </a:solidFill>
              <a:latin typeface="华文细黑" panose="02010600040101010101" pitchFamily="2" charset="-122"/>
              <a:ea typeface="华文细黑" panose="02010600040101010101" pitchFamily="2" charset="-122"/>
            </a:endParaRPr>
          </a:p>
        </p:txBody>
      </p:sp>
      <p:sp>
        <p:nvSpPr>
          <p:cNvPr id="21" name="TextBox 9"/>
          <p:cNvSpPr>
            <a:spLocks noChangeArrowheads="1"/>
          </p:cNvSpPr>
          <p:nvPr/>
        </p:nvSpPr>
        <p:spPr bwMode="auto">
          <a:xfrm>
            <a:off x="6210474" y="1461557"/>
            <a:ext cx="1374002" cy="497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1446" tIns="45723" rIns="91446" bIns="45723">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algn="just" eaLnBrk="1" hangingPunct="1">
              <a:lnSpc>
                <a:spcPct val="150000"/>
              </a:lnSpc>
              <a:spcBef>
                <a:spcPct val="0"/>
              </a:spcBef>
              <a:buFont typeface="Arial" panose="020B0604020202020204" pitchFamily="34" charset="0"/>
              <a:buNone/>
            </a:pPr>
            <a:r>
              <a:rPr lang="zh-CN" altLang="en-US" sz="2000" b="1" dirty="0">
                <a:solidFill>
                  <a:srgbClr val="F6E6B0"/>
                </a:solidFill>
                <a:latin typeface="华文细黑" panose="02010600040101010101" pitchFamily="2" charset="-122"/>
                <a:ea typeface="华文细黑" panose="02010600040101010101" pitchFamily="2" charset="-122"/>
                <a:sym typeface="方正兰亭黑_GBK" pitchFamily="2" charset="-122"/>
              </a:rPr>
              <a:t>拒绝签字</a:t>
            </a:r>
          </a:p>
        </p:txBody>
      </p:sp>
      <p:sp>
        <p:nvSpPr>
          <p:cNvPr id="22" name="TextBox 9"/>
          <p:cNvSpPr>
            <a:spLocks noChangeArrowheads="1"/>
          </p:cNvSpPr>
          <p:nvPr/>
        </p:nvSpPr>
        <p:spPr bwMode="auto">
          <a:xfrm>
            <a:off x="6193687" y="2050845"/>
            <a:ext cx="1961003" cy="1385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1446" tIns="45723" rIns="91446" bIns="45723">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algn="just" eaLnBrk="1" hangingPunct="1">
              <a:lnSpc>
                <a:spcPct val="150000"/>
              </a:lnSpc>
              <a:spcBef>
                <a:spcPct val="0"/>
              </a:spcBef>
              <a:buFont typeface="Arial" panose="020B0604020202020204" pitchFamily="34" charset="0"/>
              <a:buNone/>
            </a:pP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北洋政府被迫释放被捕学生、罢免曹汝霖等卖国贼的职务、拒绝在</a:t>
            </a: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凡尔赛和约</a:t>
            </a: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上签字。</a:t>
            </a:r>
          </a:p>
        </p:txBody>
      </p:sp>
      <p:sp>
        <p:nvSpPr>
          <p:cNvPr id="23" name="TextBox 22"/>
          <p:cNvSpPr txBox="1"/>
          <p:nvPr/>
        </p:nvSpPr>
        <p:spPr>
          <a:xfrm>
            <a:off x="6224431" y="1830895"/>
            <a:ext cx="1947969" cy="369332"/>
          </a:xfrm>
          <a:prstGeom prst="rect">
            <a:avLst/>
          </a:prstGeom>
          <a:noFill/>
        </p:spPr>
        <p:txBody>
          <a:bodyPr wrap="none" rtlCol="0">
            <a:spAutoFit/>
          </a:bodyPr>
          <a:lstStyle/>
          <a:p>
            <a:r>
              <a:rPr lang="en-US" altLang="zh-CN" dirty="0">
                <a:solidFill>
                  <a:srgbClr val="F6E6B0"/>
                </a:solidFill>
              </a:rPr>
              <a:t>-------------------------</a:t>
            </a:r>
            <a:endParaRPr lang="zh-CN" altLang="en-US" dirty="0">
              <a:solidFill>
                <a:srgbClr val="F6E6B0"/>
              </a:solidFill>
            </a:endParaRPr>
          </a:p>
        </p:txBody>
      </p:sp>
      <p:sp>
        <p:nvSpPr>
          <p:cNvPr id="24" name="TextBox 9"/>
          <p:cNvSpPr>
            <a:spLocks noChangeArrowheads="1"/>
          </p:cNvSpPr>
          <p:nvPr/>
        </p:nvSpPr>
        <p:spPr bwMode="auto">
          <a:xfrm>
            <a:off x="827585" y="3705288"/>
            <a:ext cx="6346604" cy="738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1446" tIns="45723" rIns="91446" bIns="45723">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algn="just" eaLnBrk="1" hangingPunct="1">
              <a:lnSpc>
                <a:spcPct val="150000"/>
              </a:lnSpc>
              <a:spcBef>
                <a:spcPct val="0"/>
              </a:spcBef>
              <a:buFont typeface="Arial" panose="020B0604020202020204" pitchFamily="34" charset="0"/>
              <a:buNone/>
            </a:pP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五四运动促进了马克思主义在中国的传播及其与中国工人运动的结合，从而在思想上和干部上为中国共产党的建立准备了良好的条件。</a:t>
            </a:r>
          </a:p>
        </p:txBody>
      </p:sp>
      <p:sp>
        <p:nvSpPr>
          <p:cNvPr id="25" name="TextBox 24"/>
          <p:cNvSpPr txBox="1"/>
          <p:nvPr/>
        </p:nvSpPr>
        <p:spPr>
          <a:xfrm>
            <a:off x="827584" y="3435846"/>
            <a:ext cx="6673622" cy="369332"/>
          </a:xfrm>
          <a:prstGeom prst="rect">
            <a:avLst/>
          </a:prstGeom>
          <a:noFill/>
        </p:spPr>
        <p:txBody>
          <a:bodyPr wrap="none" rtlCol="0">
            <a:spAutoFit/>
          </a:bodyPr>
          <a:lstStyle/>
          <a:p>
            <a:r>
              <a:rPr lang="en-US" altLang="zh-CN" dirty="0">
                <a:solidFill>
                  <a:srgbClr val="F6E6B0"/>
                </a:solidFill>
              </a:rPr>
              <a:t>-------------------------------------------------------------------------------------------</a:t>
            </a:r>
            <a:endParaRPr lang="zh-CN" altLang="en-US" dirty="0">
              <a:solidFill>
                <a:srgbClr val="F6E6B0"/>
              </a:solidFill>
            </a:endParaRPr>
          </a:p>
        </p:txBody>
      </p:sp>
      <p:pic>
        <p:nvPicPr>
          <p:cNvPr id="10" name="图片 9"/>
          <p:cNvPicPr>
            <a:picLocks noChangeAspect="1"/>
          </p:cNvPicPr>
          <p:nvPr/>
        </p:nvPicPr>
        <p:blipFill rotWithShape="1">
          <a:blip r:embed="rId5" cstate="print">
            <a:biLevel thresh="75000"/>
            <a:extLst>
              <a:ext uri="{28A0092B-C50C-407E-A947-70E740481C1C}">
                <a14:useLocalDpi xmlns:a14="http://schemas.microsoft.com/office/drawing/2010/main" val="0"/>
              </a:ext>
            </a:extLst>
          </a:blip>
          <a:srcRect l="11182" t="18641" r="10299" b="9456"/>
          <a:stretch>
            <a:fillRect/>
          </a:stretch>
        </p:blipFill>
        <p:spPr>
          <a:xfrm flipH="1">
            <a:off x="7020271" y="3291830"/>
            <a:ext cx="1597525" cy="147675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anim calcmode="lin" valueType="num">
                                      <p:cBhvr>
                                        <p:cTn id="8" dur="500" fill="hold"/>
                                        <p:tgtEl>
                                          <p:spTgt spid="45"/>
                                        </p:tgtEl>
                                        <p:attrNameLst>
                                          <p:attrName>ppt_x</p:attrName>
                                        </p:attrNameLst>
                                      </p:cBhvr>
                                      <p:tavLst>
                                        <p:tav tm="0">
                                          <p:val>
                                            <p:strVal val="#ppt_x"/>
                                          </p:val>
                                        </p:tav>
                                        <p:tav tm="100000">
                                          <p:val>
                                            <p:strVal val="#ppt_x"/>
                                          </p:val>
                                        </p:tav>
                                      </p:tavLst>
                                    </p:anim>
                                    <p:anim calcmode="lin" valueType="num">
                                      <p:cBhvr>
                                        <p:cTn id="9" dur="500" fill="hold"/>
                                        <p:tgtEl>
                                          <p:spTgt spid="45"/>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500" fill="hold"/>
                                        <p:tgtEl>
                                          <p:spTgt spid="9"/>
                                        </p:tgtEl>
                                        <p:attrNameLst>
                                          <p:attrName>ppt_w</p:attrName>
                                        </p:attrNameLst>
                                      </p:cBhvr>
                                      <p:tavLst>
                                        <p:tav tm="0">
                                          <p:val>
                                            <p:fltVal val="0"/>
                                          </p:val>
                                        </p:tav>
                                        <p:tav tm="100000">
                                          <p:val>
                                            <p:strVal val="#ppt_w"/>
                                          </p:val>
                                        </p:tav>
                                      </p:tavLst>
                                    </p:anim>
                                    <p:anim calcmode="lin" valueType="num">
                                      <p:cBhvr>
                                        <p:cTn id="14" dur="500" fill="hold"/>
                                        <p:tgtEl>
                                          <p:spTgt spid="9"/>
                                        </p:tgtEl>
                                        <p:attrNameLst>
                                          <p:attrName>ppt_h</p:attrName>
                                        </p:attrNameLst>
                                      </p:cBhvr>
                                      <p:tavLst>
                                        <p:tav tm="0">
                                          <p:val>
                                            <p:fltVal val="0"/>
                                          </p:val>
                                        </p:tav>
                                        <p:tav tm="100000">
                                          <p:val>
                                            <p:strVal val="#ppt_h"/>
                                          </p:val>
                                        </p:tav>
                                      </p:tavLst>
                                    </p:anim>
                                    <p:animEffect transition="in" filter="fade">
                                      <p:cBhvr>
                                        <p:cTn id="15" dur="500"/>
                                        <p:tgtEl>
                                          <p:spTgt spid="9"/>
                                        </p:tgtEl>
                                      </p:cBhvr>
                                    </p:animEffect>
                                  </p:childTnLst>
                                </p:cTn>
                              </p:par>
                            </p:childTnLst>
                          </p:cTn>
                        </p:par>
                        <p:par>
                          <p:cTn id="16" fill="hold">
                            <p:stCondLst>
                              <p:cond delay="1000"/>
                            </p:stCondLst>
                            <p:childTnLst>
                              <p:par>
                                <p:cTn id="17" presetID="10" presetClass="entr" presetSubtype="0"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par>
                          <p:cTn id="20" fill="hold">
                            <p:stCondLst>
                              <p:cond delay="1500"/>
                            </p:stCondLst>
                            <p:childTnLst>
                              <p:par>
                                <p:cTn id="21" presetID="10" presetClass="entr" presetSubtype="0" fill="hold" grpId="0"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par>
                          <p:cTn id="24" fill="hold">
                            <p:stCondLst>
                              <p:cond delay="2000"/>
                            </p:stCondLst>
                            <p:childTnLst>
                              <p:par>
                                <p:cTn id="25" presetID="10" presetClass="entr" presetSubtype="0"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par>
                          <p:cTn id="28" fill="hold">
                            <p:stCondLst>
                              <p:cond delay="2500"/>
                            </p:stCondLst>
                            <p:childTnLst>
                              <p:par>
                                <p:cTn id="29" presetID="53" presetClass="entr" presetSubtype="16" fill="hold" grpId="0" nodeType="after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p:cTn id="31" dur="500" fill="hold"/>
                                        <p:tgtEl>
                                          <p:spTgt spid="16"/>
                                        </p:tgtEl>
                                        <p:attrNameLst>
                                          <p:attrName>ppt_w</p:attrName>
                                        </p:attrNameLst>
                                      </p:cBhvr>
                                      <p:tavLst>
                                        <p:tav tm="0">
                                          <p:val>
                                            <p:fltVal val="0"/>
                                          </p:val>
                                        </p:tav>
                                        <p:tav tm="100000">
                                          <p:val>
                                            <p:strVal val="#ppt_w"/>
                                          </p:val>
                                        </p:tav>
                                      </p:tavLst>
                                    </p:anim>
                                    <p:anim calcmode="lin" valueType="num">
                                      <p:cBhvr>
                                        <p:cTn id="32" dur="500" fill="hold"/>
                                        <p:tgtEl>
                                          <p:spTgt spid="16"/>
                                        </p:tgtEl>
                                        <p:attrNameLst>
                                          <p:attrName>ppt_h</p:attrName>
                                        </p:attrNameLst>
                                      </p:cBhvr>
                                      <p:tavLst>
                                        <p:tav tm="0">
                                          <p:val>
                                            <p:fltVal val="0"/>
                                          </p:val>
                                        </p:tav>
                                        <p:tav tm="100000">
                                          <p:val>
                                            <p:strVal val="#ppt_h"/>
                                          </p:val>
                                        </p:tav>
                                      </p:tavLst>
                                    </p:anim>
                                    <p:animEffect transition="in" filter="fade">
                                      <p:cBhvr>
                                        <p:cTn id="33" dur="500"/>
                                        <p:tgtEl>
                                          <p:spTgt spid="16"/>
                                        </p:tgtEl>
                                      </p:cBhvr>
                                    </p:animEffect>
                                  </p:childTnLst>
                                </p:cTn>
                              </p:par>
                            </p:childTnLst>
                          </p:cTn>
                        </p:par>
                        <p:par>
                          <p:cTn id="34" fill="hold">
                            <p:stCondLst>
                              <p:cond delay="3000"/>
                            </p:stCondLst>
                            <p:childTnLst>
                              <p:par>
                                <p:cTn id="35" presetID="10" presetClass="entr" presetSubtype="0" fill="hold" grpId="0" nodeType="after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childTnLst>
                          </p:cTn>
                        </p:par>
                        <p:par>
                          <p:cTn id="42" fill="hold">
                            <p:stCondLst>
                              <p:cond delay="4000"/>
                            </p:stCondLst>
                            <p:childTnLst>
                              <p:par>
                                <p:cTn id="43" presetID="10" presetClass="entr" presetSubtype="0" fill="hold" grpId="0" nodeType="after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childTnLst>
                          </p:cTn>
                        </p:par>
                        <p:par>
                          <p:cTn id="46" fill="hold">
                            <p:stCondLst>
                              <p:cond delay="4500"/>
                            </p:stCondLst>
                            <p:childTnLst>
                              <p:par>
                                <p:cTn id="47" presetID="53" presetClass="entr" presetSubtype="16" fill="hold" grpId="0" nodeType="afterEffect">
                                  <p:stCondLst>
                                    <p:cond delay="0"/>
                                  </p:stCondLst>
                                  <p:childTnLst>
                                    <p:set>
                                      <p:cBhvr>
                                        <p:cTn id="48" dur="1" fill="hold">
                                          <p:stCondLst>
                                            <p:cond delay="0"/>
                                          </p:stCondLst>
                                        </p:cTn>
                                        <p:tgtEl>
                                          <p:spTgt spid="20"/>
                                        </p:tgtEl>
                                        <p:attrNameLst>
                                          <p:attrName>style.visibility</p:attrName>
                                        </p:attrNameLst>
                                      </p:cBhvr>
                                      <p:to>
                                        <p:strVal val="visible"/>
                                      </p:to>
                                    </p:set>
                                    <p:anim calcmode="lin" valueType="num">
                                      <p:cBhvr>
                                        <p:cTn id="49" dur="500" fill="hold"/>
                                        <p:tgtEl>
                                          <p:spTgt spid="20"/>
                                        </p:tgtEl>
                                        <p:attrNameLst>
                                          <p:attrName>ppt_w</p:attrName>
                                        </p:attrNameLst>
                                      </p:cBhvr>
                                      <p:tavLst>
                                        <p:tav tm="0">
                                          <p:val>
                                            <p:fltVal val="0"/>
                                          </p:val>
                                        </p:tav>
                                        <p:tav tm="100000">
                                          <p:val>
                                            <p:strVal val="#ppt_w"/>
                                          </p:val>
                                        </p:tav>
                                      </p:tavLst>
                                    </p:anim>
                                    <p:anim calcmode="lin" valueType="num">
                                      <p:cBhvr>
                                        <p:cTn id="50" dur="500" fill="hold"/>
                                        <p:tgtEl>
                                          <p:spTgt spid="20"/>
                                        </p:tgtEl>
                                        <p:attrNameLst>
                                          <p:attrName>ppt_h</p:attrName>
                                        </p:attrNameLst>
                                      </p:cBhvr>
                                      <p:tavLst>
                                        <p:tav tm="0">
                                          <p:val>
                                            <p:fltVal val="0"/>
                                          </p:val>
                                        </p:tav>
                                        <p:tav tm="100000">
                                          <p:val>
                                            <p:strVal val="#ppt_h"/>
                                          </p:val>
                                        </p:tav>
                                      </p:tavLst>
                                    </p:anim>
                                    <p:animEffect transition="in" filter="fade">
                                      <p:cBhvr>
                                        <p:cTn id="51" dur="500"/>
                                        <p:tgtEl>
                                          <p:spTgt spid="20"/>
                                        </p:tgtEl>
                                      </p:cBhvr>
                                    </p:animEffect>
                                  </p:childTnLst>
                                </p:cTn>
                              </p:par>
                            </p:childTnLst>
                          </p:cTn>
                        </p:par>
                        <p:par>
                          <p:cTn id="52" fill="hold">
                            <p:stCondLst>
                              <p:cond delay="5000"/>
                            </p:stCondLst>
                            <p:childTnLst>
                              <p:par>
                                <p:cTn id="53" presetID="10" presetClass="entr" presetSubtype="0" fill="hold" grpId="0" nodeType="after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childTnLst>
                          </p:cTn>
                        </p:par>
                        <p:par>
                          <p:cTn id="56" fill="hold">
                            <p:stCondLst>
                              <p:cond delay="5500"/>
                            </p:stCondLst>
                            <p:childTnLst>
                              <p:par>
                                <p:cTn id="57" presetID="10" presetClass="entr" presetSubtype="0" fill="hold" grpId="0" nodeType="after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500"/>
                                        <p:tgtEl>
                                          <p:spTgt spid="23"/>
                                        </p:tgtEl>
                                      </p:cBhvr>
                                    </p:animEffect>
                                  </p:childTnLst>
                                </p:cTn>
                              </p:par>
                            </p:childTnLst>
                          </p:cTn>
                        </p:par>
                        <p:par>
                          <p:cTn id="60" fill="hold">
                            <p:stCondLst>
                              <p:cond delay="6000"/>
                            </p:stCondLst>
                            <p:childTnLst>
                              <p:par>
                                <p:cTn id="61" presetID="10" presetClass="entr" presetSubtype="0" fill="hold" grpId="0" nodeType="after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childTnLst>
                          </p:cTn>
                        </p:par>
                        <p:par>
                          <p:cTn id="64" fill="hold">
                            <p:stCondLst>
                              <p:cond delay="6500"/>
                            </p:stCondLst>
                            <p:childTnLst>
                              <p:par>
                                <p:cTn id="65" presetID="10" presetClass="entr" presetSubtype="0" fill="hold" grpId="0" nodeType="after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nodeType="withEffect">
                                  <p:stCondLst>
                                    <p:cond delay="0"/>
                                  </p:stCondLst>
                                  <p:childTnLst>
                                    <p:set>
                                      <p:cBhvr>
                                        <p:cTn id="69" dur="1" fill="hold">
                                          <p:stCondLst>
                                            <p:cond delay="0"/>
                                          </p:stCondLst>
                                        </p:cTn>
                                        <p:tgtEl>
                                          <p:spTgt spid="10"/>
                                        </p:tgtEl>
                                        <p:attrNameLst>
                                          <p:attrName>style.visibility</p:attrName>
                                        </p:attrNameLst>
                                      </p:cBhvr>
                                      <p:to>
                                        <p:strVal val="visible"/>
                                      </p:to>
                                    </p:set>
                                    <p:animEffect transition="in" filter="fade">
                                      <p:cBhvr>
                                        <p:cTn id="70" dur="500"/>
                                        <p:tgtEl>
                                          <p:spTgt spid="10"/>
                                        </p:tgtEl>
                                      </p:cBhvr>
                                    </p:animEffect>
                                  </p:childTnLst>
                                </p:cTn>
                              </p:par>
                            </p:childTnLst>
                          </p:cTn>
                        </p:par>
                        <p:par>
                          <p:cTn id="71" fill="hold">
                            <p:stCondLst>
                              <p:cond delay="7000"/>
                            </p:stCondLst>
                            <p:childTnLst>
                              <p:par>
                                <p:cTn id="72" presetID="10" presetClass="entr" presetSubtype="0" fill="hold" grpId="0" nodeType="after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9" grpId="0" animBg="1"/>
      <p:bldP spid="13" grpId="0"/>
      <p:bldP spid="14" grpId="0"/>
      <p:bldP spid="15" grpId="0"/>
      <p:bldP spid="16" grpId="0" animBg="1"/>
      <p:bldP spid="17" grpId="0"/>
      <p:bldP spid="18" grpId="0"/>
      <p:bldP spid="19" grpId="0"/>
      <p:bldP spid="20" grpId="0" animBg="1"/>
      <p:bldP spid="21" grpId="0"/>
      <p:bldP spid="22" grpId="0"/>
      <p:bldP spid="23" grpId="0"/>
      <p:bldP spid="24" grpId="0"/>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5536" y="483518"/>
            <a:ext cx="8208912" cy="4248472"/>
          </a:xfrm>
          <a:prstGeom prst="rect">
            <a:avLst/>
          </a:prstGeom>
          <a:solidFill>
            <a:srgbClr val="D433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l="32484" t="6601" r="32205" b="84197"/>
          <a:stretch>
            <a:fillRect/>
          </a:stretch>
        </p:blipFill>
        <p:spPr>
          <a:xfrm>
            <a:off x="2899792" y="267494"/>
            <a:ext cx="3328392" cy="488351"/>
          </a:xfrm>
          <a:prstGeom prst="rect">
            <a:avLst/>
          </a:prstGeom>
        </p:spPr>
      </p:pic>
      <p:grpSp>
        <p:nvGrpSpPr>
          <p:cNvPr id="5" name="组合 4"/>
          <p:cNvGrpSpPr/>
          <p:nvPr/>
        </p:nvGrpSpPr>
        <p:grpSpPr>
          <a:xfrm>
            <a:off x="236612" y="339502"/>
            <a:ext cx="8670776" cy="4594860"/>
            <a:chOff x="236612" y="339502"/>
            <a:chExt cx="8670776" cy="4594860"/>
          </a:xfrm>
        </p:grpSpPr>
        <p:pic>
          <p:nvPicPr>
            <p:cNvPr id="6" name="图片 5"/>
            <p:cNvPicPr>
              <a:picLocks noChangeAspect="1"/>
            </p:cNvPicPr>
            <p:nvPr/>
          </p:nvPicPr>
          <p:blipFill rotWithShape="1">
            <a:blip r:embed="rId4" cstate="print">
              <a:extLst>
                <a:ext uri="{28A0092B-C50C-407E-A947-70E740481C1C}">
                  <a14:useLocalDpi xmlns:a14="http://schemas.microsoft.com/office/drawing/2010/main" val="0"/>
                </a:ext>
              </a:extLst>
            </a:blip>
            <a:srcRect l="2958" t="7556" r="67104" b="3111"/>
            <a:stretch>
              <a:fillRect/>
            </a:stretch>
          </p:blipFill>
          <p:spPr>
            <a:xfrm>
              <a:off x="236612" y="339502"/>
              <a:ext cx="2735188" cy="4594860"/>
            </a:xfrm>
            <a:prstGeom prst="rect">
              <a:avLst/>
            </a:prstGeom>
          </p:spPr>
        </p:pic>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l="11108" t="7556" r="58258" b="3111"/>
            <a:stretch>
              <a:fillRect/>
            </a:stretch>
          </p:blipFill>
          <p:spPr>
            <a:xfrm>
              <a:off x="6108700" y="339502"/>
              <a:ext cx="2798688" cy="4594860"/>
            </a:xfrm>
            <a:prstGeom prst="rect">
              <a:avLst/>
            </a:prstGeom>
          </p:spPr>
        </p:pic>
        <p:sp>
          <p:nvSpPr>
            <p:cNvPr id="8" name="矩形 7"/>
            <p:cNvSpPr/>
            <p:nvPr/>
          </p:nvSpPr>
          <p:spPr>
            <a:xfrm>
              <a:off x="2971800" y="4718228"/>
              <a:ext cx="3136900" cy="45719"/>
            </a:xfrm>
            <a:prstGeom prst="rect">
              <a:avLst/>
            </a:prstGeom>
            <a:solidFill>
              <a:srgbClr val="2E4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p:cNvGrpSpPr/>
          <p:nvPr/>
        </p:nvGrpSpPr>
        <p:grpSpPr>
          <a:xfrm>
            <a:off x="1043608" y="1900701"/>
            <a:ext cx="6849310" cy="1103097"/>
            <a:chOff x="1248368" y="1885925"/>
            <a:chExt cx="8516801" cy="1371650"/>
          </a:xfrm>
        </p:grpSpPr>
        <p:pic>
          <p:nvPicPr>
            <p:cNvPr id="10" name="图片 9"/>
            <p:cNvPicPr>
              <a:picLocks noChangeAspect="1"/>
            </p:cNvPicPr>
            <p:nvPr/>
          </p:nvPicPr>
          <p:blipFill rotWithShape="1">
            <a:blip r:embed="rId5" cstate="print">
              <a:extLst>
                <a:ext uri="{28A0092B-C50C-407E-A947-70E740481C1C}">
                  <a14:useLocalDpi xmlns:a14="http://schemas.microsoft.com/office/drawing/2010/main" val="0"/>
                </a:ext>
              </a:extLst>
            </a:blip>
            <a:srcRect l="8978" t="22607" r="76689" b="35800"/>
            <a:stretch>
              <a:fillRect/>
            </a:stretch>
          </p:blipFill>
          <p:spPr>
            <a:xfrm rot="16200000">
              <a:off x="1682965" y="1451329"/>
              <a:ext cx="1371648" cy="2240841"/>
            </a:xfrm>
            <a:prstGeom prst="rect">
              <a:avLst/>
            </a:prstGeom>
          </p:spPr>
        </p:pic>
        <p:pic>
          <p:nvPicPr>
            <p:cNvPr id="28" name="图片 27"/>
            <p:cNvPicPr>
              <a:picLocks noChangeAspect="1"/>
            </p:cNvPicPr>
            <p:nvPr/>
          </p:nvPicPr>
          <p:blipFill rotWithShape="1">
            <a:blip r:embed="rId5" cstate="print">
              <a:extLst>
                <a:ext uri="{28A0092B-C50C-407E-A947-70E740481C1C}">
                  <a14:useLocalDpi xmlns:a14="http://schemas.microsoft.com/office/drawing/2010/main" val="0"/>
                </a:ext>
              </a:extLst>
            </a:blip>
            <a:srcRect l="8978" t="22607" r="76689" b="35800"/>
            <a:stretch>
              <a:fillRect/>
            </a:stretch>
          </p:blipFill>
          <p:spPr>
            <a:xfrm rot="16200000">
              <a:off x="3773867" y="1451328"/>
              <a:ext cx="1371648" cy="2240841"/>
            </a:xfrm>
            <a:prstGeom prst="rect">
              <a:avLst/>
            </a:prstGeom>
          </p:spPr>
        </p:pic>
        <p:pic>
          <p:nvPicPr>
            <p:cNvPr id="35" name="图片 34"/>
            <p:cNvPicPr>
              <a:picLocks noChangeAspect="1"/>
            </p:cNvPicPr>
            <p:nvPr/>
          </p:nvPicPr>
          <p:blipFill rotWithShape="1">
            <a:blip r:embed="rId5" cstate="print">
              <a:extLst>
                <a:ext uri="{28A0092B-C50C-407E-A947-70E740481C1C}">
                  <a14:useLocalDpi xmlns:a14="http://schemas.microsoft.com/office/drawing/2010/main" val="0"/>
                </a:ext>
              </a:extLst>
            </a:blip>
            <a:srcRect l="8978" t="22607" r="76689" b="35800"/>
            <a:stretch>
              <a:fillRect/>
            </a:stretch>
          </p:blipFill>
          <p:spPr>
            <a:xfrm rot="16200000">
              <a:off x="5870692" y="1451330"/>
              <a:ext cx="1371648" cy="2240841"/>
            </a:xfrm>
            <a:prstGeom prst="rect">
              <a:avLst/>
            </a:prstGeom>
          </p:spPr>
        </p:pic>
        <p:pic>
          <p:nvPicPr>
            <p:cNvPr id="36" name="图片 35"/>
            <p:cNvPicPr>
              <a:picLocks noChangeAspect="1"/>
            </p:cNvPicPr>
            <p:nvPr/>
          </p:nvPicPr>
          <p:blipFill rotWithShape="1">
            <a:blip r:embed="rId5" cstate="print">
              <a:extLst>
                <a:ext uri="{28A0092B-C50C-407E-A947-70E740481C1C}">
                  <a14:useLocalDpi xmlns:a14="http://schemas.microsoft.com/office/drawing/2010/main" val="0"/>
                </a:ext>
              </a:extLst>
            </a:blip>
            <a:srcRect l="8978" t="22607" r="76689" b="35800"/>
            <a:stretch>
              <a:fillRect/>
            </a:stretch>
          </p:blipFill>
          <p:spPr>
            <a:xfrm rot="16200000">
              <a:off x="7958925" y="1451330"/>
              <a:ext cx="1371648" cy="2240841"/>
            </a:xfrm>
            <a:prstGeom prst="rect">
              <a:avLst/>
            </a:prstGeom>
          </p:spPr>
        </p:pic>
      </p:grpSp>
      <p:grpSp>
        <p:nvGrpSpPr>
          <p:cNvPr id="13" name="组合 12"/>
          <p:cNvGrpSpPr/>
          <p:nvPr/>
        </p:nvGrpSpPr>
        <p:grpSpPr>
          <a:xfrm>
            <a:off x="1200150" y="2065659"/>
            <a:ext cx="6636643" cy="794123"/>
            <a:chOff x="1200150" y="2162347"/>
            <a:chExt cx="6636643" cy="794123"/>
          </a:xfrm>
        </p:grpSpPr>
        <p:sp>
          <p:nvSpPr>
            <p:cNvPr id="11" name="TextBox 10"/>
            <p:cNvSpPr txBox="1"/>
            <p:nvPr/>
          </p:nvSpPr>
          <p:spPr>
            <a:xfrm>
              <a:off x="1200150" y="2162348"/>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五</a:t>
              </a:r>
            </a:p>
          </p:txBody>
        </p:sp>
        <p:sp>
          <p:nvSpPr>
            <p:cNvPr id="37" name="TextBox 36"/>
            <p:cNvSpPr txBox="1"/>
            <p:nvPr/>
          </p:nvSpPr>
          <p:spPr>
            <a:xfrm>
              <a:off x="2046506" y="2162347"/>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四</a:t>
              </a:r>
            </a:p>
          </p:txBody>
        </p:sp>
        <p:sp>
          <p:nvSpPr>
            <p:cNvPr id="38" name="TextBox 37"/>
            <p:cNvSpPr txBox="1"/>
            <p:nvPr/>
          </p:nvSpPr>
          <p:spPr>
            <a:xfrm>
              <a:off x="2891383" y="2187029"/>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青</a:t>
              </a:r>
            </a:p>
          </p:txBody>
        </p:sp>
        <p:sp>
          <p:nvSpPr>
            <p:cNvPr id="39" name="TextBox 38"/>
            <p:cNvSpPr txBox="1"/>
            <p:nvPr/>
          </p:nvSpPr>
          <p:spPr>
            <a:xfrm>
              <a:off x="3707904" y="2182748"/>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年</a:t>
              </a:r>
            </a:p>
          </p:txBody>
        </p:sp>
        <p:sp>
          <p:nvSpPr>
            <p:cNvPr id="41" name="TextBox 40"/>
            <p:cNvSpPr txBox="1"/>
            <p:nvPr/>
          </p:nvSpPr>
          <p:spPr>
            <a:xfrm>
              <a:off x="4572000" y="2187029"/>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节</a:t>
              </a:r>
            </a:p>
          </p:txBody>
        </p:sp>
        <p:sp>
          <p:nvSpPr>
            <p:cNvPr id="42" name="TextBox 41"/>
            <p:cNvSpPr txBox="1"/>
            <p:nvPr/>
          </p:nvSpPr>
          <p:spPr>
            <a:xfrm>
              <a:off x="5436096" y="2171869"/>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的</a:t>
              </a:r>
            </a:p>
          </p:txBody>
        </p:sp>
        <p:sp>
          <p:nvSpPr>
            <p:cNvPr id="43" name="TextBox 42"/>
            <p:cNvSpPr txBox="1"/>
            <p:nvPr/>
          </p:nvSpPr>
          <p:spPr>
            <a:xfrm>
              <a:off x="6275759" y="2162349"/>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意</a:t>
              </a:r>
            </a:p>
          </p:txBody>
        </p:sp>
        <p:sp>
          <p:nvSpPr>
            <p:cNvPr id="44" name="TextBox 43"/>
            <p:cNvSpPr txBox="1"/>
            <p:nvPr/>
          </p:nvSpPr>
          <p:spPr>
            <a:xfrm>
              <a:off x="7092280" y="2162349"/>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义</a:t>
              </a:r>
            </a:p>
          </p:txBody>
        </p:sp>
      </p:grpSp>
      <p:sp>
        <p:nvSpPr>
          <p:cNvPr id="45" name="TextBox 44"/>
          <p:cNvSpPr txBox="1"/>
          <p:nvPr/>
        </p:nvSpPr>
        <p:spPr>
          <a:xfrm>
            <a:off x="3419872" y="1131590"/>
            <a:ext cx="2256681" cy="707886"/>
          </a:xfrm>
          <a:prstGeom prst="rect">
            <a:avLst/>
          </a:prstGeom>
          <a:noFill/>
        </p:spPr>
        <p:txBody>
          <a:bodyPr wrap="square" rtlCol="0">
            <a:spAutoFit/>
          </a:bodyPr>
          <a:lstStyle/>
          <a:p>
            <a:r>
              <a:rPr lang="zh-CN" altLang="en-US" sz="4000" dirty="0">
                <a:solidFill>
                  <a:srgbClr val="F6E6B0"/>
                </a:solidFill>
                <a:latin typeface="方正韵动中黑简体" panose="02000000000000000000" pitchFamily="2" charset="-122"/>
                <a:ea typeface="方正韵动中黑简体" panose="02000000000000000000" pitchFamily="2" charset="-122"/>
              </a:rPr>
              <a:t>章节</a:t>
            </a:r>
            <a:r>
              <a:rPr lang="en-US" altLang="zh-CN" sz="4000" dirty="0">
                <a:solidFill>
                  <a:srgbClr val="F6E6B0"/>
                </a:solidFill>
                <a:latin typeface="方正韵动中黑简体" panose="02000000000000000000" pitchFamily="2" charset="-122"/>
                <a:ea typeface="方正韵动中黑简体" panose="02000000000000000000" pitchFamily="2" charset="-122"/>
              </a:rPr>
              <a:t>·</a:t>
            </a:r>
            <a:r>
              <a:rPr lang="zh-CN" altLang="en-US" sz="4000" dirty="0">
                <a:solidFill>
                  <a:srgbClr val="F6E6B0"/>
                </a:solidFill>
                <a:latin typeface="方正韵动中黑简体" panose="02000000000000000000" pitchFamily="2" charset="-122"/>
                <a:ea typeface="方正韵动中黑简体" panose="02000000000000000000" pitchFamily="2" charset="-122"/>
              </a:rPr>
              <a:t>二</a:t>
            </a:r>
          </a:p>
        </p:txBody>
      </p:sp>
      <p:grpSp>
        <p:nvGrpSpPr>
          <p:cNvPr id="14" name="组合 13"/>
          <p:cNvGrpSpPr/>
          <p:nvPr/>
        </p:nvGrpSpPr>
        <p:grpSpPr>
          <a:xfrm>
            <a:off x="467544" y="3003797"/>
            <a:ext cx="8136904" cy="1714432"/>
            <a:chOff x="467544" y="3003797"/>
            <a:chExt cx="8136904" cy="1714432"/>
          </a:xfrm>
        </p:grpSpPr>
        <p:pic>
          <p:nvPicPr>
            <p:cNvPr id="9" name="图片 8"/>
            <p:cNvPicPr>
              <a:picLocks noChangeAspect="1"/>
            </p:cNvPicPr>
            <p:nvPr/>
          </p:nvPicPr>
          <p:blipFill rotWithShape="1">
            <a:blip r:embed="rId6" cstate="print">
              <a:extLst>
                <a:ext uri="{28A0092B-C50C-407E-A947-70E740481C1C}">
                  <a14:useLocalDpi xmlns:a14="http://schemas.microsoft.com/office/drawing/2010/main" val="0"/>
                </a:ext>
              </a:extLst>
            </a:blip>
            <a:srcRect t="27717" b="37443"/>
            <a:stretch>
              <a:fillRect/>
            </a:stretch>
          </p:blipFill>
          <p:spPr>
            <a:xfrm>
              <a:off x="467544" y="3003797"/>
              <a:ext cx="4920977" cy="1714431"/>
            </a:xfrm>
            <a:prstGeom prst="rect">
              <a:avLst/>
            </a:prstGeom>
          </p:spPr>
        </p:pic>
        <p:pic>
          <p:nvPicPr>
            <p:cNvPr id="24" name="图片 23"/>
            <p:cNvPicPr>
              <a:picLocks noChangeAspect="1"/>
            </p:cNvPicPr>
            <p:nvPr/>
          </p:nvPicPr>
          <p:blipFill rotWithShape="1">
            <a:blip r:embed="rId7" cstate="print">
              <a:extLst>
                <a:ext uri="{28A0092B-C50C-407E-A947-70E740481C1C}">
                  <a14:useLocalDpi xmlns:a14="http://schemas.microsoft.com/office/drawing/2010/main" val="0"/>
                </a:ext>
              </a:extLst>
            </a:blip>
            <a:srcRect t="26940" r="7980" b="37748"/>
            <a:stretch>
              <a:fillRect/>
            </a:stretch>
          </p:blipFill>
          <p:spPr>
            <a:xfrm>
              <a:off x="4452417" y="3124947"/>
              <a:ext cx="4152031" cy="1593282"/>
            </a:xfrm>
            <a:prstGeom prst="rect">
              <a:avLst/>
            </a:prstGeom>
          </p:spPr>
        </p:pic>
        <p:sp>
          <p:nvSpPr>
            <p:cNvPr id="12" name="五角星 11"/>
            <p:cNvSpPr/>
            <p:nvPr/>
          </p:nvSpPr>
          <p:spPr>
            <a:xfrm>
              <a:off x="1331640" y="3527513"/>
              <a:ext cx="144016" cy="144016"/>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五角星 25"/>
            <p:cNvSpPr/>
            <p:nvPr/>
          </p:nvSpPr>
          <p:spPr>
            <a:xfrm>
              <a:off x="5762107" y="3599521"/>
              <a:ext cx="144016" cy="144016"/>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五角星 26"/>
            <p:cNvSpPr/>
            <p:nvPr/>
          </p:nvSpPr>
          <p:spPr>
            <a:xfrm>
              <a:off x="5436096" y="3491509"/>
              <a:ext cx="72008" cy="72008"/>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五角星 28"/>
            <p:cNvSpPr/>
            <p:nvPr/>
          </p:nvSpPr>
          <p:spPr>
            <a:xfrm>
              <a:off x="2060781" y="3413883"/>
              <a:ext cx="72008" cy="72008"/>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五角星 29"/>
            <p:cNvSpPr/>
            <p:nvPr/>
          </p:nvSpPr>
          <p:spPr>
            <a:xfrm>
              <a:off x="1605681" y="3795886"/>
              <a:ext cx="45719" cy="45719"/>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五角星 30"/>
            <p:cNvSpPr/>
            <p:nvPr/>
          </p:nvSpPr>
          <p:spPr>
            <a:xfrm>
              <a:off x="4211960" y="3124946"/>
              <a:ext cx="45719" cy="45719"/>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五角星 31"/>
            <p:cNvSpPr/>
            <p:nvPr/>
          </p:nvSpPr>
          <p:spPr>
            <a:xfrm>
              <a:off x="8100392" y="3843087"/>
              <a:ext cx="45719" cy="45719"/>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五角星 32"/>
            <p:cNvSpPr/>
            <p:nvPr/>
          </p:nvSpPr>
          <p:spPr>
            <a:xfrm>
              <a:off x="7956376" y="3206818"/>
              <a:ext cx="144016" cy="144016"/>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五角星 33"/>
            <p:cNvSpPr/>
            <p:nvPr/>
          </p:nvSpPr>
          <p:spPr>
            <a:xfrm>
              <a:off x="3537984" y="3374854"/>
              <a:ext cx="72008" cy="72008"/>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五角星 39"/>
            <p:cNvSpPr/>
            <p:nvPr/>
          </p:nvSpPr>
          <p:spPr>
            <a:xfrm>
              <a:off x="4824214" y="3561518"/>
              <a:ext cx="45719" cy="45719"/>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五角星 46"/>
            <p:cNvSpPr/>
            <p:nvPr/>
          </p:nvSpPr>
          <p:spPr>
            <a:xfrm>
              <a:off x="683568" y="3948285"/>
              <a:ext cx="45719" cy="45719"/>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spd="slow" advTm="4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anim calcmode="lin" valueType="num">
                                      <p:cBhvr>
                                        <p:cTn id="8" dur="500" fill="hold"/>
                                        <p:tgtEl>
                                          <p:spTgt spid="45"/>
                                        </p:tgtEl>
                                        <p:attrNameLst>
                                          <p:attrName>ppt_x</p:attrName>
                                        </p:attrNameLst>
                                      </p:cBhvr>
                                      <p:tavLst>
                                        <p:tav tm="0">
                                          <p:val>
                                            <p:strVal val="#ppt_x"/>
                                          </p:val>
                                        </p:tav>
                                        <p:tav tm="100000">
                                          <p:val>
                                            <p:strVal val="#ppt_x"/>
                                          </p:val>
                                        </p:tav>
                                      </p:tavLst>
                                    </p:anim>
                                    <p:anim calcmode="lin" valueType="num">
                                      <p:cBhvr>
                                        <p:cTn id="9" dur="500" fill="hold"/>
                                        <p:tgtEl>
                                          <p:spTgt spid="45"/>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par>
                          <p:cTn id="13" fill="hold">
                            <p:stCondLst>
                              <p:cond delay="500"/>
                            </p:stCondLst>
                            <p:childTnLst>
                              <p:par>
                                <p:cTn id="14" presetID="42" presetClass="entr" presetSubtype="0"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anim calcmode="lin" valueType="num">
                                      <p:cBhvr>
                                        <p:cTn id="17" dur="500" fill="hold"/>
                                        <p:tgtEl>
                                          <p:spTgt spid="3"/>
                                        </p:tgtEl>
                                        <p:attrNameLst>
                                          <p:attrName>ppt_x</p:attrName>
                                        </p:attrNameLst>
                                      </p:cBhvr>
                                      <p:tavLst>
                                        <p:tav tm="0">
                                          <p:val>
                                            <p:strVal val="#ppt_x"/>
                                          </p:val>
                                        </p:tav>
                                        <p:tav tm="100000">
                                          <p:val>
                                            <p:strVal val="#ppt_x"/>
                                          </p:val>
                                        </p:tav>
                                      </p:tavLst>
                                    </p:anim>
                                    <p:anim calcmode="lin" valueType="num">
                                      <p:cBhvr>
                                        <p:cTn id="18" dur="500" fill="hold"/>
                                        <p:tgtEl>
                                          <p:spTgt spid="3"/>
                                        </p:tgtEl>
                                        <p:attrNameLst>
                                          <p:attrName>ppt_y</p:attrName>
                                        </p:attrNameLst>
                                      </p:cBhvr>
                                      <p:tavLst>
                                        <p:tav tm="0">
                                          <p:val>
                                            <p:strVal val="#ppt_y+.1"/>
                                          </p:val>
                                        </p:tav>
                                        <p:tav tm="100000">
                                          <p:val>
                                            <p:strVal val="#ppt_y"/>
                                          </p:val>
                                        </p:tav>
                                      </p:tavLst>
                                    </p:anim>
                                  </p:childTnLst>
                                </p:cTn>
                              </p:par>
                              <p:par>
                                <p:cTn id="19" presetID="47"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anim calcmode="lin" valueType="num">
                                      <p:cBhvr>
                                        <p:cTn id="22" dur="500" fill="hold"/>
                                        <p:tgtEl>
                                          <p:spTgt spid="13"/>
                                        </p:tgtEl>
                                        <p:attrNameLst>
                                          <p:attrName>ppt_x</p:attrName>
                                        </p:attrNameLst>
                                      </p:cBhvr>
                                      <p:tavLst>
                                        <p:tav tm="0">
                                          <p:val>
                                            <p:strVal val="#ppt_x"/>
                                          </p:val>
                                        </p:tav>
                                        <p:tav tm="100000">
                                          <p:val>
                                            <p:strVal val="#ppt_x"/>
                                          </p:val>
                                        </p:tav>
                                      </p:tavLst>
                                    </p:anim>
                                    <p:anim calcmode="lin" valueType="num">
                                      <p:cBhvr>
                                        <p:cTn id="23" dur="5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5536" y="483518"/>
            <a:ext cx="8208912" cy="4248472"/>
          </a:xfrm>
          <a:prstGeom prst="rect">
            <a:avLst/>
          </a:prstGeom>
          <a:solidFill>
            <a:srgbClr val="D433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l="32484" t="6601" r="32205" b="84197"/>
          <a:stretch>
            <a:fillRect/>
          </a:stretch>
        </p:blipFill>
        <p:spPr>
          <a:xfrm>
            <a:off x="2899792" y="267494"/>
            <a:ext cx="3328392" cy="488351"/>
          </a:xfrm>
          <a:prstGeom prst="rect">
            <a:avLst/>
          </a:prstGeom>
        </p:spPr>
      </p:pic>
      <p:grpSp>
        <p:nvGrpSpPr>
          <p:cNvPr id="5" name="组合 4"/>
          <p:cNvGrpSpPr/>
          <p:nvPr/>
        </p:nvGrpSpPr>
        <p:grpSpPr>
          <a:xfrm>
            <a:off x="236612" y="339502"/>
            <a:ext cx="8670776" cy="4594860"/>
            <a:chOff x="236612" y="339502"/>
            <a:chExt cx="8670776" cy="4594860"/>
          </a:xfrm>
        </p:grpSpPr>
        <p:pic>
          <p:nvPicPr>
            <p:cNvPr id="6" name="图片 5"/>
            <p:cNvPicPr>
              <a:picLocks noChangeAspect="1"/>
            </p:cNvPicPr>
            <p:nvPr/>
          </p:nvPicPr>
          <p:blipFill rotWithShape="1">
            <a:blip r:embed="rId4" cstate="print">
              <a:extLst>
                <a:ext uri="{28A0092B-C50C-407E-A947-70E740481C1C}">
                  <a14:useLocalDpi xmlns:a14="http://schemas.microsoft.com/office/drawing/2010/main" val="0"/>
                </a:ext>
              </a:extLst>
            </a:blip>
            <a:srcRect l="2958" t="7556" r="67104" b="3111"/>
            <a:stretch>
              <a:fillRect/>
            </a:stretch>
          </p:blipFill>
          <p:spPr>
            <a:xfrm>
              <a:off x="236612" y="339502"/>
              <a:ext cx="2735188" cy="4594860"/>
            </a:xfrm>
            <a:prstGeom prst="rect">
              <a:avLst/>
            </a:prstGeom>
          </p:spPr>
        </p:pic>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l="11108" t="7556" r="58258" b="3111"/>
            <a:stretch>
              <a:fillRect/>
            </a:stretch>
          </p:blipFill>
          <p:spPr>
            <a:xfrm>
              <a:off x="6108700" y="339502"/>
              <a:ext cx="2798688" cy="4594860"/>
            </a:xfrm>
            <a:prstGeom prst="rect">
              <a:avLst/>
            </a:prstGeom>
          </p:spPr>
        </p:pic>
        <p:sp>
          <p:nvSpPr>
            <p:cNvPr id="8" name="矩形 7"/>
            <p:cNvSpPr/>
            <p:nvPr/>
          </p:nvSpPr>
          <p:spPr>
            <a:xfrm>
              <a:off x="2971800" y="4718228"/>
              <a:ext cx="3136900" cy="45719"/>
            </a:xfrm>
            <a:prstGeom prst="rect">
              <a:avLst/>
            </a:prstGeom>
            <a:solidFill>
              <a:srgbClr val="2E4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TextBox 44"/>
          <p:cNvSpPr txBox="1"/>
          <p:nvPr/>
        </p:nvSpPr>
        <p:spPr>
          <a:xfrm>
            <a:off x="2195736" y="834847"/>
            <a:ext cx="4752528" cy="584775"/>
          </a:xfrm>
          <a:prstGeom prst="rect">
            <a:avLst/>
          </a:prstGeom>
          <a:noFill/>
        </p:spPr>
        <p:txBody>
          <a:bodyPr wrap="square" rtlCol="0">
            <a:spAutoFit/>
          </a:bodyPr>
          <a:lstStyle/>
          <a:p>
            <a:r>
              <a:rPr lang="zh-CN" altLang="en-US" sz="3200" dirty="0">
                <a:solidFill>
                  <a:srgbClr val="F6E6B0"/>
                </a:solidFill>
                <a:latin typeface="方正韵动中黑简体" panose="02000000000000000000" pitchFamily="2" charset="-122"/>
                <a:ea typeface="方正韵动中黑简体" panose="02000000000000000000" pitchFamily="2" charset="-122"/>
              </a:rPr>
              <a:t>五四中的著名人物与贡献</a:t>
            </a:r>
          </a:p>
        </p:txBody>
      </p:sp>
      <p:sp>
        <p:nvSpPr>
          <p:cNvPr id="47" name="TextBox 9"/>
          <p:cNvSpPr>
            <a:spLocks noChangeArrowheads="1"/>
          </p:cNvSpPr>
          <p:nvPr/>
        </p:nvSpPr>
        <p:spPr bwMode="auto">
          <a:xfrm>
            <a:off x="4355976" y="2211710"/>
            <a:ext cx="3568165" cy="2354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1446" tIns="45723" rIns="91446" bIns="45723">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algn="just" eaLnBrk="1" hangingPunct="1">
              <a:lnSpc>
                <a:spcPct val="150000"/>
              </a:lnSpc>
              <a:spcBef>
                <a:spcPct val="0"/>
              </a:spcBef>
              <a:buFont typeface="Arial" panose="020B0604020202020204" pitchFamily="34" charset="0"/>
              <a:buNone/>
            </a:pP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在“五四”前夕李大钊的文章第一次把“直接行动”公开提出来为即将来临的“五四”革命风暴发出了战斗讯号。</a:t>
            </a:r>
          </a:p>
          <a:p>
            <a:pPr algn="just" eaLnBrk="1" hangingPunct="1">
              <a:lnSpc>
                <a:spcPct val="150000"/>
              </a:lnSpc>
              <a:spcBef>
                <a:spcPct val="0"/>
              </a:spcBef>
              <a:buFont typeface="Arial" panose="020B0604020202020204" pitchFamily="34" charset="0"/>
              <a:buNone/>
            </a:pP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李大钊及团结在他周围的革命知识分子为五四运动进行了思想动员和组织准备。</a:t>
            </a:r>
          </a:p>
          <a:p>
            <a:pPr algn="just" eaLnBrk="1" hangingPunct="1">
              <a:lnSpc>
                <a:spcPct val="150000"/>
              </a:lnSpc>
              <a:spcBef>
                <a:spcPct val="0"/>
              </a:spcBef>
              <a:buFont typeface="Arial" panose="020B0604020202020204" pitchFamily="34" charset="0"/>
              <a:buNone/>
            </a:pP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李大钊是五四运动的直接指导者和参与者。</a:t>
            </a:r>
          </a:p>
          <a:p>
            <a:pPr algn="just" eaLnBrk="1" hangingPunct="1">
              <a:lnSpc>
                <a:spcPct val="150000"/>
              </a:lnSpc>
              <a:spcBef>
                <a:spcPct val="0"/>
              </a:spcBef>
              <a:buFont typeface="Arial" panose="020B0604020202020204" pitchFamily="34" charset="0"/>
              <a:buNone/>
            </a:pPr>
            <a:endPar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endParaRPr>
          </a:p>
        </p:txBody>
      </p:sp>
      <p:sp>
        <p:nvSpPr>
          <p:cNvPr id="11" name="TextBox 9"/>
          <p:cNvSpPr>
            <a:spLocks noChangeArrowheads="1"/>
          </p:cNvSpPr>
          <p:nvPr/>
        </p:nvSpPr>
        <p:spPr bwMode="auto">
          <a:xfrm>
            <a:off x="3919842" y="1531577"/>
            <a:ext cx="4252558" cy="392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1446" tIns="45723" rIns="91446" bIns="45723">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algn="ctr" eaLnBrk="1" hangingPunct="1">
              <a:lnSpc>
                <a:spcPts val="2500"/>
              </a:lnSpc>
              <a:spcBef>
                <a:spcPct val="0"/>
              </a:spcBef>
              <a:buFont typeface="Arial" panose="020B0604020202020204" pitchFamily="34" charset="0"/>
              <a:buNone/>
            </a:pPr>
            <a:r>
              <a:rPr lang="zh-CN" altLang="en-US" sz="2000" b="1" dirty="0">
                <a:solidFill>
                  <a:srgbClr val="F6E6B0"/>
                </a:solidFill>
                <a:latin typeface="华文细黑" panose="02010600040101010101" pitchFamily="2" charset="-122"/>
                <a:ea typeface="华文细黑" panose="02010600040101010101" pitchFamily="2" charset="-122"/>
                <a:sym typeface="方正兰亭黑_GBK" pitchFamily="2" charset="-122"/>
              </a:rPr>
              <a:t>“高举革命旗帜第一人”李大钊</a:t>
            </a:r>
          </a:p>
        </p:txBody>
      </p:sp>
      <p:sp>
        <p:nvSpPr>
          <p:cNvPr id="12" name="TextBox 11"/>
          <p:cNvSpPr txBox="1"/>
          <p:nvPr/>
        </p:nvSpPr>
        <p:spPr>
          <a:xfrm>
            <a:off x="4353933" y="1851670"/>
            <a:ext cx="3570208" cy="369332"/>
          </a:xfrm>
          <a:prstGeom prst="rect">
            <a:avLst/>
          </a:prstGeom>
          <a:noFill/>
        </p:spPr>
        <p:txBody>
          <a:bodyPr wrap="none" rtlCol="0">
            <a:spAutoFit/>
          </a:bodyPr>
          <a:lstStyle/>
          <a:p>
            <a:r>
              <a:rPr lang="en-US" altLang="zh-CN" dirty="0">
                <a:solidFill>
                  <a:srgbClr val="F6E6B0"/>
                </a:solidFill>
              </a:rPr>
              <a:t>------------------------------------------------</a:t>
            </a:r>
            <a:endParaRPr lang="zh-CN" altLang="en-US" dirty="0">
              <a:solidFill>
                <a:srgbClr val="F6E6B0"/>
              </a:solidFill>
            </a:endParaRPr>
          </a:p>
        </p:txBody>
      </p:sp>
      <p:pic>
        <p:nvPicPr>
          <p:cNvPr id="15" name="图片 14"/>
          <p:cNvPicPr>
            <a:picLocks noChangeAspect="1"/>
          </p:cNvPicPr>
          <p:nvPr/>
        </p:nvPicPr>
        <p:blipFill rotWithShape="1">
          <a:blip r:embed="rId5" cstate="print">
            <a:biLevel thresh="75000"/>
            <a:extLst>
              <a:ext uri="{28A0092B-C50C-407E-A947-70E740481C1C}">
                <a14:useLocalDpi xmlns:a14="http://schemas.microsoft.com/office/drawing/2010/main" val="0"/>
              </a:ext>
            </a:extLst>
          </a:blip>
          <a:srcRect r="40275" b="-1864"/>
          <a:stretch>
            <a:fillRect/>
          </a:stretch>
        </p:blipFill>
        <p:spPr>
          <a:xfrm>
            <a:off x="543638" y="1635646"/>
            <a:ext cx="3452298" cy="3138873"/>
          </a:xfrm>
          <a:prstGeom prst="rect">
            <a:avLst/>
          </a:prstGeom>
        </p:spPr>
      </p:pic>
      <p:pic>
        <p:nvPicPr>
          <p:cNvPr id="2050" name="Picture 2" descr="http://www.people.com.cn/mediafile/pic/20180427/50/7462438964384002782.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39022" y="1529194"/>
            <a:ext cx="2068882" cy="29481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anim calcmode="lin" valueType="num">
                                      <p:cBhvr>
                                        <p:cTn id="8" dur="500" fill="hold"/>
                                        <p:tgtEl>
                                          <p:spTgt spid="45"/>
                                        </p:tgtEl>
                                        <p:attrNameLst>
                                          <p:attrName>ppt_x</p:attrName>
                                        </p:attrNameLst>
                                      </p:cBhvr>
                                      <p:tavLst>
                                        <p:tav tm="0">
                                          <p:val>
                                            <p:strVal val="#ppt_x"/>
                                          </p:val>
                                        </p:tav>
                                        <p:tav tm="100000">
                                          <p:val>
                                            <p:strVal val="#ppt_x"/>
                                          </p:val>
                                        </p:tav>
                                      </p:tavLst>
                                    </p:anim>
                                    <p:anim calcmode="lin" valueType="num">
                                      <p:cBhvr>
                                        <p:cTn id="9" dur="500" fill="hold"/>
                                        <p:tgtEl>
                                          <p:spTgt spid="45"/>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nodeType="withEffect">
                                  <p:stCondLst>
                                    <p:cond delay="0"/>
                                  </p:stCondLst>
                                  <p:childTnLst>
                                    <p:set>
                                      <p:cBhvr>
                                        <p:cTn id="15" dur="1" fill="hold">
                                          <p:stCondLst>
                                            <p:cond delay="0"/>
                                          </p:stCondLst>
                                        </p:cTn>
                                        <p:tgtEl>
                                          <p:spTgt spid="2050"/>
                                        </p:tgtEl>
                                        <p:attrNameLst>
                                          <p:attrName>style.visibility</p:attrName>
                                        </p:attrNameLst>
                                      </p:cBhvr>
                                      <p:to>
                                        <p:strVal val="visible"/>
                                      </p:to>
                                    </p:set>
                                    <p:animEffect transition="in" filter="fade">
                                      <p:cBhvr>
                                        <p:cTn id="16" dur="500"/>
                                        <p:tgtEl>
                                          <p:spTgt spid="2050"/>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par>
                          <p:cTn id="21" fill="hold">
                            <p:stCondLst>
                              <p:cond delay="150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par>
                          <p:cTn id="25" fill="hold">
                            <p:stCondLst>
                              <p:cond delay="2000"/>
                            </p:stCondLst>
                            <p:childTnLst>
                              <p:par>
                                <p:cTn id="26" presetID="10" presetClass="entr" presetSubtype="0" fill="hold" grpId="0" nodeType="afterEffect">
                                  <p:stCondLst>
                                    <p:cond delay="0"/>
                                  </p:stCondLst>
                                  <p:childTnLst>
                                    <p:set>
                                      <p:cBhvr>
                                        <p:cTn id="27" dur="1" fill="hold">
                                          <p:stCondLst>
                                            <p:cond delay="0"/>
                                          </p:stCondLst>
                                        </p:cTn>
                                        <p:tgtEl>
                                          <p:spTgt spid="47"/>
                                        </p:tgtEl>
                                        <p:attrNameLst>
                                          <p:attrName>style.visibility</p:attrName>
                                        </p:attrNameLst>
                                      </p:cBhvr>
                                      <p:to>
                                        <p:strVal val="visible"/>
                                      </p:to>
                                    </p:set>
                                    <p:animEffect transition="in" filter="fade">
                                      <p:cBhvr>
                                        <p:cTn id="28"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7" grpId="0"/>
      <p:bldP spid="11"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5536" y="483518"/>
            <a:ext cx="8208912" cy="4248472"/>
          </a:xfrm>
          <a:prstGeom prst="rect">
            <a:avLst/>
          </a:prstGeom>
          <a:solidFill>
            <a:srgbClr val="D433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l="32484" t="6601" r="32205" b="84197"/>
          <a:stretch>
            <a:fillRect/>
          </a:stretch>
        </p:blipFill>
        <p:spPr>
          <a:xfrm>
            <a:off x="2899792" y="267494"/>
            <a:ext cx="3328392" cy="488351"/>
          </a:xfrm>
          <a:prstGeom prst="rect">
            <a:avLst/>
          </a:prstGeom>
        </p:spPr>
      </p:pic>
      <p:grpSp>
        <p:nvGrpSpPr>
          <p:cNvPr id="5" name="组合 4"/>
          <p:cNvGrpSpPr/>
          <p:nvPr/>
        </p:nvGrpSpPr>
        <p:grpSpPr>
          <a:xfrm>
            <a:off x="236612" y="339502"/>
            <a:ext cx="8670776" cy="4594860"/>
            <a:chOff x="236612" y="339502"/>
            <a:chExt cx="8670776" cy="4594860"/>
          </a:xfrm>
        </p:grpSpPr>
        <p:pic>
          <p:nvPicPr>
            <p:cNvPr id="6" name="图片 5"/>
            <p:cNvPicPr>
              <a:picLocks noChangeAspect="1"/>
            </p:cNvPicPr>
            <p:nvPr/>
          </p:nvPicPr>
          <p:blipFill rotWithShape="1">
            <a:blip r:embed="rId4" cstate="print">
              <a:extLst>
                <a:ext uri="{28A0092B-C50C-407E-A947-70E740481C1C}">
                  <a14:useLocalDpi xmlns:a14="http://schemas.microsoft.com/office/drawing/2010/main" val="0"/>
                </a:ext>
              </a:extLst>
            </a:blip>
            <a:srcRect l="2958" t="7556" r="67104" b="3111"/>
            <a:stretch>
              <a:fillRect/>
            </a:stretch>
          </p:blipFill>
          <p:spPr>
            <a:xfrm>
              <a:off x="236612" y="339502"/>
              <a:ext cx="2735188" cy="4594860"/>
            </a:xfrm>
            <a:prstGeom prst="rect">
              <a:avLst/>
            </a:prstGeom>
          </p:spPr>
        </p:pic>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l="11108" t="7556" r="58258" b="3111"/>
            <a:stretch>
              <a:fillRect/>
            </a:stretch>
          </p:blipFill>
          <p:spPr>
            <a:xfrm>
              <a:off x="6108700" y="339502"/>
              <a:ext cx="2798688" cy="4594860"/>
            </a:xfrm>
            <a:prstGeom prst="rect">
              <a:avLst/>
            </a:prstGeom>
          </p:spPr>
        </p:pic>
        <p:sp>
          <p:nvSpPr>
            <p:cNvPr id="8" name="矩形 7"/>
            <p:cNvSpPr/>
            <p:nvPr/>
          </p:nvSpPr>
          <p:spPr>
            <a:xfrm>
              <a:off x="2971800" y="4718228"/>
              <a:ext cx="3136900" cy="45719"/>
            </a:xfrm>
            <a:prstGeom prst="rect">
              <a:avLst/>
            </a:prstGeom>
            <a:solidFill>
              <a:srgbClr val="2E4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TextBox 44"/>
          <p:cNvSpPr txBox="1"/>
          <p:nvPr/>
        </p:nvSpPr>
        <p:spPr>
          <a:xfrm>
            <a:off x="2195736" y="834847"/>
            <a:ext cx="4752528" cy="584775"/>
          </a:xfrm>
          <a:prstGeom prst="rect">
            <a:avLst/>
          </a:prstGeom>
          <a:noFill/>
        </p:spPr>
        <p:txBody>
          <a:bodyPr wrap="square" rtlCol="0">
            <a:spAutoFit/>
          </a:bodyPr>
          <a:lstStyle/>
          <a:p>
            <a:r>
              <a:rPr lang="zh-CN" altLang="en-US" sz="3200" dirty="0">
                <a:solidFill>
                  <a:srgbClr val="F6E6B0"/>
                </a:solidFill>
                <a:latin typeface="方正韵动中黑简体" panose="02000000000000000000" pitchFamily="2" charset="-122"/>
                <a:ea typeface="方正韵动中黑简体" panose="02000000000000000000" pitchFamily="2" charset="-122"/>
              </a:rPr>
              <a:t>五四中的著名人物与贡献</a:t>
            </a:r>
          </a:p>
        </p:txBody>
      </p:sp>
      <p:sp>
        <p:nvSpPr>
          <p:cNvPr id="47" name="TextBox 9"/>
          <p:cNvSpPr>
            <a:spLocks noChangeArrowheads="1"/>
          </p:cNvSpPr>
          <p:nvPr/>
        </p:nvSpPr>
        <p:spPr bwMode="auto">
          <a:xfrm>
            <a:off x="4355976" y="2211710"/>
            <a:ext cx="3568165" cy="2354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1446" tIns="45723" rIns="91446" bIns="45723">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algn="just" eaLnBrk="1" hangingPunct="1">
              <a:lnSpc>
                <a:spcPct val="150000"/>
              </a:lnSpc>
              <a:spcBef>
                <a:spcPct val="0"/>
              </a:spcBef>
              <a:buFont typeface="Arial" panose="020B0604020202020204" pitchFamily="34" charset="0"/>
              <a:buNone/>
            </a:pP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由陈独秀发起的新文化运动为五四运动奠定了思想基础。</a:t>
            </a:r>
          </a:p>
          <a:p>
            <a:pPr algn="just" eaLnBrk="1" hangingPunct="1">
              <a:lnSpc>
                <a:spcPct val="150000"/>
              </a:lnSpc>
              <a:spcBef>
                <a:spcPct val="0"/>
              </a:spcBef>
              <a:buFont typeface="Arial" panose="020B0604020202020204" pitchFamily="34" charset="0"/>
              <a:buNone/>
            </a:pP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陈独秀和</a:t>
            </a: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新青年</a:t>
            </a: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杂志，为五四运动培育出了一大批骨干力量。</a:t>
            </a:r>
          </a:p>
          <a:p>
            <a:pPr algn="just" eaLnBrk="1" hangingPunct="1">
              <a:lnSpc>
                <a:spcPct val="150000"/>
              </a:lnSpc>
              <a:spcBef>
                <a:spcPct val="0"/>
              </a:spcBef>
              <a:buFont typeface="Arial" panose="020B0604020202020204" pitchFamily="34" charset="0"/>
              <a:buNone/>
            </a:pP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从五四运动时期来说，陈独秀是马克思主义的积极传播者。</a:t>
            </a:r>
          </a:p>
          <a:p>
            <a:pPr algn="just" eaLnBrk="1" hangingPunct="1">
              <a:lnSpc>
                <a:spcPct val="150000"/>
              </a:lnSpc>
              <a:spcBef>
                <a:spcPct val="0"/>
              </a:spcBef>
              <a:buFont typeface="Arial" panose="020B0604020202020204" pitchFamily="34" charset="0"/>
              <a:buNone/>
            </a:pP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陈独秀是五四运动的思想指导者和精神领袖。</a:t>
            </a:r>
          </a:p>
        </p:txBody>
      </p:sp>
      <p:sp>
        <p:nvSpPr>
          <p:cNvPr id="11" name="TextBox 9"/>
          <p:cNvSpPr>
            <a:spLocks noChangeArrowheads="1"/>
          </p:cNvSpPr>
          <p:nvPr/>
        </p:nvSpPr>
        <p:spPr bwMode="auto">
          <a:xfrm>
            <a:off x="3919842" y="1531577"/>
            <a:ext cx="4252558" cy="392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1446" tIns="45723" rIns="91446" bIns="45723">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algn="ctr" eaLnBrk="1" hangingPunct="1">
              <a:lnSpc>
                <a:spcPts val="2500"/>
              </a:lnSpc>
              <a:spcBef>
                <a:spcPct val="0"/>
              </a:spcBef>
              <a:buFont typeface="Arial" panose="020B0604020202020204" pitchFamily="34" charset="0"/>
              <a:buNone/>
            </a:pPr>
            <a:r>
              <a:rPr lang="zh-CN" altLang="en-US" sz="2000" b="1" dirty="0">
                <a:solidFill>
                  <a:srgbClr val="F6E6B0"/>
                </a:solidFill>
                <a:latin typeface="华文细黑" panose="02010600040101010101" pitchFamily="2" charset="-122"/>
                <a:ea typeface="华文细黑" panose="02010600040101010101" pitchFamily="2" charset="-122"/>
                <a:sym typeface="方正兰亭黑_GBK" pitchFamily="2" charset="-122"/>
              </a:rPr>
              <a:t>“五四运动时期总司令”陈独秀</a:t>
            </a:r>
          </a:p>
        </p:txBody>
      </p:sp>
      <p:sp>
        <p:nvSpPr>
          <p:cNvPr id="12" name="TextBox 11"/>
          <p:cNvSpPr txBox="1"/>
          <p:nvPr/>
        </p:nvSpPr>
        <p:spPr>
          <a:xfrm>
            <a:off x="4353933" y="1851670"/>
            <a:ext cx="3570208" cy="369332"/>
          </a:xfrm>
          <a:prstGeom prst="rect">
            <a:avLst/>
          </a:prstGeom>
          <a:noFill/>
        </p:spPr>
        <p:txBody>
          <a:bodyPr wrap="none" rtlCol="0">
            <a:spAutoFit/>
          </a:bodyPr>
          <a:lstStyle/>
          <a:p>
            <a:r>
              <a:rPr lang="en-US" altLang="zh-CN" dirty="0">
                <a:solidFill>
                  <a:srgbClr val="F6E6B0"/>
                </a:solidFill>
              </a:rPr>
              <a:t>------------------------------------------------</a:t>
            </a:r>
            <a:endParaRPr lang="zh-CN" altLang="en-US" dirty="0">
              <a:solidFill>
                <a:srgbClr val="F6E6B0"/>
              </a:solidFill>
            </a:endParaRPr>
          </a:p>
        </p:txBody>
      </p:sp>
      <p:pic>
        <p:nvPicPr>
          <p:cNvPr id="15" name="图片 14"/>
          <p:cNvPicPr>
            <a:picLocks noChangeAspect="1"/>
          </p:cNvPicPr>
          <p:nvPr/>
        </p:nvPicPr>
        <p:blipFill rotWithShape="1">
          <a:blip r:embed="rId5" cstate="print">
            <a:biLevel thresh="75000"/>
            <a:extLst>
              <a:ext uri="{28A0092B-C50C-407E-A947-70E740481C1C}">
                <a14:useLocalDpi xmlns:a14="http://schemas.microsoft.com/office/drawing/2010/main" val="0"/>
              </a:ext>
            </a:extLst>
          </a:blip>
          <a:srcRect r="40275" b="-1864"/>
          <a:stretch>
            <a:fillRect/>
          </a:stretch>
        </p:blipFill>
        <p:spPr>
          <a:xfrm>
            <a:off x="543638" y="1635646"/>
            <a:ext cx="3452298" cy="3138873"/>
          </a:xfrm>
          <a:prstGeom prst="rect">
            <a:avLst/>
          </a:prstGeom>
        </p:spPr>
      </p:pic>
      <p:pic>
        <p:nvPicPr>
          <p:cNvPr id="4098" name="Picture 2" descr="http://img.mp.itc.cn/upload/20170216/81176853135e43a08667c7a9ba36d8d0_th.jpeg"/>
          <p:cNvPicPr>
            <a:picLocks noChangeAspect="1" noChangeArrowheads="1"/>
          </p:cNvPicPr>
          <p:nvPr/>
        </p:nvPicPr>
        <p:blipFill rotWithShape="1">
          <a:blip r:embed="rId6">
            <a:extLst>
              <a:ext uri="{28A0092B-C50C-407E-A947-70E740481C1C}">
                <a14:useLocalDpi xmlns:a14="http://schemas.microsoft.com/office/drawing/2010/main" val="0"/>
              </a:ext>
            </a:extLst>
          </a:blip>
          <a:srcRect l="4367" r="6478"/>
          <a:stretch>
            <a:fillRect/>
          </a:stretch>
        </p:blipFill>
        <p:spPr bwMode="auto">
          <a:xfrm>
            <a:off x="1349896" y="1644223"/>
            <a:ext cx="2286000" cy="287174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500"/>
                                        <p:tgtEl>
                                          <p:spTgt spid="409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fade">
                                      <p:cBhvr>
                                        <p:cTn id="19"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11"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5536" y="483518"/>
            <a:ext cx="8208912" cy="4248472"/>
          </a:xfrm>
          <a:prstGeom prst="rect">
            <a:avLst/>
          </a:prstGeom>
          <a:solidFill>
            <a:srgbClr val="D433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l="32484" t="6601" r="32205" b="84197"/>
          <a:stretch>
            <a:fillRect/>
          </a:stretch>
        </p:blipFill>
        <p:spPr>
          <a:xfrm>
            <a:off x="2899792" y="267494"/>
            <a:ext cx="3328392" cy="488351"/>
          </a:xfrm>
          <a:prstGeom prst="rect">
            <a:avLst/>
          </a:prstGeom>
        </p:spPr>
      </p:pic>
      <p:grpSp>
        <p:nvGrpSpPr>
          <p:cNvPr id="5" name="组合 4"/>
          <p:cNvGrpSpPr/>
          <p:nvPr/>
        </p:nvGrpSpPr>
        <p:grpSpPr>
          <a:xfrm>
            <a:off x="236612" y="339502"/>
            <a:ext cx="8670776" cy="4594860"/>
            <a:chOff x="236612" y="339502"/>
            <a:chExt cx="8670776" cy="4594860"/>
          </a:xfrm>
        </p:grpSpPr>
        <p:pic>
          <p:nvPicPr>
            <p:cNvPr id="6" name="图片 5"/>
            <p:cNvPicPr>
              <a:picLocks noChangeAspect="1"/>
            </p:cNvPicPr>
            <p:nvPr/>
          </p:nvPicPr>
          <p:blipFill rotWithShape="1">
            <a:blip r:embed="rId4" cstate="print">
              <a:extLst>
                <a:ext uri="{28A0092B-C50C-407E-A947-70E740481C1C}">
                  <a14:useLocalDpi xmlns:a14="http://schemas.microsoft.com/office/drawing/2010/main" val="0"/>
                </a:ext>
              </a:extLst>
            </a:blip>
            <a:srcRect l="2958" t="7556" r="67104" b="3111"/>
            <a:stretch>
              <a:fillRect/>
            </a:stretch>
          </p:blipFill>
          <p:spPr>
            <a:xfrm>
              <a:off x="236612" y="339502"/>
              <a:ext cx="2735188" cy="4594860"/>
            </a:xfrm>
            <a:prstGeom prst="rect">
              <a:avLst/>
            </a:prstGeom>
          </p:spPr>
        </p:pic>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l="11108" t="7556" r="58258" b="3111"/>
            <a:stretch>
              <a:fillRect/>
            </a:stretch>
          </p:blipFill>
          <p:spPr>
            <a:xfrm>
              <a:off x="6108700" y="339502"/>
              <a:ext cx="2798688" cy="4594860"/>
            </a:xfrm>
            <a:prstGeom prst="rect">
              <a:avLst/>
            </a:prstGeom>
          </p:spPr>
        </p:pic>
        <p:sp>
          <p:nvSpPr>
            <p:cNvPr id="8" name="矩形 7"/>
            <p:cNvSpPr/>
            <p:nvPr/>
          </p:nvSpPr>
          <p:spPr>
            <a:xfrm>
              <a:off x="2971800" y="4718228"/>
              <a:ext cx="3136900" cy="45719"/>
            </a:xfrm>
            <a:prstGeom prst="rect">
              <a:avLst/>
            </a:prstGeom>
            <a:solidFill>
              <a:srgbClr val="2E4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TextBox 44"/>
          <p:cNvSpPr txBox="1"/>
          <p:nvPr/>
        </p:nvSpPr>
        <p:spPr>
          <a:xfrm>
            <a:off x="2195736" y="834847"/>
            <a:ext cx="4752528" cy="584775"/>
          </a:xfrm>
          <a:prstGeom prst="rect">
            <a:avLst/>
          </a:prstGeom>
          <a:noFill/>
        </p:spPr>
        <p:txBody>
          <a:bodyPr wrap="square" rtlCol="0">
            <a:spAutoFit/>
          </a:bodyPr>
          <a:lstStyle/>
          <a:p>
            <a:r>
              <a:rPr lang="zh-CN" altLang="en-US" sz="3200" dirty="0">
                <a:solidFill>
                  <a:srgbClr val="F6E6B0"/>
                </a:solidFill>
                <a:latin typeface="方正韵动中黑简体" panose="02000000000000000000" pitchFamily="2" charset="-122"/>
                <a:ea typeface="方正韵动中黑简体" panose="02000000000000000000" pitchFamily="2" charset="-122"/>
              </a:rPr>
              <a:t>五四中的著名人物与贡献</a:t>
            </a:r>
          </a:p>
        </p:txBody>
      </p:sp>
      <p:sp>
        <p:nvSpPr>
          <p:cNvPr id="47" name="TextBox 9"/>
          <p:cNvSpPr>
            <a:spLocks noChangeArrowheads="1"/>
          </p:cNvSpPr>
          <p:nvPr/>
        </p:nvSpPr>
        <p:spPr bwMode="auto">
          <a:xfrm>
            <a:off x="4355976" y="2211710"/>
            <a:ext cx="3568165" cy="2354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1446" tIns="45723" rIns="91446" bIns="45723">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algn="just" eaLnBrk="1" hangingPunct="1">
              <a:lnSpc>
                <a:spcPct val="150000"/>
              </a:lnSpc>
              <a:spcBef>
                <a:spcPct val="0"/>
              </a:spcBef>
              <a:buFont typeface="Arial" panose="020B0604020202020204" pitchFamily="34" charset="0"/>
              <a:buNone/>
            </a:pP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五四精神是“科学与民主”。蔡元培是将教育科学化的第一人，也是推行大学管理民主化的第一人。</a:t>
            </a:r>
          </a:p>
          <a:p>
            <a:pPr algn="just" eaLnBrk="1" hangingPunct="1">
              <a:lnSpc>
                <a:spcPct val="150000"/>
              </a:lnSpc>
              <a:spcBef>
                <a:spcPct val="0"/>
              </a:spcBef>
              <a:buFont typeface="Arial" panose="020B0604020202020204" pitchFamily="34" charset="0"/>
              <a:buNone/>
            </a:pP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他支持日益兴盛的新文化运动，提倡白话文，赞成文学革命，反对封建复古主义，倡导以科学和民主为内容的新思潮。他的努力终使北大成为“五四”时期新文化运动的中心。</a:t>
            </a:r>
          </a:p>
        </p:txBody>
      </p:sp>
      <p:sp>
        <p:nvSpPr>
          <p:cNvPr id="11" name="TextBox 9"/>
          <p:cNvSpPr>
            <a:spLocks noChangeArrowheads="1"/>
          </p:cNvSpPr>
          <p:nvPr/>
        </p:nvSpPr>
        <p:spPr bwMode="auto">
          <a:xfrm>
            <a:off x="4351890" y="1531577"/>
            <a:ext cx="4252558" cy="392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1446" tIns="45723" rIns="91446" bIns="45723">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eaLnBrk="1" hangingPunct="1">
              <a:lnSpc>
                <a:spcPts val="2500"/>
              </a:lnSpc>
              <a:spcBef>
                <a:spcPct val="0"/>
              </a:spcBef>
              <a:buFont typeface="Arial" panose="020B0604020202020204" pitchFamily="34" charset="0"/>
              <a:buNone/>
            </a:pPr>
            <a:r>
              <a:rPr lang="zh-CN" altLang="en-US" sz="2000" b="1" dirty="0">
                <a:solidFill>
                  <a:srgbClr val="F6E6B0"/>
                </a:solidFill>
                <a:latin typeface="华文细黑" panose="02010600040101010101" pitchFamily="2" charset="-122"/>
                <a:ea typeface="华文细黑" panose="02010600040101010101" pitchFamily="2" charset="-122"/>
                <a:sym typeface="方正兰亭黑_GBK" pitchFamily="2" charset="-122"/>
              </a:rPr>
              <a:t>摇动五四摇篮的蔡元培</a:t>
            </a:r>
          </a:p>
        </p:txBody>
      </p:sp>
      <p:sp>
        <p:nvSpPr>
          <p:cNvPr id="12" name="TextBox 11"/>
          <p:cNvSpPr txBox="1"/>
          <p:nvPr/>
        </p:nvSpPr>
        <p:spPr>
          <a:xfrm>
            <a:off x="4353933" y="1851670"/>
            <a:ext cx="3570208" cy="369332"/>
          </a:xfrm>
          <a:prstGeom prst="rect">
            <a:avLst/>
          </a:prstGeom>
          <a:noFill/>
        </p:spPr>
        <p:txBody>
          <a:bodyPr wrap="none" rtlCol="0">
            <a:spAutoFit/>
          </a:bodyPr>
          <a:lstStyle/>
          <a:p>
            <a:r>
              <a:rPr lang="en-US" altLang="zh-CN" dirty="0">
                <a:solidFill>
                  <a:srgbClr val="F6E6B0"/>
                </a:solidFill>
              </a:rPr>
              <a:t>------------------------------------------------</a:t>
            </a:r>
            <a:endParaRPr lang="zh-CN" altLang="en-US" dirty="0">
              <a:solidFill>
                <a:srgbClr val="F6E6B0"/>
              </a:solidFill>
            </a:endParaRPr>
          </a:p>
        </p:txBody>
      </p:sp>
      <p:pic>
        <p:nvPicPr>
          <p:cNvPr id="15" name="图片 14"/>
          <p:cNvPicPr>
            <a:picLocks noChangeAspect="1"/>
          </p:cNvPicPr>
          <p:nvPr/>
        </p:nvPicPr>
        <p:blipFill rotWithShape="1">
          <a:blip r:embed="rId5" cstate="print">
            <a:biLevel thresh="75000"/>
            <a:extLst>
              <a:ext uri="{28A0092B-C50C-407E-A947-70E740481C1C}">
                <a14:useLocalDpi xmlns:a14="http://schemas.microsoft.com/office/drawing/2010/main" val="0"/>
              </a:ext>
            </a:extLst>
          </a:blip>
          <a:srcRect r="40275" b="-1864"/>
          <a:stretch>
            <a:fillRect/>
          </a:stretch>
        </p:blipFill>
        <p:spPr>
          <a:xfrm>
            <a:off x="543638" y="1635646"/>
            <a:ext cx="3452298" cy="3138873"/>
          </a:xfrm>
          <a:prstGeom prst="rect">
            <a:avLst/>
          </a:prstGeom>
        </p:spPr>
      </p:pic>
      <p:pic>
        <p:nvPicPr>
          <p:cNvPr id="14" name="图片 106500" descr="485_201205040952111p3kZ"/>
          <p:cNvPicPr>
            <a:picLocks noChangeAspect="1"/>
          </p:cNvPicPr>
          <p:nvPr/>
        </p:nvPicPr>
        <p:blipFill>
          <a:blip r:embed="rId6"/>
          <a:srcRect l="-357" t="440" r="2877" b="14160"/>
          <a:stretch>
            <a:fillRect/>
          </a:stretch>
        </p:blipFill>
        <p:spPr>
          <a:xfrm>
            <a:off x="1529884" y="1604508"/>
            <a:ext cx="2178020" cy="2839450"/>
          </a:xfrm>
          <a:prstGeom prst="rect">
            <a:avLst/>
          </a:prstGeom>
          <a:noFill/>
          <a:ln w="9525">
            <a:noFill/>
            <a:miter/>
          </a:ln>
        </p:spPr>
      </p:pic>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7"/>
                                        </p:tgtEl>
                                        <p:attrNameLst>
                                          <p:attrName>style.visibility</p:attrName>
                                        </p:attrNameLst>
                                      </p:cBhvr>
                                      <p:to>
                                        <p:strVal val="visible"/>
                                      </p:to>
                                    </p:set>
                                    <p:animEffect transition="in" filter="fade">
                                      <p:cBhvr>
                                        <p:cTn id="18"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11"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5536" y="483518"/>
            <a:ext cx="8208912" cy="4248472"/>
          </a:xfrm>
          <a:prstGeom prst="rect">
            <a:avLst/>
          </a:prstGeom>
          <a:solidFill>
            <a:srgbClr val="D433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l="32484" t="6601" r="32205" b="84197"/>
          <a:stretch>
            <a:fillRect/>
          </a:stretch>
        </p:blipFill>
        <p:spPr>
          <a:xfrm>
            <a:off x="2899792" y="267494"/>
            <a:ext cx="3328392" cy="488351"/>
          </a:xfrm>
          <a:prstGeom prst="rect">
            <a:avLst/>
          </a:prstGeom>
        </p:spPr>
      </p:pic>
      <p:grpSp>
        <p:nvGrpSpPr>
          <p:cNvPr id="5" name="组合 4"/>
          <p:cNvGrpSpPr/>
          <p:nvPr/>
        </p:nvGrpSpPr>
        <p:grpSpPr>
          <a:xfrm>
            <a:off x="236612" y="339502"/>
            <a:ext cx="8670776" cy="4594860"/>
            <a:chOff x="236612" y="339502"/>
            <a:chExt cx="8670776" cy="4594860"/>
          </a:xfrm>
        </p:grpSpPr>
        <p:pic>
          <p:nvPicPr>
            <p:cNvPr id="6" name="图片 5"/>
            <p:cNvPicPr>
              <a:picLocks noChangeAspect="1"/>
            </p:cNvPicPr>
            <p:nvPr/>
          </p:nvPicPr>
          <p:blipFill rotWithShape="1">
            <a:blip r:embed="rId4" cstate="print">
              <a:extLst>
                <a:ext uri="{28A0092B-C50C-407E-A947-70E740481C1C}">
                  <a14:useLocalDpi xmlns:a14="http://schemas.microsoft.com/office/drawing/2010/main" val="0"/>
                </a:ext>
              </a:extLst>
            </a:blip>
            <a:srcRect l="2958" t="7556" r="67104" b="3111"/>
            <a:stretch>
              <a:fillRect/>
            </a:stretch>
          </p:blipFill>
          <p:spPr>
            <a:xfrm>
              <a:off x="236612" y="339502"/>
              <a:ext cx="2735188" cy="4594860"/>
            </a:xfrm>
            <a:prstGeom prst="rect">
              <a:avLst/>
            </a:prstGeom>
          </p:spPr>
        </p:pic>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l="11108" t="7556" r="58258" b="3111"/>
            <a:stretch>
              <a:fillRect/>
            </a:stretch>
          </p:blipFill>
          <p:spPr>
            <a:xfrm>
              <a:off x="6108700" y="339502"/>
              <a:ext cx="2798688" cy="4594860"/>
            </a:xfrm>
            <a:prstGeom prst="rect">
              <a:avLst/>
            </a:prstGeom>
          </p:spPr>
        </p:pic>
        <p:sp>
          <p:nvSpPr>
            <p:cNvPr id="8" name="矩形 7"/>
            <p:cNvSpPr/>
            <p:nvPr/>
          </p:nvSpPr>
          <p:spPr>
            <a:xfrm>
              <a:off x="2971800" y="4718228"/>
              <a:ext cx="3136900" cy="45719"/>
            </a:xfrm>
            <a:prstGeom prst="rect">
              <a:avLst/>
            </a:prstGeom>
            <a:solidFill>
              <a:srgbClr val="2E4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TextBox 44"/>
          <p:cNvSpPr txBox="1"/>
          <p:nvPr/>
        </p:nvSpPr>
        <p:spPr>
          <a:xfrm>
            <a:off x="3635896" y="834847"/>
            <a:ext cx="2016224" cy="584775"/>
          </a:xfrm>
          <a:prstGeom prst="rect">
            <a:avLst/>
          </a:prstGeom>
          <a:noFill/>
        </p:spPr>
        <p:txBody>
          <a:bodyPr wrap="square" rtlCol="0">
            <a:spAutoFit/>
          </a:bodyPr>
          <a:lstStyle/>
          <a:p>
            <a:r>
              <a:rPr lang="zh-CN" altLang="en-US" sz="3200" dirty="0">
                <a:solidFill>
                  <a:srgbClr val="F6E6B0"/>
                </a:solidFill>
                <a:latin typeface="方正韵动中黑简体" panose="02000000000000000000" pitchFamily="2" charset="-122"/>
                <a:ea typeface="方正韵动中黑简体" panose="02000000000000000000" pitchFamily="2" charset="-122"/>
              </a:rPr>
              <a:t>五四精神</a:t>
            </a:r>
          </a:p>
        </p:txBody>
      </p:sp>
      <p:sp>
        <p:nvSpPr>
          <p:cNvPr id="3" name="椭圆 2"/>
          <p:cNvSpPr/>
          <p:nvPr/>
        </p:nvSpPr>
        <p:spPr>
          <a:xfrm>
            <a:off x="1043608" y="1559875"/>
            <a:ext cx="1512168" cy="1512168"/>
          </a:xfrm>
          <a:prstGeom prst="ellipse">
            <a:avLst/>
          </a:prstGeom>
          <a:solidFill>
            <a:srgbClr val="F6E6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2843808" y="1563638"/>
            <a:ext cx="1512168" cy="1512168"/>
          </a:xfrm>
          <a:prstGeom prst="ellipse">
            <a:avLst/>
          </a:prstGeom>
          <a:solidFill>
            <a:srgbClr val="F6E6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4788024" y="1559875"/>
            <a:ext cx="1512168" cy="1512168"/>
          </a:xfrm>
          <a:prstGeom prst="ellipse">
            <a:avLst/>
          </a:prstGeom>
          <a:solidFill>
            <a:srgbClr val="F6E6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6588224" y="1545828"/>
            <a:ext cx="1512168" cy="1512168"/>
          </a:xfrm>
          <a:prstGeom prst="ellipse">
            <a:avLst/>
          </a:prstGeom>
          <a:solidFill>
            <a:srgbClr val="F6E6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9"/>
          <p:cNvSpPr>
            <a:spLocks noChangeArrowheads="1"/>
          </p:cNvSpPr>
          <p:nvPr/>
        </p:nvSpPr>
        <p:spPr bwMode="auto">
          <a:xfrm>
            <a:off x="1369198" y="1664277"/>
            <a:ext cx="860988" cy="41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1446" tIns="45723" rIns="91446" bIns="45723">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eaLnBrk="1" hangingPunct="1">
              <a:lnSpc>
                <a:spcPts val="2500"/>
              </a:lnSpc>
              <a:spcBef>
                <a:spcPct val="0"/>
              </a:spcBef>
              <a:buFont typeface="Arial" panose="020B0604020202020204" pitchFamily="34" charset="0"/>
              <a:buNone/>
            </a:pPr>
            <a:r>
              <a:rPr lang="zh-CN" altLang="en-US" sz="2400" b="1" dirty="0">
                <a:solidFill>
                  <a:srgbClr val="2E4C6E"/>
                </a:solidFill>
                <a:latin typeface="华文细黑" panose="02010600040101010101" pitchFamily="2" charset="-122"/>
                <a:ea typeface="华文细黑" panose="02010600040101010101" pitchFamily="2" charset="-122"/>
                <a:sym typeface="方正兰亭黑_GBK" pitchFamily="2" charset="-122"/>
              </a:rPr>
              <a:t>爱国</a:t>
            </a:r>
          </a:p>
        </p:txBody>
      </p:sp>
      <p:sp>
        <p:nvSpPr>
          <p:cNvPr id="20" name="TextBox 9"/>
          <p:cNvSpPr>
            <a:spLocks noChangeArrowheads="1"/>
          </p:cNvSpPr>
          <p:nvPr/>
        </p:nvSpPr>
        <p:spPr bwMode="auto">
          <a:xfrm>
            <a:off x="3167844" y="1664320"/>
            <a:ext cx="864096" cy="41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1446" tIns="45723" rIns="91446" bIns="45723">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eaLnBrk="1" hangingPunct="1">
              <a:lnSpc>
                <a:spcPts val="2500"/>
              </a:lnSpc>
              <a:spcBef>
                <a:spcPct val="0"/>
              </a:spcBef>
              <a:buFont typeface="Arial" panose="020B0604020202020204" pitchFamily="34" charset="0"/>
              <a:buNone/>
            </a:pPr>
            <a:r>
              <a:rPr lang="zh-CN" altLang="en-US" sz="2400" b="1" dirty="0">
                <a:solidFill>
                  <a:srgbClr val="2E4C6E"/>
                </a:solidFill>
                <a:latin typeface="华文细黑" panose="02010600040101010101" pitchFamily="2" charset="-122"/>
                <a:ea typeface="华文细黑" panose="02010600040101010101" pitchFamily="2" charset="-122"/>
                <a:sym typeface="方正兰亭黑_GBK" pitchFamily="2" charset="-122"/>
              </a:rPr>
              <a:t>民主</a:t>
            </a:r>
          </a:p>
        </p:txBody>
      </p:sp>
      <p:sp>
        <p:nvSpPr>
          <p:cNvPr id="21" name="TextBox 9"/>
          <p:cNvSpPr>
            <a:spLocks noChangeArrowheads="1"/>
          </p:cNvSpPr>
          <p:nvPr/>
        </p:nvSpPr>
        <p:spPr bwMode="auto">
          <a:xfrm>
            <a:off x="5112060" y="1664406"/>
            <a:ext cx="864096" cy="41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1446" tIns="45723" rIns="91446" bIns="45723">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eaLnBrk="1" hangingPunct="1">
              <a:lnSpc>
                <a:spcPts val="2500"/>
              </a:lnSpc>
              <a:spcBef>
                <a:spcPct val="0"/>
              </a:spcBef>
              <a:buFont typeface="Arial" panose="020B0604020202020204" pitchFamily="34" charset="0"/>
              <a:buNone/>
            </a:pPr>
            <a:r>
              <a:rPr lang="zh-CN" altLang="en-US" sz="2400" b="1" dirty="0">
                <a:solidFill>
                  <a:srgbClr val="2E4C6E"/>
                </a:solidFill>
                <a:latin typeface="华文细黑" panose="02010600040101010101" pitchFamily="2" charset="-122"/>
                <a:ea typeface="华文细黑" panose="02010600040101010101" pitchFamily="2" charset="-122"/>
                <a:sym typeface="方正兰亭黑_GBK" pitchFamily="2" charset="-122"/>
              </a:rPr>
              <a:t>进步</a:t>
            </a:r>
          </a:p>
        </p:txBody>
      </p:sp>
      <p:sp>
        <p:nvSpPr>
          <p:cNvPr id="22" name="TextBox 9"/>
          <p:cNvSpPr>
            <a:spLocks noChangeArrowheads="1"/>
          </p:cNvSpPr>
          <p:nvPr/>
        </p:nvSpPr>
        <p:spPr bwMode="auto">
          <a:xfrm>
            <a:off x="6912260" y="1664277"/>
            <a:ext cx="864096" cy="41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1446" tIns="45723" rIns="91446" bIns="45723">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eaLnBrk="1" hangingPunct="1">
              <a:lnSpc>
                <a:spcPts val="2500"/>
              </a:lnSpc>
              <a:spcBef>
                <a:spcPct val="0"/>
              </a:spcBef>
              <a:buFont typeface="Arial" panose="020B0604020202020204" pitchFamily="34" charset="0"/>
              <a:buNone/>
            </a:pPr>
            <a:r>
              <a:rPr lang="zh-CN" altLang="en-US" sz="2400" b="1" dirty="0">
                <a:solidFill>
                  <a:srgbClr val="2E4C6E"/>
                </a:solidFill>
                <a:latin typeface="华文细黑" panose="02010600040101010101" pitchFamily="2" charset="-122"/>
                <a:ea typeface="华文细黑" panose="02010600040101010101" pitchFamily="2" charset="-122"/>
                <a:sym typeface="方正兰亭黑_GBK" pitchFamily="2" charset="-122"/>
              </a:rPr>
              <a:t>科学</a:t>
            </a:r>
          </a:p>
        </p:txBody>
      </p:sp>
      <p:sp>
        <p:nvSpPr>
          <p:cNvPr id="23" name="TextBox 9"/>
          <p:cNvSpPr>
            <a:spLocks noChangeArrowheads="1"/>
          </p:cNvSpPr>
          <p:nvPr/>
        </p:nvSpPr>
        <p:spPr bwMode="auto">
          <a:xfrm>
            <a:off x="997704" y="3676819"/>
            <a:ext cx="7102688" cy="839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1446" tIns="45723" rIns="91446" bIns="45723">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algn="just" eaLnBrk="1" hangingPunct="1">
              <a:lnSpc>
                <a:spcPts val="2000"/>
              </a:lnSpc>
              <a:spcBef>
                <a:spcPct val="0"/>
              </a:spcBef>
              <a:buFont typeface="Arial" panose="020B0604020202020204" pitchFamily="34" charset="0"/>
              <a:buNone/>
            </a:pP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爱国主义是五四精神的源泉，民主与科学是五四精神的核心，勇于探索、敢于创新、解放思想、实行变革是民主与科学提出和实现的途径，理性精神、个性解放、反帝反封建是民主与科学的内容。而所有这些，最终目的都是为了振兴中华民族。</a:t>
            </a:r>
          </a:p>
        </p:txBody>
      </p:sp>
      <p:sp>
        <p:nvSpPr>
          <p:cNvPr id="10" name="五角星 9"/>
          <p:cNvSpPr/>
          <p:nvPr/>
        </p:nvSpPr>
        <p:spPr>
          <a:xfrm>
            <a:off x="1484655" y="2153293"/>
            <a:ext cx="630071" cy="630071"/>
          </a:xfrm>
          <a:prstGeom prst="star5">
            <a:avLst/>
          </a:prstGeom>
          <a:solidFill>
            <a:srgbClr val="D4333A"/>
          </a:solidFill>
          <a:ln>
            <a:solidFill>
              <a:srgbClr val="D43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Freeform 71"/>
          <p:cNvSpPr>
            <a:spLocks noChangeArrowheads="1"/>
          </p:cNvSpPr>
          <p:nvPr/>
        </p:nvSpPr>
        <p:spPr bwMode="auto">
          <a:xfrm>
            <a:off x="3133642" y="2229353"/>
            <a:ext cx="444410" cy="477950"/>
          </a:xfrm>
          <a:custGeom>
            <a:avLst/>
            <a:gdLst>
              <a:gd name="T0" fmla="*/ 20532 w 40"/>
              <a:gd name="T1" fmla="*/ 14168 h 43"/>
              <a:gd name="T2" fmla="*/ 23680 w 40"/>
              <a:gd name="T3" fmla="*/ 7900 h 43"/>
              <a:gd name="T4" fmla="*/ 15789 w 40"/>
              <a:gd name="T5" fmla="*/ 0 h 43"/>
              <a:gd name="T6" fmla="*/ 7892 w 40"/>
              <a:gd name="T7" fmla="*/ 7900 h 43"/>
              <a:gd name="T8" fmla="*/ 11013 w 40"/>
              <a:gd name="T9" fmla="*/ 14168 h 43"/>
              <a:gd name="T10" fmla="*/ 0 w 40"/>
              <a:gd name="T11" fmla="*/ 33993 h 43"/>
              <a:gd name="T12" fmla="*/ 31572 w 40"/>
              <a:gd name="T13" fmla="*/ 33993 h 43"/>
              <a:gd name="T14" fmla="*/ 20532 w 40"/>
              <a:gd name="T15" fmla="*/ 14168 h 43"/>
              <a:gd name="T16" fmla="*/ 0 60000 65536"/>
              <a:gd name="T17" fmla="*/ 0 60000 65536"/>
              <a:gd name="T18" fmla="*/ 0 60000 65536"/>
              <a:gd name="T19" fmla="*/ 0 60000 65536"/>
              <a:gd name="T20" fmla="*/ 0 60000 65536"/>
              <a:gd name="T21" fmla="*/ 0 60000 65536"/>
              <a:gd name="T22" fmla="*/ 0 60000 65536"/>
              <a:gd name="T23" fmla="*/ 0 60000 65536"/>
              <a:gd name="T24" fmla="*/ 0 w 40"/>
              <a:gd name="T25" fmla="*/ 0 h 43"/>
              <a:gd name="T26" fmla="*/ 40 w 40"/>
              <a:gd name="T27" fmla="*/ 43 h 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0" h="43">
                <a:moveTo>
                  <a:pt x="26" y="18"/>
                </a:moveTo>
                <a:cubicBezTo>
                  <a:pt x="28" y="16"/>
                  <a:pt x="30" y="13"/>
                  <a:pt x="30" y="10"/>
                </a:cubicBezTo>
                <a:cubicBezTo>
                  <a:pt x="30" y="4"/>
                  <a:pt x="26" y="0"/>
                  <a:pt x="20" y="0"/>
                </a:cubicBezTo>
                <a:cubicBezTo>
                  <a:pt x="14" y="0"/>
                  <a:pt x="10" y="4"/>
                  <a:pt x="10" y="10"/>
                </a:cubicBezTo>
                <a:cubicBezTo>
                  <a:pt x="10" y="13"/>
                  <a:pt x="11" y="16"/>
                  <a:pt x="14" y="18"/>
                </a:cubicBezTo>
                <a:cubicBezTo>
                  <a:pt x="7" y="22"/>
                  <a:pt x="1" y="31"/>
                  <a:pt x="0" y="43"/>
                </a:cubicBezTo>
                <a:cubicBezTo>
                  <a:pt x="40" y="43"/>
                  <a:pt x="40" y="43"/>
                  <a:pt x="40" y="43"/>
                </a:cubicBezTo>
                <a:cubicBezTo>
                  <a:pt x="39" y="31"/>
                  <a:pt x="33" y="22"/>
                  <a:pt x="26" y="18"/>
                </a:cubicBezTo>
                <a:close/>
              </a:path>
            </a:pathLst>
          </a:custGeom>
          <a:solidFill>
            <a:srgbClr val="D4333A"/>
          </a:solidFill>
          <a:ln>
            <a:solidFill>
              <a:srgbClr val="D4333A"/>
            </a:solidFill>
          </a:ln>
        </p:spPr>
        <p:txBody>
          <a:bodyPr/>
          <a:lstStyle/>
          <a:p>
            <a:endParaRPr lang="zh-CN" altLang="zh-CN">
              <a:solidFill>
                <a:srgbClr val="000000"/>
              </a:solidFill>
              <a:sym typeface="宋体" panose="02010600030101010101" pitchFamily="2" charset="-122"/>
            </a:endParaRPr>
          </a:p>
        </p:txBody>
      </p:sp>
      <p:sp>
        <p:nvSpPr>
          <p:cNvPr id="26" name="Freeform 71"/>
          <p:cNvSpPr>
            <a:spLocks noChangeArrowheads="1"/>
          </p:cNvSpPr>
          <p:nvPr/>
        </p:nvSpPr>
        <p:spPr bwMode="auto">
          <a:xfrm>
            <a:off x="3654030" y="2229353"/>
            <a:ext cx="444410" cy="477950"/>
          </a:xfrm>
          <a:custGeom>
            <a:avLst/>
            <a:gdLst>
              <a:gd name="T0" fmla="*/ 20532 w 40"/>
              <a:gd name="T1" fmla="*/ 14168 h 43"/>
              <a:gd name="T2" fmla="*/ 23680 w 40"/>
              <a:gd name="T3" fmla="*/ 7900 h 43"/>
              <a:gd name="T4" fmla="*/ 15789 w 40"/>
              <a:gd name="T5" fmla="*/ 0 h 43"/>
              <a:gd name="T6" fmla="*/ 7892 w 40"/>
              <a:gd name="T7" fmla="*/ 7900 h 43"/>
              <a:gd name="T8" fmla="*/ 11013 w 40"/>
              <a:gd name="T9" fmla="*/ 14168 h 43"/>
              <a:gd name="T10" fmla="*/ 0 w 40"/>
              <a:gd name="T11" fmla="*/ 33993 h 43"/>
              <a:gd name="T12" fmla="*/ 31572 w 40"/>
              <a:gd name="T13" fmla="*/ 33993 h 43"/>
              <a:gd name="T14" fmla="*/ 20532 w 40"/>
              <a:gd name="T15" fmla="*/ 14168 h 43"/>
              <a:gd name="T16" fmla="*/ 0 60000 65536"/>
              <a:gd name="T17" fmla="*/ 0 60000 65536"/>
              <a:gd name="T18" fmla="*/ 0 60000 65536"/>
              <a:gd name="T19" fmla="*/ 0 60000 65536"/>
              <a:gd name="T20" fmla="*/ 0 60000 65536"/>
              <a:gd name="T21" fmla="*/ 0 60000 65536"/>
              <a:gd name="T22" fmla="*/ 0 60000 65536"/>
              <a:gd name="T23" fmla="*/ 0 60000 65536"/>
              <a:gd name="T24" fmla="*/ 0 w 40"/>
              <a:gd name="T25" fmla="*/ 0 h 43"/>
              <a:gd name="T26" fmla="*/ 40 w 40"/>
              <a:gd name="T27" fmla="*/ 43 h 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0" h="43">
                <a:moveTo>
                  <a:pt x="26" y="18"/>
                </a:moveTo>
                <a:cubicBezTo>
                  <a:pt x="28" y="16"/>
                  <a:pt x="30" y="13"/>
                  <a:pt x="30" y="10"/>
                </a:cubicBezTo>
                <a:cubicBezTo>
                  <a:pt x="30" y="4"/>
                  <a:pt x="26" y="0"/>
                  <a:pt x="20" y="0"/>
                </a:cubicBezTo>
                <a:cubicBezTo>
                  <a:pt x="14" y="0"/>
                  <a:pt x="10" y="4"/>
                  <a:pt x="10" y="10"/>
                </a:cubicBezTo>
                <a:cubicBezTo>
                  <a:pt x="10" y="13"/>
                  <a:pt x="11" y="16"/>
                  <a:pt x="14" y="18"/>
                </a:cubicBezTo>
                <a:cubicBezTo>
                  <a:pt x="7" y="22"/>
                  <a:pt x="1" y="31"/>
                  <a:pt x="0" y="43"/>
                </a:cubicBezTo>
                <a:cubicBezTo>
                  <a:pt x="40" y="43"/>
                  <a:pt x="40" y="43"/>
                  <a:pt x="40" y="43"/>
                </a:cubicBezTo>
                <a:cubicBezTo>
                  <a:pt x="39" y="31"/>
                  <a:pt x="33" y="22"/>
                  <a:pt x="26" y="18"/>
                </a:cubicBezTo>
                <a:close/>
              </a:path>
            </a:pathLst>
          </a:custGeom>
          <a:solidFill>
            <a:srgbClr val="D4333A"/>
          </a:solidFill>
          <a:ln>
            <a:solidFill>
              <a:srgbClr val="D4333A"/>
            </a:solidFill>
          </a:ln>
        </p:spPr>
        <p:txBody>
          <a:bodyPr/>
          <a:lstStyle/>
          <a:p>
            <a:endParaRPr lang="zh-CN" altLang="zh-CN">
              <a:solidFill>
                <a:srgbClr val="000000"/>
              </a:solidFill>
              <a:sym typeface="宋体" panose="02010600030101010101" pitchFamily="2" charset="-122"/>
            </a:endParaRPr>
          </a:p>
        </p:txBody>
      </p:sp>
      <p:sp>
        <p:nvSpPr>
          <p:cNvPr id="27" name="Freeform 15"/>
          <p:cNvSpPr>
            <a:spLocks noEditPoints="1" noChangeArrowheads="1"/>
          </p:cNvSpPr>
          <p:nvPr/>
        </p:nvSpPr>
        <p:spPr bwMode="auto">
          <a:xfrm>
            <a:off x="5195973" y="2094869"/>
            <a:ext cx="696270" cy="646148"/>
          </a:xfrm>
          <a:custGeom>
            <a:avLst/>
            <a:gdLst>
              <a:gd name="T0" fmla="*/ 121 w 134"/>
              <a:gd name="T1" fmla="*/ 118 h 124"/>
              <a:gd name="T2" fmla="*/ 70 w 134"/>
              <a:gd name="T3" fmla="*/ 16 h 124"/>
              <a:gd name="T4" fmla="*/ 76 w 134"/>
              <a:gd name="T5" fmla="*/ 0 h 124"/>
              <a:gd name="T6" fmla="*/ 73 w 134"/>
              <a:gd name="T7" fmla="*/ 0 h 124"/>
              <a:gd name="T8" fmla="*/ 67 w 134"/>
              <a:gd name="T9" fmla="*/ 12 h 124"/>
              <a:gd name="T10" fmla="*/ 67 w 134"/>
              <a:gd name="T11" fmla="*/ 12 h 124"/>
              <a:gd name="T12" fmla="*/ 67 w 134"/>
              <a:gd name="T13" fmla="*/ 12 h 124"/>
              <a:gd name="T14" fmla="*/ 67 w 134"/>
              <a:gd name="T15" fmla="*/ 9 h 124"/>
              <a:gd name="T16" fmla="*/ 61 w 134"/>
              <a:gd name="T17" fmla="*/ 0 h 124"/>
              <a:gd name="T18" fmla="*/ 57 w 134"/>
              <a:gd name="T19" fmla="*/ 0 h 124"/>
              <a:gd name="T20" fmla="*/ 64 w 134"/>
              <a:gd name="T21" fmla="*/ 16 h 124"/>
              <a:gd name="T22" fmla="*/ 13 w 134"/>
              <a:gd name="T23" fmla="*/ 118 h 124"/>
              <a:gd name="T24" fmla="*/ 0 w 134"/>
              <a:gd name="T25" fmla="*/ 118 h 124"/>
              <a:gd name="T26" fmla="*/ 0 w 134"/>
              <a:gd name="T27" fmla="*/ 124 h 124"/>
              <a:gd name="T28" fmla="*/ 134 w 134"/>
              <a:gd name="T29" fmla="*/ 124 h 124"/>
              <a:gd name="T30" fmla="*/ 134 w 134"/>
              <a:gd name="T31" fmla="*/ 118 h 124"/>
              <a:gd name="T32" fmla="*/ 121 w 134"/>
              <a:gd name="T33" fmla="*/ 118 h 124"/>
              <a:gd name="T34" fmla="*/ 51 w 134"/>
              <a:gd name="T35" fmla="*/ 118 h 124"/>
              <a:gd name="T36" fmla="*/ 67 w 134"/>
              <a:gd name="T37" fmla="*/ 86 h 124"/>
              <a:gd name="T38" fmla="*/ 67 w 134"/>
              <a:gd name="T39" fmla="*/ 83 h 124"/>
              <a:gd name="T40" fmla="*/ 86 w 134"/>
              <a:gd name="T41" fmla="*/ 118 h 124"/>
              <a:gd name="T42" fmla="*/ 51 w 134"/>
              <a:gd name="T43" fmla="*/ 118 h 12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4"/>
              <a:gd name="T67" fmla="*/ 0 h 124"/>
              <a:gd name="T68" fmla="*/ 134 w 134"/>
              <a:gd name="T69" fmla="*/ 124 h 12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4" h="124">
                <a:moveTo>
                  <a:pt x="121" y="118"/>
                </a:moveTo>
                <a:lnTo>
                  <a:pt x="70" y="16"/>
                </a:lnTo>
                <a:lnTo>
                  <a:pt x="76" y="0"/>
                </a:lnTo>
                <a:lnTo>
                  <a:pt x="73" y="0"/>
                </a:lnTo>
                <a:lnTo>
                  <a:pt x="67" y="12"/>
                </a:lnTo>
                <a:lnTo>
                  <a:pt x="67" y="12"/>
                </a:lnTo>
                <a:lnTo>
                  <a:pt x="67" y="12"/>
                </a:lnTo>
                <a:lnTo>
                  <a:pt x="67" y="9"/>
                </a:lnTo>
                <a:lnTo>
                  <a:pt x="61" y="0"/>
                </a:lnTo>
                <a:lnTo>
                  <a:pt x="57" y="0"/>
                </a:lnTo>
                <a:lnTo>
                  <a:pt x="64" y="16"/>
                </a:lnTo>
                <a:lnTo>
                  <a:pt x="13" y="118"/>
                </a:lnTo>
                <a:lnTo>
                  <a:pt x="0" y="118"/>
                </a:lnTo>
                <a:lnTo>
                  <a:pt x="0" y="124"/>
                </a:lnTo>
                <a:lnTo>
                  <a:pt x="134" y="124"/>
                </a:lnTo>
                <a:lnTo>
                  <a:pt x="134" y="118"/>
                </a:lnTo>
                <a:lnTo>
                  <a:pt x="121" y="118"/>
                </a:lnTo>
                <a:close/>
                <a:moveTo>
                  <a:pt x="51" y="118"/>
                </a:moveTo>
                <a:lnTo>
                  <a:pt x="67" y="86"/>
                </a:lnTo>
                <a:lnTo>
                  <a:pt x="67" y="83"/>
                </a:lnTo>
                <a:lnTo>
                  <a:pt x="86" y="118"/>
                </a:lnTo>
                <a:lnTo>
                  <a:pt x="51" y="118"/>
                </a:lnTo>
                <a:close/>
              </a:path>
            </a:pathLst>
          </a:custGeom>
          <a:solidFill>
            <a:srgbClr val="D4333A"/>
          </a:solidFill>
          <a:ln>
            <a:solidFill>
              <a:srgbClr val="D4333A"/>
            </a:solidFill>
          </a:ln>
        </p:spPr>
        <p:txBody>
          <a:bodyPr/>
          <a:lstStyle/>
          <a:p>
            <a:endParaRPr lang="zh-CN" altLang="zh-CN">
              <a:solidFill>
                <a:srgbClr val="000000"/>
              </a:solidFill>
              <a:sym typeface="宋体" panose="02010600030101010101" pitchFamily="2" charset="-122"/>
            </a:endParaRPr>
          </a:p>
        </p:txBody>
      </p:sp>
      <p:sp>
        <p:nvSpPr>
          <p:cNvPr id="28" name="Freeform 9"/>
          <p:cNvSpPr>
            <a:spLocks noEditPoints="1"/>
          </p:cNvSpPr>
          <p:nvPr/>
        </p:nvSpPr>
        <p:spPr bwMode="auto">
          <a:xfrm>
            <a:off x="7065611" y="2152114"/>
            <a:ext cx="557394" cy="632428"/>
          </a:xfrm>
          <a:custGeom>
            <a:avLst/>
            <a:gdLst>
              <a:gd name="T0" fmla="*/ 402 w 630"/>
              <a:gd name="T1" fmla="*/ 89 h 711"/>
              <a:gd name="T2" fmla="*/ 313 w 630"/>
              <a:gd name="T3" fmla="*/ 178 h 711"/>
              <a:gd name="T4" fmla="*/ 223 w 630"/>
              <a:gd name="T5" fmla="*/ 178 h 711"/>
              <a:gd name="T6" fmla="*/ 134 w 630"/>
              <a:gd name="T7" fmla="*/ 89 h 711"/>
              <a:gd name="T8" fmla="*/ 223 w 630"/>
              <a:gd name="T9" fmla="*/ 0 h 711"/>
              <a:gd name="T10" fmla="*/ 313 w 630"/>
              <a:gd name="T11" fmla="*/ 0 h 711"/>
              <a:gd name="T12" fmla="*/ 402 w 630"/>
              <a:gd name="T13" fmla="*/ 89 h 711"/>
              <a:gd name="T14" fmla="*/ 445 w 630"/>
              <a:gd name="T15" fmla="*/ 89 h 711"/>
              <a:gd name="T16" fmla="*/ 446 w 630"/>
              <a:gd name="T17" fmla="*/ 109 h 711"/>
              <a:gd name="T18" fmla="*/ 335 w 630"/>
              <a:gd name="T19" fmla="*/ 221 h 711"/>
              <a:gd name="T20" fmla="*/ 201 w 630"/>
              <a:gd name="T21" fmla="*/ 221 h 711"/>
              <a:gd name="T22" fmla="*/ 90 w 630"/>
              <a:gd name="T23" fmla="*/ 109 h 711"/>
              <a:gd name="T24" fmla="*/ 92 w 630"/>
              <a:gd name="T25" fmla="*/ 89 h 711"/>
              <a:gd name="T26" fmla="*/ 0 w 630"/>
              <a:gd name="T27" fmla="*/ 198 h 711"/>
              <a:gd name="T28" fmla="*/ 0 w 630"/>
              <a:gd name="T29" fmla="*/ 600 h 711"/>
              <a:gd name="T30" fmla="*/ 112 w 630"/>
              <a:gd name="T31" fmla="*/ 711 h 711"/>
              <a:gd name="T32" fmla="*/ 409 w 630"/>
              <a:gd name="T33" fmla="*/ 711 h 711"/>
              <a:gd name="T34" fmla="*/ 288 w 630"/>
              <a:gd name="T35" fmla="*/ 528 h 711"/>
              <a:gd name="T36" fmla="*/ 487 w 630"/>
              <a:gd name="T37" fmla="*/ 328 h 711"/>
              <a:gd name="T38" fmla="*/ 536 w 630"/>
              <a:gd name="T39" fmla="*/ 335 h 711"/>
              <a:gd name="T40" fmla="*/ 536 w 630"/>
              <a:gd name="T41" fmla="*/ 198 h 711"/>
              <a:gd name="T42" fmla="*/ 445 w 630"/>
              <a:gd name="T43" fmla="*/ 89 h 711"/>
              <a:gd name="T44" fmla="*/ 251 w 630"/>
              <a:gd name="T45" fmla="*/ 446 h 711"/>
              <a:gd name="T46" fmla="*/ 251 w 630"/>
              <a:gd name="T47" fmla="*/ 446 h 711"/>
              <a:gd name="T48" fmla="*/ 112 w 630"/>
              <a:gd name="T49" fmla="*/ 446 h 711"/>
              <a:gd name="T50" fmla="*/ 90 w 630"/>
              <a:gd name="T51" fmla="*/ 423 h 711"/>
              <a:gd name="T52" fmla="*/ 112 w 630"/>
              <a:gd name="T53" fmla="*/ 401 h 711"/>
              <a:gd name="T54" fmla="*/ 251 w 630"/>
              <a:gd name="T55" fmla="*/ 401 h 711"/>
              <a:gd name="T56" fmla="*/ 274 w 630"/>
              <a:gd name="T57" fmla="*/ 423 h 711"/>
              <a:gd name="T58" fmla="*/ 251 w 630"/>
              <a:gd name="T59" fmla="*/ 446 h 711"/>
              <a:gd name="T60" fmla="*/ 296 w 630"/>
              <a:gd name="T61" fmla="*/ 356 h 711"/>
              <a:gd name="T62" fmla="*/ 296 w 630"/>
              <a:gd name="T63" fmla="*/ 356 h 711"/>
              <a:gd name="T64" fmla="*/ 112 w 630"/>
              <a:gd name="T65" fmla="*/ 356 h 711"/>
              <a:gd name="T66" fmla="*/ 90 w 630"/>
              <a:gd name="T67" fmla="*/ 334 h 711"/>
              <a:gd name="T68" fmla="*/ 112 w 630"/>
              <a:gd name="T69" fmla="*/ 312 h 711"/>
              <a:gd name="T70" fmla="*/ 296 w 630"/>
              <a:gd name="T71" fmla="*/ 312 h 711"/>
              <a:gd name="T72" fmla="*/ 318 w 630"/>
              <a:gd name="T73" fmla="*/ 334 h 711"/>
              <a:gd name="T74" fmla="*/ 296 w 630"/>
              <a:gd name="T75" fmla="*/ 356 h 711"/>
              <a:gd name="T76" fmla="*/ 524 w 630"/>
              <a:gd name="T77" fmla="*/ 390 h 711"/>
              <a:gd name="T78" fmla="*/ 488 w 630"/>
              <a:gd name="T79" fmla="*/ 385 h 711"/>
              <a:gd name="T80" fmla="*/ 346 w 630"/>
              <a:gd name="T81" fmla="*/ 527 h 711"/>
              <a:gd name="T82" fmla="*/ 458 w 630"/>
              <a:gd name="T83" fmla="*/ 666 h 711"/>
              <a:gd name="T84" fmla="*/ 488 w 630"/>
              <a:gd name="T85" fmla="*/ 669 h 711"/>
              <a:gd name="T86" fmla="*/ 630 w 630"/>
              <a:gd name="T87" fmla="*/ 527 h 711"/>
              <a:gd name="T88" fmla="*/ 524 w 630"/>
              <a:gd name="T89" fmla="*/ 390 h 711"/>
              <a:gd name="T90" fmla="*/ 569 w 630"/>
              <a:gd name="T91" fmla="*/ 507 h 711"/>
              <a:gd name="T92" fmla="*/ 569 w 630"/>
              <a:gd name="T93" fmla="*/ 507 h 711"/>
              <a:gd name="T94" fmla="*/ 524 w 630"/>
              <a:gd name="T95" fmla="*/ 552 h 711"/>
              <a:gd name="T96" fmla="*/ 488 w 630"/>
              <a:gd name="T97" fmla="*/ 588 h 711"/>
              <a:gd name="T98" fmla="*/ 448 w 630"/>
              <a:gd name="T99" fmla="*/ 588 h 711"/>
              <a:gd name="T100" fmla="*/ 408 w 630"/>
              <a:gd name="T101" fmla="*/ 547 h 711"/>
              <a:gd name="T102" fmla="*/ 408 w 630"/>
              <a:gd name="T103" fmla="*/ 507 h 711"/>
              <a:gd name="T104" fmla="*/ 448 w 630"/>
              <a:gd name="T105" fmla="*/ 507 h 711"/>
              <a:gd name="T106" fmla="*/ 468 w 630"/>
              <a:gd name="T107" fmla="*/ 527 h 711"/>
              <a:gd name="T108" fmla="*/ 524 w 630"/>
              <a:gd name="T109" fmla="*/ 472 h 711"/>
              <a:gd name="T110" fmla="*/ 528 w 630"/>
              <a:gd name="T111" fmla="*/ 467 h 711"/>
              <a:gd name="T112" fmla="*/ 569 w 630"/>
              <a:gd name="T113" fmla="*/ 467 h 711"/>
              <a:gd name="T114" fmla="*/ 569 w 630"/>
              <a:gd name="T115" fmla="*/ 507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30" h="711">
                <a:moveTo>
                  <a:pt x="402" y="89"/>
                </a:moveTo>
                <a:cubicBezTo>
                  <a:pt x="402" y="138"/>
                  <a:pt x="362" y="178"/>
                  <a:pt x="313" y="178"/>
                </a:cubicBezTo>
                <a:lnTo>
                  <a:pt x="223" y="178"/>
                </a:lnTo>
                <a:cubicBezTo>
                  <a:pt x="174" y="178"/>
                  <a:pt x="134" y="138"/>
                  <a:pt x="134" y="89"/>
                </a:cubicBezTo>
                <a:cubicBezTo>
                  <a:pt x="134" y="39"/>
                  <a:pt x="174" y="0"/>
                  <a:pt x="223" y="0"/>
                </a:cubicBezTo>
                <a:lnTo>
                  <a:pt x="313" y="0"/>
                </a:lnTo>
                <a:cubicBezTo>
                  <a:pt x="362" y="0"/>
                  <a:pt x="402" y="39"/>
                  <a:pt x="402" y="89"/>
                </a:cubicBezTo>
                <a:close/>
                <a:moveTo>
                  <a:pt x="445" y="89"/>
                </a:moveTo>
                <a:cubicBezTo>
                  <a:pt x="446" y="95"/>
                  <a:pt x="446" y="102"/>
                  <a:pt x="446" y="109"/>
                </a:cubicBezTo>
                <a:cubicBezTo>
                  <a:pt x="446" y="171"/>
                  <a:pt x="397" y="221"/>
                  <a:pt x="335" y="221"/>
                </a:cubicBezTo>
                <a:lnTo>
                  <a:pt x="201" y="221"/>
                </a:lnTo>
                <a:cubicBezTo>
                  <a:pt x="140" y="221"/>
                  <a:pt x="90" y="171"/>
                  <a:pt x="90" y="109"/>
                </a:cubicBezTo>
                <a:cubicBezTo>
                  <a:pt x="90" y="102"/>
                  <a:pt x="90" y="95"/>
                  <a:pt x="92" y="89"/>
                </a:cubicBezTo>
                <a:cubicBezTo>
                  <a:pt x="40" y="98"/>
                  <a:pt x="0" y="144"/>
                  <a:pt x="0" y="198"/>
                </a:cubicBezTo>
                <a:lnTo>
                  <a:pt x="0" y="600"/>
                </a:lnTo>
                <a:cubicBezTo>
                  <a:pt x="0" y="661"/>
                  <a:pt x="50" y="711"/>
                  <a:pt x="112" y="711"/>
                </a:cubicBezTo>
                <a:lnTo>
                  <a:pt x="409" y="711"/>
                </a:lnTo>
                <a:cubicBezTo>
                  <a:pt x="338" y="681"/>
                  <a:pt x="288" y="610"/>
                  <a:pt x="288" y="528"/>
                </a:cubicBezTo>
                <a:cubicBezTo>
                  <a:pt x="288" y="418"/>
                  <a:pt x="377" y="328"/>
                  <a:pt x="487" y="328"/>
                </a:cubicBezTo>
                <a:cubicBezTo>
                  <a:pt x="504" y="328"/>
                  <a:pt x="520" y="331"/>
                  <a:pt x="536" y="335"/>
                </a:cubicBezTo>
                <a:lnTo>
                  <a:pt x="536" y="198"/>
                </a:lnTo>
                <a:cubicBezTo>
                  <a:pt x="536" y="144"/>
                  <a:pt x="496" y="98"/>
                  <a:pt x="445" y="89"/>
                </a:cubicBezTo>
                <a:close/>
                <a:moveTo>
                  <a:pt x="251" y="446"/>
                </a:moveTo>
                <a:lnTo>
                  <a:pt x="251" y="446"/>
                </a:lnTo>
                <a:lnTo>
                  <a:pt x="112" y="446"/>
                </a:lnTo>
                <a:cubicBezTo>
                  <a:pt x="100" y="446"/>
                  <a:pt x="90" y="436"/>
                  <a:pt x="90" y="423"/>
                </a:cubicBezTo>
                <a:cubicBezTo>
                  <a:pt x="90" y="411"/>
                  <a:pt x="100" y="401"/>
                  <a:pt x="112" y="401"/>
                </a:cubicBezTo>
                <a:lnTo>
                  <a:pt x="251" y="401"/>
                </a:lnTo>
                <a:cubicBezTo>
                  <a:pt x="264" y="401"/>
                  <a:pt x="274" y="411"/>
                  <a:pt x="274" y="423"/>
                </a:cubicBezTo>
                <a:cubicBezTo>
                  <a:pt x="274" y="436"/>
                  <a:pt x="264" y="446"/>
                  <a:pt x="251" y="446"/>
                </a:cubicBezTo>
                <a:close/>
                <a:moveTo>
                  <a:pt x="296" y="356"/>
                </a:moveTo>
                <a:lnTo>
                  <a:pt x="296" y="356"/>
                </a:lnTo>
                <a:lnTo>
                  <a:pt x="112" y="356"/>
                </a:lnTo>
                <a:cubicBezTo>
                  <a:pt x="100" y="356"/>
                  <a:pt x="90" y="346"/>
                  <a:pt x="90" y="334"/>
                </a:cubicBezTo>
                <a:cubicBezTo>
                  <a:pt x="90" y="322"/>
                  <a:pt x="100" y="312"/>
                  <a:pt x="112" y="312"/>
                </a:cubicBezTo>
                <a:lnTo>
                  <a:pt x="296" y="312"/>
                </a:lnTo>
                <a:cubicBezTo>
                  <a:pt x="308" y="312"/>
                  <a:pt x="318" y="322"/>
                  <a:pt x="318" y="334"/>
                </a:cubicBezTo>
                <a:cubicBezTo>
                  <a:pt x="318" y="346"/>
                  <a:pt x="308" y="356"/>
                  <a:pt x="296" y="356"/>
                </a:cubicBezTo>
                <a:close/>
                <a:moveTo>
                  <a:pt x="524" y="390"/>
                </a:moveTo>
                <a:cubicBezTo>
                  <a:pt x="512" y="387"/>
                  <a:pt x="501" y="385"/>
                  <a:pt x="488" y="385"/>
                </a:cubicBezTo>
                <a:cubicBezTo>
                  <a:pt x="410" y="385"/>
                  <a:pt x="346" y="449"/>
                  <a:pt x="346" y="527"/>
                </a:cubicBezTo>
                <a:cubicBezTo>
                  <a:pt x="346" y="596"/>
                  <a:pt x="394" y="652"/>
                  <a:pt x="458" y="666"/>
                </a:cubicBezTo>
                <a:cubicBezTo>
                  <a:pt x="468" y="668"/>
                  <a:pt x="478" y="669"/>
                  <a:pt x="488" y="669"/>
                </a:cubicBezTo>
                <a:cubicBezTo>
                  <a:pt x="567" y="669"/>
                  <a:pt x="630" y="606"/>
                  <a:pt x="630" y="527"/>
                </a:cubicBezTo>
                <a:cubicBezTo>
                  <a:pt x="630" y="461"/>
                  <a:pt x="585" y="405"/>
                  <a:pt x="524" y="390"/>
                </a:cubicBezTo>
                <a:close/>
                <a:moveTo>
                  <a:pt x="569" y="507"/>
                </a:moveTo>
                <a:lnTo>
                  <a:pt x="569" y="507"/>
                </a:lnTo>
                <a:lnTo>
                  <a:pt x="524" y="552"/>
                </a:lnTo>
                <a:lnTo>
                  <a:pt x="488" y="588"/>
                </a:lnTo>
                <a:cubicBezTo>
                  <a:pt x="477" y="599"/>
                  <a:pt x="459" y="599"/>
                  <a:pt x="448" y="588"/>
                </a:cubicBezTo>
                <a:lnTo>
                  <a:pt x="408" y="547"/>
                </a:lnTo>
                <a:cubicBezTo>
                  <a:pt x="397" y="536"/>
                  <a:pt x="397" y="518"/>
                  <a:pt x="408" y="507"/>
                </a:cubicBezTo>
                <a:cubicBezTo>
                  <a:pt x="419" y="496"/>
                  <a:pt x="437" y="496"/>
                  <a:pt x="448" y="507"/>
                </a:cubicBezTo>
                <a:lnTo>
                  <a:pt x="468" y="527"/>
                </a:lnTo>
                <a:lnTo>
                  <a:pt x="524" y="472"/>
                </a:lnTo>
                <a:lnTo>
                  <a:pt x="528" y="467"/>
                </a:lnTo>
                <a:cubicBezTo>
                  <a:pt x="540" y="456"/>
                  <a:pt x="558" y="456"/>
                  <a:pt x="569" y="467"/>
                </a:cubicBezTo>
                <a:cubicBezTo>
                  <a:pt x="580" y="478"/>
                  <a:pt x="580" y="496"/>
                  <a:pt x="569" y="507"/>
                </a:cubicBezTo>
                <a:close/>
              </a:path>
            </a:pathLst>
          </a:custGeom>
          <a:solidFill>
            <a:srgbClr val="D4333A"/>
          </a:solidFill>
          <a:ln>
            <a:solidFill>
              <a:srgbClr val="D4333A"/>
            </a:solidFill>
          </a:ln>
        </p:spPr>
        <p:txBody>
          <a:bodyPr vert="horz" wrap="square" lIns="91404" tIns="45702" rIns="91404" bIns="45702" numCol="1" anchor="t" anchorCtr="0" compatLnSpc="1"/>
          <a:lstStyle/>
          <a:p>
            <a:endParaRPr lang="zh-CN" altLang="en-US" sz="1800"/>
          </a:p>
        </p:txBody>
      </p:sp>
      <p:sp>
        <p:nvSpPr>
          <p:cNvPr id="29" name="TextBox 28"/>
          <p:cNvSpPr txBox="1"/>
          <p:nvPr/>
        </p:nvSpPr>
        <p:spPr>
          <a:xfrm>
            <a:off x="1003577" y="3435846"/>
            <a:ext cx="7096815" cy="369332"/>
          </a:xfrm>
          <a:prstGeom prst="rect">
            <a:avLst/>
          </a:prstGeom>
          <a:noFill/>
        </p:spPr>
        <p:txBody>
          <a:bodyPr wrap="none" rtlCol="0">
            <a:spAutoFit/>
          </a:bodyPr>
          <a:lstStyle/>
          <a:p>
            <a:r>
              <a:rPr lang="en-US" altLang="zh-CN" dirty="0">
                <a:solidFill>
                  <a:srgbClr val="F6E6B0"/>
                </a:solidFill>
              </a:rPr>
              <a:t>--------------------------------------------------------------------------------------------------</a:t>
            </a:r>
            <a:endParaRPr lang="zh-CN" altLang="en-US" dirty="0">
              <a:solidFill>
                <a:srgbClr val="F6E6B0"/>
              </a:solidFill>
            </a:endParaRPr>
          </a:p>
        </p:txBody>
      </p:sp>
      <p:sp>
        <p:nvSpPr>
          <p:cNvPr id="30" name="TextBox 9"/>
          <p:cNvSpPr>
            <a:spLocks noChangeArrowheads="1"/>
          </p:cNvSpPr>
          <p:nvPr/>
        </p:nvSpPr>
        <p:spPr bwMode="auto">
          <a:xfrm>
            <a:off x="2411760" y="3147814"/>
            <a:ext cx="4252558" cy="392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1446" tIns="45723" rIns="91446" bIns="45723">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algn="ctr" eaLnBrk="1" hangingPunct="1">
              <a:lnSpc>
                <a:spcPts val="2500"/>
              </a:lnSpc>
              <a:spcBef>
                <a:spcPct val="0"/>
              </a:spcBef>
              <a:buFont typeface="Arial" panose="020B0604020202020204" pitchFamily="34" charset="0"/>
              <a:buNone/>
            </a:pPr>
            <a:r>
              <a:rPr lang="zh-CN" altLang="en-US" sz="2000" b="1" dirty="0">
                <a:solidFill>
                  <a:srgbClr val="F6E6B0"/>
                </a:solidFill>
                <a:latin typeface="华文细黑" panose="02010600040101010101" pitchFamily="2" charset="-122"/>
                <a:ea typeface="华文细黑" panose="02010600040101010101" pitchFamily="2" charset="-122"/>
                <a:sym typeface="方正兰亭黑_GBK" pitchFamily="2" charset="-122"/>
              </a:rPr>
              <a:t>振兴中华民族</a:t>
            </a:r>
          </a:p>
        </p:txBody>
      </p:sp>
    </p:spTree>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anim calcmode="lin" valueType="num">
                                      <p:cBhvr>
                                        <p:cTn id="8" dur="500" fill="hold"/>
                                        <p:tgtEl>
                                          <p:spTgt spid="45"/>
                                        </p:tgtEl>
                                        <p:attrNameLst>
                                          <p:attrName>ppt_x</p:attrName>
                                        </p:attrNameLst>
                                      </p:cBhvr>
                                      <p:tavLst>
                                        <p:tav tm="0">
                                          <p:val>
                                            <p:strVal val="#ppt_x"/>
                                          </p:val>
                                        </p:tav>
                                        <p:tav tm="100000">
                                          <p:val>
                                            <p:strVal val="#ppt_x"/>
                                          </p:val>
                                        </p:tav>
                                      </p:tavLst>
                                    </p:anim>
                                    <p:anim calcmode="lin" valueType="num">
                                      <p:cBhvr>
                                        <p:cTn id="9" dur="500" fill="hold"/>
                                        <p:tgtEl>
                                          <p:spTgt spid="45"/>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par>
                          <p:cTn id="21" fill="hold">
                            <p:stCondLst>
                              <p:cond delay="1500"/>
                            </p:stCondLst>
                            <p:childTnLst>
                              <p:par>
                                <p:cTn id="22" presetID="10" presetClass="entr" presetSubtype="0" fill="hold" grpId="0"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par>
                          <p:cTn id="25" fill="hold">
                            <p:stCondLst>
                              <p:cond delay="2000"/>
                            </p:stCondLst>
                            <p:childTnLst>
                              <p:par>
                                <p:cTn id="26" presetID="10" presetClass="entr" presetSubtype="0" fill="hold" grpId="0" nodeType="after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500"/>
                                        <p:tgtEl>
                                          <p:spTgt spid="26"/>
                                        </p:tgtEl>
                                      </p:cBhvr>
                                    </p:animEffect>
                                  </p:childTnLst>
                                </p:cTn>
                              </p:par>
                            </p:childTnLst>
                          </p:cTn>
                        </p:par>
                        <p:par>
                          <p:cTn id="35" fill="hold">
                            <p:stCondLst>
                              <p:cond delay="2500"/>
                            </p:stCondLst>
                            <p:childTnLst>
                              <p:par>
                                <p:cTn id="36" presetID="10" presetClass="entr" presetSubtype="0" fill="hold" grpId="0" nodeType="after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childTnLst>
                          </p:cTn>
                        </p:par>
                        <p:par>
                          <p:cTn id="39" fill="hold">
                            <p:stCondLst>
                              <p:cond delay="3000"/>
                            </p:stCondLst>
                            <p:childTnLst>
                              <p:par>
                                <p:cTn id="40" presetID="10" presetClass="entr" presetSubtype="0" fill="hold" grpId="0" nodeType="after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500"/>
                                        <p:tgtEl>
                                          <p:spTgt spid="27"/>
                                        </p:tgtEl>
                                      </p:cBhvr>
                                    </p:animEffect>
                                  </p:childTnLst>
                                </p:cTn>
                              </p:par>
                            </p:childTnLst>
                          </p:cTn>
                        </p:par>
                        <p:par>
                          <p:cTn id="46" fill="hold">
                            <p:stCondLst>
                              <p:cond delay="3500"/>
                            </p:stCondLst>
                            <p:childTnLst>
                              <p:par>
                                <p:cTn id="47" presetID="10" presetClass="entr" presetSubtype="0" fill="hold" grpId="0" nodeType="after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childTnLst>
                          </p:cTn>
                        </p:par>
                        <p:par>
                          <p:cTn id="50" fill="hold">
                            <p:stCondLst>
                              <p:cond delay="4000"/>
                            </p:stCondLst>
                            <p:childTnLst>
                              <p:par>
                                <p:cTn id="51" presetID="10" presetClass="entr" presetSubtype="0" fill="hold" grpId="0" nodeType="after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500"/>
                                        <p:tgtEl>
                                          <p:spTgt spid="2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6" dur="500"/>
                                        <p:tgtEl>
                                          <p:spTgt spid="28"/>
                                        </p:tgtEl>
                                      </p:cBhvr>
                                    </p:animEffect>
                                  </p:childTnLst>
                                </p:cTn>
                              </p:par>
                            </p:childTnLst>
                          </p:cTn>
                        </p:par>
                        <p:par>
                          <p:cTn id="57" fill="hold">
                            <p:stCondLst>
                              <p:cond delay="4500"/>
                            </p:stCondLst>
                            <p:childTnLst>
                              <p:par>
                                <p:cTn id="58" presetID="10" presetClass="entr" presetSubtype="0" fill="hold" grpId="0" nodeType="after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500"/>
                                        <p:tgtEl>
                                          <p:spTgt spid="30"/>
                                        </p:tgtEl>
                                      </p:cBhvr>
                                    </p:animEffect>
                                  </p:childTnLst>
                                </p:cTn>
                              </p:par>
                            </p:childTnLst>
                          </p:cTn>
                        </p:par>
                        <p:par>
                          <p:cTn id="61" fill="hold">
                            <p:stCondLst>
                              <p:cond delay="5000"/>
                            </p:stCondLst>
                            <p:childTnLst>
                              <p:par>
                                <p:cTn id="62" presetID="10" presetClass="entr" presetSubtype="0" fill="hold" grpId="0" nodeType="after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500"/>
                                        <p:tgtEl>
                                          <p:spTgt spid="29"/>
                                        </p:tgtEl>
                                      </p:cBhvr>
                                    </p:animEffect>
                                  </p:childTnLst>
                                </p:cTn>
                              </p:par>
                            </p:childTnLst>
                          </p:cTn>
                        </p:par>
                        <p:par>
                          <p:cTn id="65" fill="hold">
                            <p:stCondLst>
                              <p:cond delay="5500"/>
                            </p:stCondLst>
                            <p:childTnLst>
                              <p:par>
                                <p:cTn id="66" presetID="10" presetClass="entr" presetSubtype="0" fill="hold" grpId="0" nodeType="after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3" grpId="0" animBg="1"/>
      <p:bldP spid="16" grpId="0" animBg="1"/>
      <p:bldP spid="17" grpId="0" animBg="1"/>
      <p:bldP spid="18" grpId="0" animBg="1"/>
      <p:bldP spid="19" grpId="0"/>
      <p:bldP spid="20" grpId="0"/>
      <p:bldP spid="21" grpId="0"/>
      <p:bldP spid="22" grpId="0"/>
      <p:bldP spid="23" grpId="0"/>
      <p:bldP spid="10" grpId="0" animBg="1"/>
      <p:bldP spid="25" grpId="0" animBg="1"/>
      <p:bldP spid="26" grpId="0" animBg="1"/>
      <p:bldP spid="27" grpId="0" animBg="1"/>
      <p:bldP spid="28" grpId="0" animBg="1"/>
      <p:bldP spid="29" grpId="0"/>
      <p:bldP spid="3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5536" y="483518"/>
            <a:ext cx="8208912" cy="4248472"/>
          </a:xfrm>
          <a:prstGeom prst="rect">
            <a:avLst/>
          </a:prstGeom>
          <a:solidFill>
            <a:srgbClr val="D433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l="32484" t="6601" r="32205" b="84197"/>
          <a:stretch>
            <a:fillRect/>
          </a:stretch>
        </p:blipFill>
        <p:spPr>
          <a:xfrm>
            <a:off x="2899792" y="267494"/>
            <a:ext cx="3328392" cy="488351"/>
          </a:xfrm>
          <a:prstGeom prst="rect">
            <a:avLst/>
          </a:prstGeom>
        </p:spPr>
      </p:pic>
      <p:grpSp>
        <p:nvGrpSpPr>
          <p:cNvPr id="5" name="组合 4"/>
          <p:cNvGrpSpPr/>
          <p:nvPr/>
        </p:nvGrpSpPr>
        <p:grpSpPr>
          <a:xfrm>
            <a:off x="236612" y="339502"/>
            <a:ext cx="8670776" cy="4594860"/>
            <a:chOff x="236612" y="339502"/>
            <a:chExt cx="8670776" cy="4594860"/>
          </a:xfrm>
        </p:grpSpPr>
        <p:pic>
          <p:nvPicPr>
            <p:cNvPr id="6" name="图片 5"/>
            <p:cNvPicPr>
              <a:picLocks noChangeAspect="1"/>
            </p:cNvPicPr>
            <p:nvPr/>
          </p:nvPicPr>
          <p:blipFill rotWithShape="1">
            <a:blip r:embed="rId4" cstate="print">
              <a:extLst>
                <a:ext uri="{28A0092B-C50C-407E-A947-70E740481C1C}">
                  <a14:useLocalDpi xmlns:a14="http://schemas.microsoft.com/office/drawing/2010/main" val="0"/>
                </a:ext>
              </a:extLst>
            </a:blip>
            <a:srcRect l="2958" t="7556" r="67104" b="3111"/>
            <a:stretch>
              <a:fillRect/>
            </a:stretch>
          </p:blipFill>
          <p:spPr>
            <a:xfrm>
              <a:off x="236612" y="339502"/>
              <a:ext cx="2735188" cy="4594860"/>
            </a:xfrm>
            <a:prstGeom prst="rect">
              <a:avLst/>
            </a:prstGeom>
          </p:spPr>
        </p:pic>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l="11108" t="7556" r="58258" b="3111"/>
            <a:stretch>
              <a:fillRect/>
            </a:stretch>
          </p:blipFill>
          <p:spPr>
            <a:xfrm>
              <a:off x="6108700" y="339502"/>
              <a:ext cx="2798688" cy="4594860"/>
            </a:xfrm>
            <a:prstGeom prst="rect">
              <a:avLst/>
            </a:prstGeom>
          </p:spPr>
        </p:pic>
        <p:sp>
          <p:nvSpPr>
            <p:cNvPr id="8" name="矩形 7"/>
            <p:cNvSpPr/>
            <p:nvPr/>
          </p:nvSpPr>
          <p:spPr>
            <a:xfrm>
              <a:off x="2971800" y="4718228"/>
              <a:ext cx="3136900" cy="45719"/>
            </a:xfrm>
            <a:prstGeom prst="rect">
              <a:avLst/>
            </a:prstGeom>
            <a:solidFill>
              <a:srgbClr val="2E4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TextBox 44"/>
          <p:cNvSpPr txBox="1"/>
          <p:nvPr/>
        </p:nvSpPr>
        <p:spPr>
          <a:xfrm>
            <a:off x="3275856" y="834847"/>
            <a:ext cx="2736304" cy="584775"/>
          </a:xfrm>
          <a:prstGeom prst="rect">
            <a:avLst/>
          </a:prstGeom>
          <a:noFill/>
        </p:spPr>
        <p:txBody>
          <a:bodyPr wrap="square" rtlCol="0">
            <a:spAutoFit/>
          </a:bodyPr>
          <a:lstStyle/>
          <a:p>
            <a:r>
              <a:rPr lang="zh-CN" altLang="en-US" sz="3200" dirty="0">
                <a:solidFill>
                  <a:srgbClr val="F6E6B0"/>
                </a:solidFill>
                <a:latin typeface="方正韵动中黑简体" panose="02000000000000000000" pitchFamily="2" charset="-122"/>
                <a:ea typeface="方正韵动中黑简体" panose="02000000000000000000" pitchFamily="2" charset="-122"/>
              </a:rPr>
              <a:t>青年节的意义</a:t>
            </a:r>
          </a:p>
        </p:txBody>
      </p:sp>
      <p:sp>
        <p:nvSpPr>
          <p:cNvPr id="31" name="TextBox 9"/>
          <p:cNvSpPr>
            <a:spLocks noChangeArrowheads="1"/>
          </p:cNvSpPr>
          <p:nvPr/>
        </p:nvSpPr>
        <p:spPr bwMode="auto">
          <a:xfrm>
            <a:off x="3995936" y="1655672"/>
            <a:ext cx="4270346" cy="1708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1446" tIns="45723" rIns="91446" bIns="45723">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algn="just" eaLnBrk="1" hangingPunct="1">
              <a:lnSpc>
                <a:spcPct val="150000"/>
              </a:lnSpc>
              <a:spcBef>
                <a:spcPct val="0"/>
              </a:spcBef>
              <a:buFont typeface="Arial" panose="020B0604020202020204" pitchFamily="34" charset="0"/>
              <a:buNone/>
            </a:pP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“五四青年节”包含着两层含义 </a:t>
            </a: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一是纪念“五四运动”，一是作为青年的节日。“五四青年节”实际上已固定成一种文化符号，具有象征意义。其象征意义主要是对国家命运的担当，对社会问题的激情破解，对各行各业的唤醒与创造。</a:t>
            </a:r>
          </a:p>
        </p:txBody>
      </p:sp>
      <p:grpSp>
        <p:nvGrpSpPr>
          <p:cNvPr id="12" name="组合 11"/>
          <p:cNvGrpSpPr/>
          <p:nvPr/>
        </p:nvGrpSpPr>
        <p:grpSpPr>
          <a:xfrm>
            <a:off x="827584" y="1635646"/>
            <a:ext cx="3024336" cy="504056"/>
            <a:chOff x="827584" y="1707654"/>
            <a:chExt cx="3024336" cy="504056"/>
          </a:xfrm>
        </p:grpSpPr>
        <p:sp>
          <p:nvSpPr>
            <p:cNvPr id="9" name="矩形 8"/>
            <p:cNvSpPr/>
            <p:nvPr/>
          </p:nvSpPr>
          <p:spPr>
            <a:xfrm>
              <a:off x="827584" y="1727680"/>
              <a:ext cx="3024336" cy="484030"/>
            </a:xfrm>
            <a:prstGeom prst="rect">
              <a:avLst/>
            </a:prstGeom>
            <a:solidFill>
              <a:srgbClr val="F6E6B0"/>
            </a:solidFill>
            <a:ln>
              <a:solidFill>
                <a:srgbClr val="F6E6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
            <p:cNvSpPr txBox="1"/>
            <p:nvPr/>
          </p:nvSpPr>
          <p:spPr>
            <a:xfrm>
              <a:off x="827584" y="1707654"/>
              <a:ext cx="2952328" cy="461665"/>
            </a:xfrm>
            <a:prstGeom prst="rect">
              <a:avLst/>
            </a:prstGeom>
            <a:noFill/>
          </p:spPr>
          <p:txBody>
            <a:bodyPr wrap="square" rtlCol="0">
              <a:spAutoFit/>
            </a:bodyPr>
            <a:lstStyle/>
            <a:p>
              <a:r>
                <a:rPr lang="en-US" altLang="zh-CN" sz="2400" b="1" dirty="0">
                  <a:solidFill>
                    <a:srgbClr val="2E4C6E"/>
                  </a:solidFill>
                  <a:latin typeface="华文细黑" panose="02010600040101010101" pitchFamily="2" charset="-122"/>
                  <a:ea typeface="华文细黑" panose="02010600040101010101" pitchFamily="2" charset="-122"/>
                </a:rPr>
                <a:t>1/   </a:t>
              </a:r>
              <a:r>
                <a:rPr lang="zh-CN" altLang="en-US" sz="2400" b="1" dirty="0">
                  <a:solidFill>
                    <a:srgbClr val="2E4C6E"/>
                  </a:solidFill>
                  <a:latin typeface="华文细黑" panose="02010600040101010101" pitchFamily="2" charset="-122"/>
                  <a:ea typeface="华文细黑" panose="02010600040101010101" pitchFamily="2" charset="-122"/>
                </a:rPr>
                <a:t>纪念“五四运动”</a:t>
              </a:r>
            </a:p>
          </p:txBody>
        </p:sp>
      </p:grpSp>
      <p:grpSp>
        <p:nvGrpSpPr>
          <p:cNvPr id="32" name="组合 31"/>
          <p:cNvGrpSpPr/>
          <p:nvPr/>
        </p:nvGrpSpPr>
        <p:grpSpPr>
          <a:xfrm>
            <a:off x="827584" y="2283718"/>
            <a:ext cx="3024336" cy="504056"/>
            <a:chOff x="827584" y="1707654"/>
            <a:chExt cx="3024336" cy="504056"/>
          </a:xfrm>
        </p:grpSpPr>
        <p:sp>
          <p:nvSpPr>
            <p:cNvPr id="33" name="矩形 32"/>
            <p:cNvSpPr/>
            <p:nvPr/>
          </p:nvSpPr>
          <p:spPr>
            <a:xfrm>
              <a:off x="827584" y="1727680"/>
              <a:ext cx="3024336" cy="484030"/>
            </a:xfrm>
            <a:prstGeom prst="rect">
              <a:avLst/>
            </a:prstGeom>
            <a:solidFill>
              <a:srgbClr val="F6E6B0"/>
            </a:solidFill>
            <a:ln>
              <a:solidFill>
                <a:srgbClr val="F6E6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TextBox 33"/>
            <p:cNvSpPr txBox="1"/>
            <p:nvPr/>
          </p:nvSpPr>
          <p:spPr>
            <a:xfrm>
              <a:off x="827584" y="1707654"/>
              <a:ext cx="2952328" cy="461665"/>
            </a:xfrm>
            <a:prstGeom prst="rect">
              <a:avLst/>
            </a:prstGeom>
            <a:noFill/>
          </p:spPr>
          <p:txBody>
            <a:bodyPr wrap="square" rtlCol="0">
              <a:spAutoFit/>
            </a:bodyPr>
            <a:lstStyle/>
            <a:p>
              <a:r>
                <a:rPr lang="en-US" altLang="zh-CN" sz="2400" b="1" dirty="0">
                  <a:solidFill>
                    <a:srgbClr val="2E4C6E"/>
                  </a:solidFill>
                  <a:latin typeface="华文细黑" panose="02010600040101010101" pitchFamily="2" charset="-122"/>
                  <a:ea typeface="华文细黑" panose="02010600040101010101" pitchFamily="2" charset="-122"/>
                </a:rPr>
                <a:t>2/   </a:t>
              </a:r>
              <a:r>
                <a:rPr lang="zh-CN" altLang="en-US" sz="2400" b="1" dirty="0">
                  <a:solidFill>
                    <a:srgbClr val="2E4C6E"/>
                  </a:solidFill>
                  <a:latin typeface="华文细黑" panose="02010600040101010101" pitchFamily="2" charset="-122"/>
                  <a:ea typeface="华文细黑" panose="02010600040101010101" pitchFamily="2" charset="-122"/>
                </a:rPr>
                <a:t>是青年的节日</a:t>
              </a:r>
            </a:p>
          </p:txBody>
        </p:sp>
      </p:grpSp>
      <p:grpSp>
        <p:nvGrpSpPr>
          <p:cNvPr id="35" name="组合 34"/>
          <p:cNvGrpSpPr/>
          <p:nvPr/>
        </p:nvGrpSpPr>
        <p:grpSpPr>
          <a:xfrm>
            <a:off x="827584" y="2931790"/>
            <a:ext cx="3024336" cy="504056"/>
            <a:chOff x="827584" y="1707654"/>
            <a:chExt cx="3024336" cy="504056"/>
          </a:xfrm>
        </p:grpSpPr>
        <p:sp>
          <p:nvSpPr>
            <p:cNvPr id="36" name="矩形 35"/>
            <p:cNvSpPr/>
            <p:nvPr/>
          </p:nvSpPr>
          <p:spPr>
            <a:xfrm>
              <a:off x="827584" y="1727680"/>
              <a:ext cx="3024336" cy="484030"/>
            </a:xfrm>
            <a:prstGeom prst="rect">
              <a:avLst/>
            </a:prstGeom>
            <a:solidFill>
              <a:srgbClr val="F6E6B0"/>
            </a:solidFill>
            <a:ln>
              <a:solidFill>
                <a:srgbClr val="F6E6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TextBox 36"/>
            <p:cNvSpPr txBox="1"/>
            <p:nvPr/>
          </p:nvSpPr>
          <p:spPr>
            <a:xfrm>
              <a:off x="827584" y="1707654"/>
              <a:ext cx="2952328" cy="461665"/>
            </a:xfrm>
            <a:prstGeom prst="rect">
              <a:avLst/>
            </a:prstGeom>
            <a:noFill/>
          </p:spPr>
          <p:txBody>
            <a:bodyPr wrap="square" rtlCol="0">
              <a:spAutoFit/>
            </a:bodyPr>
            <a:lstStyle/>
            <a:p>
              <a:r>
                <a:rPr lang="en-US" altLang="zh-CN" sz="2400" b="1" dirty="0">
                  <a:solidFill>
                    <a:srgbClr val="2E4C6E"/>
                  </a:solidFill>
                  <a:latin typeface="华文细黑" panose="02010600040101010101" pitchFamily="2" charset="-122"/>
                  <a:ea typeface="华文细黑" panose="02010600040101010101" pitchFamily="2" charset="-122"/>
                </a:rPr>
                <a:t>3/   </a:t>
              </a:r>
              <a:r>
                <a:rPr lang="zh-CN" altLang="en-US" sz="2400" b="1" dirty="0">
                  <a:solidFill>
                    <a:srgbClr val="2E4C6E"/>
                  </a:solidFill>
                  <a:latin typeface="华文细黑" panose="02010600040101010101" pitchFamily="2" charset="-122"/>
                  <a:ea typeface="华文细黑" panose="02010600040101010101" pitchFamily="2" charset="-122"/>
                </a:rPr>
                <a:t>文化的符号</a:t>
              </a:r>
            </a:p>
          </p:txBody>
        </p:sp>
      </p:grpSp>
      <p:pic>
        <p:nvPicPr>
          <p:cNvPr id="20" name="图片 19"/>
          <p:cNvPicPr>
            <a:picLocks noChangeAspect="1"/>
          </p:cNvPicPr>
          <p:nvPr/>
        </p:nvPicPr>
        <p:blipFill rotWithShape="1">
          <a:blip r:embed="rId5" cstate="print">
            <a:biLevel thresh="75000"/>
            <a:extLst>
              <a:ext uri="{28A0092B-C50C-407E-A947-70E740481C1C}">
                <a14:useLocalDpi xmlns:a14="http://schemas.microsoft.com/office/drawing/2010/main" val="0"/>
              </a:ext>
            </a:extLst>
          </a:blip>
          <a:srcRect l="11182" t="18641" r="10299" b="9456"/>
          <a:stretch>
            <a:fillRect/>
          </a:stretch>
        </p:blipFill>
        <p:spPr>
          <a:xfrm flipH="1">
            <a:off x="6660232" y="2959010"/>
            <a:ext cx="1957564" cy="18095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anim calcmode="lin" valueType="num">
                                      <p:cBhvr>
                                        <p:cTn id="8" dur="500" fill="hold"/>
                                        <p:tgtEl>
                                          <p:spTgt spid="45"/>
                                        </p:tgtEl>
                                        <p:attrNameLst>
                                          <p:attrName>ppt_x</p:attrName>
                                        </p:attrNameLst>
                                      </p:cBhvr>
                                      <p:tavLst>
                                        <p:tav tm="0">
                                          <p:val>
                                            <p:strVal val="#ppt_x"/>
                                          </p:val>
                                        </p:tav>
                                        <p:tav tm="100000">
                                          <p:val>
                                            <p:strVal val="#ppt_x"/>
                                          </p:val>
                                        </p:tav>
                                      </p:tavLst>
                                    </p:anim>
                                    <p:anim calcmode="lin" valueType="num">
                                      <p:cBhvr>
                                        <p:cTn id="9" dur="500" fill="hold"/>
                                        <p:tgtEl>
                                          <p:spTgt spid="45"/>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500"/>
                                        <p:tgtEl>
                                          <p:spTgt spid="32"/>
                                        </p:tgtEl>
                                      </p:cBhvr>
                                    </p:animEffect>
                                  </p:childTnLst>
                                </p:cTn>
                              </p:par>
                            </p:childTnLst>
                          </p:cTn>
                        </p:par>
                        <p:par>
                          <p:cTn id="18" fill="hold">
                            <p:stCondLst>
                              <p:cond delay="1500"/>
                            </p:stCondLst>
                            <p:childTnLst>
                              <p:par>
                                <p:cTn id="19" presetID="10" presetClass="entr" presetSubtype="0" fill="hold"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500"/>
                                        <p:tgtEl>
                                          <p:spTgt spid="35"/>
                                        </p:tgtEl>
                                      </p:cBhvr>
                                    </p:animEffect>
                                  </p:childTnLst>
                                </p:cTn>
                              </p:par>
                            </p:childTnLst>
                          </p:cTn>
                        </p:par>
                        <p:par>
                          <p:cTn id="22" fill="hold">
                            <p:stCondLst>
                              <p:cond delay="2000"/>
                            </p:stCondLst>
                            <p:childTnLst>
                              <p:par>
                                <p:cTn id="23" presetID="10" presetClass="entr" presetSubtype="0" fill="hold" grpId="0" nodeType="after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500"/>
                                        <p:tgtEl>
                                          <p:spTgt spid="31"/>
                                        </p:tgtEl>
                                      </p:cBhvr>
                                    </p:animEffect>
                                  </p:childTnLst>
                                </p:cTn>
                              </p:par>
                              <p:par>
                                <p:cTn id="26" presetID="10" presetClass="entr" presetSubtype="0"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3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5536" y="483518"/>
            <a:ext cx="8208912" cy="4248472"/>
          </a:xfrm>
          <a:prstGeom prst="rect">
            <a:avLst/>
          </a:prstGeom>
          <a:solidFill>
            <a:srgbClr val="D433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l="32484" t="6601" r="32205" b="84197"/>
          <a:stretch>
            <a:fillRect/>
          </a:stretch>
        </p:blipFill>
        <p:spPr>
          <a:xfrm>
            <a:off x="2899792" y="267494"/>
            <a:ext cx="3328392" cy="488351"/>
          </a:xfrm>
          <a:prstGeom prst="rect">
            <a:avLst/>
          </a:prstGeom>
        </p:spPr>
      </p:pic>
      <p:grpSp>
        <p:nvGrpSpPr>
          <p:cNvPr id="5" name="组合 4"/>
          <p:cNvGrpSpPr/>
          <p:nvPr/>
        </p:nvGrpSpPr>
        <p:grpSpPr>
          <a:xfrm>
            <a:off x="236612" y="339502"/>
            <a:ext cx="8670776" cy="4594860"/>
            <a:chOff x="236612" y="339502"/>
            <a:chExt cx="8670776" cy="4594860"/>
          </a:xfrm>
        </p:grpSpPr>
        <p:pic>
          <p:nvPicPr>
            <p:cNvPr id="6" name="图片 5"/>
            <p:cNvPicPr>
              <a:picLocks noChangeAspect="1"/>
            </p:cNvPicPr>
            <p:nvPr/>
          </p:nvPicPr>
          <p:blipFill rotWithShape="1">
            <a:blip r:embed="rId4" cstate="print">
              <a:extLst>
                <a:ext uri="{28A0092B-C50C-407E-A947-70E740481C1C}">
                  <a14:useLocalDpi xmlns:a14="http://schemas.microsoft.com/office/drawing/2010/main" val="0"/>
                </a:ext>
              </a:extLst>
            </a:blip>
            <a:srcRect l="2958" t="7556" r="67104" b="3111"/>
            <a:stretch>
              <a:fillRect/>
            </a:stretch>
          </p:blipFill>
          <p:spPr>
            <a:xfrm>
              <a:off x="236612" y="339502"/>
              <a:ext cx="2735188" cy="4594860"/>
            </a:xfrm>
            <a:prstGeom prst="rect">
              <a:avLst/>
            </a:prstGeom>
          </p:spPr>
        </p:pic>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l="11108" t="7556" r="58258" b="3111"/>
            <a:stretch>
              <a:fillRect/>
            </a:stretch>
          </p:blipFill>
          <p:spPr>
            <a:xfrm>
              <a:off x="6108700" y="339502"/>
              <a:ext cx="2798688" cy="4594860"/>
            </a:xfrm>
            <a:prstGeom prst="rect">
              <a:avLst/>
            </a:prstGeom>
          </p:spPr>
        </p:pic>
        <p:sp>
          <p:nvSpPr>
            <p:cNvPr id="8" name="矩形 7"/>
            <p:cNvSpPr/>
            <p:nvPr/>
          </p:nvSpPr>
          <p:spPr>
            <a:xfrm>
              <a:off x="2971800" y="4718228"/>
              <a:ext cx="3136900" cy="45719"/>
            </a:xfrm>
            <a:prstGeom prst="rect">
              <a:avLst/>
            </a:prstGeom>
            <a:solidFill>
              <a:srgbClr val="2E4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p:cNvGrpSpPr/>
          <p:nvPr/>
        </p:nvGrpSpPr>
        <p:grpSpPr>
          <a:xfrm>
            <a:off x="2336342" y="1900701"/>
            <a:ext cx="4323890" cy="1103097"/>
            <a:chOff x="3339270" y="1885925"/>
            <a:chExt cx="5376558" cy="1371650"/>
          </a:xfrm>
        </p:grpSpPr>
        <p:pic>
          <p:nvPicPr>
            <p:cNvPr id="28" name="图片 27"/>
            <p:cNvPicPr>
              <a:picLocks noChangeAspect="1"/>
            </p:cNvPicPr>
            <p:nvPr/>
          </p:nvPicPr>
          <p:blipFill rotWithShape="1">
            <a:blip r:embed="rId5" cstate="print">
              <a:extLst>
                <a:ext uri="{28A0092B-C50C-407E-A947-70E740481C1C}">
                  <a14:useLocalDpi xmlns:a14="http://schemas.microsoft.com/office/drawing/2010/main" val="0"/>
                </a:ext>
              </a:extLst>
            </a:blip>
            <a:srcRect l="8978" t="22607" r="76689" b="35800"/>
            <a:stretch>
              <a:fillRect/>
            </a:stretch>
          </p:blipFill>
          <p:spPr>
            <a:xfrm rot="16200000">
              <a:off x="3773867" y="1451328"/>
              <a:ext cx="1371648" cy="2240841"/>
            </a:xfrm>
            <a:prstGeom prst="rect">
              <a:avLst/>
            </a:prstGeom>
          </p:spPr>
        </p:pic>
        <p:pic>
          <p:nvPicPr>
            <p:cNvPr id="35" name="图片 34"/>
            <p:cNvPicPr>
              <a:picLocks noChangeAspect="1"/>
            </p:cNvPicPr>
            <p:nvPr/>
          </p:nvPicPr>
          <p:blipFill rotWithShape="1">
            <a:blip r:embed="rId5" cstate="print">
              <a:extLst>
                <a:ext uri="{28A0092B-C50C-407E-A947-70E740481C1C}">
                  <a14:useLocalDpi xmlns:a14="http://schemas.microsoft.com/office/drawing/2010/main" val="0"/>
                </a:ext>
              </a:extLst>
            </a:blip>
            <a:srcRect l="8978" t="22607" r="76689" b="35800"/>
            <a:stretch>
              <a:fillRect/>
            </a:stretch>
          </p:blipFill>
          <p:spPr>
            <a:xfrm rot="16200000">
              <a:off x="5870692" y="1451330"/>
              <a:ext cx="1371648" cy="2240841"/>
            </a:xfrm>
            <a:prstGeom prst="rect">
              <a:avLst/>
            </a:prstGeom>
          </p:spPr>
        </p:pic>
        <p:pic>
          <p:nvPicPr>
            <p:cNvPr id="36" name="图片 35"/>
            <p:cNvPicPr>
              <a:picLocks noChangeAspect="1"/>
            </p:cNvPicPr>
            <p:nvPr/>
          </p:nvPicPr>
          <p:blipFill rotWithShape="1">
            <a:blip r:embed="rId5" cstate="print">
              <a:extLst>
                <a:ext uri="{28A0092B-C50C-407E-A947-70E740481C1C}">
                  <a14:useLocalDpi xmlns:a14="http://schemas.microsoft.com/office/drawing/2010/main" val="0"/>
                </a:ext>
              </a:extLst>
            </a:blip>
            <a:srcRect l="8978" t="22608" r="76689" b="55277"/>
            <a:stretch>
              <a:fillRect/>
            </a:stretch>
          </p:blipFill>
          <p:spPr>
            <a:xfrm rot="16200000">
              <a:off x="7434255" y="1976001"/>
              <a:ext cx="1371648" cy="1191499"/>
            </a:xfrm>
            <a:prstGeom prst="rect">
              <a:avLst/>
            </a:prstGeom>
          </p:spPr>
        </p:pic>
      </p:grpSp>
      <p:grpSp>
        <p:nvGrpSpPr>
          <p:cNvPr id="13" name="组合 12"/>
          <p:cNvGrpSpPr/>
          <p:nvPr/>
        </p:nvGrpSpPr>
        <p:grpSpPr>
          <a:xfrm>
            <a:off x="2502590" y="2065661"/>
            <a:ext cx="4128889" cy="794121"/>
            <a:chOff x="2891383" y="2162349"/>
            <a:chExt cx="4128889" cy="794121"/>
          </a:xfrm>
        </p:grpSpPr>
        <p:sp>
          <p:nvSpPr>
            <p:cNvPr id="38" name="TextBox 37"/>
            <p:cNvSpPr txBox="1"/>
            <p:nvPr/>
          </p:nvSpPr>
          <p:spPr>
            <a:xfrm>
              <a:off x="2891383" y="2187029"/>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青</a:t>
              </a:r>
            </a:p>
          </p:txBody>
        </p:sp>
        <p:sp>
          <p:nvSpPr>
            <p:cNvPr id="39" name="TextBox 38"/>
            <p:cNvSpPr txBox="1"/>
            <p:nvPr/>
          </p:nvSpPr>
          <p:spPr>
            <a:xfrm>
              <a:off x="3707904" y="2182748"/>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春</a:t>
              </a:r>
            </a:p>
          </p:txBody>
        </p:sp>
        <p:sp>
          <p:nvSpPr>
            <p:cNvPr id="41" name="TextBox 40"/>
            <p:cNvSpPr txBox="1"/>
            <p:nvPr/>
          </p:nvSpPr>
          <p:spPr>
            <a:xfrm>
              <a:off x="4572000" y="2187029"/>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正</a:t>
              </a:r>
            </a:p>
          </p:txBody>
        </p:sp>
        <p:sp>
          <p:nvSpPr>
            <p:cNvPr id="42" name="TextBox 41"/>
            <p:cNvSpPr txBox="1"/>
            <p:nvPr/>
          </p:nvSpPr>
          <p:spPr>
            <a:xfrm>
              <a:off x="5436096" y="2171869"/>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能</a:t>
              </a:r>
            </a:p>
          </p:txBody>
        </p:sp>
        <p:sp>
          <p:nvSpPr>
            <p:cNvPr id="43" name="TextBox 42"/>
            <p:cNvSpPr txBox="1"/>
            <p:nvPr/>
          </p:nvSpPr>
          <p:spPr>
            <a:xfrm>
              <a:off x="6275759" y="2162349"/>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量</a:t>
              </a:r>
            </a:p>
          </p:txBody>
        </p:sp>
      </p:grpSp>
      <p:sp>
        <p:nvSpPr>
          <p:cNvPr id="45" name="TextBox 44"/>
          <p:cNvSpPr txBox="1"/>
          <p:nvPr/>
        </p:nvSpPr>
        <p:spPr>
          <a:xfrm>
            <a:off x="3419872" y="1131590"/>
            <a:ext cx="2256681" cy="707886"/>
          </a:xfrm>
          <a:prstGeom prst="rect">
            <a:avLst/>
          </a:prstGeom>
          <a:noFill/>
        </p:spPr>
        <p:txBody>
          <a:bodyPr wrap="square" rtlCol="0">
            <a:spAutoFit/>
          </a:bodyPr>
          <a:lstStyle/>
          <a:p>
            <a:r>
              <a:rPr lang="zh-CN" altLang="en-US" sz="4000" dirty="0">
                <a:solidFill>
                  <a:srgbClr val="F6E6B0"/>
                </a:solidFill>
                <a:latin typeface="方正韵动中黑简体" panose="02000000000000000000" pitchFamily="2" charset="-122"/>
                <a:ea typeface="方正韵动中黑简体" panose="02000000000000000000" pitchFamily="2" charset="-122"/>
              </a:rPr>
              <a:t>章节</a:t>
            </a:r>
            <a:r>
              <a:rPr lang="en-US" altLang="zh-CN" sz="4000" dirty="0">
                <a:solidFill>
                  <a:srgbClr val="F6E6B0"/>
                </a:solidFill>
                <a:latin typeface="方正韵动中黑简体" panose="02000000000000000000" pitchFamily="2" charset="-122"/>
                <a:ea typeface="方正韵动中黑简体" panose="02000000000000000000" pitchFamily="2" charset="-122"/>
              </a:rPr>
              <a:t>·</a:t>
            </a:r>
            <a:r>
              <a:rPr lang="zh-CN" altLang="en-US" sz="4000" dirty="0">
                <a:solidFill>
                  <a:srgbClr val="F6E6B0"/>
                </a:solidFill>
                <a:latin typeface="方正韵动中黑简体" panose="02000000000000000000" pitchFamily="2" charset="-122"/>
                <a:ea typeface="方正韵动中黑简体" panose="02000000000000000000" pitchFamily="2" charset="-122"/>
              </a:rPr>
              <a:t>三</a:t>
            </a:r>
          </a:p>
        </p:txBody>
      </p:sp>
      <p:grpSp>
        <p:nvGrpSpPr>
          <p:cNvPr id="14" name="组合 13"/>
          <p:cNvGrpSpPr/>
          <p:nvPr/>
        </p:nvGrpSpPr>
        <p:grpSpPr>
          <a:xfrm>
            <a:off x="467544" y="3003797"/>
            <a:ext cx="8136904" cy="1714432"/>
            <a:chOff x="467544" y="3003797"/>
            <a:chExt cx="8136904" cy="1714432"/>
          </a:xfrm>
        </p:grpSpPr>
        <p:pic>
          <p:nvPicPr>
            <p:cNvPr id="9" name="图片 8"/>
            <p:cNvPicPr>
              <a:picLocks noChangeAspect="1"/>
            </p:cNvPicPr>
            <p:nvPr/>
          </p:nvPicPr>
          <p:blipFill rotWithShape="1">
            <a:blip r:embed="rId6" cstate="print">
              <a:extLst>
                <a:ext uri="{28A0092B-C50C-407E-A947-70E740481C1C}">
                  <a14:useLocalDpi xmlns:a14="http://schemas.microsoft.com/office/drawing/2010/main" val="0"/>
                </a:ext>
              </a:extLst>
            </a:blip>
            <a:srcRect t="27717" b="37443"/>
            <a:stretch>
              <a:fillRect/>
            </a:stretch>
          </p:blipFill>
          <p:spPr>
            <a:xfrm>
              <a:off x="467544" y="3003797"/>
              <a:ext cx="4920977" cy="1714431"/>
            </a:xfrm>
            <a:prstGeom prst="rect">
              <a:avLst/>
            </a:prstGeom>
          </p:spPr>
        </p:pic>
        <p:pic>
          <p:nvPicPr>
            <p:cNvPr id="24" name="图片 23"/>
            <p:cNvPicPr>
              <a:picLocks noChangeAspect="1"/>
            </p:cNvPicPr>
            <p:nvPr/>
          </p:nvPicPr>
          <p:blipFill rotWithShape="1">
            <a:blip r:embed="rId7" cstate="print">
              <a:extLst>
                <a:ext uri="{28A0092B-C50C-407E-A947-70E740481C1C}">
                  <a14:useLocalDpi xmlns:a14="http://schemas.microsoft.com/office/drawing/2010/main" val="0"/>
                </a:ext>
              </a:extLst>
            </a:blip>
            <a:srcRect t="26940" r="7980" b="37748"/>
            <a:stretch>
              <a:fillRect/>
            </a:stretch>
          </p:blipFill>
          <p:spPr>
            <a:xfrm>
              <a:off x="4452417" y="3124947"/>
              <a:ext cx="4152031" cy="1593282"/>
            </a:xfrm>
            <a:prstGeom prst="rect">
              <a:avLst/>
            </a:prstGeom>
          </p:spPr>
        </p:pic>
        <p:sp>
          <p:nvSpPr>
            <p:cNvPr id="12" name="五角星 11"/>
            <p:cNvSpPr/>
            <p:nvPr/>
          </p:nvSpPr>
          <p:spPr>
            <a:xfrm>
              <a:off x="1331640" y="3527513"/>
              <a:ext cx="144016" cy="144016"/>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五角星 25"/>
            <p:cNvSpPr/>
            <p:nvPr/>
          </p:nvSpPr>
          <p:spPr>
            <a:xfrm>
              <a:off x="5762107" y="3599521"/>
              <a:ext cx="144016" cy="144016"/>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五角星 26"/>
            <p:cNvSpPr/>
            <p:nvPr/>
          </p:nvSpPr>
          <p:spPr>
            <a:xfrm>
              <a:off x="5436096" y="3491509"/>
              <a:ext cx="72008" cy="72008"/>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五角星 28"/>
            <p:cNvSpPr/>
            <p:nvPr/>
          </p:nvSpPr>
          <p:spPr>
            <a:xfrm>
              <a:off x="2060781" y="3413883"/>
              <a:ext cx="72008" cy="72008"/>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五角星 29"/>
            <p:cNvSpPr/>
            <p:nvPr/>
          </p:nvSpPr>
          <p:spPr>
            <a:xfrm>
              <a:off x="1605681" y="3795886"/>
              <a:ext cx="45719" cy="45719"/>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五角星 30"/>
            <p:cNvSpPr/>
            <p:nvPr/>
          </p:nvSpPr>
          <p:spPr>
            <a:xfrm>
              <a:off x="4211960" y="3124946"/>
              <a:ext cx="45719" cy="45719"/>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五角星 31"/>
            <p:cNvSpPr/>
            <p:nvPr/>
          </p:nvSpPr>
          <p:spPr>
            <a:xfrm>
              <a:off x="8100392" y="3843087"/>
              <a:ext cx="45719" cy="45719"/>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五角星 32"/>
            <p:cNvSpPr/>
            <p:nvPr/>
          </p:nvSpPr>
          <p:spPr>
            <a:xfrm>
              <a:off x="7956376" y="3206818"/>
              <a:ext cx="144016" cy="144016"/>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五角星 33"/>
            <p:cNvSpPr/>
            <p:nvPr/>
          </p:nvSpPr>
          <p:spPr>
            <a:xfrm>
              <a:off x="3537984" y="3374854"/>
              <a:ext cx="72008" cy="72008"/>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五角星 39"/>
            <p:cNvSpPr/>
            <p:nvPr/>
          </p:nvSpPr>
          <p:spPr>
            <a:xfrm>
              <a:off x="4824214" y="3561518"/>
              <a:ext cx="45719" cy="45719"/>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五角星 46"/>
            <p:cNvSpPr/>
            <p:nvPr/>
          </p:nvSpPr>
          <p:spPr>
            <a:xfrm>
              <a:off x="683568" y="3948285"/>
              <a:ext cx="45719" cy="45719"/>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spd="slow" advTm="4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anim calcmode="lin" valueType="num">
                                      <p:cBhvr>
                                        <p:cTn id="8" dur="500" fill="hold"/>
                                        <p:tgtEl>
                                          <p:spTgt spid="45"/>
                                        </p:tgtEl>
                                        <p:attrNameLst>
                                          <p:attrName>ppt_x</p:attrName>
                                        </p:attrNameLst>
                                      </p:cBhvr>
                                      <p:tavLst>
                                        <p:tav tm="0">
                                          <p:val>
                                            <p:strVal val="#ppt_x"/>
                                          </p:val>
                                        </p:tav>
                                        <p:tav tm="100000">
                                          <p:val>
                                            <p:strVal val="#ppt_x"/>
                                          </p:val>
                                        </p:tav>
                                      </p:tavLst>
                                    </p:anim>
                                    <p:anim calcmode="lin" valueType="num">
                                      <p:cBhvr>
                                        <p:cTn id="9" dur="500" fill="hold"/>
                                        <p:tgtEl>
                                          <p:spTgt spid="45"/>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par>
                          <p:cTn id="13" fill="hold">
                            <p:stCondLst>
                              <p:cond delay="500"/>
                            </p:stCondLst>
                            <p:childTnLst>
                              <p:par>
                                <p:cTn id="14" presetID="42" presetClass="entr" presetSubtype="0"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anim calcmode="lin" valueType="num">
                                      <p:cBhvr>
                                        <p:cTn id="17" dur="500" fill="hold"/>
                                        <p:tgtEl>
                                          <p:spTgt spid="3"/>
                                        </p:tgtEl>
                                        <p:attrNameLst>
                                          <p:attrName>ppt_x</p:attrName>
                                        </p:attrNameLst>
                                      </p:cBhvr>
                                      <p:tavLst>
                                        <p:tav tm="0">
                                          <p:val>
                                            <p:strVal val="#ppt_x"/>
                                          </p:val>
                                        </p:tav>
                                        <p:tav tm="100000">
                                          <p:val>
                                            <p:strVal val="#ppt_x"/>
                                          </p:val>
                                        </p:tav>
                                      </p:tavLst>
                                    </p:anim>
                                    <p:anim calcmode="lin" valueType="num">
                                      <p:cBhvr>
                                        <p:cTn id="18" dur="500" fill="hold"/>
                                        <p:tgtEl>
                                          <p:spTgt spid="3"/>
                                        </p:tgtEl>
                                        <p:attrNameLst>
                                          <p:attrName>ppt_y</p:attrName>
                                        </p:attrNameLst>
                                      </p:cBhvr>
                                      <p:tavLst>
                                        <p:tav tm="0">
                                          <p:val>
                                            <p:strVal val="#ppt_y+.1"/>
                                          </p:val>
                                        </p:tav>
                                        <p:tav tm="100000">
                                          <p:val>
                                            <p:strVal val="#ppt_y"/>
                                          </p:val>
                                        </p:tav>
                                      </p:tavLst>
                                    </p:anim>
                                  </p:childTnLst>
                                </p:cTn>
                              </p:par>
                              <p:par>
                                <p:cTn id="19" presetID="47"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anim calcmode="lin" valueType="num">
                                      <p:cBhvr>
                                        <p:cTn id="22" dur="500" fill="hold"/>
                                        <p:tgtEl>
                                          <p:spTgt spid="13"/>
                                        </p:tgtEl>
                                        <p:attrNameLst>
                                          <p:attrName>ppt_x</p:attrName>
                                        </p:attrNameLst>
                                      </p:cBhvr>
                                      <p:tavLst>
                                        <p:tav tm="0">
                                          <p:val>
                                            <p:strVal val="#ppt_x"/>
                                          </p:val>
                                        </p:tav>
                                        <p:tav tm="100000">
                                          <p:val>
                                            <p:strVal val="#ppt_x"/>
                                          </p:val>
                                        </p:tav>
                                      </p:tavLst>
                                    </p:anim>
                                    <p:anim calcmode="lin" valueType="num">
                                      <p:cBhvr>
                                        <p:cTn id="23" dur="5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5536" y="483518"/>
            <a:ext cx="8208912" cy="4248472"/>
          </a:xfrm>
          <a:prstGeom prst="rect">
            <a:avLst/>
          </a:prstGeom>
          <a:solidFill>
            <a:srgbClr val="D433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l="32484" t="6601" r="32205" b="84197"/>
          <a:stretch>
            <a:fillRect/>
          </a:stretch>
        </p:blipFill>
        <p:spPr>
          <a:xfrm>
            <a:off x="2899792" y="267494"/>
            <a:ext cx="3328392" cy="488351"/>
          </a:xfrm>
          <a:prstGeom prst="rect">
            <a:avLst/>
          </a:prstGeom>
        </p:spPr>
      </p:pic>
      <p:grpSp>
        <p:nvGrpSpPr>
          <p:cNvPr id="5" name="组合 4"/>
          <p:cNvGrpSpPr/>
          <p:nvPr/>
        </p:nvGrpSpPr>
        <p:grpSpPr>
          <a:xfrm>
            <a:off x="236612" y="339502"/>
            <a:ext cx="8670776" cy="4594860"/>
            <a:chOff x="236612" y="339502"/>
            <a:chExt cx="8670776" cy="4594860"/>
          </a:xfrm>
        </p:grpSpPr>
        <p:pic>
          <p:nvPicPr>
            <p:cNvPr id="6" name="图片 5"/>
            <p:cNvPicPr>
              <a:picLocks noChangeAspect="1"/>
            </p:cNvPicPr>
            <p:nvPr/>
          </p:nvPicPr>
          <p:blipFill rotWithShape="1">
            <a:blip r:embed="rId4" cstate="print">
              <a:extLst>
                <a:ext uri="{28A0092B-C50C-407E-A947-70E740481C1C}">
                  <a14:useLocalDpi xmlns:a14="http://schemas.microsoft.com/office/drawing/2010/main" val="0"/>
                </a:ext>
              </a:extLst>
            </a:blip>
            <a:srcRect l="2958" t="7556" r="67104" b="3111"/>
            <a:stretch>
              <a:fillRect/>
            </a:stretch>
          </p:blipFill>
          <p:spPr>
            <a:xfrm>
              <a:off x="236612" y="339502"/>
              <a:ext cx="2735188" cy="4594860"/>
            </a:xfrm>
            <a:prstGeom prst="rect">
              <a:avLst/>
            </a:prstGeom>
          </p:spPr>
        </p:pic>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l="11108" t="7556" r="58258" b="3111"/>
            <a:stretch>
              <a:fillRect/>
            </a:stretch>
          </p:blipFill>
          <p:spPr>
            <a:xfrm>
              <a:off x="6108700" y="339502"/>
              <a:ext cx="2798688" cy="4594860"/>
            </a:xfrm>
            <a:prstGeom prst="rect">
              <a:avLst/>
            </a:prstGeom>
          </p:spPr>
        </p:pic>
        <p:sp>
          <p:nvSpPr>
            <p:cNvPr id="8" name="矩形 7"/>
            <p:cNvSpPr/>
            <p:nvPr/>
          </p:nvSpPr>
          <p:spPr>
            <a:xfrm>
              <a:off x="2971800" y="4718228"/>
              <a:ext cx="3136900" cy="45719"/>
            </a:xfrm>
            <a:prstGeom prst="rect">
              <a:avLst/>
            </a:prstGeom>
            <a:solidFill>
              <a:srgbClr val="2E4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TextBox 44"/>
          <p:cNvSpPr txBox="1"/>
          <p:nvPr/>
        </p:nvSpPr>
        <p:spPr>
          <a:xfrm>
            <a:off x="3635896" y="834847"/>
            <a:ext cx="1944216" cy="584775"/>
          </a:xfrm>
          <a:prstGeom prst="rect">
            <a:avLst/>
          </a:prstGeom>
          <a:noFill/>
        </p:spPr>
        <p:txBody>
          <a:bodyPr wrap="square" rtlCol="0">
            <a:spAutoFit/>
          </a:bodyPr>
          <a:lstStyle/>
          <a:p>
            <a:r>
              <a:rPr lang="zh-CN" altLang="en-US" sz="3200" dirty="0">
                <a:solidFill>
                  <a:srgbClr val="F6E6B0"/>
                </a:solidFill>
                <a:latin typeface="方正韵动中黑简体" panose="02000000000000000000" pitchFamily="2" charset="-122"/>
                <a:ea typeface="方正韵动中黑简体" panose="02000000000000000000" pitchFamily="2" charset="-122"/>
              </a:rPr>
              <a:t>精神小谈</a:t>
            </a:r>
          </a:p>
        </p:txBody>
      </p:sp>
      <p:sp>
        <p:nvSpPr>
          <p:cNvPr id="47" name="TextBox 9"/>
          <p:cNvSpPr>
            <a:spLocks noChangeArrowheads="1"/>
          </p:cNvSpPr>
          <p:nvPr/>
        </p:nvSpPr>
        <p:spPr bwMode="auto">
          <a:xfrm>
            <a:off x="755576" y="1419622"/>
            <a:ext cx="5616624" cy="3323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1446" tIns="45723" rIns="91446" bIns="45723">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algn="just" eaLnBrk="1" hangingPunct="1">
              <a:lnSpc>
                <a:spcPct val="150000"/>
              </a:lnSpc>
              <a:spcBef>
                <a:spcPct val="0"/>
              </a:spcBef>
              <a:buFont typeface="Arial" panose="020B0604020202020204" pitchFamily="34" charset="0"/>
              <a:buNone/>
            </a:pP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1/</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青年是我们的未来，是我们的希望。 </a:t>
            </a: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 </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斯大林</a:t>
            </a:r>
            <a:endPar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endParaRPr>
          </a:p>
          <a:p>
            <a:pPr algn="just" eaLnBrk="1" hangingPunct="1">
              <a:lnSpc>
                <a:spcPct val="150000"/>
              </a:lnSpc>
              <a:spcBef>
                <a:spcPct val="0"/>
              </a:spcBef>
              <a:buFont typeface="Arial" panose="020B0604020202020204" pitchFamily="34" charset="0"/>
              <a:buNone/>
            </a:pPr>
            <a:endPar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endParaRPr>
          </a:p>
          <a:p>
            <a:pPr algn="just" eaLnBrk="1" hangingPunct="1">
              <a:lnSpc>
                <a:spcPct val="150000"/>
              </a:lnSpc>
              <a:spcBef>
                <a:spcPct val="0"/>
              </a:spcBef>
              <a:buFont typeface="Arial" panose="020B0604020202020204" pitchFamily="34" charset="0"/>
              <a:buNone/>
            </a:pP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2/</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青年的敏感和独创精神，一经与成熟科学家丰富的知识和经验相结合，就能相得益 彰。 </a:t>
            </a: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 </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贝弗里奇 </a:t>
            </a:r>
            <a:endPar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endParaRPr>
          </a:p>
          <a:p>
            <a:pPr algn="just" eaLnBrk="1" hangingPunct="1">
              <a:lnSpc>
                <a:spcPct val="150000"/>
              </a:lnSpc>
              <a:spcBef>
                <a:spcPct val="0"/>
              </a:spcBef>
              <a:buFont typeface="Arial" panose="020B0604020202020204" pitchFamily="34" charset="0"/>
              <a:buNone/>
            </a:pPr>
            <a:endPar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endParaRPr>
          </a:p>
          <a:p>
            <a:pPr algn="just" eaLnBrk="1" hangingPunct="1">
              <a:lnSpc>
                <a:spcPct val="150000"/>
              </a:lnSpc>
              <a:spcBef>
                <a:spcPct val="0"/>
              </a:spcBef>
              <a:buFont typeface="Arial" panose="020B0604020202020204" pitchFamily="34" charset="0"/>
              <a:buNone/>
            </a:pP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3/</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青年时期是豁达的时期，应该利用这个时期养成自己豁达的性格。 </a:t>
            </a: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 </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罗素 </a:t>
            </a:r>
            <a:endPar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endParaRPr>
          </a:p>
          <a:p>
            <a:pPr algn="just" eaLnBrk="1" hangingPunct="1">
              <a:lnSpc>
                <a:spcPct val="150000"/>
              </a:lnSpc>
              <a:spcBef>
                <a:spcPct val="0"/>
              </a:spcBef>
              <a:buFont typeface="Arial" panose="020B0604020202020204" pitchFamily="34" charset="0"/>
              <a:buNone/>
            </a:pPr>
            <a:endPar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endParaRPr>
          </a:p>
          <a:p>
            <a:pPr algn="just" eaLnBrk="1" hangingPunct="1">
              <a:lnSpc>
                <a:spcPct val="150000"/>
              </a:lnSpc>
              <a:spcBef>
                <a:spcPct val="0"/>
              </a:spcBef>
              <a:buFont typeface="Arial" panose="020B0604020202020204" pitchFamily="34" charset="0"/>
              <a:buNone/>
            </a:pP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4/</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白日莫闲过，青春不再来。 </a:t>
            </a: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 </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林宽</a:t>
            </a:r>
          </a:p>
          <a:p>
            <a:pPr algn="just" eaLnBrk="1" hangingPunct="1">
              <a:lnSpc>
                <a:spcPct val="150000"/>
              </a:lnSpc>
              <a:spcBef>
                <a:spcPct val="0"/>
              </a:spcBef>
              <a:buFont typeface="Arial" panose="020B0604020202020204" pitchFamily="34" charset="0"/>
              <a:buNone/>
            </a:pPr>
            <a:endPar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endParaRPr>
          </a:p>
        </p:txBody>
      </p:sp>
      <p:pic>
        <p:nvPicPr>
          <p:cNvPr id="12" name="图片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6516216" y="1346064"/>
            <a:ext cx="1944216" cy="339502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anim calcmode="lin" valueType="num">
                                      <p:cBhvr>
                                        <p:cTn id="8" dur="500" fill="hold"/>
                                        <p:tgtEl>
                                          <p:spTgt spid="45"/>
                                        </p:tgtEl>
                                        <p:attrNameLst>
                                          <p:attrName>ppt_x</p:attrName>
                                        </p:attrNameLst>
                                      </p:cBhvr>
                                      <p:tavLst>
                                        <p:tav tm="0">
                                          <p:val>
                                            <p:strVal val="#ppt_x"/>
                                          </p:val>
                                        </p:tav>
                                        <p:tav tm="100000">
                                          <p:val>
                                            <p:strVal val="#ppt_x"/>
                                          </p:val>
                                        </p:tav>
                                      </p:tavLst>
                                    </p:anim>
                                    <p:anim calcmode="lin" valueType="num">
                                      <p:cBhvr>
                                        <p:cTn id="9" dur="500" fill="hold"/>
                                        <p:tgtEl>
                                          <p:spTgt spid="45"/>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47"/>
                                        </p:tgtEl>
                                        <p:attrNameLst>
                                          <p:attrName>style.visibility</p:attrName>
                                        </p:attrNameLst>
                                      </p:cBhvr>
                                      <p:to>
                                        <p:strVal val="visible"/>
                                      </p:to>
                                    </p:set>
                                    <p:animEffect transition="in" filter="fade">
                                      <p:cBhvr>
                                        <p:cTn id="13" dur="500"/>
                                        <p:tgtEl>
                                          <p:spTgt spid="47"/>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5536" y="483518"/>
            <a:ext cx="8208912" cy="4248472"/>
          </a:xfrm>
          <a:prstGeom prst="rect">
            <a:avLst/>
          </a:prstGeom>
          <a:solidFill>
            <a:srgbClr val="D433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l="32484" t="6601" r="32205" b="84197"/>
          <a:stretch>
            <a:fillRect/>
          </a:stretch>
        </p:blipFill>
        <p:spPr>
          <a:xfrm>
            <a:off x="2899792" y="267494"/>
            <a:ext cx="3328392" cy="488351"/>
          </a:xfrm>
          <a:prstGeom prst="rect">
            <a:avLst/>
          </a:prstGeom>
        </p:spPr>
      </p:pic>
      <p:grpSp>
        <p:nvGrpSpPr>
          <p:cNvPr id="5" name="组合 4"/>
          <p:cNvGrpSpPr/>
          <p:nvPr/>
        </p:nvGrpSpPr>
        <p:grpSpPr>
          <a:xfrm>
            <a:off x="236612" y="339502"/>
            <a:ext cx="8670776" cy="4594860"/>
            <a:chOff x="236612" y="339502"/>
            <a:chExt cx="8670776" cy="4594860"/>
          </a:xfrm>
        </p:grpSpPr>
        <p:pic>
          <p:nvPicPr>
            <p:cNvPr id="6" name="图片 5"/>
            <p:cNvPicPr>
              <a:picLocks noChangeAspect="1"/>
            </p:cNvPicPr>
            <p:nvPr/>
          </p:nvPicPr>
          <p:blipFill rotWithShape="1">
            <a:blip r:embed="rId4" cstate="print">
              <a:extLst>
                <a:ext uri="{28A0092B-C50C-407E-A947-70E740481C1C}">
                  <a14:useLocalDpi xmlns:a14="http://schemas.microsoft.com/office/drawing/2010/main" val="0"/>
                </a:ext>
              </a:extLst>
            </a:blip>
            <a:srcRect l="2958" t="7556" r="67104" b="3111"/>
            <a:stretch>
              <a:fillRect/>
            </a:stretch>
          </p:blipFill>
          <p:spPr>
            <a:xfrm>
              <a:off x="236612" y="339502"/>
              <a:ext cx="2735188" cy="4594860"/>
            </a:xfrm>
            <a:prstGeom prst="rect">
              <a:avLst/>
            </a:prstGeom>
          </p:spPr>
        </p:pic>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l="11108" t="7556" r="58258" b="3111"/>
            <a:stretch>
              <a:fillRect/>
            </a:stretch>
          </p:blipFill>
          <p:spPr>
            <a:xfrm>
              <a:off x="6108700" y="339502"/>
              <a:ext cx="2798688" cy="4594860"/>
            </a:xfrm>
            <a:prstGeom prst="rect">
              <a:avLst/>
            </a:prstGeom>
          </p:spPr>
        </p:pic>
        <p:sp>
          <p:nvSpPr>
            <p:cNvPr id="8" name="矩形 7"/>
            <p:cNvSpPr/>
            <p:nvPr/>
          </p:nvSpPr>
          <p:spPr>
            <a:xfrm>
              <a:off x="2971800" y="4718228"/>
              <a:ext cx="3136900" cy="45719"/>
            </a:xfrm>
            <a:prstGeom prst="rect">
              <a:avLst/>
            </a:prstGeom>
            <a:solidFill>
              <a:srgbClr val="2E4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TextBox 44"/>
          <p:cNvSpPr txBox="1"/>
          <p:nvPr/>
        </p:nvSpPr>
        <p:spPr>
          <a:xfrm>
            <a:off x="3707904" y="834847"/>
            <a:ext cx="1944216" cy="584775"/>
          </a:xfrm>
          <a:prstGeom prst="rect">
            <a:avLst/>
          </a:prstGeom>
          <a:noFill/>
        </p:spPr>
        <p:txBody>
          <a:bodyPr wrap="square" rtlCol="0">
            <a:spAutoFit/>
          </a:bodyPr>
          <a:lstStyle/>
          <a:p>
            <a:r>
              <a:rPr lang="zh-CN" altLang="en-US" sz="3200" dirty="0">
                <a:solidFill>
                  <a:srgbClr val="F6E6B0"/>
                </a:solidFill>
                <a:latin typeface="方正韵动中黑简体" panose="02000000000000000000" pitchFamily="2" charset="-122"/>
                <a:ea typeface="方正韵动中黑简体" panose="02000000000000000000" pitchFamily="2" charset="-122"/>
              </a:rPr>
              <a:t>精神小谈</a:t>
            </a:r>
          </a:p>
        </p:txBody>
      </p:sp>
      <p:sp>
        <p:nvSpPr>
          <p:cNvPr id="47" name="TextBox 9"/>
          <p:cNvSpPr>
            <a:spLocks noChangeArrowheads="1"/>
          </p:cNvSpPr>
          <p:nvPr/>
        </p:nvSpPr>
        <p:spPr bwMode="auto">
          <a:xfrm>
            <a:off x="755576" y="1347614"/>
            <a:ext cx="7632848" cy="2031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1446" tIns="45723" rIns="91446" bIns="45723">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algn="just" eaLnBrk="1" hangingPunct="1">
              <a:lnSpc>
                <a:spcPct val="150000"/>
              </a:lnSpc>
              <a:spcBef>
                <a:spcPct val="0"/>
              </a:spcBef>
              <a:buFont typeface="Arial" panose="020B0604020202020204" pitchFamily="34" charset="0"/>
              <a:buNone/>
            </a:pP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5/</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青春啊，永远是美好的，可是真正的青春，只属于这些永远力争上游的人，永远忘我劳动的人，永远谦虚的人！ </a:t>
            </a: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 </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雷锋</a:t>
            </a:r>
          </a:p>
          <a:p>
            <a:pPr algn="just" eaLnBrk="1" hangingPunct="1">
              <a:lnSpc>
                <a:spcPct val="150000"/>
              </a:lnSpc>
              <a:spcBef>
                <a:spcPct val="0"/>
              </a:spcBef>
              <a:buFont typeface="Arial" panose="020B0604020202020204" pitchFamily="34" charset="0"/>
              <a:buNone/>
            </a:pP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6/ </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青年者，人生之王，人生之春，人生之华也。 </a:t>
            </a: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 </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李大钊</a:t>
            </a:r>
          </a:p>
          <a:p>
            <a:pPr algn="just" eaLnBrk="1" hangingPunct="1">
              <a:lnSpc>
                <a:spcPct val="150000"/>
              </a:lnSpc>
              <a:spcBef>
                <a:spcPct val="0"/>
              </a:spcBef>
              <a:buFont typeface="Arial" panose="020B0604020202020204" pitchFamily="34" charset="0"/>
              <a:buNone/>
            </a:pP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7/</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青春如初春，如朝日，如百卉之萌动，如利刃之新发于硎，人生最宝贵之时期也。青年之于社会，犹新鲜活泼细胞之在身。</a:t>
            </a: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 </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陈独秀</a:t>
            </a:r>
          </a:p>
          <a:p>
            <a:pPr algn="just" eaLnBrk="1" hangingPunct="1">
              <a:lnSpc>
                <a:spcPct val="150000"/>
              </a:lnSpc>
              <a:spcBef>
                <a:spcPct val="0"/>
              </a:spcBef>
              <a:buFont typeface="Arial" panose="020B0604020202020204" pitchFamily="34" charset="0"/>
              <a:buNone/>
            </a:pPr>
            <a:endPar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endParaRPr>
          </a:p>
        </p:txBody>
      </p:sp>
      <p:pic>
        <p:nvPicPr>
          <p:cNvPr id="10" name="图片 9"/>
          <p:cNvPicPr>
            <a:picLocks noChangeAspect="1"/>
          </p:cNvPicPr>
          <p:nvPr/>
        </p:nvPicPr>
        <p:blipFill rotWithShape="1">
          <a:blip r:embed="rId5" cstate="print">
            <a:extLst>
              <a:ext uri="{28A0092B-C50C-407E-A947-70E740481C1C}">
                <a14:useLocalDpi xmlns:a14="http://schemas.microsoft.com/office/drawing/2010/main" val="0"/>
              </a:ext>
            </a:extLst>
          </a:blip>
          <a:srcRect t="21231" b="22592"/>
          <a:stretch>
            <a:fillRect/>
          </a:stretch>
        </p:blipFill>
        <p:spPr>
          <a:xfrm>
            <a:off x="3207998" y="3019892"/>
            <a:ext cx="3023226" cy="169833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5536" y="483518"/>
            <a:ext cx="8208912" cy="4248472"/>
          </a:xfrm>
          <a:prstGeom prst="rect">
            <a:avLst/>
          </a:prstGeom>
          <a:solidFill>
            <a:srgbClr val="D433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l="32484" t="6601" r="32205" b="84197"/>
          <a:stretch>
            <a:fillRect/>
          </a:stretch>
        </p:blipFill>
        <p:spPr>
          <a:xfrm>
            <a:off x="2899792" y="267494"/>
            <a:ext cx="3328392" cy="488351"/>
          </a:xfrm>
          <a:prstGeom prst="rect">
            <a:avLst/>
          </a:prstGeom>
        </p:spPr>
      </p:pic>
      <p:grpSp>
        <p:nvGrpSpPr>
          <p:cNvPr id="5" name="组合 4"/>
          <p:cNvGrpSpPr/>
          <p:nvPr/>
        </p:nvGrpSpPr>
        <p:grpSpPr>
          <a:xfrm>
            <a:off x="236612" y="339502"/>
            <a:ext cx="8670776" cy="4594860"/>
            <a:chOff x="236612" y="339502"/>
            <a:chExt cx="8670776" cy="4594860"/>
          </a:xfrm>
        </p:grpSpPr>
        <p:pic>
          <p:nvPicPr>
            <p:cNvPr id="6" name="图片 5"/>
            <p:cNvPicPr>
              <a:picLocks noChangeAspect="1"/>
            </p:cNvPicPr>
            <p:nvPr/>
          </p:nvPicPr>
          <p:blipFill rotWithShape="1">
            <a:blip r:embed="rId4" cstate="print">
              <a:extLst>
                <a:ext uri="{28A0092B-C50C-407E-A947-70E740481C1C}">
                  <a14:useLocalDpi xmlns:a14="http://schemas.microsoft.com/office/drawing/2010/main" val="0"/>
                </a:ext>
              </a:extLst>
            </a:blip>
            <a:srcRect l="2958" t="7556" r="67104" b="3111"/>
            <a:stretch>
              <a:fillRect/>
            </a:stretch>
          </p:blipFill>
          <p:spPr>
            <a:xfrm>
              <a:off x="236612" y="339502"/>
              <a:ext cx="2735188" cy="4594860"/>
            </a:xfrm>
            <a:prstGeom prst="rect">
              <a:avLst/>
            </a:prstGeom>
          </p:spPr>
        </p:pic>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l="11108" t="7556" r="58258" b="3111"/>
            <a:stretch>
              <a:fillRect/>
            </a:stretch>
          </p:blipFill>
          <p:spPr>
            <a:xfrm>
              <a:off x="6108700" y="339502"/>
              <a:ext cx="2798688" cy="4594860"/>
            </a:xfrm>
            <a:prstGeom prst="rect">
              <a:avLst/>
            </a:prstGeom>
          </p:spPr>
        </p:pic>
        <p:sp>
          <p:nvSpPr>
            <p:cNvPr id="8" name="矩形 7"/>
            <p:cNvSpPr/>
            <p:nvPr/>
          </p:nvSpPr>
          <p:spPr>
            <a:xfrm>
              <a:off x="2971800" y="4718228"/>
              <a:ext cx="3136900" cy="45719"/>
            </a:xfrm>
            <a:prstGeom prst="rect">
              <a:avLst/>
            </a:prstGeom>
            <a:solidFill>
              <a:srgbClr val="2E4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TextBox 44"/>
          <p:cNvSpPr txBox="1"/>
          <p:nvPr/>
        </p:nvSpPr>
        <p:spPr>
          <a:xfrm>
            <a:off x="3491880" y="834847"/>
            <a:ext cx="2304256" cy="584775"/>
          </a:xfrm>
          <a:prstGeom prst="rect">
            <a:avLst/>
          </a:prstGeom>
          <a:noFill/>
        </p:spPr>
        <p:txBody>
          <a:bodyPr wrap="square" rtlCol="0">
            <a:spAutoFit/>
          </a:bodyPr>
          <a:lstStyle/>
          <a:p>
            <a:r>
              <a:rPr lang="zh-CN" altLang="en-US" sz="3200" dirty="0">
                <a:solidFill>
                  <a:srgbClr val="F6E6B0"/>
                </a:solidFill>
                <a:latin typeface="方正韵动中黑简体" panose="02000000000000000000" pitchFamily="2" charset="-122"/>
                <a:ea typeface="方正韵动中黑简体" panose="02000000000000000000" pitchFamily="2" charset="-122"/>
              </a:rPr>
              <a:t>正能量事迹</a:t>
            </a:r>
          </a:p>
        </p:txBody>
      </p:sp>
      <p:sp>
        <p:nvSpPr>
          <p:cNvPr id="47" name="TextBox 9"/>
          <p:cNvSpPr>
            <a:spLocks noChangeArrowheads="1"/>
          </p:cNvSpPr>
          <p:nvPr/>
        </p:nvSpPr>
        <p:spPr bwMode="auto">
          <a:xfrm>
            <a:off x="3707904" y="1550272"/>
            <a:ext cx="4464496" cy="267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1446" tIns="45723" rIns="91446" bIns="45723">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algn="just" eaLnBrk="1" hangingPunct="1">
              <a:lnSpc>
                <a:spcPct val="150000"/>
              </a:lnSpc>
              <a:spcBef>
                <a:spcPct val="0"/>
              </a:spcBef>
              <a:buFont typeface="Arial" panose="020B0604020202020204" pitchFamily="34" charset="0"/>
              <a:buNone/>
            </a:pP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针灸学院中医学针灸日语方向七年制班</a:t>
            </a: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xx</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同学，敬老爱幼热心公益，大学四年坚持为家乡做奉献。他利用假期到老年公寓和空巢老人、残疾老人、高龄老人家中为他们提供生活照料，帮他们洗衣做饭，打扫卫生</a:t>
            </a: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为养老院的入住老人建立健康档案，宣传健康保健和应急救助知识，为他们送去慰问品</a:t>
            </a: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 建设和维护老年人活动网站。几年来，参加志愿者活动上百次，在他的影响和感召下，有</a:t>
            </a: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1</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万余名大学生参加到淄博市敬老志愿者队伍中。</a:t>
            </a:r>
          </a:p>
        </p:txBody>
      </p:sp>
      <p:pic>
        <p:nvPicPr>
          <p:cNvPr id="2050" name="Picture 2" descr="http://vic.sinaimg.cn/news/27/2011/0527/U3705P647T27D36876F880DT20110527172551.jpg"/>
          <p:cNvPicPr>
            <a:picLocks noChangeAspect="1" noChangeArrowheads="1"/>
          </p:cNvPicPr>
          <p:nvPr/>
        </p:nvPicPr>
        <p:blipFill>
          <a:blip r:embed="rId5">
            <a:extLst>
              <a:ext uri="{BEBA8EAE-BF5A-486C-A8C5-ECC9F3942E4B}">
                <a14:imgProps xmlns:a14="http://schemas.microsoft.com/office/drawing/2010/main">
                  <a14:imgLayer r:embed="rId6">
                    <a14:imgEffect>
                      <a14:artisticBlur/>
                    </a14:imgEffect>
                  </a14:imgLayer>
                </a14:imgProps>
              </a:ext>
              <a:ext uri="{28A0092B-C50C-407E-A947-70E740481C1C}">
                <a14:useLocalDpi xmlns:a14="http://schemas.microsoft.com/office/drawing/2010/main" val="0"/>
              </a:ext>
            </a:extLst>
          </a:blip>
          <a:srcRect/>
          <a:stretch>
            <a:fillRect/>
          </a:stretch>
        </p:blipFill>
        <p:spPr bwMode="auto">
          <a:xfrm>
            <a:off x="833159" y="1923993"/>
            <a:ext cx="2802737" cy="18701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anim calcmode="lin" valueType="num">
                                      <p:cBhvr>
                                        <p:cTn id="8" dur="500" fill="hold"/>
                                        <p:tgtEl>
                                          <p:spTgt spid="45"/>
                                        </p:tgtEl>
                                        <p:attrNameLst>
                                          <p:attrName>ppt_x</p:attrName>
                                        </p:attrNameLst>
                                      </p:cBhvr>
                                      <p:tavLst>
                                        <p:tav tm="0">
                                          <p:val>
                                            <p:strVal val="#ppt_x"/>
                                          </p:val>
                                        </p:tav>
                                        <p:tav tm="100000">
                                          <p:val>
                                            <p:strVal val="#ppt_x"/>
                                          </p:val>
                                        </p:tav>
                                      </p:tavLst>
                                    </p:anim>
                                    <p:anim calcmode="lin" valueType="num">
                                      <p:cBhvr>
                                        <p:cTn id="9" dur="500" fill="hold"/>
                                        <p:tgtEl>
                                          <p:spTgt spid="45"/>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2050"/>
                                        </p:tgtEl>
                                        <p:attrNameLst>
                                          <p:attrName>style.visibility</p:attrName>
                                        </p:attrNameLst>
                                      </p:cBhvr>
                                      <p:to>
                                        <p:strVal val="visible"/>
                                      </p:to>
                                    </p:set>
                                    <p:animEffect transition="in" filter="fade">
                                      <p:cBhvr>
                                        <p:cTn id="13" dur="500"/>
                                        <p:tgtEl>
                                          <p:spTgt spid="2050"/>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fade">
                                      <p:cBhvr>
                                        <p:cTn id="1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5536" y="483518"/>
            <a:ext cx="8208912" cy="4248472"/>
          </a:xfrm>
          <a:prstGeom prst="rect">
            <a:avLst/>
          </a:prstGeom>
          <a:solidFill>
            <a:srgbClr val="D433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l="32484" t="6601" r="32205" b="84197"/>
          <a:stretch>
            <a:fillRect/>
          </a:stretch>
        </p:blipFill>
        <p:spPr>
          <a:xfrm>
            <a:off x="2899792" y="267494"/>
            <a:ext cx="3328392" cy="488351"/>
          </a:xfrm>
          <a:prstGeom prst="rect">
            <a:avLst/>
          </a:prstGeom>
        </p:spPr>
      </p:pic>
      <p:grpSp>
        <p:nvGrpSpPr>
          <p:cNvPr id="5" name="组合 4"/>
          <p:cNvGrpSpPr/>
          <p:nvPr/>
        </p:nvGrpSpPr>
        <p:grpSpPr>
          <a:xfrm>
            <a:off x="236612" y="339502"/>
            <a:ext cx="8670776" cy="4594860"/>
            <a:chOff x="236612" y="339502"/>
            <a:chExt cx="8670776" cy="4594860"/>
          </a:xfrm>
        </p:grpSpPr>
        <p:pic>
          <p:nvPicPr>
            <p:cNvPr id="6" name="图片 5"/>
            <p:cNvPicPr>
              <a:picLocks noChangeAspect="1"/>
            </p:cNvPicPr>
            <p:nvPr/>
          </p:nvPicPr>
          <p:blipFill rotWithShape="1">
            <a:blip r:embed="rId4" cstate="print">
              <a:extLst>
                <a:ext uri="{28A0092B-C50C-407E-A947-70E740481C1C}">
                  <a14:useLocalDpi xmlns:a14="http://schemas.microsoft.com/office/drawing/2010/main" val="0"/>
                </a:ext>
              </a:extLst>
            </a:blip>
            <a:srcRect l="2958" t="7556" r="67104" b="3111"/>
            <a:stretch>
              <a:fillRect/>
            </a:stretch>
          </p:blipFill>
          <p:spPr>
            <a:xfrm>
              <a:off x="236612" y="339502"/>
              <a:ext cx="2735188" cy="4594860"/>
            </a:xfrm>
            <a:prstGeom prst="rect">
              <a:avLst/>
            </a:prstGeom>
          </p:spPr>
        </p:pic>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l="11108" t="7556" r="58258" b="3111"/>
            <a:stretch>
              <a:fillRect/>
            </a:stretch>
          </p:blipFill>
          <p:spPr>
            <a:xfrm>
              <a:off x="6108700" y="339502"/>
              <a:ext cx="2798688" cy="4594860"/>
            </a:xfrm>
            <a:prstGeom prst="rect">
              <a:avLst/>
            </a:prstGeom>
          </p:spPr>
        </p:pic>
        <p:sp>
          <p:nvSpPr>
            <p:cNvPr id="8" name="矩形 7"/>
            <p:cNvSpPr/>
            <p:nvPr/>
          </p:nvSpPr>
          <p:spPr>
            <a:xfrm>
              <a:off x="2971800" y="4718228"/>
              <a:ext cx="3136900" cy="45719"/>
            </a:xfrm>
            <a:prstGeom prst="rect">
              <a:avLst/>
            </a:prstGeom>
            <a:solidFill>
              <a:srgbClr val="2E4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TextBox 44"/>
          <p:cNvSpPr txBox="1"/>
          <p:nvPr/>
        </p:nvSpPr>
        <p:spPr>
          <a:xfrm>
            <a:off x="3491880" y="834847"/>
            <a:ext cx="2304256" cy="584775"/>
          </a:xfrm>
          <a:prstGeom prst="rect">
            <a:avLst/>
          </a:prstGeom>
          <a:noFill/>
        </p:spPr>
        <p:txBody>
          <a:bodyPr wrap="square" rtlCol="0">
            <a:spAutoFit/>
          </a:bodyPr>
          <a:lstStyle/>
          <a:p>
            <a:r>
              <a:rPr lang="zh-CN" altLang="en-US" sz="3200" dirty="0">
                <a:solidFill>
                  <a:srgbClr val="F6E6B0"/>
                </a:solidFill>
                <a:latin typeface="方正韵动中黑简体" panose="02000000000000000000" pitchFamily="2" charset="-122"/>
                <a:ea typeface="方正韵动中黑简体" panose="02000000000000000000" pitchFamily="2" charset="-122"/>
              </a:rPr>
              <a:t>正能量事迹</a:t>
            </a:r>
          </a:p>
        </p:txBody>
      </p:sp>
      <p:sp>
        <p:nvSpPr>
          <p:cNvPr id="47" name="TextBox 9"/>
          <p:cNvSpPr>
            <a:spLocks noChangeArrowheads="1"/>
          </p:cNvSpPr>
          <p:nvPr/>
        </p:nvSpPr>
        <p:spPr bwMode="auto">
          <a:xfrm>
            <a:off x="755576" y="1419622"/>
            <a:ext cx="7416824" cy="1668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1446" tIns="45723" rIns="91446" bIns="45723">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algn="just" eaLnBrk="1" hangingPunct="1">
              <a:lnSpc>
                <a:spcPct val="150000"/>
              </a:lnSpc>
              <a:spcBef>
                <a:spcPct val="0"/>
              </a:spcBef>
              <a:buFont typeface="Arial" panose="020B0604020202020204" pitchFamily="34" charset="0"/>
              <a:buNone/>
            </a:pP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现在，刘亮担任家乡山东省淄博市关爱帮扶老年人协会大学生“学雷锋、三关爱”志愿服务队队长并负责网站宣传、志愿者招募及注册工作。</a:t>
            </a: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20xx</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年被中共淄博市委宣传部、市老龄委、市文明办等</a:t>
            </a: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6</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部门授予孝感淄博模范人物荣誉称号，</a:t>
            </a: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20xx</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年被淄博市文明办、淄博日报社、市广电等</a:t>
            </a: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5</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部门授予淄博市敬老志愿服务十大模范人物荣誉称号，</a:t>
            </a:r>
            <a:r>
              <a:rPr lang="en-US" altLang="zh-CN" sz="1400" dirty="0">
                <a:solidFill>
                  <a:srgbClr val="F6E6B0"/>
                </a:solidFill>
                <a:latin typeface="华文细黑" panose="02010600040101010101" pitchFamily="2" charset="-122"/>
                <a:ea typeface="华文细黑" panose="02010600040101010101" pitchFamily="2" charset="-122"/>
                <a:sym typeface="方正兰亭黑_GBK" pitchFamily="2" charset="-122"/>
              </a:rPr>
              <a:t>20xx</a:t>
            </a: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年被淄博市文明办推荐为淄博好人候选人。</a:t>
            </a:r>
          </a:p>
        </p:txBody>
      </p:sp>
      <p:pic>
        <p:nvPicPr>
          <p:cNvPr id="3076" name="Picture 4" descr="http://images.wenming.cn/web_wenming/photo/wenming/201707/W020170711346879328507.jpg"/>
          <p:cNvPicPr>
            <a:picLocks noChangeAspect="1" noChangeArrowheads="1"/>
          </p:cNvPicPr>
          <p:nvPr/>
        </p:nvPicPr>
        <p:blipFill>
          <a:blip r:embed="rId5" cstate="print">
            <a:extLst>
              <a:ext uri="{BEBA8EAE-BF5A-486C-A8C5-ECC9F3942E4B}">
                <a14:imgProps xmlns:a14="http://schemas.microsoft.com/office/drawing/2010/main">
                  <a14:imgLayer r:embed="rId6">
                    <a14:imgEffect>
                      <a14:artisticBlur/>
                    </a14:imgEffect>
                  </a14:imgLayer>
                </a14:imgProps>
              </a:ext>
              <a:ext uri="{28A0092B-C50C-407E-A947-70E740481C1C}">
                <a14:useLocalDpi xmlns:a14="http://schemas.microsoft.com/office/drawing/2010/main" val="0"/>
              </a:ext>
            </a:extLst>
          </a:blip>
          <a:srcRect/>
          <a:stretch>
            <a:fillRect/>
          </a:stretch>
        </p:blipFill>
        <p:spPr bwMode="auto">
          <a:xfrm>
            <a:off x="899592" y="3219822"/>
            <a:ext cx="1739008" cy="1124144"/>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http://p0.so.qhimgs1.com/sdr/400__/t01adf15b2ba063b1bc.jpg"/>
          <p:cNvPicPr>
            <a:picLocks noChangeAspect="1" noChangeArrowheads="1"/>
          </p:cNvPicPr>
          <p:nvPr/>
        </p:nvPicPr>
        <p:blipFill>
          <a:blip r:embed="rId7">
            <a:extLst>
              <a:ext uri="{BEBA8EAE-BF5A-486C-A8C5-ECC9F3942E4B}">
                <a14:imgProps xmlns:a14="http://schemas.microsoft.com/office/drawing/2010/main">
                  <a14:imgLayer r:embed="rId8">
                    <a14:imgEffect>
                      <a14:artisticBlur/>
                    </a14:imgEffect>
                  </a14:imgLayer>
                </a14:imgProps>
              </a:ext>
              <a:ext uri="{28A0092B-C50C-407E-A947-70E740481C1C}">
                <a14:useLocalDpi xmlns:a14="http://schemas.microsoft.com/office/drawing/2010/main" val="0"/>
              </a:ext>
            </a:extLst>
          </a:blip>
          <a:srcRect/>
          <a:stretch>
            <a:fillRect/>
          </a:stretch>
        </p:blipFill>
        <p:spPr bwMode="auto">
          <a:xfrm>
            <a:off x="2803172" y="3219822"/>
            <a:ext cx="1696820" cy="1124144"/>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http://www.chinadaily.com.cn/dfpd/bj/bwzg/attachement/jpg/site1/20110607/0013729e43190f57c7b702.jpg"/>
          <p:cNvPicPr>
            <a:picLocks noChangeAspect="1" noChangeArrowheads="1"/>
          </p:cNvPicPr>
          <p:nvPr/>
        </p:nvPicPr>
        <p:blipFill>
          <a:blip r:embed="rId9" cstate="print">
            <a:extLst>
              <a:ext uri="{BEBA8EAE-BF5A-486C-A8C5-ECC9F3942E4B}">
                <a14:imgProps xmlns:a14="http://schemas.microsoft.com/office/drawing/2010/main">
                  <a14:imgLayer r:embed="rId10">
                    <a14:imgEffect>
                      <a14:artisticBlur/>
                    </a14:imgEffect>
                  </a14:imgLayer>
                </a14:imgProps>
              </a:ext>
              <a:ext uri="{28A0092B-C50C-407E-A947-70E740481C1C}">
                <a14:useLocalDpi xmlns:a14="http://schemas.microsoft.com/office/drawing/2010/main" val="0"/>
              </a:ext>
            </a:extLst>
          </a:blip>
          <a:srcRect/>
          <a:stretch>
            <a:fillRect/>
          </a:stretch>
        </p:blipFill>
        <p:spPr bwMode="auto">
          <a:xfrm>
            <a:off x="4658096" y="3219823"/>
            <a:ext cx="1523689" cy="1124144"/>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http://epaper.qingdaonews.com/qdzb/20181018/m_690091.jpg"/>
          <p:cNvPicPr>
            <a:picLocks noChangeAspect="1" noChangeArrowheads="1"/>
          </p:cNvPicPr>
          <p:nvPr/>
        </p:nvPicPr>
        <p:blipFill>
          <a:blip r:embed="rId11" cstate="print">
            <a:extLst>
              <a:ext uri="{BEBA8EAE-BF5A-486C-A8C5-ECC9F3942E4B}">
                <a14:imgProps xmlns:a14="http://schemas.microsoft.com/office/drawing/2010/main">
                  <a14:imgLayer r:embed="rId12">
                    <a14:imgEffect>
                      <a14:artisticBlur/>
                    </a14:imgEffect>
                  </a14:imgLayer>
                </a14:imgProps>
              </a:ext>
              <a:ext uri="{28A0092B-C50C-407E-A947-70E740481C1C}">
                <a14:useLocalDpi xmlns:a14="http://schemas.microsoft.com/office/drawing/2010/main" val="0"/>
              </a:ext>
            </a:extLst>
          </a:blip>
          <a:srcRect/>
          <a:stretch>
            <a:fillRect/>
          </a:stretch>
        </p:blipFill>
        <p:spPr bwMode="auto">
          <a:xfrm>
            <a:off x="6372200" y="3219824"/>
            <a:ext cx="1688275" cy="11241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076"/>
                                        </p:tgtEl>
                                        <p:attrNameLst>
                                          <p:attrName>style.visibility</p:attrName>
                                        </p:attrNameLst>
                                      </p:cBhvr>
                                      <p:to>
                                        <p:strVal val="visible"/>
                                      </p:to>
                                    </p:set>
                                    <p:animEffect transition="in" filter="fade">
                                      <p:cBhvr>
                                        <p:cTn id="11" dur="500"/>
                                        <p:tgtEl>
                                          <p:spTgt spid="3076"/>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078"/>
                                        </p:tgtEl>
                                        <p:attrNameLst>
                                          <p:attrName>style.visibility</p:attrName>
                                        </p:attrNameLst>
                                      </p:cBhvr>
                                      <p:to>
                                        <p:strVal val="visible"/>
                                      </p:to>
                                    </p:set>
                                    <p:animEffect transition="in" filter="fade">
                                      <p:cBhvr>
                                        <p:cTn id="15" dur="500"/>
                                        <p:tgtEl>
                                          <p:spTgt spid="3078"/>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080"/>
                                        </p:tgtEl>
                                        <p:attrNameLst>
                                          <p:attrName>style.visibility</p:attrName>
                                        </p:attrNameLst>
                                      </p:cBhvr>
                                      <p:to>
                                        <p:strVal val="visible"/>
                                      </p:to>
                                    </p:set>
                                    <p:animEffect transition="in" filter="fade">
                                      <p:cBhvr>
                                        <p:cTn id="19" dur="500"/>
                                        <p:tgtEl>
                                          <p:spTgt spid="3080"/>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082"/>
                                        </p:tgtEl>
                                        <p:attrNameLst>
                                          <p:attrName>style.visibility</p:attrName>
                                        </p:attrNameLst>
                                      </p:cBhvr>
                                      <p:to>
                                        <p:strVal val="visible"/>
                                      </p:to>
                                    </p:set>
                                    <p:animEffect transition="in" filter="fade">
                                      <p:cBhvr>
                                        <p:cTn id="23" dur="500"/>
                                        <p:tgtEl>
                                          <p:spTgt spid="30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5536" y="483518"/>
            <a:ext cx="8208912" cy="4248472"/>
          </a:xfrm>
          <a:prstGeom prst="rect">
            <a:avLst/>
          </a:prstGeom>
          <a:solidFill>
            <a:srgbClr val="D433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l="32484" t="6601" r="32205" b="84197"/>
          <a:stretch>
            <a:fillRect/>
          </a:stretch>
        </p:blipFill>
        <p:spPr>
          <a:xfrm>
            <a:off x="2899792" y="267494"/>
            <a:ext cx="3328392" cy="488351"/>
          </a:xfrm>
          <a:prstGeom prst="rect">
            <a:avLst/>
          </a:prstGeom>
        </p:spPr>
      </p:pic>
      <p:grpSp>
        <p:nvGrpSpPr>
          <p:cNvPr id="5" name="组合 4"/>
          <p:cNvGrpSpPr/>
          <p:nvPr/>
        </p:nvGrpSpPr>
        <p:grpSpPr>
          <a:xfrm>
            <a:off x="236612" y="339502"/>
            <a:ext cx="8670776" cy="4594860"/>
            <a:chOff x="236612" y="339502"/>
            <a:chExt cx="8670776" cy="4594860"/>
          </a:xfrm>
        </p:grpSpPr>
        <p:pic>
          <p:nvPicPr>
            <p:cNvPr id="6" name="图片 5"/>
            <p:cNvPicPr>
              <a:picLocks noChangeAspect="1"/>
            </p:cNvPicPr>
            <p:nvPr/>
          </p:nvPicPr>
          <p:blipFill rotWithShape="1">
            <a:blip r:embed="rId4" cstate="print">
              <a:extLst>
                <a:ext uri="{28A0092B-C50C-407E-A947-70E740481C1C}">
                  <a14:useLocalDpi xmlns:a14="http://schemas.microsoft.com/office/drawing/2010/main" val="0"/>
                </a:ext>
              </a:extLst>
            </a:blip>
            <a:srcRect l="2958" t="7556" r="67104" b="3111"/>
            <a:stretch>
              <a:fillRect/>
            </a:stretch>
          </p:blipFill>
          <p:spPr>
            <a:xfrm>
              <a:off x="236612" y="339502"/>
              <a:ext cx="2735188" cy="4594860"/>
            </a:xfrm>
            <a:prstGeom prst="rect">
              <a:avLst/>
            </a:prstGeom>
          </p:spPr>
        </p:pic>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l="11108" t="7556" r="58258" b="3111"/>
            <a:stretch>
              <a:fillRect/>
            </a:stretch>
          </p:blipFill>
          <p:spPr>
            <a:xfrm>
              <a:off x="6108700" y="339502"/>
              <a:ext cx="2798688" cy="4594860"/>
            </a:xfrm>
            <a:prstGeom prst="rect">
              <a:avLst/>
            </a:prstGeom>
          </p:spPr>
        </p:pic>
        <p:sp>
          <p:nvSpPr>
            <p:cNvPr id="8" name="矩形 7"/>
            <p:cNvSpPr/>
            <p:nvPr/>
          </p:nvSpPr>
          <p:spPr>
            <a:xfrm>
              <a:off x="2971800" y="4718228"/>
              <a:ext cx="3136900" cy="45719"/>
            </a:xfrm>
            <a:prstGeom prst="rect">
              <a:avLst/>
            </a:prstGeom>
            <a:solidFill>
              <a:srgbClr val="2E4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TextBox 44"/>
          <p:cNvSpPr txBox="1"/>
          <p:nvPr/>
        </p:nvSpPr>
        <p:spPr>
          <a:xfrm>
            <a:off x="3491880" y="834847"/>
            <a:ext cx="2304256" cy="584775"/>
          </a:xfrm>
          <a:prstGeom prst="rect">
            <a:avLst/>
          </a:prstGeom>
          <a:noFill/>
        </p:spPr>
        <p:txBody>
          <a:bodyPr wrap="square" rtlCol="0">
            <a:spAutoFit/>
          </a:bodyPr>
          <a:lstStyle/>
          <a:p>
            <a:r>
              <a:rPr lang="zh-CN" altLang="en-US" sz="3200" dirty="0">
                <a:solidFill>
                  <a:srgbClr val="F6E6B0"/>
                </a:solidFill>
                <a:latin typeface="方正韵动中黑简体" panose="02000000000000000000" pitchFamily="2" charset="-122"/>
                <a:ea typeface="方正韵动中黑简体" panose="02000000000000000000" pitchFamily="2" charset="-122"/>
              </a:rPr>
              <a:t>正能量事迹</a:t>
            </a:r>
          </a:p>
        </p:txBody>
      </p:sp>
      <p:sp>
        <p:nvSpPr>
          <p:cNvPr id="47" name="TextBox 9"/>
          <p:cNvSpPr>
            <a:spLocks noChangeArrowheads="1"/>
          </p:cNvSpPr>
          <p:nvPr/>
        </p:nvSpPr>
        <p:spPr bwMode="auto">
          <a:xfrm>
            <a:off x="3491880" y="1923678"/>
            <a:ext cx="4680520" cy="1708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1446" tIns="45723" rIns="91446" bIns="45723">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algn="just" eaLnBrk="1" hangingPunct="1">
              <a:lnSpc>
                <a:spcPct val="150000"/>
              </a:lnSpc>
              <a:spcBef>
                <a:spcPct val="0"/>
              </a:spcBef>
              <a:buFont typeface="Arial" panose="020B0604020202020204" pitchFamily="34" charset="0"/>
              <a:buNone/>
            </a:pPr>
            <a:r>
              <a:rPr lang="zh-CN" altLang="en-US" sz="1400" dirty="0">
                <a:solidFill>
                  <a:srgbClr val="F6E6B0"/>
                </a:solidFill>
                <a:latin typeface="华文细黑" panose="02010600040101010101" pitchFamily="2" charset="-122"/>
                <a:ea typeface="华文细黑" panose="02010600040101010101" pitchFamily="2" charset="-122"/>
                <a:sym typeface="方正兰亭黑_GBK" pitchFamily="2" charset="-122"/>
              </a:rPr>
              <a:t>刘亮作为当代大学生敬老爱老的楷模，在公益事业上以年复一年的无私奉献，无怨无悔热心于公益事业，全心全意为老年人服务，用不平凡的行动感动我们每一个人，弘扬尊老、敬老、爱老、助老的中华民族传统美德，体现出作为一名志愿者身上的使命感和责任感，在社会上传为佳话。</a:t>
            </a:r>
          </a:p>
        </p:txBody>
      </p:sp>
      <p:pic>
        <p:nvPicPr>
          <p:cNvPr id="4098" name="Picture 2" descr="http://p1.pstatp.com/large/470400020eb15c62412f"/>
          <p:cNvPicPr>
            <a:picLocks noChangeAspect="1" noChangeArrowheads="1"/>
          </p:cNvPicPr>
          <p:nvPr/>
        </p:nvPicPr>
        <p:blipFill rotWithShape="1">
          <a:blip r:embed="rId5">
            <a:extLst>
              <a:ext uri="{BEBA8EAE-BF5A-486C-A8C5-ECC9F3942E4B}">
                <a14:imgProps xmlns:a14="http://schemas.microsoft.com/office/drawing/2010/main">
                  <a14:imgLayer r:embed="rId6">
                    <a14:imgEffect>
                      <a14:artisticBlur/>
                    </a14:imgEffect>
                  </a14:imgLayer>
                </a14:imgProps>
              </a:ext>
              <a:ext uri="{28A0092B-C50C-407E-A947-70E740481C1C}">
                <a14:useLocalDpi xmlns:a14="http://schemas.microsoft.com/office/drawing/2010/main" val="0"/>
              </a:ext>
            </a:extLst>
          </a:blip>
          <a:srcRect l="27019" t="15584" r="32981" b="3831"/>
          <a:stretch>
            <a:fillRect/>
          </a:stretch>
        </p:blipFill>
        <p:spPr bwMode="auto">
          <a:xfrm>
            <a:off x="999448" y="1419622"/>
            <a:ext cx="2000200" cy="26822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500"/>
                                        <p:tgtEl>
                                          <p:spTgt spid="409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fade">
                                      <p:cBhvr>
                                        <p:cTn id="11"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5536" y="483518"/>
            <a:ext cx="8208912" cy="4248472"/>
          </a:xfrm>
          <a:prstGeom prst="rect">
            <a:avLst/>
          </a:prstGeom>
          <a:solidFill>
            <a:srgbClr val="D433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l="32484" t="6601" r="32205" b="84197"/>
          <a:stretch>
            <a:fillRect/>
          </a:stretch>
        </p:blipFill>
        <p:spPr>
          <a:xfrm>
            <a:off x="2899792" y="267494"/>
            <a:ext cx="3328392" cy="488351"/>
          </a:xfrm>
          <a:prstGeom prst="rect">
            <a:avLst/>
          </a:prstGeom>
        </p:spPr>
      </p:pic>
      <p:grpSp>
        <p:nvGrpSpPr>
          <p:cNvPr id="5" name="组合 4"/>
          <p:cNvGrpSpPr/>
          <p:nvPr/>
        </p:nvGrpSpPr>
        <p:grpSpPr>
          <a:xfrm>
            <a:off x="236612" y="339502"/>
            <a:ext cx="8670776" cy="4594860"/>
            <a:chOff x="236612" y="339502"/>
            <a:chExt cx="8670776" cy="4594860"/>
          </a:xfrm>
        </p:grpSpPr>
        <p:pic>
          <p:nvPicPr>
            <p:cNvPr id="6" name="图片 5"/>
            <p:cNvPicPr>
              <a:picLocks noChangeAspect="1"/>
            </p:cNvPicPr>
            <p:nvPr/>
          </p:nvPicPr>
          <p:blipFill rotWithShape="1">
            <a:blip r:embed="rId4" cstate="print">
              <a:extLst>
                <a:ext uri="{28A0092B-C50C-407E-A947-70E740481C1C}">
                  <a14:useLocalDpi xmlns:a14="http://schemas.microsoft.com/office/drawing/2010/main" val="0"/>
                </a:ext>
              </a:extLst>
            </a:blip>
            <a:srcRect l="2958" t="7556" r="67104" b="3111"/>
            <a:stretch>
              <a:fillRect/>
            </a:stretch>
          </p:blipFill>
          <p:spPr>
            <a:xfrm>
              <a:off x="236612" y="339502"/>
              <a:ext cx="2735188" cy="4594860"/>
            </a:xfrm>
            <a:prstGeom prst="rect">
              <a:avLst/>
            </a:prstGeom>
          </p:spPr>
        </p:pic>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l="11108" t="7556" r="58258" b="3111"/>
            <a:stretch>
              <a:fillRect/>
            </a:stretch>
          </p:blipFill>
          <p:spPr>
            <a:xfrm>
              <a:off x="6108700" y="339502"/>
              <a:ext cx="2798688" cy="4594860"/>
            </a:xfrm>
            <a:prstGeom prst="rect">
              <a:avLst/>
            </a:prstGeom>
          </p:spPr>
        </p:pic>
        <p:sp>
          <p:nvSpPr>
            <p:cNvPr id="8" name="矩形 7"/>
            <p:cNvSpPr/>
            <p:nvPr/>
          </p:nvSpPr>
          <p:spPr>
            <a:xfrm>
              <a:off x="2971800" y="4718228"/>
              <a:ext cx="3136900" cy="45719"/>
            </a:xfrm>
            <a:prstGeom prst="rect">
              <a:avLst/>
            </a:prstGeom>
            <a:solidFill>
              <a:srgbClr val="2E4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p:cNvGrpSpPr/>
          <p:nvPr/>
        </p:nvGrpSpPr>
        <p:grpSpPr>
          <a:xfrm>
            <a:off x="1924498" y="1900701"/>
            <a:ext cx="5167782" cy="1103097"/>
            <a:chOff x="3339270" y="1885925"/>
            <a:chExt cx="6425899" cy="1371650"/>
          </a:xfrm>
        </p:grpSpPr>
        <p:pic>
          <p:nvPicPr>
            <p:cNvPr id="28" name="图片 27"/>
            <p:cNvPicPr>
              <a:picLocks noChangeAspect="1"/>
            </p:cNvPicPr>
            <p:nvPr/>
          </p:nvPicPr>
          <p:blipFill rotWithShape="1">
            <a:blip r:embed="rId5" cstate="print">
              <a:extLst>
                <a:ext uri="{28A0092B-C50C-407E-A947-70E740481C1C}">
                  <a14:useLocalDpi xmlns:a14="http://schemas.microsoft.com/office/drawing/2010/main" val="0"/>
                </a:ext>
              </a:extLst>
            </a:blip>
            <a:srcRect l="8978" t="22607" r="76689" b="35800"/>
            <a:stretch>
              <a:fillRect/>
            </a:stretch>
          </p:blipFill>
          <p:spPr>
            <a:xfrm rot="16200000">
              <a:off x="3773867" y="1451328"/>
              <a:ext cx="1371648" cy="2240841"/>
            </a:xfrm>
            <a:prstGeom prst="rect">
              <a:avLst/>
            </a:prstGeom>
          </p:spPr>
        </p:pic>
        <p:pic>
          <p:nvPicPr>
            <p:cNvPr id="35" name="图片 34"/>
            <p:cNvPicPr>
              <a:picLocks noChangeAspect="1"/>
            </p:cNvPicPr>
            <p:nvPr/>
          </p:nvPicPr>
          <p:blipFill rotWithShape="1">
            <a:blip r:embed="rId5" cstate="print">
              <a:extLst>
                <a:ext uri="{28A0092B-C50C-407E-A947-70E740481C1C}">
                  <a14:useLocalDpi xmlns:a14="http://schemas.microsoft.com/office/drawing/2010/main" val="0"/>
                </a:ext>
              </a:extLst>
            </a:blip>
            <a:srcRect l="8978" t="22607" r="76689" b="35800"/>
            <a:stretch>
              <a:fillRect/>
            </a:stretch>
          </p:blipFill>
          <p:spPr>
            <a:xfrm rot="16200000">
              <a:off x="5870692" y="1451330"/>
              <a:ext cx="1371648" cy="2240841"/>
            </a:xfrm>
            <a:prstGeom prst="rect">
              <a:avLst/>
            </a:prstGeom>
          </p:spPr>
        </p:pic>
        <p:pic>
          <p:nvPicPr>
            <p:cNvPr id="36" name="图片 35"/>
            <p:cNvPicPr>
              <a:picLocks noChangeAspect="1"/>
            </p:cNvPicPr>
            <p:nvPr/>
          </p:nvPicPr>
          <p:blipFill rotWithShape="1">
            <a:blip r:embed="rId5" cstate="print">
              <a:extLst>
                <a:ext uri="{28A0092B-C50C-407E-A947-70E740481C1C}">
                  <a14:useLocalDpi xmlns:a14="http://schemas.microsoft.com/office/drawing/2010/main" val="0"/>
                </a:ext>
              </a:extLst>
            </a:blip>
            <a:srcRect l="8978" t="22607" r="76689" b="35800"/>
            <a:stretch>
              <a:fillRect/>
            </a:stretch>
          </p:blipFill>
          <p:spPr>
            <a:xfrm rot="16200000">
              <a:off x="7958925" y="1451330"/>
              <a:ext cx="1371648" cy="2240841"/>
            </a:xfrm>
            <a:prstGeom prst="rect">
              <a:avLst/>
            </a:prstGeom>
          </p:spPr>
        </p:pic>
      </p:grpSp>
      <p:grpSp>
        <p:nvGrpSpPr>
          <p:cNvPr id="13" name="组合 12"/>
          <p:cNvGrpSpPr/>
          <p:nvPr/>
        </p:nvGrpSpPr>
        <p:grpSpPr>
          <a:xfrm>
            <a:off x="2090746" y="2065661"/>
            <a:ext cx="4945410" cy="794121"/>
            <a:chOff x="2891383" y="2162349"/>
            <a:chExt cx="4945410" cy="794121"/>
          </a:xfrm>
        </p:grpSpPr>
        <p:sp>
          <p:nvSpPr>
            <p:cNvPr id="38" name="TextBox 37"/>
            <p:cNvSpPr txBox="1"/>
            <p:nvPr/>
          </p:nvSpPr>
          <p:spPr>
            <a:xfrm>
              <a:off x="2891383" y="2187029"/>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大</a:t>
              </a:r>
            </a:p>
          </p:txBody>
        </p:sp>
        <p:sp>
          <p:nvSpPr>
            <p:cNvPr id="39" name="TextBox 38"/>
            <p:cNvSpPr txBox="1"/>
            <p:nvPr/>
          </p:nvSpPr>
          <p:spPr>
            <a:xfrm>
              <a:off x="3707904" y="2182748"/>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学</a:t>
              </a:r>
            </a:p>
          </p:txBody>
        </p:sp>
        <p:sp>
          <p:nvSpPr>
            <p:cNvPr id="41" name="TextBox 40"/>
            <p:cNvSpPr txBox="1"/>
            <p:nvPr/>
          </p:nvSpPr>
          <p:spPr>
            <a:xfrm>
              <a:off x="4572000" y="2187029"/>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生</a:t>
              </a:r>
            </a:p>
          </p:txBody>
        </p:sp>
        <p:sp>
          <p:nvSpPr>
            <p:cNvPr id="42" name="TextBox 41"/>
            <p:cNvSpPr txBox="1"/>
            <p:nvPr/>
          </p:nvSpPr>
          <p:spPr>
            <a:xfrm>
              <a:off x="5436096" y="2171869"/>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的</a:t>
              </a:r>
            </a:p>
          </p:txBody>
        </p:sp>
        <p:sp>
          <p:nvSpPr>
            <p:cNvPr id="43" name="TextBox 42"/>
            <p:cNvSpPr txBox="1"/>
            <p:nvPr/>
          </p:nvSpPr>
          <p:spPr>
            <a:xfrm>
              <a:off x="6275759" y="2162349"/>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现</a:t>
              </a:r>
            </a:p>
          </p:txBody>
        </p:sp>
        <p:sp>
          <p:nvSpPr>
            <p:cNvPr id="44" name="TextBox 43"/>
            <p:cNvSpPr txBox="1"/>
            <p:nvPr/>
          </p:nvSpPr>
          <p:spPr>
            <a:xfrm>
              <a:off x="7092280" y="2162349"/>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状</a:t>
              </a:r>
            </a:p>
          </p:txBody>
        </p:sp>
      </p:grpSp>
      <p:sp>
        <p:nvSpPr>
          <p:cNvPr id="45" name="TextBox 44"/>
          <p:cNvSpPr txBox="1"/>
          <p:nvPr/>
        </p:nvSpPr>
        <p:spPr>
          <a:xfrm>
            <a:off x="3419872" y="1131590"/>
            <a:ext cx="2256681" cy="707886"/>
          </a:xfrm>
          <a:prstGeom prst="rect">
            <a:avLst/>
          </a:prstGeom>
          <a:noFill/>
        </p:spPr>
        <p:txBody>
          <a:bodyPr wrap="square" rtlCol="0">
            <a:spAutoFit/>
          </a:bodyPr>
          <a:lstStyle/>
          <a:p>
            <a:r>
              <a:rPr lang="zh-CN" altLang="en-US" sz="4000" dirty="0">
                <a:solidFill>
                  <a:srgbClr val="F6E6B0"/>
                </a:solidFill>
                <a:latin typeface="方正韵动中黑简体" panose="02000000000000000000" pitchFamily="2" charset="-122"/>
                <a:ea typeface="方正韵动中黑简体" panose="02000000000000000000" pitchFamily="2" charset="-122"/>
              </a:rPr>
              <a:t>章节</a:t>
            </a:r>
            <a:r>
              <a:rPr lang="en-US" altLang="zh-CN" sz="4000" dirty="0">
                <a:solidFill>
                  <a:srgbClr val="F6E6B0"/>
                </a:solidFill>
                <a:latin typeface="方正韵动中黑简体" panose="02000000000000000000" pitchFamily="2" charset="-122"/>
                <a:ea typeface="方正韵动中黑简体" panose="02000000000000000000" pitchFamily="2" charset="-122"/>
              </a:rPr>
              <a:t>·</a:t>
            </a:r>
            <a:r>
              <a:rPr lang="zh-CN" altLang="en-US" sz="4000" dirty="0">
                <a:solidFill>
                  <a:srgbClr val="F6E6B0"/>
                </a:solidFill>
                <a:latin typeface="方正韵动中黑简体" panose="02000000000000000000" pitchFamily="2" charset="-122"/>
                <a:ea typeface="方正韵动中黑简体" panose="02000000000000000000" pitchFamily="2" charset="-122"/>
              </a:rPr>
              <a:t>四</a:t>
            </a:r>
          </a:p>
        </p:txBody>
      </p:sp>
      <p:grpSp>
        <p:nvGrpSpPr>
          <p:cNvPr id="14" name="组合 13"/>
          <p:cNvGrpSpPr/>
          <p:nvPr/>
        </p:nvGrpSpPr>
        <p:grpSpPr>
          <a:xfrm>
            <a:off x="467544" y="3003797"/>
            <a:ext cx="8136904" cy="1714432"/>
            <a:chOff x="467544" y="3003797"/>
            <a:chExt cx="8136904" cy="1714432"/>
          </a:xfrm>
        </p:grpSpPr>
        <p:pic>
          <p:nvPicPr>
            <p:cNvPr id="9" name="图片 8"/>
            <p:cNvPicPr>
              <a:picLocks noChangeAspect="1"/>
            </p:cNvPicPr>
            <p:nvPr/>
          </p:nvPicPr>
          <p:blipFill rotWithShape="1">
            <a:blip r:embed="rId6" cstate="print">
              <a:extLst>
                <a:ext uri="{28A0092B-C50C-407E-A947-70E740481C1C}">
                  <a14:useLocalDpi xmlns:a14="http://schemas.microsoft.com/office/drawing/2010/main" val="0"/>
                </a:ext>
              </a:extLst>
            </a:blip>
            <a:srcRect t="27717" b="37443"/>
            <a:stretch>
              <a:fillRect/>
            </a:stretch>
          </p:blipFill>
          <p:spPr>
            <a:xfrm>
              <a:off x="467544" y="3003797"/>
              <a:ext cx="4920977" cy="1714431"/>
            </a:xfrm>
            <a:prstGeom prst="rect">
              <a:avLst/>
            </a:prstGeom>
          </p:spPr>
        </p:pic>
        <p:pic>
          <p:nvPicPr>
            <p:cNvPr id="24" name="图片 23"/>
            <p:cNvPicPr>
              <a:picLocks noChangeAspect="1"/>
            </p:cNvPicPr>
            <p:nvPr/>
          </p:nvPicPr>
          <p:blipFill rotWithShape="1">
            <a:blip r:embed="rId7" cstate="print">
              <a:extLst>
                <a:ext uri="{28A0092B-C50C-407E-A947-70E740481C1C}">
                  <a14:useLocalDpi xmlns:a14="http://schemas.microsoft.com/office/drawing/2010/main" val="0"/>
                </a:ext>
              </a:extLst>
            </a:blip>
            <a:srcRect t="26940" r="7980" b="37748"/>
            <a:stretch>
              <a:fillRect/>
            </a:stretch>
          </p:blipFill>
          <p:spPr>
            <a:xfrm>
              <a:off x="4452417" y="3124947"/>
              <a:ext cx="4152031" cy="1593282"/>
            </a:xfrm>
            <a:prstGeom prst="rect">
              <a:avLst/>
            </a:prstGeom>
          </p:spPr>
        </p:pic>
        <p:sp>
          <p:nvSpPr>
            <p:cNvPr id="12" name="五角星 11"/>
            <p:cNvSpPr/>
            <p:nvPr/>
          </p:nvSpPr>
          <p:spPr>
            <a:xfrm>
              <a:off x="1331640" y="3527513"/>
              <a:ext cx="144016" cy="144016"/>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五角星 25"/>
            <p:cNvSpPr/>
            <p:nvPr/>
          </p:nvSpPr>
          <p:spPr>
            <a:xfrm>
              <a:off x="5762107" y="3599521"/>
              <a:ext cx="144016" cy="144016"/>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五角星 26"/>
            <p:cNvSpPr/>
            <p:nvPr/>
          </p:nvSpPr>
          <p:spPr>
            <a:xfrm>
              <a:off x="5436096" y="3491509"/>
              <a:ext cx="72008" cy="72008"/>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五角星 28"/>
            <p:cNvSpPr/>
            <p:nvPr/>
          </p:nvSpPr>
          <p:spPr>
            <a:xfrm>
              <a:off x="2060781" y="3413883"/>
              <a:ext cx="72008" cy="72008"/>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五角星 29"/>
            <p:cNvSpPr/>
            <p:nvPr/>
          </p:nvSpPr>
          <p:spPr>
            <a:xfrm>
              <a:off x="1605681" y="3795886"/>
              <a:ext cx="45719" cy="45719"/>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五角星 30"/>
            <p:cNvSpPr/>
            <p:nvPr/>
          </p:nvSpPr>
          <p:spPr>
            <a:xfrm>
              <a:off x="4211960" y="3124946"/>
              <a:ext cx="45719" cy="45719"/>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五角星 31"/>
            <p:cNvSpPr/>
            <p:nvPr/>
          </p:nvSpPr>
          <p:spPr>
            <a:xfrm>
              <a:off x="8100392" y="3843087"/>
              <a:ext cx="45719" cy="45719"/>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五角星 32"/>
            <p:cNvSpPr/>
            <p:nvPr/>
          </p:nvSpPr>
          <p:spPr>
            <a:xfrm>
              <a:off x="7956376" y="3206818"/>
              <a:ext cx="144016" cy="144016"/>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五角星 33"/>
            <p:cNvSpPr/>
            <p:nvPr/>
          </p:nvSpPr>
          <p:spPr>
            <a:xfrm>
              <a:off x="3537984" y="3374854"/>
              <a:ext cx="72008" cy="72008"/>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五角星 39"/>
            <p:cNvSpPr/>
            <p:nvPr/>
          </p:nvSpPr>
          <p:spPr>
            <a:xfrm>
              <a:off x="4824214" y="3561518"/>
              <a:ext cx="45719" cy="45719"/>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五角星 46"/>
            <p:cNvSpPr/>
            <p:nvPr/>
          </p:nvSpPr>
          <p:spPr>
            <a:xfrm>
              <a:off x="683568" y="3948285"/>
              <a:ext cx="45719" cy="45719"/>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spd="slow" advTm="4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anim calcmode="lin" valueType="num">
                                      <p:cBhvr>
                                        <p:cTn id="8" dur="500" fill="hold"/>
                                        <p:tgtEl>
                                          <p:spTgt spid="45"/>
                                        </p:tgtEl>
                                        <p:attrNameLst>
                                          <p:attrName>ppt_x</p:attrName>
                                        </p:attrNameLst>
                                      </p:cBhvr>
                                      <p:tavLst>
                                        <p:tav tm="0">
                                          <p:val>
                                            <p:strVal val="#ppt_x"/>
                                          </p:val>
                                        </p:tav>
                                        <p:tav tm="100000">
                                          <p:val>
                                            <p:strVal val="#ppt_x"/>
                                          </p:val>
                                        </p:tav>
                                      </p:tavLst>
                                    </p:anim>
                                    <p:anim calcmode="lin" valueType="num">
                                      <p:cBhvr>
                                        <p:cTn id="9" dur="500" fill="hold"/>
                                        <p:tgtEl>
                                          <p:spTgt spid="45"/>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par>
                          <p:cTn id="13" fill="hold">
                            <p:stCondLst>
                              <p:cond delay="500"/>
                            </p:stCondLst>
                            <p:childTnLst>
                              <p:par>
                                <p:cTn id="14" presetID="42" presetClass="entr" presetSubtype="0"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anim calcmode="lin" valueType="num">
                                      <p:cBhvr>
                                        <p:cTn id="17" dur="500" fill="hold"/>
                                        <p:tgtEl>
                                          <p:spTgt spid="3"/>
                                        </p:tgtEl>
                                        <p:attrNameLst>
                                          <p:attrName>ppt_x</p:attrName>
                                        </p:attrNameLst>
                                      </p:cBhvr>
                                      <p:tavLst>
                                        <p:tav tm="0">
                                          <p:val>
                                            <p:strVal val="#ppt_x"/>
                                          </p:val>
                                        </p:tav>
                                        <p:tav tm="100000">
                                          <p:val>
                                            <p:strVal val="#ppt_x"/>
                                          </p:val>
                                        </p:tav>
                                      </p:tavLst>
                                    </p:anim>
                                    <p:anim calcmode="lin" valueType="num">
                                      <p:cBhvr>
                                        <p:cTn id="18" dur="500" fill="hold"/>
                                        <p:tgtEl>
                                          <p:spTgt spid="3"/>
                                        </p:tgtEl>
                                        <p:attrNameLst>
                                          <p:attrName>ppt_y</p:attrName>
                                        </p:attrNameLst>
                                      </p:cBhvr>
                                      <p:tavLst>
                                        <p:tav tm="0">
                                          <p:val>
                                            <p:strVal val="#ppt_y+.1"/>
                                          </p:val>
                                        </p:tav>
                                        <p:tav tm="100000">
                                          <p:val>
                                            <p:strVal val="#ppt_y"/>
                                          </p:val>
                                        </p:tav>
                                      </p:tavLst>
                                    </p:anim>
                                  </p:childTnLst>
                                </p:cTn>
                              </p:par>
                              <p:par>
                                <p:cTn id="19" presetID="47"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anim calcmode="lin" valueType="num">
                                      <p:cBhvr>
                                        <p:cTn id="22" dur="500" fill="hold"/>
                                        <p:tgtEl>
                                          <p:spTgt spid="13"/>
                                        </p:tgtEl>
                                        <p:attrNameLst>
                                          <p:attrName>ppt_x</p:attrName>
                                        </p:attrNameLst>
                                      </p:cBhvr>
                                      <p:tavLst>
                                        <p:tav tm="0">
                                          <p:val>
                                            <p:strVal val="#ppt_x"/>
                                          </p:val>
                                        </p:tav>
                                        <p:tav tm="100000">
                                          <p:val>
                                            <p:strVal val="#ppt_x"/>
                                          </p:val>
                                        </p:tav>
                                      </p:tavLst>
                                    </p:anim>
                                    <p:anim calcmode="lin" valueType="num">
                                      <p:cBhvr>
                                        <p:cTn id="23" dur="5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5536" y="483518"/>
            <a:ext cx="8208912" cy="4248472"/>
          </a:xfrm>
          <a:prstGeom prst="rect">
            <a:avLst/>
          </a:prstGeom>
          <a:solidFill>
            <a:srgbClr val="D433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l="32484" t="6601" r="32205" b="84197"/>
          <a:stretch>
            <a:fillRect/>
          </a:stretch>
        </p:blipFill>
        <p:spPr>
          <a:xfrm>
            <a:off x="2899792" y="267494"/>
            <a:ext cx="3328392" cy="488351"/>
          </a:xfrm>
          <a:prstGeom prst="rect">
            <a:avLst/>
          </a:prstGeom>
        </p:spPr>
      </p:pic>
      <p:grpSp>
        <p:nvGrpSpPr>
          <p:cNvPr id="5" name="组合 4"/>
          <p:cNvGrpSpPr/>
          <p:nvPr/>
        </p:nvGrpSpPr>
        <p:grpSpPr>
          <a:xfrm>
            <a:off x="236612" y="339502"/>
            <a:ext cx="8670776" cy="4594860"/>
            <a:chOff x="236612" y="339502"/>
            <a:chExt cx="8670776" cy="4594860"/>
          </a:xfrm>
        </p:grpSpPr>
        <p:pic>
          <p:nvPicPr>
            <p:cNvPr id="6" name="图片 5"/>
            <p:cNvPicPr>
              <a:picLocks noChangeAspect="1"/>
            </p:cNvPicPr>
            <p:nvPr/>
          </p:nvPicPr>
          <p:blipFill rotWithShape="1">
            <a:blip r:embed="rId4" cstate="print">
              <a:extLst>
                <a:ext uri="{28A0092B-C50C-407E-A947-70E740481C1C}">
                  <a14:useLocalDpi xmlns:a14="http://schemas.microsoft.com/office/drawing/2010/main" val="0"/>
                </a:ext>
              </a:extLst>
            </a:blip>
            <a:srcRect l="2958" t="7556" r="67104" b="3111"/>
            <a:stretch>
              <a:fillRect/>
            </a:stretch>
          </p:blipFill>
          <p:spPr>
            <a:xfrm>
              <a:off x="236612" y="339502"/>
              <a:ext cx="2735188" cy="4594860"/>
            </a:xfrm>
            <a:prstGeom prst="rect">
              <a:avLst/>
            </a:prstGeom>
          </p:spPr>
        </p:pic>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l="11108" t="7556" r="58258" b="3111"/>
            <a:stretch>
              <a:fillRect/>
            </a:stretch>
          </p:blipFill>
          <p:spPr>
            <a:xfrm>
              <a:off x="6108700" y="339502"/>
              <a:ext cx="2798688" cy="4594860"/>
            </a:xfrm>
            <a:prstGeom prst="rect">
              <a:avLst/>
            </a:prstGeom>
          </p:spPr>
        </p:pic>
        <p:sp>
          <p:nvSpPr>
            <p:cNvPr id="8" name="矩形 7"/>
            <p:cNvSpPr/>
            <p:nvPr/>
          </p:nvSpPr>
          <p:spPr>
            <a:xfrm>
              <a:off x="2971800" y="4718228"/>
              <a:ext cx="3136900" cy="45719"/>
            </a:xfrm>
            <a:prstGeom prst="rect">
              <a:avLst/>
            </a:prstGeom>
            <a:solidFill>
              <a:srgbClr val="2E4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TextBox 44"/>
          <p:cNvSpPr txBox="1"/>
          <p:nvPr/>
        </p:nvSpPr>
        <p:spPr>
          <a:xfrm>
            <a:off x="2971800" y="834847"/>
            <a:ext cx="3040360" cy="584775"/>
          </a:xfrm>
          <a:prstGeom prst="rect">
            <a:avLst/>
          </a:prstGeom>
          <a:noFill/>
        </p:spPr>
        <p:txBody>
          <a:bodyPr wrap="square" rtlCol="0">
            <a:spAutoFit/>
          </a:bodyPr>
          <a:lstStyle/>
          <a:p>
            <a:r>
              <a:rPr lang="zh-CN" altLang="en-US" sz="3200" dirty="0">
                <a:solidFill>
                  <a:srgbClr val="F6E6B0"/>
                </a:solidFill>
                <a:latin typeface="方正韵动中黑简体" panose="02000000000000000000" pitchFamily="2" charset="-122"/>
                <a:ea typeface="方正韵动中黑简体" panose="02000000000000000000" pitchFamily="2" charset="-122"/>
              </a:rPr>
              <a:t>大学生上课状态</a:t>
            </a:r>
          </a:p>
        </p:txBody>
      </p:sp>
      <p:pic>
        <p:nvPicPr>
          <p:cNvPr id="10" name="图片 9"/>
          <p:cNvPicPr>
            <a:picLocks noChangeAspect="1"/>
          </p:cNvPicPr>
          <p:nvPr/>
        </p:nvPicPr>
        <p:blipFill>
          <a:blip r:embed="rId5" cstate="print"/>
          <a:stretch>
            <a:fillRect/>
          </a:stretch>
        </p:blipFill>
        <p:spPr>
          <a:xfrm>
            <a:off x="971600" y="1553210"/>
            <a:ext cx="3362325" cy="2611755"/>
          </a:xfrm>
          <a:prstGeom prst="rect">
            <a:avLst/>
          </a:prstGeom>
        </p:spPr>
      </p:pic>
      <p:pic>
        <p:nvPicPr>
          <p:cNvPr id="11" name="图片 10"/>
          <p:cNvPicPr>
            <a:picLocks noChangeAspect="1"/>
          </p:cNvPicPr>
          <p:nvPr/>
        </p:nvPicPr>
        <p:blipFill>
          <a:blip r:embed="rId6" cstate="print"/>
          <a:stretch>
            <a:fillRect/>
          </a:stretch>
        </p:blipFill>
        <p:spPr>
          <a:xfrm>
            <a:off x="4788024" y="1553845"/>
            <a:ext cx="3482340" cy="26117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anim calcmode="lin" valueType="num">
                                      <p:cBhvr>
                                        <p:cTn id="8" dur="500" fill="hold"/>
                                        <p:tgtEl>
                                          <p:spTgt spid="45"/>
                                        </p:tgtEl>
                                        <p:attrNameLst>
                                          <p:attrName>ppt_x</p:attrName>
                                        </p:attrNameLst>
                                      </p:cBhvr>
                                      <p:tavLst>
                                        <p:tav tm="0">
                                          <p:val>
                                            <p:strVal val="#ppt_x"/>
                                          </p:val>
                                        </p:tav>
                                        <p:tav tm="100000">
                                          <p:val>
                                            <p:strVal val="#ppt_x"/>
                                          </p:val>
                                        </p:tav>
                                      </p:tavLst>
                                    </p:anim>
                                    <p:anim calcmode="lin" valueType="num">
                                      <p:cBhvr>
                                        <p:cTn id="9" dur="500" fill="hold"/>
                                        <p:tgtEl>
                                          <p:spTgt spid="45"/>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 presetClass="entr" presetSubtype="8" fill="hold" nodeType="after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0-#ppt_w/2"/>
                                          </p:val>
                                        </p:tav>
                                        <p:tav tm="100000">
                                          <p:val>
                                            <p:strVal val="#ppt_x"/>
                                          </p:val>
                                        </p:tav>
                                      </p:tavLst>
                                    </p:anim>
                                    <p:anim calcmode="lin" valueType="num">
                                      <p:cBhvr additive="base">
                                        <p:cTn id="14" dur="500" fill="hold"/>
                                        <p:tgtEl>
                                          <p:spTgt spid="10"/>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ID="2" presetClass="entr" presetSubtype="2" fill="hold" nodeType="after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ppt_x</p:attrName>
                                        </p:attrNameLst>
                                      </p:cBhvr>
                                      <p:tavLst>
                                        <p:tav tm="0">
                                          <p:val>
                                            <p:strVal val="1+#ppt_w/2"/>
                                          </p:val>
                                        </p:tav>
                                        <p:tav tm="100000">
                                          <p:val>
                                            <p:strVal val="#ppt_x"/>
                                          </p:val>
                                        </p:tav>
                                      </p:tavLst>
                                    </p:anim>
                                    <p:anim calcmode="lin" valueType="num">
                                      <p:cBhvr additive="base">
                                        <p:cTn id="19"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5536" y="483518"/>
            <a:ext cx="8208912" cy="4248472"/>
          </a:xfrm>
          <a:prstGeom prst="rect">
            <a:avLst/>
          </a:prstGeom>
          <a:solidFill>
            <a:srgbClr val="D433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l="32484" t="6601" r="32205" b="84197"/>
          <a:stretch>
            <a:fillRect/>
          </a:stretch>
        </p:blipFill>
        <p:spPr>
          <a:xfrm>
            <a:off x="2899792" y="267494"/>
            <a:ext cx="3328392" cy="488351"/>
          </a:xfrm>
          <a:prstGeom prst="rect">
            <a:avLst/>
          </a:prstGeom>
        </p:spPr>
      </p:pic>
      <p:grpSp>
        <p:nvGrpSpPr>
          <p:cNvPr id="5" name="组合 4"/>
          <p:cNvGrpSpPr/>
          <p:nvPr/>
        </p:nvGrpSpPr>
        <p:grpSpPr>
          <a:xfrm>
            <a:off x="236612" y="339502"/>
            <a:ext cx="8670776" cy="4594860"/>
            <a:chOff x="236612" y="339502"/>
            <a:chExt cx="8670776" cy="4594860"/>
          </a:xfrm>
        </p:grpSpPr>
        <p:pic>
          <p:nvPicPr>
            <p:cNvPr id="6" name="图片 5"/>
            <p:cNvPicPr>
              <a:picLocks noChangeAspect="1"/>
            </p:cNvPicPr>
            <p:nvPr/>
          </p:nvPicPr>
          <p:blipFill rotWithShape="1">
            <a:blip r:embed="rId4" cstate="print">
              <a:extLst>
                <a:ext uri="{28A0092B-C50C-407E-A947-70E740481C1C}">
                  <a14:useLocalDpi xmlns:a14="http://schemas.microsoft.com/office/drawing/2010/main" val="0"/>
                </a:ext>
              </a:extLst>
            </a:blip>
            <a:srcRect l="2958" t="7556" r="67104" b="3111"/>
            <a:stretch>
              <a:fillRect/>
            </a:stretch>
          </p:blipFill>
          <p:spPr>
            <a:xfrm>
              <a:off x="236612" y="339502"/>
              <a:ext cx="2735188" cy="4594860"/>
            </a:xfrm>
            <a:prstGeom prst="rect">
              <a:avLst/>
            </a:prstGeom>
          </p:spPr>
        </p:pic>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l="11108" t="7556" r="58258" b="3111"/>
            <a:stretch>
              <a:fillRect/>
            </a:stretch>
          </p:blipFill>
          <p:spPr>
            <a:xfrm>
              <a:off x="6108700" y="339502"/>
              <a:ext cx="2798688" cy="4594860"/>
            </a:xfrm>
            <a:prstGeom prst="rect">
              <a:avLst/>
            </a:prstGeom>
          </p:spPr>
        </p:pic>
        <p:sp>
          <p:nvSpPr>
            <p:cNvPr id="8" name="矩形 7"/>
            <p:cNvSpPr/>
            <p:nvPr/>
          </p:nvSpPr>
          <p:spPr>
            <a:xfrm>
              <a:off x="2971800" y="4718228"/>
              <a:ext cx="3136900" cy="45719"/>
            </a:xfrm>
            <a:prstGeom prst="rect">
              <a:avLst/>
            </a:prstGeom>
            <a:solidFill>
              <a:srgbClr val="2E4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TextBox 44"/>
          <p:cNvSpPr txBox="1"/>
          <p:nvPr/>
        </p:nvSpPr>
        <p:spPr>
          <a:xfrm>
            <a:off x="2971800" y="834847"/>
            <a:ext cx="3040360" cy="584775"/>
          </a:xfrm>
          <a:prstGeom prst="rect">
            <a:avLst/>
          </a:prstGeom>
          <a:noFill/>
        </p:spPr>
        <p:txBody>
          <a:bodyPr wrap="square" rtlCol="0">
            <a:spAutoFit/>
          </a:bodyPr>
          <a:lstStyle/>
          <a:p>
            <a:r>
              <a:rPr lang="zh-CN" altLang="en-US" sz="3200" dirty="0">
                <a:solidFill>
                  <a:srgbClr val="F6E6B0"/>
                </a:solidFill>
                <a:latin typeface="方正韵动中黑简体" panose="02000000000000000000" pitchFamily="2" charset="-122"/>
                <a:ea typeface="方正韵动中黑简体" panose="02000000000000000000" pitchFamily="2" charset="-122"/>
              </a:rPr>
              <a:t>大学生学习态度</a:t>
            </a:r>
          </a:p>
        </p:txBody>
      </p:sp>
      <p:pic>
        <p:nvPicPr>
          <p:cNvPr id="5124" name="Picture 4" descr="http://photocdn.sohu.com/20130205/Img365565054.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2040" y="1743985"/>
            <a:ext cx="2823306" cy="227014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http://i1.sinaimg.cn/edu/2013/1119/U7383P352DT20131119150048.jpg"/>
          <p:cNvPicPr>
            <a:picLocks noChangeAspect="1" noChangeArrowheads="1"/>
          </p:cNvPicPr>
          <p:nvPr/>
        </p:nvPicPr>
        <p:blipFill rotWithShape="1">
          <a:blip r:embed="rId6">
            <a:extLst>
              <a:ext uri="{28A0092B-C50C-407E-A947-70E740481C1C}">
                <a14:useLocalDpi xmlns:a14="http://schemas.microsoft.com/office/drawing/2010/main" val="0"/>
              </a:ext>
            </a:extLst>
          </a:blip>
          <a:srcRect l="4165" r="4867"/>
          <a:stretch>
            <a:fillRect/>
          </a:stretch>
        </p:blipFill>
        <p:spPr bwMode="auto">
          <a:xfrm>
            <a:off x="1109472" y="1752015"/>
            <a:ext cx="3011424" cy="22621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anim calcmode="lin" valueType="num">
                                      <p:cBhvr>
                                        <p:cTn id="8" dur="500" fill="hold"/>
                                        <p:tgtEl>
                                          <p:spTgt spid="45"/>
                                        </p:tgtEl>
                                        <p:attrNameLst>
                                          <p:attrName>ppt_x</p:attrName>
                                        </p:attrNameLst>
                                      </p:cBhvr>
                                      <p:tavLst>
                                        <p:tav tm="0">
                                          <p:val>
                                            <p:strVal val="#ppt_x"/>
                                          </p:val>
                                        </p:tav>
                                        <p:tav tm="100000">
                                          <p:val>
                                            <p:strVal val="#ppt_x"/>
                                          </p:val>
                                        </p:tav>
                                      </p:tavLst>
                                    </p:anim>
                                    <p:anim calcmode="lin" valueType="num">
                                      <p:cBhvr>
                                        <p:cTn id="9" dur="500" fill="hold"/>
                                        <p:tgtEl>
                                          <p:spTgt spid="45"/>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5126"/>
                                        </p:tgtEl>
                                        <p:attrNameLst>
                                          <p:attrName>style.visibility</p:attrName>
                                        </p:attrNameLst>
                                      </p:cBhvr>
                                      <p:to>
                                        <p:strVal val="visible"/>
                                      </p:to>
                                    </p:set>
                                    <p:animEffect transition="in" filter="fade">
                                      <p:cBhvr>
                                        <p:cTn id="13" dur="500"/>
                                        <p:tgtEl>
                                          <p:spTgt spid="5126"/>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5124"/>
                                        </p:tgtEl>
                                        <p:attrNameLst>
                                          <p:attrName>style.visibility</p:attrName>
                                        </p:attrNameLst>
                                      </p:cBhvr>
                                      <p:to>
                                        <p:strVal val="visible"/>
                                      </p:to>
                                    </p:set>
                                    <p:animEffect transition="in" filter="fade">
                                      <p:cBhvr>
                                        <p:cTn id="17" dur="500"/>
                                        <p:tgtEl>
                                          <p:spTgt spid="5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5536" y="483518"/>
            <a:ext cx="8208912" cy="4248472"/>
          </a:xfrm>
          <a:prstGeom prst="rect">
            <a:avLst/>
          </a:prstGeom>
          <a:solidFill>
            <a:srgbClr val="D433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l="32484" t="6601" r="32205" b="84197"/>
          <a:stretch>
            <a:fillRect/>
          </a:stretch>
        </p:blipFill>
        <p:spPr>
          <a:xfrm>
            <a:off x="2899792" y="267494"/>
            <a:ext cx="3328392" cy="488351"/>
          </a:xfrm>
          <a:prstGeom prst="rect">
            <a:avLst/>
          </a:prstGeom>
        </p:spPr>
      </p:pic>
      <p:grpSp>
        <p:nvGrpSpPr>
          <p:cNvPr id="5" name="组合 4"/>
          <p:cNvGrpSpPr/>
          <p:nvPr/>
        </p:nvGrpSpPr>
        <p:grpSpPr>
          <a:xfrm>
            <a:off x="236612" y="339502"/>
            <a:ext cx="8670776" cy="4594860"/>
            <a:chOff x="236612" y="339502"/>
            <a:chExt cx="8670776" cy="4594860"/>
          </a:xfrm>
        </p:grpSpPr>
        <p:pic>
          <p:nvPicPr>
            <p:cNvPr id="6" name="图片 5"/>
            <p:cNvPicPr>
              <a:picLocks noChangeAspect="1"/>
            </p:cNvPicPr>
            <p:nvPr/>
          </p:nvPicPr>
          <p:blipFill rotWithShape="1">
            <a:blip r:embed="rId4" cstate="print">
              <a:extLst>
                <a:ext uri="{28A0092B-C50C-407E-A947-70E740481C1C}">
                  <a14:useLocalDpi xmlns:a14="http://schemas.microsoft.com/office/drawing/2010/main" val="0"/>
                </a:ext>
              </a:extLst>
            </a:blip>
            <a:srcRect l="2958" t="7556" r="67104" b="3111"/>
            <a:stretch>
              <a:fillRect/>
            </a:stretch>
          </p:blipFill>
          <p:spPr>
            <a:xfrm>
              <a:off x="236612" y="339502"/>
              <a:ext cx="2735188" cy="4594860"/>
            </a:xfrm>
            <a:prstGeom prst="rect">
              <a:avLst/>
            </a:prstGeom>
          </p:spPr>
        </p:pic>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l="11108" t="7556" r="58258" b="3111"/>
            <a:stretch>
              <a:fillRect/>
            </a:stretch>
          </p:blipFill>
          <p:spPr>
            <a:xfrm>
              <a:off x="6108700" y="339502"/>
              <a:ext cx="2798688" cy="4594860"/>
            </a:xfrm>
            <a:prstGeom prst="rect">
              <a:avLst/>
            </a:prstGeom>
          </p:spPr>
        </p:pic>
        <p:sp>
          <p:nvSpPr>
            <p:cNvPr id="8" name="矩形 7"/>
            <p:cNvSpPr/>
            <p:nvPr/>
          </p:nvSpPr>
          <p:spPr>
            <a:xfrm>
              <a:off x="2971800" y="4718228"/>
              <a:ext cx="3136900" cy="45719"/>
            </a:xfrm>
            <a:prstGeom prst="rect">
              <a:avLst/>
            </a:prstGeom>
            <a:solidFill>
              <a:srgbClr val="2E4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TextBox 44"/>
          <p:cNvSpPr txBox="1"/>
          <p:nvPr/>
        </p:nvSpPr>
        <p:spPr>
          <a:xfrm>
            <a:off x="3619872" y="834847"/>
            <a:ext cx="1960240" cy="584775"/>
          </a:xfrm>
          <a:prstGeom prst="rect">
            <a:avLst/>
          </a:prstGeom>
          <a:noFill/>
        </p:spPr>
        <p:txBody>
          <a:bodyPr wrap="square" rtlCol="0">
            <a:spAutoFit/>
          </a:bodyPr>
          <a:lstStyle/>
          <a:p>
            <a:r>
              <a:rPr lang="zh-CN" altLang="en-US" sz="3200" dirty="0">
                <a:solidFill>
                  <a:srgbClr val="F6E6B0"/>
                </a:solidFill>
                <a:latin typeface="方正韵动中黑简体" panose="02000000000000000000" pitchFamily="2" charset="-122"/>
                <a:ea typeface="方正韵动中黑简体" panose="02000000000000000000" pitchFamily="2" charset="-122"/>
              </a:rPr>
              <a:t>宅男 宅女</a:t>
            </a:r>
          </a:p>
        </p:txBody>
      </p:sp>
      <p:pic>
        <p:nvPicPr>
          <p:cNvPr id="5122" name="Picture 2" descr="http://00.imgmini.eastday.com/mobile/20180627/20180627212701_e19ce7c280dca4f611577eb998b9cddc_1.jpeg"/>
          <p:cNvPicPr>
            <a:picLocks noChangeAspect="1" noChangeArrowheads="1"/>
          </p:cNvPicPr>
          <p:nvPr/>
        </p:nvPicPr>
        <p:blipFill rotWithShape="1">
          <a:blip r:embed="rId5">
            <a:extLst>
              <a:ext uri="{28A0092B-C50C-407E-A947-70E740481C1C}">
                <a14:useLocalDpi xmlns:a14="http://schemas.microsoft.com/office/drawing/2010/main" val="0"/>
              </a:ext>
            </a:extLst>
          </a:blip>
          <a:srcRect l="11989"/>
          <a:stretch>
            <a:fillRect/>
          </a:stretch>
        </p:blipFill>
        <p:spPr bwMode="auto">
          <a:xfrm>
            <a:off x="4860032" y="1551301"/>
            <a:ext cx="3222448" cy="242872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www.cnnb.com.cn/pic/0/03/81/02/3810230_927014.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3606" y="1551301"/>
            <a:ext cx="3240361" cy="24302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anim calcmode="lin" valueType="num">
                                      <p:cBhvr>
                                        <p:cTn id="8" dur="500" fill="hold"/>
                                        <p:tgtEl>
                                          <p:spTgt spid="45"/>
                                        </p:tgtEl>
                                        <p:attrNameLst>
                                          <p:attrName>ppt_x</p:attrName>
                                        </p:attrNameLst>
                                      </p:cBhvr>
                                      <p:tavLst>
                                        <p:tav tm="0">
                                          <p:val>
                                            <p:strVal val="#ppt_x"/>
                                          </p:val>
                                        </p:tav>
                                        <p:tav tm="100000">
                                          <p:val>
                                            <p:strVal val="#ppt_x"/>
                                          </p:val>
                                        </p:tav>
                                      </p:tavLst>
                                    </p:anim>
                                    <p:anim calcmode="lin" valueType="num">
                                      <p:cBhvr>
                                        <p:cTn id="9" dur="500" fill="hold"/>
                                        <p:tgtEl>
                                          <p:spTgt spid="45"/>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1026"/>
                                        </p:tgtEl>
                                        <p:attrNameLst>
                                          <p:attrName>style.visibility</p:attrName>
                                        </p:attrNameLst>
                                      </p:cBhvr>
                                      <p:to>
                                        <p:strVal val="visible"/>
                                      </p:to>
                                    </p:set>
                                    <p:animEffect transition="in" filter="fade">
                                      <p:cBhvr>
                                        <p:cTn id="13" dur="500"/>
                                        <p:tgtEl>
                                          <p:spTgt spid="1026"/>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5122"/>
                                        </p:tgtEl>
                                        <p:attrNameLst>
                                          <p:attrName>style.visibility</p:attrName>
                                        </p:attrNameLst>
                                      </p:cBhvr>
                                      <p:to>
                                        <p:strVal val="visible"/>
                                      </p:to>
                                    </p:set>
                                    <p:animEffect transition="in" filter="fade">
                                      <p:cBhvr>
                                        <p:cTn id="17" dur="5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5536" y="483518"/>
            <a:ext cx="8208912" cy="4248472"/>
          </a:xfrm>
          <a:prstGeom prst="rect">
            <a:avLst/>
          </a:prstGeom>
          <a:solidFill>
            <a:srgbClr val="D433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l="32484" t="6601" r="32205" b="84197"/>
          <a:stretch>
            <a:fillRect/>
          </a:stretch>
        </p:blipFill>
        <p:spPr>
          <a:xfrm>
            <a:off x="2899792" y="267494"/>
            <a:ext cx="3328392" cy="488351"/>
          </a:xfrm>
          <a:prstGeom prst="rect">
            <a:avLst/>
          </a:prstGeom>
        </p:spPr>
      </p:pic>
      <p:grpSp>
        <p:nvGrpSpPr>
          <p:cNvPr id="5" name="组合 4"/>
          <p:cNvGrpSpPr/>
          <p:nvPr/>
        </p:nvGrpSpPr>
        <p:grpSpPr>
          <a:xfrm>
            <a:off x="236612" y="339502"/>
            <a:ext cx="8670776" cy="4594860"/>
            <a:chOff x="236612" y="339502"/>
            <a:chExt cx="8670776" cy="4594860"/>
          </a:xfrm>
        </p:grpSpPr>
        <p:pic>
          <p:nvPicPr>
            <p:cNvPr id="6" name="图片 5"/>
            <p:cNvPicPr>
              <a:picLocks noChangeAspect="1"/>
            </p:cNvPicPr>
            <p:nvPr/>
          </p:nvPicPr>
          <p:blipFill rotWithShape="1">
            <a:blip r:embed="rId4" cstate="print">
              <a:extLst>
                <a:ext uri="{28A0092B-C50C-407E-A947-70E740481C1C}">
                  <a14:useLocalDpi xmlns:a14="http://schemas.microsoft.com/office/drawing/2010/main" val="0"/>
                </a:ext>
              </a:extLst>
            </a:blip>
            <a:srcRect l="2958" t="7556" r="67104" b="3111"/>
            <a:stretch>
              <a:fillRect/>
            </a:stretch>
          </p:blipFill>
          <p:spPr>
            <a:xfrm>
              <a:off x="236612" y="339502"/>
              <a:ext cx="2735188" cy="4594860"/>
            </a:xfrm>
            <a:prstGeom prst="rect">
              <a:avLst/>
            </a:prstGeom>
          </p:spPr>
        </p:pic>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l="11108" t="7556" r="58258" b="3111"/>
            <a:stretch>
              <a:fillRect/>
            </a:stretch>
          </p:blipFill>
          <p:spPr>
            <a:xfrm>
              <a:off x="6108700" y="339502"/>
              <a:ext cx="2798688" cy="4594860"/>
            </a:xfrm>
            <a:prstGeom prst="rect">
              <a:avLst/>
            </a:prstGeom>
          </p:spPr>
        </p:pic>
        <p:sp>
          <p:nvSpPr>
            <p:cNvPr id="8" name="矩形 7"/>
            <p:cNvSpPr/>
            <p:nvPr/>
          </p:nvSpPr>
          <p:spPr>
            <a:xfrm>
              <a:off x="2971800" y="4718228"/>
              <a:ext cx="3136900" cy="45719"/>
            </a:xfrm>
            <a:prstGeom prst="rect">
              <a:avLst/>
            </a:prstGeom>
            <a:solidFill>
              <a:srgbClr val="2E4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p:cNvGrpSpPr/>
          <p:nvPr/>
        </p:nvGrpSpPr>
        <p:grpSpPr>
          <a:xfrm>
            <a:off x="2771800" y="1900701"/>
            <a:ext cx="3488401" cy="1103097"/>
            <a:chOff x="3339270" y="1885925"/>
            <a:chExt cx="4337666" cy="1371650"/>
          </a:xfrm>
        </p:grpSpPr>
        <p:pic>
          <p:nvPicPr>
            <p:cNvPr id="28" name="图片 27"/>
            <p:cNvPicPr>
              <a:picLocks noChangeAspect="1"/>
            </p:cNvPicPr>
            <p:nvPr/>
          </p:nvPicPr>
          <p:blipFill rotWithShape="1">
            <a:blip r:embed="rId5" cstate="print">
              <a:extLst>
                <a:ext uri="{28A0092B-C50C-407E-A947-70E740481C1C}">
                  <a14:useLocalDpi xmlns:a14="http://schemas.microsoft.com/office/drawing/2010/main" val="0"/>
                </a:ext>
              </a:extLst>
            </a:blip>
            <a:srcRect l="8978" t="22607" r="76689" b="35800"/>
            <a:stretch>
              <a:fillRect/>
            </a:stretch>
          </p:blipFill>
          <p:spPr>
            <a:xfrm rot="16200000">
              <a:off x="3773867" y="1451328"/>
              <a:ext cx="1371648" cy="2240841"/>
            </a:xfrm>
            <a:prstGeom prst="rect">
              <a:avLst/>
            </a:prstGeom>
          </p:spPr>
        </p:pic>
        <p:pic>
          <p:nvPicPr>
            <p:cNvPr id="35" name="图片 34"/>
            <p:cNvPicPr>
              <a:picLocks noChangeAspect="1"/>
            </p:cNvPicPr>
            <p:nvPr/>
          </p:nvPicPr>
          <p:blipFill rotWithShape="1">
            <a:blip r:embed="rId5" cstate="print">
              <a:extLst>
                <a:ext uri="{28A0092B-C50C-407E-A947-70E740481C1C}">
                  <a14:useLocalDpi xmlns:a14="http://schemas.microsoft.com/office/drawing/2010/main" val="0"/>
                </a:ext>
              </a:extLst>
            </a:blip>
            <a:srcRect l="8978" t="22607" r="76689" b="35800"/>
            <a:stretch>
              <a:fillRect/>
            </a:stretch>
          </p:blipFill>
          <p:spPr>
            <a:xfrm rot="16200000">
              <a:off x="5870692" y="1451330"/>
              <a:ext cx="1371648" cy="2240841"/>
            </a:xfrm>
            <a:prstGeom prst="rect">
              <a:avLst/>
            </a:prstGeom>
          </p:spPr>
        </p:pic>
      </p:grpSp>
      <p:grpSp>
        <p:nvGrpSpPr>
          <p:cNvPr id="13" name="组合 12"/>
          <p:cNvGrpSpPr/>
          <p:nvPr/>
        </p:nvGrpSpPr>
        <p:grpSpPr>
          <a:xfrm>
            <a:off x="2971800" y="2067525"/>
            <a:ext cx="3220445" cy="791563"/>
            <a:chOff x="2925135" y="2164213"/>
            <a:chExt cx="3220445" cy="791563"/>
          </a:xfrm>
        </p:grpSpPr>
        <p:sp>
          <p:nvSpPr>
            <p:cNvPr id="38" name="TextBox 37"/>
            <p:cNvSpPr txBox="1"/>
            <p:nvPr/>
          </p:nvSpPr>
          <p:spPr>
            <a:xfrm>
              <a:off x="2925135" y="2164213"/>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你</a:t>
              </a:r>
            </a:p>
          </p:txBody>
        </p:sp>
        <p:sp>
          <p:nvSpPr>
            <p:cNvPr id="39" name="TextBox 38"/>
            <p:cNvSpPr txBox="1"/>
            <p:nvPr/>
          </p:nvSpPr>
          <p:spPr>
            <a:xfrm>
              <a:off x="3724536" y="2164215"/>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的</a:t>
              </a:r>
            </a:p>
          </p:txBody>
        </p:sp>
        <p:sp>
          <p:nvSpPr>
            <p:cNvPr id="41" name="TextBox 40"/>
            <p:cNvSpPr txBox="1"/>
            <p:nvPr/>
          </p:nvSpPr>
          <p:spPr>
            <a:xfrm>
              <a:off x="4551800" y="2164214"/>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规</a:t>
              </a:r>
            </a:p>
          </p:txBody>
        </p:sp>
        <p:sp>
          <p:nvSpPr>
            <p:cNvPr id="42" name="TextBox 41"/>
            <p:cNvSpPr txBox="1"/>
            <p:nvPr/>
          </p:nvSpPr>
          <p:spPr>
            <a:xfrm>
              <a:off x="5401067" y="2186335"/>
              <a:ext cx="744513" cy="769441"/>
            </a:xfrm>
            <a:prstGeom prst="rect">
              <a:avLst/>
            </a:prstGeom>
            <a:noFill/>
          </p:spPr>
          <p:txBody>
            <a:bodyPr wrap="square" rtlCol="0">
              <a:spAutoFit/>
            </a:bodyPr>
            <a:lstStyle/>
            <a:p>
              <a:r>
                <a:rPr lang="zh-CN" altLang="en-US" sz="4400" dirty="0">
                  <a:solidFill>
                    <a:srgbClr val="F6E6B0"/>
                  </a:solidFill>
                  <a:latin typeface="方正粗宋简体" panose="03000509000000000000" pitchFamily="65" charset="-122"/>
                  <a:ea typeface="方正粗宋简体" panose="03000509000000000000" pitchFamily="65" charset="-122"/>
                </a:rPr>
                <a:t>划</a:t>
              </a:r>
            </a:p>
          </p:txBody>
        </p:sp>
      </p:grpSp>
      <p:sp>
        <p:nvSpPr>
          <p:cNvPr id="45" name="TextBox 44"/>
          <p:cNvSpPr txBox="1"/>
          <p:nvPr/>
        </p:nvSpPr>
        <p:spPr>
          <a:xfrm>
            <a:off x="3419872" y="1131590"/>
            <a:ext cx="2256681" cy="707886"/>
          </a:xfrm>
          <a:prstGeom prst="rect">
            <a:avLst/>
          </a:prstGeom>
          <a:noFill/>
        </p:spPr>
        <p:txBody>
          <a:bodyPr wrap="square" rtlCol="0">
            <a:spAutoFit/>
          </a:bodyPr>
          <a:lstStyle/>
          <a:p>
            <a:r>
              <a:rPr lang="zh-CN" altLang="en-US" sz="4000" dirty="0">
                <a:solidFill>
                  <a:srgbClr val="F6E6B0"/>
                </a:solidFill>
                <a:latin typeface="方正韵动中黑简体" panose="02000000000000000000" pitchFamily="2" charset="-122"/>
                <a:ea typeface="方正韵动中黑简体" panose="02000000000000000000" pitchFamily="2" charset="-122"/>
              </a:rPr>
              <a:t>章节</a:t>
            </a:r>
            <a:r>
              <a:rPr lang="en-US" altLang="zh-CN" sz="4000" dirty="0">
                <a:solidFill>
                  <a:srgbClr val="F6E6B0"/>
                </a:solidFill>
                <a:latin typeface="方正韵动中黑简体" panose="02000000000000000000" pitchFamily="2" charset="-122"/>
                <a:ea typeface="方正韵动中黑简体" panose="02000000000000000000" pitchFamily="2" charset="-122"/>
              </a:rPr>
              <a:t>·</a:t>
            </a:r>
            <a:r>
              <a:rPr lang="zh-CN" altLang="en-US" sz="4000" dirty="0">
                <a:solidFill>
                  <a:srgbClr val="F6E6B0"/>
                </a:solidFill>
                <a:latin typeface="方正韵动中黑简体" panose="02000000000000000000" pitchFamily="2" charset="-122"/>
                <a:ea typeface="方正韵动中黑简体" panose="02000000000000000000" pitchFamily="2" charset="-122"/>
              </a:rPr>
              <a:t>五</a:t>
            </a:r>
          </a:p>
        </p:txBody>
      </p:sp>
      <p:grpSp>
        <p:nvGrpSpPr>
          <p:cNvPr id="14" name="组合 13"/>
          <p:cNvGrpSpPr/>
          <p:nvPr/>
        </p:nvGrpSpPr>
        <p:grpSpPr>
          <a:xfrm>
            <a:off x="467544" y="3003797"/>
            <a:ext cx="8136904" cy="1714432"/>
            <a:chOff x="467544" y="3003797"/>
            <a:chExt cx="8136904" cy="1714432"/>
          </a:xfrm>
        </p:grpSpPr>
        <p:pic>
          <p:nvPicPr>
            <p:cNvPr id="9" name="图片 8"/>
            <p:cNvPicPr>
              <a:picLocks noChangeAspect="1"/>
            </p:cNvPicPr>
            <p:nvPr/>
          </p:nvPicPr>
          <p:blipFill rotWithShape="1">
            <a:blip r:embed="rId6" cstate="print">
              <a:extLst>
                <a:ext uri="{28A0092B-C50C-407E-A947-70E740481C1C}">
                  <a14:useLocalDpi xmlns:a14="http://schemas.microsoft.com/office/drawing/2010/main" val="0"/>
                </a:ext>
              </a:extLst>
            </a:blip>
            <a:srcRect t="27717" b="37443"/>
            <a:stretch>
              <a:fillRect/>
            </a:stretch>
          </p:blipFill>
          <p:spPr>
            <a:xfrm>
              <a:off x="467544" y="3003797"/>
              <a:ext cx="4920977" cy="1714431"/>
            </a:xfrm>
            <a:prstGeom prst="rect">
              <a:avLst/>
            </a:prstGeom>
          </p:spPr>
        </p:pic>
        <p:pic>
          <p:nvPicPr>
            <p:cNvPr id="24" name="图片 23"/>
            <p:cNvPicPr>
              <a:picLocks noChangeAspect="1"/>
            </p:cNvPicPr>
            <p:nvPr/>
          </p:nvPicPr>
          <p:blipFill rotWithShape="1">
            <a:blip r:embed="rId7" cstate="print">
              <a:extLst>
                <a:ext uri="{28A0092B-C50C-407E-A947-70E740481C1C}">
                  <a14:useLocalDpi xmlns:a14="http://schemas.microsoft.com/office/drawing/2010/main" val="0"/>
                </a:ext>
              </a:extLst>
            </a:blip>
            <a:srcRect t="26940" r="7980" b="37748"/>
            <a:stretch>
              <a:fillRect/>
            </a:stretch>
          </p:blipFill>
          <p:spPr>
            <a:xfrm>
              <a:off x="4452417" y="3124947"/>
              <a:ext cx="4152031" cy="1593282"/>
            </a:xfrm>
            <a:prstGeom prst="rect">
              <a:avLst/>
            </a:prstGeom>
          </p:spPr>
        </p:pic>
        <p:sp>
          <p:nvSpPr>
            <p:cNvPr id="12" name="五角星 11"/>
            <p:cNvSpPr/>
            <p:nvPr/>
          </p:nvSpPr>
          <p:spPr>
            <a:xfrm>
              <a:off x="1331640" y="3527513"/>
              <a:ext cx="144016" cy="144016"/>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五角星 25"/>
            <p:cNvSpPr/>
            <p:nvPr/>
          </p:nvSpPr>
          <p:spPr>
            <a:xfrm>
              <a:off x="5762107" y="3599521"/>
              <a:ext cx="144016" cy="144016"/>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五角星 26"/>
            <p:cNvSpPr/>
            <p:nvPr/>
          </p:nvSpPr>
          <p:spPr>
            <a:xfrm>
              <a:off x="5436096" y="3491509"/>
              <a:ext cx="72008" cy="72008"/>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五角星 28"/>
            <p:cNvSpPr/>
            <p:nvPr/>
          </p:nvSpPr>
          <p:spPr>
            <a:xfrm>
              <a:off x="2060781" y="3413883"/>
              <a:ext cx="72008" cy="72008"/>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五角星 29"/>
            <p:cNvSpPr/>
            <p:nvPr/>
          </p:nvSpPr>
          <p:spPr>
            <a:xfrm>
              <a:off x="1605681" y="3795886"/>
              <a:ext cx="45719" cy="45719"/>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五角星 30"/>
            <p:cNvSpPr/>
            <p:nvPr/>
          </p:nvSpPr>
          <p:spPr>
            <a:xfrm>
              <a:off x="4211960" y="3124946"/>
              <a:ext cx="45719" cy="45719"/>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五角星 31"/>
            <p:cNvSpPr/>
            <p:nvPr/>
          </p:nvSpPr>
          <p:spPr>
            <a:xfrm>
              <a:off x="8100392" y="3843087"/>
              <a:ext cx="45719" cy="45719"/>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五角星 32"/>
            <p:cNvSpPr/>
            <p:nvPr/>
          </p:nvSpPr>
          <p:spPr>
            <a:xfrm>
              <a:off x="7956376" y="3206818"/>
              <a:ext cx="144016" cy="144016"/>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五角星 33"/>
            <p:cNvSpPr/>
            <p:nvPr/>
          </p:nvSpPr>
          <p:spPr>
            <a:xfrm>
              <a:off x="3537984" y="3374854"/>
              <a:ext cx="72008" cy="72008"/>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五角星 39"/>
            <p:cNvSpPr/>
            <p:nvPr/>
          </p:nvSpPr>
          <p:spPr>
            <a:xfrm>
              <a:off x="4824214" y="3561518"/>
              <a:ext cx="45719" cy="45719"/>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五角星 46"/>
            <p:cNvSpPr/>
            <p:nvPr/>
          </p:nvSpPr>
          <p:spPr>
            <a:xfrm>
              <a:off x="683568" y="3948285"/>
              <a:ext cx="45719" cy="45719"/>
            </a:xfrm>
            <a:prstGeom prst="star5">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spd="slow" advTm="4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anim calcmode="lin" valueType="num">
                                      <p:cBhvr>
                                        <p:cTn id="8" dur="500" fill="hold"/>
                                        <p:tgtEl>
                                          <p:spTgt spid="45"/>
                                        </p:tgtEl>
                                        <p:attrNameLst>
                                          <p:attrName>ppt_x</p:attrName>
                                        </p:attrNameLst>
                                      </p:cBhvr>
                                      <p:tavLst>
                                        <p:tav tm="0">
                                          <p:val>
                                            <p:strVal val="#ppt_x"/>
                                          </p:val>
                                        </p:tav>
                                        <p:tav tm="100000">
                                          <p:val>
                                            <p:strVal val="#ppt_x"/>
                                          </p:val>
                                        </p:tav>
                                      </p:tavLst>
                                    </p:anim>
                                    <p:anim calcmode="lin" valueType="num">
                                      <p:cBhvr>
                                        <p:cTn id="9" dur="500" fill="hold"/>
                                        <p:tgtEl>
                                          <p:spTgt spid="45"/>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par>
                          <p:cTn id="13" fill="hold">
                            <p:stCondLst>
                              <p:cond delay="500"/>
                            </p:stCondLst>
                            <p:childTnLst>
                              <p:par>
                                <p:cTn id="14" presetID="42" presetClass="entr" presetSubtype="0"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anim calcmode="lin" valueType="num">
                                      <p:cBhvr>
                                        <p:cTn id="17" dur="500" fill="hold"/>
                                        <p:tgtEl>
                                          <p:spTgt spid="3"/>
                                        </p:tgtEl>
                                        <p:attrNameLst>
                                          <p:attrName>ppt_x</p:attrName>
                                        </p:attrNameLst>
                                      </p:cBhvr>
                                      <p:tavLst>
                                        <p:tav tm="0">
                                          <p:val>
                                            <p:strVal val="#ppt_x"/>
                                          </p:val>
                                        </p:tav>
                                        <p:tav tm="100000">
                                          <p:val>
                                            <p:strVal val="#ppt_x"/>
                                          </p:val>
                                        </p:tav>
                                      </p:tavLst>
                                    </p:anim>
                                    <p:anim calcmode="lin" valueType="num">
                                      <p:cBhvr>
                                        <p:cTn id="18" dur="500" fill="hold"/>
                                        <p:tgtEl>
                                          <p:spTgt spid="3"/>
                                        </p:tgtEl>
                                        <p:attrNameLst>
                                          <p:attrName>ppt_y</p:attrName>
                                        </p:attrNameLst>
                                      </p:cBhvr>
                                      <p:tavLst>
                                        <p:tav tm="0">
                                          <p:val>
                                            <p:strVal val="#ppt_y+.1"/>
                                          </p:val>
                                        </p:tav>
                                        <p:tav tm="100000">
                                          <p:val>
                                            <p:strVal val="#ppt_y"/>
                                          </p:val>
                                        </p:tav>
                                      </p:tavLst>
                                    </p:anim>
                                  </p:childTnLst>
                                </p:cTn>
                              </p:par>
                              <p:par>
                                <p:cTn id="19" presetID="47"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anim calcmode="lin" valueType="num">
                                      <p:cBhvr>
                                        <p:cTn id="22" dur="500" fill="hold"/>
                                        <p:tgtEl>
                                          <p:spTgt spid="13"/>
                                        </p:tgtEl>
                                        <p:attrNameLst>
                                          <p:attrName>ppt_x</p:attrName>
                                        </p:attrNameLst>
                                      </p:cBhvr>
                                      <p:tavLst>
                                        <p:tav tm="0">
                                          <p:val>
                                            <p:strVal val="#ppt_x"/>
                                          </p:val>
                                        </p:tav>
                                        <p:tav tm="100000">
                                          <p:val>
                                            <p:strVal val="#ppt_x"/>
                                          </p:val>
                                        </p:tav>
                                      </p:tavLst>
                                    </p:anim>
                                    <p:anim calcmode="lin" valueType="num">
                                      <p:cBhvr>
                                        <p:cTn id="23" dur="5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5536" y="483518"/>
            <a:ext cx="8208912" cy="4248472"/>
          </a:xfrm>
          <a:prstGeom prst="rect">
            <a:avLst/>
          </a:prstGeom>
          <a:solidFill>
            <a:srgbClr val="D433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l="32484" t="6601" r="32205" b="84197"/>
          <a:stretch>
            <a:fillRect/>
          </a:stretch>
        </p:blipFill>
        <p:spPr>
          <a:xfrm>
            <a:off x="2899792" y="267494"/>
            <a:ext cx="3328392" cy="488351"/>
          </a:xfrm>
          <a:prstGeom prst="rect">
            <a:avLst/>
          </a:prstGeom>
        </p:spPr>
      </p:pic>
      <p:grpSp>
        <p:nvGrpSpPr>
          <p:cNvPr id="5" name="组合 4"/>
          <p:cNvGrpSpPr/>
          <p:nvPr/>
        </p:nvGrpSpPr>
        <p:grpSpPr>
          <a:xfrm>
            <a:off x="236612" y="339502"/>
            <a:ext cx="8670776" cy="4594860"/>
            <a:chOff x="236612" y="339502"/>
            <a:chExt cx="8670776" cy="4594860"/>
          </a:xfrm>
        </p:grpSpPr>
        <p:pic>
          <p:nvPicPr>
            <p:cNvPr id="6" name="图片 5"/>
            <p:cNvPicPr>
              <a:picLocks noChangeAspect="1"/>
            </p:cNvPicPr>
            <p:nvPr/>
          </p:nvPicPr>
          <p:blipFill rotWithShape="1">
            <a:blip r:embed="rId4" cstate="print">
              <a:extLst>
                <a:ext uri="{28A0092B-C50C-407E-A947-70E740481C1C}">
                  <a14:useLocalDpi xmlns:a14="http://schemas.microsoft.com/office/drawing/2010/main" val="0"/>
                </a:ext>
              </a:extLst>
            </a:blip>
            <a:srcRect l="2958" t="7556" r="67104" b="3111"/>
            <a:stretch>
              <a:fillRect/>
            </a:stretch>
          </p:blipFill>
          <p:spPr>
            <a:xfrm>
              <a:off x="236612" y="339502"/>
              <a:ext cx="2735188" cy="4594860"/>
            </a:xfrm>
            <a:prstGeom prst="rect">
              <a:avLst/>
            </a:prstGeom>
          </p:spPr>
        </p:pic>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l="11108" t="7556" r="58258" b="3111"/>
            <a:stretch>
              <a:fillRect/>
            </a:stretch>
          </p:blipFill>
          <p:spPr>
            <a:xfrm>
              <a:off x="6108700" y="339502"/>
              <a:ext cx="2798688" cy="4594860"/>
            </a:xfrm>
            <a:prstGeom prst="rect">
              <a:avLst/>
            </a:prstGeom>
          </p:spPr>
        </p:pic>
        <p:sp>
          <p:nvSpPr>
            <p:cNvPr id="8" name="矩形 7"/>
            <p:cNvSpPr/>
            <p:nvPr/>
          </p:nvSpPr>
          <p:spPr>
            <a:xfrm>
              <a:off x="2971800" y="4718228"/>
              <a:ext cx="3136900" cy="45719"/>
            </a:xfrm>
            <a:prstGeom prst="rect">
              <a:avLst/>
            </a:prstGeom>
            <a:solidFill>
              <a:srgbClr val="2E4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TextBox 44"/>
          <p:cNvSpPr txBox="1"/>
          <p:nvPr/>
        </p:nvSpPr>
        <p:spPr>
          <a:xfrm>
            <a:off x="3635896" y="834847"/>
            <a:ext cx="1944216" cy="584775"/>
          </a:xfrm>
          <a:prstGeom prst="rect">
            <a:avLst/>
          </a:prstGeom>
          <a:noFill/>
        </p:spPr>
        <p:txBody>
          <a:bodyPr wrap="square" rtlCol="0">
            <a:spAutoFit/>
          </a:bodyPr>
          <a:lstStyle/>
          <a:p>
            <a:r>
              <a:rPr lang="zh-CN" altLang="en-US" sz="3200" dirty="0">
                <a:solidFill>
                  <a:srgbClr val="F6E6B0"/>
                </a:solidFill>
                <a:latin typeface="方正韵动中黑简体" panose="02000000000000000000" pitchFamily="2" charset="-122"/>
                <a:ea typeface="方正韵动中黑简体" panose="02000000000000000000" pitchFamily="2" charset="-122"/>
              </a:rPr>
              <a:t>你的规划</a:t>
            </a:r>
          </a:p>
        </p:txBody>
      </p:sp>
      <p:grpSp>
        <p:nvGrpSpPr>
          <p:cNvPr id="10" name="组合 9"/>
          <p:cNvGrpSpPr/>
          <p:nvPr/>
        </p:nvGrpSpPr>
        <p:grpSpPr>
          <a:xfrm>
            <a:off x="827584" y="1635646"/>
            <a:ext cx="7344816" cy="504056"/>
            <a:chOff x="827584" y="1707654"/>
            <a:chExt cx="2952328" cy="504056"/>
          </a:xfrm>
        </p:grpSpPr>
        <p:sp>
          <p:nvSpPr>
            <p:cNvPr id="11" name="矩形 10"/>
            <p:cNvSpPr/>
            <p:nvPr/>
          </p:nvSpPr>
          <p:spPr>
            <a:xfrm>
              <a:off x="827584" y="1727680"/>
              <a:ext cx="2952328" cy="484030"/>
            </a:xfrm>
            <a:prstGeom prst="rect">
              <a:avLst/>
            </a:prstGeom>
            <a:solidFill>
              <a:srgbClr val="F6E6B0"/>
            </a:solidFill>
            <a:ln>
              <a:solidFill>
                <a:srgbClr val="F6E6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11"/>
            <p:cNvSpPr txBox="1"/>
            <p:nvPr/>
          </p:nvSpPr>
          <p:spPr>
            <a:xfrm>
              <a:off x="827584" y="1707654"/>
              <a:ext cx="2668532" cy="461665"/>
            </a:xfrm>
            <a:prstGeom prst="rect">
              <a:avLst/>
            </a:prstGeom>
            <a:noFill/>
          </p:spPr>
          <p:txBody>
            <a:bodyPr wrap="square" rtlCol="0">
              <a:spAutoFit/>
            </a:bodyPr>
            <a:lstStyle/>
            <a:p>
              <a:r>
                <a:rPr lang="en-US" altLang="zh-CN" sz="2400" b="1" dirty="0">
                  <a:solidFill>
                    <a:srgbClr val="2E4C6E"/>
                  </a:solidFill>
                  <a:latin typeface="华文细黑" panose="02010600040101010101" pitchFamily="2" charset="-122"/>
                  <a:ea typeface="华文细黑" panose="02010600040101010101" pitchFamily="2" charset="-122"/>
                </a:rPr>
                <a:t>1/</a:t>
              </a:r>
              <a:r>
                <a:rPr lang="zh-CN" altLang="en-US" sz="2400" b="1" dirty="0">
                  <a:solidFill>
                    <a:srgbClr val="2E4C6E"/>
                  </a:solidFill>
                  <a:latin typeface="华文细黑" panose="02010600040101010101" pitchFamily="2" charset="-122"/>
                  <a:ea typeface="华文细黑" panose="02010600040101010101" pitchFamily="2" charset="-122"/>
                </a:rPr>
                <a:t>如果能重来，你怎样规划你的大学生活？</a:t>
              </a:r>
            </a:p>
          </p:txBody>
        </p:sp>
      </p:grpSp>
      <p:grpSp>
        <p:nvGrpSpPr>
          <p:cNvPr id="13" name="组合 12"/>
          <p:cNvGrpSpPr/>
          <p:nvPr/>
        </p:nvGrpSpPr>
        <p:grpSpPr>
          <a:xfrm>
            <a:off x="827584" y="2460833"/>
            <a:ext cx="7344816" cy="504056"/>
            <a:chOff x="827584" y="1707654"/>
            <a:chExt cx="3024336" cy="504056"/>
          </a:xfrm>
        </p:grpSpPr>
        <p:sp>
          <p:nvSpPr>
            <p:cNvPr id="14" name="矩形 13"/>
            <p:cNvSpPr/>
            <p:nvPr/>
          </p:nvSpPr>
          <p:spPr>
            <a:xfrm>
              <a:off x="827584" y="1727680"/>
              <a:ext cx="3024336" cy="484030"/>
            </a:xfrm>
            <a:prstGeom prst="rect">
              <a:avLst/>
            </a:prstGeom>
            <a:solidFill>
              <a:srgbClr val="F6E6B0"/>
            </a:solidFill>
            <a:ln>
              <a:solidFill>
                <a:srgbClr val="F6E6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14"/>
            <p:cNvSpPr txBox="1"/>
            <p:nvPr/>
          </p:nvSpPr>
          <p:spPr>
            <a:xfrm>
              <a:off x="827584" y="1707654"/>
              <a:ext cx="3024336" cy="461665"/>
            </a:xfrm>
            <a:prstGeom prst="rect">
              <a:avLst/>
            </a:prstGeom>
            <a:noFill/>
          </p:spPr>
          <p:txBody>
            <a:bodyPr wrap="square" rtlCol="0">
              <a:spAutoFit/>
            </a:bodyPr>
            <a:lstStyle/>
            <a:p>
              <a:r>
                <a:rPr lang="en-US" altLang="zh-CN" sz="2400" b="1" dirty="0">
                  <a:solidFill>
                    <a:srgbClr val="2E4C6E"/>
                  </a:solidFill>
                  <a:latin typeface="华文细黑" panose="02010600040101010101" pitchFamily="2" charset="-122"/>
                  <a:ea typeface="华文细黑" panose="02010600040101010101" pitchFamily="2" charset="-122"/>
                </a:rPr>
                <a:t>2/</a:t>
              </a:r>
              <a:r>
                <a:rPr lang="zh-CN" altLang="en-US" sz="2400" b="1" dirty="0">
                  <a:solidFill>
                    <a:srgbClr val="2E4C6E"/>
                  </a:solidFill>
                  <a:latin typeface="华文细黑" panose="02010600040101010101" pitchFamily="2" charset="-122"/>
                  <a:ea typeface="华文细黑" panose="02010600040101010101" pitchFamily="2" charset="-122"/>
                </a:rPr>
                <a:t>生活是不能重来的，你怎样对今后的生活做出规划？</a:t>
              </a:r>
            </a:p>
          </p:txBody>
        </p:sp>
      </p:grpSp>
      <p:grpSp>
        <p:nvGrpSpPr>
          <p:cNvPr id="16" name="组合 15"/>
          <p:cNvGrpSpPr/>
          <p:nvPr/>
        </p:nvGrpSpPr>
        <p:grpSpPr>
          <a:xfrm>
            <a:off x="827584" y="3291830"/>
            <a:ext cx="7344816" cy="504056"/>
            <a:chOff x="827584" y="1707654"/>
            <a:chExt cx="3024336" cy="504056"/>
          </a:xfrm>
        </p:grpSpPr>
        <p:sp>
          <p:nvSpPr>
            <p:cNvPr id="17" name="矩形 16"/>
            <p:cNvSpPr/>
            <p:nvPr/>
          </p:nvSpPr>
          <p:spPr>
            <a:xfrm>
              <a:off x="827584" y="1727680"/>
              <a:ext cx="3024336" cy="484030"/>
            </a:xfrm>
            <a:prstGeom prst="rect">
              <a:avLst/>
            </a:prstGeom>
            <a:solidFill>
              <a:srgbClr val="F6E6B0"/>
            </a:solidFill>
            <a:ln>
              <a:solidFill>
                <a:srgbClr val="F6E6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extBox 17"/>
            <p:cNvSpPr txBox="1"/>
            <p:nvPr/>
          </p:nvSpPr>
          <p:spPr>
            <a:xfrm>
              <a:off x="827584" y="1707654"/>
              <a:ext cx="3024336" cy="461665"/>
            </a:xfrm>
            <a:prstGeom prst="rect">
              <a:avLst/>
            </a:prstGeom>
            <a:noFill/>
          </p:spPr>
          <p:txBody>
            <a:bodyPr wrap="square" rtlCol="0">
              <a:spAutoFit/>
            </a:bodyPr>
            <a:lstStyle/>
            <a:p>
              <a:r>
                <a:rPr lang="en-US" altLang="zh-CN" sz="2400" b="1" dirty="0">
                  <a:solidFill>
                    <a:srgbClr val="2E4C6E"/>
                  </a:solidFill>
                  <a:latin typeface="华文细黑" panose="02010600040101010101" pitchFamily="2" charset="-122"/>
                  <a:ea typeface="华文细黑" panose="02010600040101010101" pitchFamily="2" charset="-122"/>
                </a:rPr>
                <a:t>3/</a:t>
              </a:r>
              <a:r>
                <a:rPr lang="zh-CN" altLang="en-US" sz="2400" b="1" dirty="0">
                  <a:solidFill>
                    <a:srgbClr val="2E4C6E"/>
                  </a:solidFill>
                  <a:latin typeface="华文细黑" panose="02010600040101010101" pitchFamily="2" charset="-122"/>
                  <a:ea typeface="华文细黑" panose="02010600040101010101" pitchFamily="2" charset="-122"/>
                </a:rPr>
                <a:t>你的梦想是什么？</a:t>
              </a:r>
            </a:p>
          </p:txBody>
        </p:sp>
      </p:grpSp>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anim calcmode="lin" valueType="num">
                                      <p:cBhvr>
                                        <p:cTn id="8" dur="500" fill="hold"/>
                                        <p:tgtEl>
                                          <p:spTgt spid="45"/>
                                        </p:tgtEl>
                                        <p:attrNameLst>
                                          <p:attrName>ppt_x</p:attrName>
                                        </p:attrNameLst>
                                      </p:cBhvr>
                                      <p:tavLst>
                                        <p:tav tm="0">
                                          <p:val>
                                            <p:strVal val="#ppt_x"/>
                                          </p:val>
                                        </p:tav>
                                        <p:tav tm="100000">
                                          <p:val>
                                            <p:strVal val="#ppt_x"/>
                                          </p:val>
                                        </p:tav>
                                      </p:tavLst>
                                    </p:anim>
                                    <p:anim calcmode="lin" valueType="num">
                                      <p:cBhvr>
                                        <p:cTn id="9" dur="500" fill="hold"/>
                                        <p:tgtEl>
                                          <p:spTgt spid="45"/>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par>
                          <p:cTn id="18" fill="hold">
                            <p:stCondLst>
                              <p:cond delay="1500"/>
                            </p:stCondLst>
                            <p:childTnLst>
                              <p:par>
                                <p:cTn id="19" presetID="10" presetClass="entr" presetSubtype="0" fill="hold" nodeType="after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5536" y="483518"/>
            <a:ext cx="8208912" cy="4248472"/>
          </a:xfrm>
          <a:prstGeom prst="rect">
            <a:avLst/>
          </a:prstGeom>
          <a:solidFill>
            <a:srgbClr val="D433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l="32484" t="6601" r="32205" b="84197"/>
          <a:stretch>
            <a:fillRect/>
          </a:stretch>
        </p:blipFill>
        <p:spPr>
          <a:xfrm>
            <a:off x="2899792" y="267494"/>
            <a:ext cx="3328392" cy="488351"/>
          </a:xfrm>
          <a:prstGeom prst="rect">
            <a:avLst/>
          </a:prstGeom>
        </p:spPr>
      </p:pic>
      <p:grpSp>
        <p:nvGrpSpPr>
          <p:cNvPr id="5" name="组合 4"/>
          <p:cNvGrpSpPr/>
          <p:nvPr/>
        </p:nvGrpSpPr>
        <p:grpSpPr>
          <a:xfrm>
            <a:off x="236612" y="339502"/>
            <a:ext cx="8670776" cy="4594860"/>
            <a:chOff x="236612" y="339502"/>
            <a:chExt cx="8670776" cy="4594860"/>
          </a:xfrm>
        </p:grpSpPr>
        <p:pic>
          <p:nvPicPr>
            <p:cNvPr id="6" name="图片 5"/>
            <p:cNvPicPr>
              <a:picLocks noChangeAspect="1"/>
            </p:cNvPicPr>
            <p:nvPr/>
          </p:nvPicPr>
          <p:blipFill rotWithShape="1">
            <a:blip r:embed="rId4" cstate="print">
              <a:extLst>
                <a:ext uri="{28A0092B-C50C-407E-A947-70E740481C1C}">
                  <a14:useLocalDpi xmlns:a14="http://schemas.microsoft.com/office/drawing/2010/main" val="0"/>
                </a:ext>
              </a:extLst>
            </a:blip>
            <a:srcRect l="2958" t="7556" r="67104" b="3111"/>
            <a:stretch>
              <a:fillRect/>
            </a:stretch>
          </p:blipFill>
          <p:spPr>
            <a:xfrm>
              <a:off x="236612" y="339502"/>
              <a:ext cx="2735188" cy="4594860"/>
            </a:xfrm>
            <a:prstGeom prst="rect">
              <a:avLst/>
            </a:prstGeom>
          </p:spPr>
        </p:pic>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l="11108" t="7556" r="58258" b="3111"/>
            <a:stretch>
              <a:fillRect/>
            </a:stretch>
          </p:blipFill>
          <p:spPr>
            <a:xfrm>
              <a:off x="6108700" y="339502"/>
              <a:ext cx="2798688" cy="4594860"/>
            </a:xfrm>
            <a:prstGeom prst="rect">
              <a:avLst/>
            </a:prstGeom>
          </p:spPr>
        </p:pic>
        <p:sp>
          <p:nvSpPr>
            <p:cNvPr id="8" name="矩形 7"/>
            <p:cNvSpPr/>
            <p:nvPr/>
          </p:nvSpPr>
          <p:spPr>
            <a:xfrm>
              <a:off x="2971800" y="4718228"/>
              <a:ext cx="3136900" cy="45719"/>
            </a:xfrm>
            <a:prstGeom prst="rect">
              <a:avLst/>
            </a:prstGeom>
            <a:solidFill>
              <a:srgbClr val="2E4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TextBox 44"/>
          <p:cNvSpPr txBox="1"/>
          <p:nvPr/>
        </p:nvSpPr>
        <p:spPr>
          <a:xfrm>
            <a:off x="3635896" y="834847"/>
            <a:ext cx="1944216" cy="584775"/>
          </a:xfrm>
          <a:prstGeom prst="rect">
            <a:avLst/>
          </a:prstGeom>
          <a:noFill/>
        </p:spPr>
        <p:txBody>
          <a:bodyPr wrap="square" rtlCol="0">
            <a:spAutoFit/>
          </a:bodyPr>
          <a:lstStyle/>
          <a:p>
            <a:r>
              <a:rPr lang="zh-CN" altLang="en-US" sz="3200" dirty="0">
                <a:solidFill>
                  <a:srgbClr val="F6E6B0"/>
                </a:solidFill>
                <a:latin typeface="方正韵动中黑简体" panose="02000000000000000000" pitchFamily="2" charset="-122"/>
                <a:ea typeface="方正韵动中黑简体" panose="02000000000000000000" pitchFamily="2" charset="-122"/>
              </a:rPr>
              <a:t>你的规划</a:t>
            </a:r>
          </a:p>
        </p:txBody>
      </p:sp>
      <p:grpSp>
        <p:nvGrpSpPr>
          <p:cNvPr id="10" name="组合 9"/>
          <p:cNvGrpSpPr/>
          <p:nvPr/>
        </p:nvGrpSpPr>
        <p:grpSpPr>
          <a:xfrm>
            <a:off x="827584" y="1635646"/>
            <a:ext cx="7344816" cy="504056"/>
            <a:chOff x="827584" y="1707654"/>
            <a:chExt cx="2952328" cy="504056"/>
          </a:xfrm>
        </p:grpSpPr>
        <p:sp>
          <p:nvSpPr>
            <p:cNvPr id="11" name="矩形 10"/>
            <p:cNvSpPr/>
            <p:nvPr/>
          </p:nvSpPr>
          <p:spPr>
            <a:xfrm>
              <a:off x="827584" y="1727680"/>
              <a:ext cx="2952328" cy="484030"/>
            </a:xfrm>
            <a:prstGeom prst="rect">
              <a:avLst/>
            </a:prstGeom>
            <a:solidFill>
              <a:srgbClr val="F6E6B0"/>
            </a:solidFill>
            <a:ln>
              <a:solidFill>
                <a:srgbClr val="F6E6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11"/>
            <p:cNvSpPr txBox="1"/>
            <p:nvPr/>
          </p:nvSpPr>
          <p:spPr>
            <a:xfrm>
              <a:off x="827584" y="1707654"/>
              <a:ext cx="2668532" cy="461665"/>
            </a:xfrm>
            <a:prstGeom prst="rect">
              <a:avLst/>
            </a:prstGeom>
            <a:noFill/>
          </p:spPr>
          <p:txBody>
            <a:bodyPr wrap="square" rtlCol="0">
              <a:spAutoFit/>
            </a:bodyPr>
            <a:lstStyle/>
            <a:p>
              <a:r>
                <a:rPr lang="en-US" altLang="zh-CN" sz="2400" b="1" dirty="0">
                  <a:solidFill>
                    <a:srgbClr val="2E4C6E"/>
                  </a:solidFill>
                  <a:latin typeface="华文细黑" panose="02010600040101010101" pitchFamily="2" charset="-122"/>
                  <a:ea typeface="华文细黑" panose="02010600040101010101" pitchFamily="2" charset="-122"/>
                </a:rPr>
                <a:t>4/</a:t>
              </a:r>
              <a:r>
                <a:rPr lang="zh-CN" altLang="en-US" sz="2400" b="1" dirty="0">
                  <a:solidFill>
                    <a:srgbClr val="2E4C6E"/>
                  </a:solidFill>
                  <a:latin typeface="华文细黑" panose="02010600040101010101" pitchFamily="2" charset="-122"/>
                  <a:ea typeface="华文细黑" panose="02010600040101010101" pitchFamily="2" charset="-122"/>
                </a:rPr>
                <a:t>为了实现梦想，你会怎么做？</a:t>
              </a:r>
            </a:p>
          </p:txBody>
        </p:sp>
      </p:grpSp>
      <p:grpSp>
        <p:nvGrpSpPr>
          <p:cNvPr id="13" name="组合 12"/>
          <p:cNvGrpSpPr/>
          <p:nvPr/>
        </p:nvGrpSpPr>
        <p:grpSpPr>
          <a:xfrm>
            <a:off x="827584" y="2460833"/>
            <a:ext cx="7344816" cy="504056"/>
            <a:chOff x="827584" y="1707654"/>
            <a:chExt cx="3024336" cy="504056"/>
          </a:xfrm>
        </p:grpSpPr>
        <p:sp>
          <p:nvSpPr>
            <p:cNvPr id="14" name="矩形 13"/>
            <p:cNvSpPr/>
            <p:nvPr/>
          </p:nvSpPr>
          <p:spPr>
            <a:xfrm>
              <a:off x="827584" y="1727680"/>
              <a:ext cx="3024336" cy="484030"/>
            </a:xfrm>
            <a:prstGeom prst="rect">
              <a:avLst/>
            </a:prstGeom>
            <a:solidFill>
              <a:srgbClr val="F6E6B0"/>
            </a:solidFill>
            <a:ln>
              <a:solidFill>
                <a:srgbClr val="F6E6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14"/>
            <p:cNvSpPr txBox="1"/>
            <p:nvPr/>
          </p:nvSpPr>
          <p:spPr>
            <a:xfrm>
              <a:off x="827584" y="1707654"/>
              <a:ext cx="3024336" cy="461665"/>
            </a:xfrm>
            <a:prstGeom prst="rect">
              <a:avLst/>
            </a:prstGeom>
            <a:noFill/>
          </p:spPr>
          <p:txBody>
            <a:bodyPr wrap="square" rtlCol="0">
              <a:spAutoFit/>
            </a:bodyPr>
            <a:lstStyle/>
            <a:p>
              <a:r>
                <a:rPr lang="en-US" altLang="zh-CN" sz="2400" b="1" dirty="0">
                  <a:solidFill>
                    <a:srgbClr val="2E4C6E"/>
                  </a:solidFill>
                  <a:latin typeface="华文细黑" panose="02010600040101010101" pitchFamily="2" charset="-122"/>
                  <a:ea typeface="华文细黑" panose="02010600040101010101" pitchFamily="2" charset="-122"/>
                </a:rPr>
                <a:t>5/</a:t>
              </a:r>
              <a:r>
                <a:rPr lang="zh-CN" altLang="en-US" sz="2400" b="1" dirty="0">
                  <a:solidFill>
                    <a:srgbClr val="2E4C6E"/>
                  </a:solidFill>
                  <a:latin typeface="华文细黑" panose="02010600040101010101" pitchFamily="2" charset="-122"/>
                  <a:ea typeface="华文细黑" panose="02010600040101010101" pitchFamily="2" charset="-122"/>
                </a:rPr>
                <a:t>往后的大学生涯中，你如何做好自己的规划？</a:t>
              </a:r>
            </a:p>
          </p:txBody>
        </p:sp>
      </p:grpSp>
      <p:grpSp>
        <p:nvGrpSpPr>
          <p:cNvPr id="16" name="组合 15"/>
          <p:cNvGrpSpPr/>
          <p:nvPr/>
        </p:nvGrpSpPr>
        <p:grpSpPr>
          <a:xfrm>
            <a:off x="827584" y="3291830"/>
            <a:ext cx="7344816" cy="504056"/>
            <a:chOff x="827584" y="1707654"/>
            <a:chExt cx="3024336" cy="504056"/>
          </a:xfrm>
        </p:grpSpPr>
        <p:sp>
          <p:nvSpPr>
            <p:cNvPr id="17" name="矩形 16"/>
            <p:cNvSpPr/>
            <p:nvPr/>
          </p:nvSpPr>
          <p:spPr>
            <a:xfrm>
              <a:off x="827584" y="1727680"/>
              <a:ext cx="3024336" cy="484030"/>
            </a:xfrm>
            <a:prstGeom prst="rect">
              <a:avLst/>
            </a:prstGeom>
            <a:solidFill>
              <a:srgbClr val="F6E6B0"/>
            </a:solidFill>
            <a:ln>
              <a:solidFill>
                <a:srgbClr val="F6E6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extBox 17"/>
            <p:cNvSpPr txBox="1"/>
            <p:nvPr/>
          </p:nvSpPr>
          <p:spPr>
            <a:xfrm>
              <a:off x="827584" y="1707654"/>
              <a:ext cx="3024336" cy="461665"/>
            </a:xfrm>
            <a:prstGeom prst="rect">
              <a:avLst/>
            </a:prstGeom>
            <a:noFill/>
          </p:spPr>
          <p:txBody>
            <a:bodyPr wrap="square" rtlCol="0">
              <a:spAutoFit/>
            </a:bodyPr>
            <a:lstStyle/>
            <a:p>
              <a:r>
                <a:rPr lang="en-US" altLang="zh-CN" sz="2400" b="1" dirty="0">
                  <a:solidFill>
                    <a:srgbClr val="2E4C6E"/>
                  </a:solidFill>
                  <a:latin typeface="华文细黑" panose="02010600040101010101" pitchFamily="2" charset="-122"/>
                  <a:ea typeface="华文细黑" panose="02010600040101010101" pitchFamily="2" charset="-122"/>
                </a:rPr>
                <a:t>6/</a:t>
              </a:r>
              <a:r>
                <a:rPr lang="zh-CN" altLang="en-US" sz="2400" b="1" dirty="0">
                  <a:solidFill>
                    <a:srgbClr val="2E4C6E"/>
                  </a:solidFill>
                  <a:latin typeface="华文细黑" panose="02010600040101010101" pitchFamily="2" charset="-122"/>
                  <a:ea typeface="华文细黑" panose="02010600040101010101" pitchFamily="2" charset="-122"/>
                </a:rPr>
                <a:t>你对学校</a:t>
              </a:r>
              <a:r>
                <a:rPr lang="en-US" altLang="zh-CN" sz="2400" b="1" dirty="0">
                  <a:solidFill>
                    <a:srgbClr val="2E4C6E"/>
                  </a:solidFill>
                  <a:latin typeface="华文细黑" panose="02010600040101010101" pitchFamily="2" charset="-122"/>
                  <a:ea typeface="华文细黑" panose="02010600040101010101" pitchFamily="2" charset="-122"/>
                </a:rPr>
                <a:t>/</a:t>
              </a:r>
              <a:r>
                <a:rPr lang="zh-CN" altLang="en-US" sz="2400" b="1" dirty="0">
                  <a:solidFill>
                    <a:srgbClr val="2E4C6E"/>
                  </a:solidFill>
                  <a:latin typeface="华文细黑" panose="02010600040101010101" pitchFamily="2" charset="-122"/>
                  <a:ea typeface="华文细黑" panose="02010600040101010101" pitchFamily="2" charset="-122"/>
                </a:rPr>
                <a:t>老师</a:t>
              </a:r>
              <a:r>
                <a:rPr lang="en-US" altLang="zh-CN" sz="2400" b="1" dirty="0">
                  <a:solidFill>
                    <a:srgbClr val="2E4C6E"/>
                  </a:solidFill>
                  <a:latin typeface="华文细黑" panose="02010600040101010101" pitchFamily="2" charset="-122"/>
                  <a:ea typeface="华文细黑" panose="02010600040101010101" pitchFamily="2" charset="-122"/>
                </a:rPr>
                <a:t>/</a:t>
              </a:r>
              <a:r>
                <a:rPr lang="zh-CN" altLang="en-US" sz="2400" b="1" dirty="0">
                  <a:solidFill>
                    <a:srgbClr val="2E4C6E"/>
                  </a:solidFill>
                  <a:latin typeface="华文细黑" panose="02010600040101010101" pitchFamily="2" charset="-122"/>
                  <a:ea typeface="华文细黑" panose="02010600040101010101" pitchFamily="2" charset="-122"/>
                </a:rPr>
                <a:t>同学</a:t>
              </a:r>
              <a:r>
                <a:rPr lang="en-US" altLang="zh-CN" sz="2400" b="1" dirty="0">
                  <a:solidFill>
                    <a:srgbClr val="2E4C6E"/>
                  </a:solidFill>
                  <a:latin typeface="华文细黑" panose="02010600040101010101" pitchFamily="2" charset="-122"/>
                  <a:ea typeface="华文细黑" panose="02010600040101010101" pitchFamily="2" charset="-122"/>
                </a:rPr>
                <a:t>/</a:t>
              </a:r>
              <a:r>
                <a:rPr lang="zh-CN" altLang="en-US" sz="2400" b="1" dirty="0">
                  <a:solidFill>
                    <a:srgbClr val="2E4C6E"/>
                  </a:solidFill>
                  <a:latin typeface="华文细黑" panose="02010600040101010101" pitchFamily="2" charset="-122"/>
                  <a:ea typeface="华文细黑" panose="02010600040101010101" pitchFamily="2" charset="-122"/>
                </a:rPr>
                <a:t>家长的期望是什么？</a:t>
              </a:r>
            </a:p>
          </p:txBody>
        </p:sp>
      </p:grpSp>
    </p:spTree>
  </p:cSld>
  <p:clrMapOvr>
    <a:masterClrMapping/>
  </p:clrMapOvr>
  <mc:AlternateContent xmlns:mc="http://schemas.openxmlformats.org/markup-compatibility/2006" xmlns:p14="http://schemas.microsoft.com/office/powerpoint/2010/main">
    <mc:Choice Requires="p14">
      <p:transition spd="slow" p14:dur="2000" advTm="4000"/>
    </mc:Choice>
    <mc:Fallback xmlns="">
      <p:transition spd="slow" advTm="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5536" y="483518"/>
            <a:ext cx="8208912" cy="4248472"/>
          </a:xfrm>
          <a:prstGeom prst="rect">
            <a:avLst/>
          </a:prstGeom>
          <a:solidFill>
            <a:srgbClr val="D433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rotWithShape="1">
          <a:blip r:embed="rId3" cstate="print">
            <a:biLevel thresh="75000"/>
            <a:extLst>
              <a:ext uri="{28A0092B-C50C-407E-A947-70E740481C1C}">
                <a14:useLocalDpi xmlns:a14="http://schemas.microsoft.com/office/drawing/2010/main" val="0"/>
              </a:ext>
            </a:extLst>
          </a:blip>
          <a:srcRect l="51807" t="13827" r="4543" b="6173"/>
          <a:stretch>
            <a:fillRect/>
          </a:stretch>
        </p:blipFill>
        <p:spPr>
          <a:xfrm>
            <a:off x="4616648" y="689198"/>
            <a:ext cx="3987800" cy="4114800"/>
          </a:xfrm>
          <a:prstGeom prst="rect">
            <a:avLst/>
          </a:prstGeom>
        </p:spPr>
      </p:pic>
      <p:pic>
        <p:nvPicPr>
          <p:cNvPr id="8" name="图片 7"/>
          <p:cNvPicPr>
            <a:picLocks noChangeAspect="1"/>
          </p:cNvPicPr>
          <p:nvPr/>
        </p:nvPicPr>
        <p:blipFill rotWithShape="1">
          <a:blip r:embed="rId4" cstate="print">
            <a:extLst>
              <a:ext uri="{28A0092B-C50C-407E-A947-70E740481C1C}">
                <a14:useLocalDpi xmlns:a14="http://schemas.microsoft.com/office/drawing/2010/main" val="0"/>
              </a:ext>
            </a:extLst>
          </a:blip>
          <a:srcRect l="32484" t="6601" r="32205" b="84197"/>
          <a:stretch>
            <a:fillRect/>
          </a:stretch>
        </p:blipFill>
        <p:spPr>
          <a:xfrm>
            <a:off x="2899792" y="267494"/>
            <a:ext cx="3328392" cy="488351"/>
          </a:xfrm>
          <a:prstGeom prst="rect">
            <a:avLst/>
          </a:prstGeom>
        </p:spPr>
      </p:pic>
      <p:grpSp>
        <p:nvGrpSpPr>
          <p:cNvPr id="10" name="组合 9"/>
          <p:cNvGrpSpPr/>
          <p:nvPr/>
        </p:nvGrpSpPr>
        <p:grpSpPr>
          <a:xfrm>
            <a:off x="236612" y="339502"/>
            <a:ext cx="8670776" cy="4594860"/>
            <a:chOff x="236612" y="339502"/>
            <a:chExt cx="8670776" cy="4594860"/>
          </a:xfrm>
        </p:grpSpPr>
        <p:pic>
          <p:nvPicPr>
            <p:cNvPr id="5" name="图片 4"/>
            <p:cNvPicPr>
              <a:picLocks noChangeAspect="1"/>
            </p:cNvPicPr>
            <p:nvPr/>
          </p:nvPicPr>
          <p:blipFill rotWithShape="1">
            <a:blip r:embed="rId5" cstate="print">
              <a:extLst>
                <a:ext uri="{28A0092B-C50C-407E-A947-70E740481C1C}">
                  <a14:useLocalDpi xmlns:a14="http://schemas.microsoft.com/office/drawing/2010/main" val="0"/>
                </a:ext>
              </a:extLst>
            </a:blip>
            <a:srcRect l="2958" t="7556" r="67104" b="3111"/>
            <a:stretch>
              <a:fillRect/>
            </a:stretch>
          </p:blipFill>
          <p:spPr>
            <a:xfrm>
              <a:off x="236612" y="339502"/>
              <a:ext cx="2735188" cy="4594860"/>
            </a:xfrm>
            <a:prstGeom prst="rect">
              <a:avLst/>
            </a:prstGeom>
          </p:spPr>
        </p:pic>
        <p:pic>
          <p:nvPicPr>
            <p:cNvPr id="6" name="图片 5"/>
            <p:cNvPicPr>
              <a:picLocks noChangeAspect="1"/>
            </p:cNvPicPr>
            <p:nvPr/>
          </p:nvPicPr>
          <p:blipFill rotWithShape="1">
            <a:blip r:embed="rId5" cstate="print">
              <a:extLst>
                <a:ext uri="{28A0092B-C50C-407E-A947-70E740481C1C}">
                  <a14:useLocalDpi xmlns:a14="http://schemas.microsoft.com/office/drawing/2010/main" val="0"/>
                </a:ext>
              </a:extLst>
            </a:blip>
            <a:srcRect l="11108" t="7556" r="58258" b="3111"/>
            <a:stretch>
              <a:fillRect/>
            </a:stretch>
          </p:blipFill>
          <p:spPr>
            <a:xfrm>
              <a:off x="6108700" y="339502"/>
              <a:ext cx="2798688" cy="4594860"/>
            </a:xfrm>
            <a:prstGeom prst="rect">
              <a:avLst/>
            </a:prstGeom>
          </p:spPr>
        </p:pic>
        <p:sp>
          <p:nvSpPr>
            <p:cNvPr id="9" name="矩形 8"/>
            <p:cNvSpPr/>
            <p:nvPr/>
          </p:nvSpPr>
          <p:spPr>
            <a:xfrm>
              <a:off x="2971800" y="4718228"/>
              <a:ext cx="3136900" cy="45719"/>
            </a:xfrm>
            <a:prstGeom prst="rect">
              <a:avLst/>
            </a:prstGeom>
            <a:solidFill>
              <a:srgbClr val="2E4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p:cNvGrpSpPr/>
          <p:nvPr/>
        </p:nvGrpSpPr>
        <p:grpSpPr>
          <a:xfrm>
            <a:off x="1760192" y="1020213"/>
            <a:ext cx="1371648" cy="3452769"/>
            <a:chOff x="752080" y="991189"/>
            <a:chExt cx="1371648" cy="3452769"/>
          </a:xfrm>
        </p:grpSpPr>
        <p:pic>
          <p:nvPicPr>
            <p:cNvPr id="11" name="图片 10"/>
            <p:cNvPicPr>
              <a:picLocks noChangeAspect="1"/>
            </p:cNvPicPr>
            <p:nvPr/>
          </p:nvPicPr>
          <p:blipFill rotWithShape="1">
            <a:blip r:embed="rId6" cstate="print">
              <a:extLst>
                <a:ext uri="{28A0092B-C50C-407E-A947-70E740481C1C}">
                  <a14:useLocalDpi xmlns:a14="http://schemas.microsoft.com/office/drawing/2010/main" val="0"/>
                </a:ext>
              </a:extLst>
            </a:blip>
            <a:srcRect l="8978" t="22607" r="76689" b="13306"/>
            <a:stretch>
              <a:fillRect/>
            </a:stretch>
          </p:blipFill>
          <p:spPr>
            <a:xfrm>
              <a:off x="752080" y="991189"/>
              <a:ext cx="1371648" cy="3452769"/>
            </a:xfrm>
            <a:prstGeom prst="rect">
              <a:avLst/>
            </a:prstGeom>
          </p:spPr>
        </p:pic>
        <p:sp>
          <p:nvSpPr>
            <p:cNvPr id="12" name="TextBox 11"/>
            <p:cNvSpPr txBox="1"/>
            <p:nvPr/>
          </p:nvSpPr>
          <p:spPr>
            <a:xfrm>
              <a:off x="1027584" y="1246582"/>
              <a:ext cx="808112" cy="923330"/>
            </a:xfrm>
            <a:prstGeom prst="rect">
              <a:avLst/>
            </a:prstGeom>
            <a:noFill/>
          </p:spPr>
          <p:txBody>
            <a:bodyPr wrap="square" rtlCol="0">
              <a:spAutoFit/>
            </a:bodyPr>
            <a:lstStyle/>
            <a:p>
              <a:r>
                <a:rPr lang="zh-CN" altLang="en-US" sz="5400" dirty="0">
                  <a:solidFill>
                    <a:srgbClr val="F6E6B0"/>
                  </a:solidFill>
                  <a:latin typeface="方正粗宋简体" panose="03000509000000000000" pitchFamily="65" charset="-122"/>
                  <a:ea typeface="方正粗宋简体" panose="03000509000000000000" pitchFamily="65" charset="-122"/>
                </a:rPr>
                <a:t>青</a:t>
              </a:r>
            </a:p>
          </p:txBody>
        </p:sp>
        <p:sp>
          <p:nvSpPr>
            <p:cNvPr id="13" name="TextBox 12"/>
            <p:cNvSpPr txBox="1"/>
            <p:nvPr/>
          </p:nvSpPr>
          <p:spPr>
            <a:xfrm>
              <a:off x="1027584" y="2267468"/>
              <a:ext cx="808112" cy="923330"/>
            </a:xfrm>
            <a:prstGeom prst="rect">
              <a:avLst/>
            </a:prstGeom>
            <a:noFill/>
          </p:spPr>
          <p:txBody>
            <a:bodyPr wrap="square" rtlCol="0">
              <a:spAutoFit/>
            </a:bodyPr>
            <a:lstStyle/>
            <a:p>
              <a:r>
                <a:rPr lang="zh-CN" altLang="en-US" sz="5400" dirty="0">
                  <a:solidFill>
                    <a:srgbClr val="F6E6B0"/>
                  </a:solidFill>
                  <a:latin typeface="方正粗宋简体" panose="03000509000000000000" pitchFamily="65" charset="-122"/>
                  <a:ea typeface="方正粗宋简体" panose="03000509000000000000" pitchFamily="65" charset="-122"/>
                </a:rPr>
                <a:t>年</a:t>
              </a:r>
            </a:p>
          </p:txBody>
        </p:sp>
        <p:sp>
          <p:nvSpPr>
            <p:cNvPr id="14" name="TextBox 13"/>
            <p:cNvSpPr txBox="1"/>
            <p:nvPr/>
          </p:nvSpPr>
          <p:spPr>
            <a:xfrm>
              <a:off x="1027584" y="3347588"/>
              <a:ext cx="808112" cy="923330"/>
            </a:xfrm>
            <a:prstGeom prst="rect">
              <a:avLst/>
            </a:prstGeom>
            <a:noFill/>
          </p:spPr>
          <p:txBody>
            <a:bodyPr wrap="square" rtlCol="0">
              <a:spAutoFit/>
            </a:bodyPr>
            <a:lstStyle/>
            <a:p>
              <a:r>
                <a:rPr lang="zh-CN" altLang="en-US" sz="5400" dirty="0">
                  <a:solidFill>
                    <a:srgbClr val="F6E6B0"/>
                  </a:solidFill>
                  <a:latin typeface="方正粗宋简体" panose="03000509000000000000" pitchFamily="65" charset="-122"/>
                  <a:ea typeface="方正粗宋简体" panose="03000509000000000000" pitchFamily="65" charset="-122"/>
                </a:rPr>
                <a:t>节</a:t>
              </a:r>
            </a:p>
          </p:txBody>
        </p:sp>
      </p:grpSp>
      <p:sp>
        <p:nvSpPr>
          <p:cNvPr id="15" name="TextBox 14"/>
          <p:cNvSpPr txBox="1"/>
          <p:nvPr/>
        </p:nvSpPr>
        <p:spPr>
          <a:xfrm>
            <a:off x="971600" y="1498595"/>
            <a:ext cx="1528286" cy="2585323"/>
          </a:xfrm>
          <a:prstGeom prst="rect">
            <a:avLst/>
          </a:prstGeom>
          <a:noFill/>
        </p:spPr>
        <p:txBody>
          <a:bodyPr wrap="square" rtlCol="0">
            <a:spAutoFit/>
          </a:bodyPr>
          <a:lstStyle/>
          <a:p>
            <a:r>
              <a:rPr lang="zh-CN" altLang="en-US" sz="5400" dirty="0">
                <a:solidFill>
                  <a:srgbClr val="F6E6B0"/>
                </a:solidFill>
                <a:latin typeface="方正韵动中黑简体" panose="02000000000000000000" pitchFamily="2" charset="-122"/>
                <a:ea typeface="方正韵动中黑简体" panose="02000000000000000000" pitchFamily="2" charset="-122"/>
              </a:rPr>
              <a:t>五</a:t>
            </a:r>
            <a:r>
              <a:rPr lang="en-US" altLang="zh-CN" sz="5400" dirty="0">
                <a:solidFill>
                  <a:srgbClr val="F6E6B0"/>
                </a:solidFill>
                <a:latin typeface="方正韵动中黑简体" panose="02000000000000000000" pitchFamily="2" charset="-122"/>
                <a:ea typeface="方正韵动中黑简体" panose="02000000000000000000" pitchFamily="2" charset="-122"/>
              </a:rPr>
              <a:t>·</a:t>
            </a:r>
            <a:r>
              <a:rPr lang="zh-CN" altLang="en-US" sz="5400" dirty="0">
                <a:solidFill>
                  <a:srgbClr val="F6E6B0"/>
                </a:solidFill>
                <a:latin typeface="方正韵动中黑简体" panose="02000000000000000000" pitchFamily="2" charset="-122"/>
                <a:ea typeface="方正韵动中黑简体" panose="02000000000000000000" pitchFamily="2" charset="-122"/>
              </a:rPr>
              <a:t>四</a:t>
            </a:r>
          </a:p>
        </p:txBody>
      </p:sp>
      <p:sp>
        <p:nvSpPr>
          <p:cNvPr id="16" name="TextBox 15"/>
          <p:cNvSpPr txBox="1"/>
          <p:nvPr/>
        </p:nvSpPr>
        <p:spPr>
          <a:xfrm>
            <a:off x="3596834" y="1539900"/>
            <a:ext cx="327094" cy="2554545"/>
          </a:xfrm>
          <a:prstGeom prst="rect">
            <a:avLst/>
          </a:prstGeom>
          <a:noFill/>
        </p:spPr>
        <p:txBody>
          <a:bodyPr wrap="square" rtlCol="0">
            <a:spAutoFit/>
          </a:bodyPr>
          <a:lstStyle/>
          <a:p>
            <a:r>
              <a:rPr lang="zh-CN" altLang="en-US" sz="4000" dirty="0">
                <a:solidFill>
                  <a:srgbClr val="F6E6B0"/>
                </a:solidFill>
                <a:latin typeface="方正韵动中黑简体" panose="02000000000000000000" pitchFamily="2" charset="-122"/>
                <a:ea typeface="方正韵动中黑简体" panose="02000000000000000000" pitchFamily="2" charset="-122"/>
              </a:rPr>
              <a:t>感谢观看</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par>
                                <p:cTn id="12" presetID="16" presetClass="entr" presetSubtype="37" fill="hold"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barn(outVertical)">
                                      <p:cBhvr>
                                        <p:cTn id="14" dur="500"/>
                                        <p:tgtEl>
                                          <p:spTgt spid="8"/>
                                        </p:tgtEl>
                                      </p:cBhvr>
                                    </p:animEffect>
                                  </p:childTnLst>
                                </p:cTn>
                              </p:par>
                            </p:childTnLst>
                          </p:cTn>
                        </p:par>
                        <p:par>
                          <p:cTn id="15" fill="hold">
                            <p:stCondLst>
                              <p:cond delay="1500"/>
                            </p:stCondLst>
                            <p:childTnLst>
                              <p:par>
                                <p:cTn id="16" presetID="42" presetClass="entr" presetSubtype="0" fill="hold" nodeType="after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anim calcmode="lin" valueType="num">
                                      <p:cBhvr>
                                        <p:cTn id="19" dur="500" fill="hold"/>
                                        <p:tgtEl>
                                          <p:spTgt spid="21"/>
                                        </p:tgtEl>
                                        <p:attrNameLst>
                                          <p:attrName>ppt_x</p:attrName>
                                        </p:attrNameLst>
                                      </p:cBhvr>
                                      <p:tavLst>
                                        <p:tav tm="0">
                                          <p:val>
                                            <p:strVal val="#ppt_x"/>
                                          </p:val>
                                        </p:tav>
                                        <p:tav tm="100000">
                                          <p:val>
                                            <p:strVal val="#ppt_x"/>
                                          </p:val>
                                        </p:tav>
                                      </p:tavLst>
                                    </p:anim>
                                    <p:anim calcmode="lin" valueType="num">
                                      <p:cBhvr>
                                        <p:cTn id="20" dur="500" fill="hold"/>
                                        <p:tgtEl>
                                          <p:spTgt spid="21"/>
                                        </p:tgtEl>
                                        <p:attrNameLst>
                                          <p:attrName>ppt_y</p:attrName>
                                        </p:attrNameLst>
                                      </p:cBhvr>
                                      <p:tavLst>
                                        <p:tav tm="0">
                                          <p:val>
                                            <p:strVal val="#ppt_y+.1"/>
                                          </p:val>
                                        </p:tav>
                                        <p:tav tm="100000">
                                          <p:val>
                                            <p:strVal val="#ppt_y"/>
                                          </p:val>
                                        </p:tav>
                                      </p:tavLst>
                                    </p:anim>
                                  </p:childTnLst>
                                </p:cTn>
                              </p:par>
                              <p:par>
                                <p:cTn id="21" presetID="10"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par>
                          <p:cTn id="27" fill="hold">
                            <p:stCondLst>
                              <p:cond delay="2000"/>
                            </p:stCondLst>
                            <p:childTnLst>
                              <p:par>
                                <p:cTn id="28" presetID="10" presetClass="entr" presetSubtype="0" fill="hold" grpId="0"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5" grpId="0"/>
      <p:bldP spid="16" grpId="0"/>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2276C58-29D8-1E15-34B5-4E6BB030D41E}"/>
              </a:ext>
            </a:extLst>
          </p:cNvPr>
          <p:cNvSpPr>
            <a:spLocks noGrp="1"/>
          </p:cNvSpPr>
          <p:nvPr>
            <p:ph type="body" sz="quarter" idx="14"/>
          </p:nvPr>
        </p:nvSpPr>
        <p:spPr/>
        <p:txBody>
          <a:bodyPr/>
          <a:lstStyle/>
          <a:p>
            <a:endParaRPr lang="zh-CN" altLang="en-US"/>
          </a:p>
        </p:txBody>
      </p:sp>
    </p:spTree>
    <p:extLst>
      <p:ext uri="{BB962C8B-B14F-4D97-AF65-F5344CB8AC3E}">
        <p14:creationId xmlns:p14="http://schemas.microsoft.com/office/powerpoint/2010/main" val="6331307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自定义">
      <a:dk1>
        <a:sysClr val="windowText" lastClr="000000"/>
      </a:dk1>
      <a:lt1>
        <a:sysClr val="window" lastClr="FFFFFF"/>
      </a:lt1>
      <a:dk2>
        <a:srgbClr val="2D3847"/>
      </a:dk2>
      <a:lt2>
        <a:srgbClr val="E7E6E6"/>
      </a:lt2>
      <a:accent1>
        <a:srgbClr val="EA4E40"/>
      </a:accent1>
      <a:accent2>
        <a:srgbClr val="FF9879"/>
      </a:accent2>
      <a:accent3>
        <a:srgbClr val="FF6700"/>
      </a:accent3>
      <a:accent4>
        <a:srgbClr val="A5A5A5"/>
      </a:accent4>
      <a:accent5>
        <a:srgbClr val="7F7F7F"/>
      </a:accent5>
      <a:accent6>
        <a:srgbClr val="595959"/>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37成.pptxtempThemeColor">
    <a:dk1>
      <a:sysClr val="windowText" lastClr="000000"/>
    </a:dk1>
    <a:lt1>
      <a:sysClr val="window" lastClr="FFFFFF"/>
    </a:lt1>
    <a:dk2>
      <a:srgbClr val="2D3847"/>
    </a:dk2>
    <a:lt2>
      <a:srgbClr val="E7E6E6"/>
    </a:lt2>
    <a:accent1>
      <a:srgbClr val="EA4E40"/>
    </a:accent1>
    <a:accent2>
      <a:srgbClr val="FF9879"/>
    </a:accent2>
    <a:accent3>
      <a:srgbClr val="FF6700"/>
    </a:accent3>
    <a:accent4>
      <a:srgbClr val="A5A5A5"/>
    </a:accent4>
    <a:accent5>
      <a:srgbClr val="7F7F7F"/>
    </a:accent5>
    <a:accent6>
      <a:srgbClr val="595959"/>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1205</Words>
  <Application>Microsoft Office PowerPoint</Application>
  <PresentationFormat>全屏显示(16:9)</PresentationFormat>
  <Paragraphs>160</Paragraphs>
  <Slides>26</Slides>
  <Notes>25</Notes>
  <HiddenSlides>1</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26</vt:i4>
      </vt:variant>
    </vt:vector>
  </HeadingPairs>
  <TitlesOfParts>
    <vt:vector size="35" baseType="lpstr">
      <vt:lpstr>方正粗宋简体</vt:lpstr>
      <vt:lpstr>方正细黑一简体</vt:lpstr>
      <vt:lpstr>方正韵动中黑简体</vt:lpstr>
      <vt:lpstr>华文细黑</vt:lpstr>
      <vt:lpstr>宋体</vt:lpstr>
      <vt:lpstr>Arial</vt:lpstr>
      <vt:lpstr>Calibri</vt:lpstr>
      <vt:lpstr>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jingtao hu</cp:lastModifiedBy>
  <cp:revision>74</cp:revision>
  <dcterms:created xsi:type="dcterms:W3CDTF">2019-03-30T13:43:00Z</dcterms:created>
  <dcterms:modified xsi:type="dcterms:W3CDTF">2024-12-17T05:09:49Z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2052-11.1.0.8567</vt:lpwstr>
  </property>
</Properties>
</file>