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svg" ContentType="image/svg+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308" r:id="rId3"/>
    <p:sldId id="324" r:id="rId4"/>
    <p:sldId id="325" r:id="rId5"/>
    <p:sldId id="326" r:id="rId6"/>
    <p:sldId id="322" r:id="rId7"/>
    <p:sldId id="330" r:id="rId8"/>
    <p:sldId id="331" r:id="rId9"/>
    <p:sldId id="327" r:id="rId10"/>
    <p:sldId id="333" r:id="rId11"/>
    <p:sldId id="332" r:id="rId12"/>
    <p:sldId id="334" r:id="rId13"/>
    <p:sldId id="328" r:id="rId14"/>
    <p:sldId id="335" r:id="rId15"/>
    <p:sldId id="336" r:id="rId16"/>
    <p:sldId id="337" r:id="rId17"/>
    <p:sldId id="329" r:id="rId18"/>
    <p:sldId id="339" r:id="rId19"/>
    <p:sldId id="338" r:id="rId20"/>
    <p:sldId id="340" r:id="rId21"/>
    <p:sldId id="341"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50037"/>
    <a:srgbClr val="F15337"/>
    <a:srgbClr val="028C7C"/>
    <a:srgbClr val="FEB106"/>
    <a:srgbClr val="E6E6E6"/>
    <a:srgbClr val="075F68"/>
    <a:srgbClr val="C02D1A"/>
    <a:srgbClr val="E4E4EC"/>
    <a:srgbClr val="333399"/>
    <a:srgbClr val="A81E1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45" d="100"/>
          <a:sy n="45" d="100"/>
        </p:scale>
        <p:origin x="508" y="4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notesMaster" Target="notesMasters/notesMaster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FA3638-00E7-4C61-96E4-2B56B5BD84E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C18F76-B426-4704-8DC7-C944A723A2C9}"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1" Type="http://schemas.openxmlformats.org/officeDocument/2006/relationships/slideLayout" Target="../slideLayouts/slideLayout7.xml"/><Relationship Id="rId10" Type="http://schemas.openxmlformats.org/officeDocument/2006/relationships/image" Target="../media/image10.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1.pn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9" Type="http://schemas.openxmlformats.org/officeDocument/2006/relationships/image" Target="../media/image13.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12.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1" Type="http://schemas.openxmlformats.org/officeDocument/2006/relationships/slideLayout" Target="../slideLayouts/slideLayout7.xml"/><Relationship Id="rId10" Type="http://schemas.openxmlformats.org/officeDocument/2006/relationships/image" Target="../media/image14.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svg"/><Relationship Id="rId7" Type="http://schemas.openxmlformats.org/officeDocument/2006/relationships/image" Target="../media/image18.png"/><Relationship Id="rId6" Type="http://schemas.openxmlformats.org/officeDocument/2006/relationships/image" Target="../media/image2.svg"/><Relationship Id="rId5" Type="http://schemas.openxmlformats.org/officeDocument/2006/relationships/image" Target="../media/image17.png"/><Relationship Id="rId4" Type="http://schemas.openxmlformats.org/officeDocument/2006/relationships/image" Target="../media/image1.svg"/><Relationship Id="rId3" Type="http://schemas.openxmlformats.org/officeDocument/2006/relationships/image" Target="../media/image16.png"/><Relationship Id="rId2" Type="http://schemas.openxmlformats.org/officeDocument/2006/relationships/image" Target="../media/image5.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9" Type="http://schemas.openxmlformats.org/officeDocument/2006/relationships/image" Target="../media/image6.svg"/><Relationship Id="rId8" Type="http://schemas.openxmlformats.org/officeDocument/2006/relationships/image" Target="../media/image22.png"/><Relationship Id="rId7" Type="http://schemas.openxmlformats.org/officeDocument/2006/relationships/image" Target="../media/image5.svg"/><Relationship Id="rId6" Type="http://schemas.openxmlformats.org/officeDocument/2006/relationships/image" Target="../media/image21.png"/><Relationship Id="rId5" Type="http://schemas.openxmlformats.org/officeDocument/2006/relationships/image" Target="../media/image4.svg"/><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5.png"/><Relationship Id="rId14" Type="http://schemas.openxmlformats.org/officeDocument/2006/relationships/slideLayout" Target="../slideLayouts/slideLayout7.xml"/><Relationship Id="rId13" Type="http://schemas.openxmlformats.org/officeDocument/2006/relationships/image" Target="../media/image8.svg"/><Relationship Id="rId12" Type="http://schemas.openxmlformats.org/officeDocument/2006/relationships/image" Target="../media/image24.png"/><Relationship Id="rId11" Type="http://schemas.openxmlformats.org/officeDocument/2006/relationships/image" Target="../media/image7.svg"/><Relationship Id="rId10" Type="http://schemas.openxmlformats.org/officeDocument/2006/relationships/image" Target="../media/image23.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7.svg"/><Relationship Id="rId7" Type="http://schemas.openxmlformats.org/officeDocument/2006/relationships/image" Target="../media/image23.png"/><Relationship Id="rId6" Type="http://schemas.openxmlformats.org/officeDocument/2006/relationships/image" Target="../media/image10.svg"/><Relationship Id="rId5" Type="http://schemas.openxmlformats.org/officeDocument/2006/relationships/image" Target="../media/image26.png"/><Relationship Id="rId4" Type="http://schemas.openxmlformats.org/officeDocument/2006/relationships/image" Target="../media/image9.svg"/><Relationship Id="rId3" Type="http://schemas.openxmlformats.org/officeDocument/2006/relationships/image" Target="../media/image25.png"/><Relationship Id="rId2" Type="http://schemas.openxmlformats.org/officeDocument/2006/relationships/image" Target="../media/image5.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9" Type="http://schemas.openxmlformats.org/officeDocument/2006/relationships/image" Target="../media/image13.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12.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1" Type="http://schemas.openxmlformats.org/officeDocument/2006/relationships/slideLayout" Target="../slideLayouts/slideLayout7.xml"/><Relationship Id="rId10" Type="http://schemas.openxmlformats.org/officeDocument/2006/relationships/image" Target="../media/image14.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23.png"/><Relationship Id="rId3" Type="http://schemas.openxmlformats.org/officeDocument/2006/relationships/image" Target="../media/image27.png"/><Relationship Id="rId2" Type="http://schemas.openxmlformats.org/officeDocument/2006/relationships/image" Target="../media/image5.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9" Type="http://schemas.openxmlformats.org/officeDocument/2006/relationships/image" Target="../media/image30.png"/><Relationship Id="rId8" Type="http://schemas.openxmlformats.org/officeDocument/2006/relationships/image" Target="../media/image12.svg"/><Relationship Id="rId7" Type="http://schemas.openxmlformats.org/officeDocument/2006/relationships/image" Target="../media/image29.png"/><Relationship Id="rId6" Type="http://schemas.openxmlformats.org/officeDocument/2006/relationships/image" Target="../media/image11.svg"/><Relationship Id="rId5" Type="http://schemas.openxmlformats.org/officeDocument/2006/relationships/image" Target="../media/image28.png"/><Relationship Id="rId4" Type="http://schemas.openxmlformats.org/officeDocument/2006/relationships/image" Target="../media/image7.svg"/><Relationship Id="rId3" Type="http://schemas.openxmlformats.org/officeDocument/2006/relationships/image" Target="../media/image23.png"/><Relationship Id="rId2" Type="http://schemas.openxmlformats.org/officeDocument/2006/relationships/image" Target="../media/image5.png"/><Relationship Id="rId19" Type="http://schemas.openxmlformats.org/officeDocument/2006/relationships/slideLayout" Target="../slideLayouts/slideLayout7.xml"/><Relationship Id="rId18" Type="http://schemas.openxmlformats.org/officeDocument/2006/relationships/image" Target="../media/image17.svg"/><Relationship Id="rId17" Type="http://schemas.openxmlformats.org/officeDocument/2006/relationships/image" Target="../media/image34.png"/><Relationship Id="rId16" Type="http://schemas.openxmlformats.org/officeDocument/2006/relationships/image" Target="../media/image16.svg"/><Relationship Id="rId15" Type="http://schemas.openxmlformats.org/officeDocument/2006/relationships/image" Target="../media/image33.png"/><Relationship Id="rId14" Type="http://schemas.openxmlformats.org/officeDocument/2006/relationships/image" Target="../media/image15.svg"/><Relationship Id="rId13" Type="http://schemas.openxmlformats.org/officeDocument/2006/relationships/image" Target="../media/image32.png"/><Relationship Id="rId12" Type="http://schemas.openxmlformats.org/officeDocument/2006/relationships/image" Target="../media/image14.svg"/><Relationship Id="rId11" Type="http://schemas.openxmlformats.org/officeDocument/2006/relationships/image" Target="../media/image31.png"/><Relationship Id="rId10" Type="http://schemas.openxmlformats.org/officeDocument/2006/relationships/image" Target="../media/image13.sv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9" Type="http://schemas.openxmlformats.org/officeDocument/2006/relationships/image" Target="../media/image38.png"/><Relationship Id="rId8" Type="http://schemas.openxmlformats.org/officeDocument/2006/relationships/image" Target="../media/image20.svg"/><Relationship Id="rId7" Type="http://schemas.openxmlformats.org/officeDocument/2006/relationships/image" Target="../media/image37.png"/><Relationship Id="rId6" Type="http://schemas.openxmlformats.org/officeDocument/2006/relationships/image" Target="../media/image19.svg"/><Relationship Id="rId5" Type="http://schemas.openxmlformats.org/officeDocument/2006/relationships/image" Target="../media/image36.png"/><Relationship Id="rId4" Type="http://schemas.openxmlformats.org/officeDocument/2006/relationships/image" Target="../media/image18.svg"/><Relationship Id="rId3" Type="http://schemas.openxmlformats.org/officeDocument/2006/relationships/image" Target="../media/image35.png"/><Relationship Id="rId2" Type="http://schemas.openxmlformats.org/officeDocument/2006/relationships/image" Target="../media/image5.png"/><Relationship Id="rId11" Type="http://schemas.openxmlformats.org/officeDocument/2006/relationships/slideLayout" Target="../slideLayouts/slideLayout7.xml"/><Relationship Id="rId10" Type="http://schemas.openxmlformats.org/officeDocument/2006/relationships/image" Target="../media/image21.sv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9" Type="http://schemas.openxmlformats.org/officeDocument/2006/relationships/image" Target="../media/image13.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12.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1" Type="http://schemas.openxmlformats.org/officeDocument/2006/relationships/slideLayout" Target="../slideLayouts/slideLayout7.xml"/><Relationship Id="rId10" Type="http://schemas.openxmlformats.org/officeDocument/2006/relationships/image" Target="../media/image14.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9" Type="http://schemas.openxmlformats.org/officeDocument/2006/relationships/image" Target="../media/image24.svg"/><Relationship Id="rId8" Type="http://schemas.openxmlformats.org/officeDocument/2006/relationships/image" Target="../media/image42.png"/><Relationship Id="rId7" Type="http://schemas.openxmlformats.org/officeDocument/2006/relationships/image" Target="../media/image23.svg"/><Relationship Id="rId6" Type="http://schemas.openxmlformats.org/officeDocument/2006/relationships/image" Target="../media/image41.png"/><Relationship Id="rId5" Type="http://schemas.openxmlformats.org/officeDocument/2006/relationships/image" Target="../media/image22.svg"/><Relationship Id="rId4" Type="http://schemas.openxmlformats.org/officeDocument/2006/relationships/image" Target="../media/image40.png"/><Relationship Id="rId3" Type="http://schemas.openxmlformats.org/officeDocument/2006/relationships/image" Target="../media/image39.png"/><Relationship Id="rId2" Type="http://schemas.openxmlformats.org/officeDocument/2006/relationships/image" Target="../media/image5.png"/><Relationship Id="rId12" Type="http://schemas.openxmlformats.org/officeDocument/2006/relationships/slideLayout" Target="../slideLayouts/slideLayout7.xml"/><Relationship Id="rId11" Type="http://schemas.openxmlformats.org/officeDocument/2006/relationships/image" Target="../media/image25.svg"/><Relationship Id="rId10" Type="http://schemas.openxmlformats.org/officeDocument/2006/relationships/image" Target="../media/image43.pn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5.pn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0.svg"/><Relationship Id="rId3" Type="http://schemas.openxmlformats.org/officeDocument/2006/relationships/image" Target="../media/image37.png"/><Relationship Id="rId2" Type="http://schemas.openxmlformats.org/officeDocument/2006/relationships/image" Target="../media/image5.pn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9" Type="http://schemas.openxmlformats.org/officeDocument/2006/relationships/image" Target="../media/image13.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12.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1" Type="http://schemas.openxmlformats.org/officeDocument/2006/relationships/slideLayout" Target="../slideLayouts/slideLayout7.xml"/><Relationship Id="rId10" Type="http://schemas.openxmlformats.org/officeDocument/2006/relationships/image" Target="../media/image14.pn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6.png"/><Relationship Id="rId3" Type="http://schemas.openxmlformats.org/officeDocument/2006/relationships/image" Target="../media/image44.png"/><Relationship Id="rId2" Type="http://schemas.openxmlformats.org/officeDocument/2006/relationships/image" Target="../media/image5.png"/><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9" Type="http://schemas.openxmlformats.org/officeDocument/2006/relationships/image" Target="../media/image46.png"/><Relationship Id="rId8" Type="http://schemas.openxmlformats.org/officeDocument/2006/relationships/image" Target="../media/image19.svg"/><Relationship Id="rId7" Type="http://schemas.openxmlformats.org/officeDocument/2006/relationships/image" Target="../media/image36.png"/><Relationship Id="rId6" Type="http://schemas.openxmlformats.org/officeDocument/2006/relationships/image" Target="../media/image26.svg"/><Relationship Id="rId5" Type="http://schemas.openxmlformats.org/officeDocument/2006/relationships/image" Target="../media/image45.png"/><Relationship Id="rId4" Type="http://schemas.openxmlformats.org/officeDocument/2006/relationships/image" Target="../media/image20.svg"/><Relationship Id="rId3" Type="http://schemas.openxmlformats.org/officeDocument/2006/relationships/image" Target="../media/image37.png"/><Relationship Id="rId2" Type="http://schemas.openxmlformats.org/officeDocument/2006/relationships/image" Target="../media/image5.png"/><Relationship Id="rId15" Type="http://schemas.openxmlformats.org/officeDocument/2006/relationships/slideLayout" Target="../slideLayouts/slideLayout7.xml"/><Relationship Id="rId14" Type="http://schemas.openxmlformats.org/officeDocument/2006/relationships/image" Target="../media/image28.svg"/><Relationship Id="rId13" Type="http://schemas.openxmlformats.org/officeDocument/2006/relationships/image" Target="../media/image47.png"/><Relationship Id="rId12" Type="http://schemas.openxmlformats.org/officeDocument/2006/relationships/image" Target="../media/image22.svg"/><Relationship Id="rId11" Type="http://schemas.openxmlformats.org/officeDocument/2006/relationships/image" Target="../media/image40.png"/><Relationship Id="rId10" Type="http://schemas.openxmlformats.org/officeDocument/2006/relationships/image" Target="../media/image27.svg"/><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1" Type="http://schemas.openxmlformats.org/officeDocument/2006/relationships/slideLayout" Target="../slideLayouts/slideLayout7.xml"/><Relationship Id="rId10" Type="http://schemas.openxmlformats.org/officeDocument/2006/relationships/image" Target="../media/image10.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0" y="0"/>
            <a:ext cx="12192000" cy="6857999"/>
          </a:xfrm>
          <a:prstGeom prst="rect">
            <a:avLst/>
          </a:prstGeom>
        </p:spPr>
      </p:pic>
      <p:pic>
        <p:nvPicPr>
          <p:cNvPr id="2" name="图片 1"/>
          <p:cNvPicPr>
            <a:picLocks noChangeAspect="1"/>
          </p:cNvPicPr>
          <p:nvPr/>
        </p:nvPicPr>
        <p:blipFill>
          <a:blip r:embed="rId2"/>
          <a:stretch>
            <a:fillRect/>
          </a:stretch>
        </p:blipFill>
        <p:spPr>
          <a:xfrm>
            <a:off x="0" y="182755"/>
            <a:ext cx="3307080" cy="3133725"/>
          </a:xfrm>
          <a:prstGeom prst="rect">
            <a:avLst/>
          </a:prstGeom>
        </p:spPr>
      </p:pic>
      <p:pic>
        <p:nvPicPr>
          <p:cNvPr id="6" name="图片 5"/>
          <p:cNvPicPr>
            <a:picLocks noChangeAspect="1"/>
          </p:cNvPicPr>
          <p:nvPr/>
        </p:nvPicPr>
        <p:blipFill>
          <a:blip r:embed="rId3"/>
          <a:stretch>
            <a:fillRect/>
          </a:stretch>
        </p:blipFill>
        <p:spPr>
          <a:xfrm>
            <a:off x="7049106" y="0"/>
            <a:ext cx="5142894" cy="2162354"/>
          </a:xfrm>
          <a:prstGeom prst="rect">
            <a:avLst/>
          </a:prstGeom>
        </p:spPr>
      </p:pic>
      <p:pic>
        <p:nvPicPr>
          <p:cNvPr id="7" name="图片 6"/>
          <p:cNvPicPr>
            <a:picLocks noChangeAspect="1"/>
          </p:cNvPicPr>
          <p:nvPr/>
        </p:nvPicPr>
        <p:blipFill>
          <a:blip r:embed="rId4"/>
          <a:stretch>
            <a:fillRect/>
          </a:stretch>
        </p:blipFill>
        <p:spPr>
          <a:xfrm>
            <a:off x="10241280" y="3918468"/>
            <a:ext cx="1950720" cy="2162354"/>
          </a:xfrm>
          <a:prstGeom prst="rect">
            <a:avLst/>
          </a:prstGeom>
        </p:spPr>
      </p:pic>
      <p:pic>
        <p:nvPicPr>
          <p:cNvPr id="12" name="图片 11"/>
          <p:cNvPicPr>
            <a:picLocks noChangeAspect="1"/>
          </p:cNvPicPr>
          <p:nvPr/>
        </p:nvPicPr>
        <p:blipFill>
          <a:blip r:embed="rId5"/>
          <a:stretch>
            <a:fillRect/>
          </a:stretch>
        </p:blipFill>
        <p:spPr>
          <a:xfrm>
            <a:off x="756321" y="556261"/>
            <a:ext cx="10679358" cy="5745479"/>
          </a:xfrm>
          <a:prstGeom prst="rect">
            <a:avLst/>
          </a:prstGeom>
        </p:spPr>
      </p:pic>
      <p:pic>
        <p:nvPicPr>
          <p:cNvPr id="14" name="图片 13"/>
          <p:cNvPicPr>
            <a:picLocks noChangeAspect="1"/>
          </p:cNvPicPr>
          <p:nvPr/>
        </p:nvPicPr>
        <p:blipFill>
          <a:blip r:embed="rId6" cstate="print">
            <a:extLst>
              <a:ext uri="{28A0092B-C50C-407E-A947-70E740481C1C}">
                <a14:useLocalDpi xmlns:a14="http://schemas.microsoft.com/office/drawing/2010/main" val="0"/>
              </a:ext>
            </a:extLst>
          </a:blip>
          <a:srcRect t="44444" r="9329"/>
          <a:stretch>
            <a:fillRect/>
          </a:stretch>
        </p:blipFill>
        <p:spPr>
          <a:xfrm>
            <a:off x="587589" y="2917481"/>
            <a:ext cx="4533142" cy="4164328"/>
          </a:xfrm>
          <a:custGeom>
            <a:avLst/>
            <a:gdLst>
              <a:gd name="connsiteX0" fmla="*/ 0 w 4147432"/>
              <a:gd name="connsiteY0" fmla="*/ 0 h 3810000"/>
              <a:gd name="connsiteX1" fmla="*/ 4147432 w 4147432"/>
              <a:gd name="connsiteY1" fmla="*/ 0 h 3810000"/>
              <a:gd name="connsiteX2" fmla="*/ 4147432 w 4147432"/>
              <a:gd name="connsiteY2" fmla="*/ 3810000 h 3810000"/>
              <a:gd name="connsiteX3" fmla="*/ 0 w 4147432"/>
              <a:gd name="connsiteY3" fmla="*/ 3810000 h 3810000"/>
            </a:gdLst>
            <a:ahLst/>
            <a:cxnLst>
              <a:cxn ang="0">
                <a:pos x="connsiteX0" y="connsiteY0"/>
              </a:cxn>
              <a:cxn ang="0">
                <a:pos x="connsiteX1" y="connsiteY1"/>
              </a:cxn>
              <a:cxn ang="0">
                <a:pos x="connsiteX2" y="connsiteY2"/>
              </a:cxn>
              <a:cxn ang="0">
                <a:pos x="connsiteX3" y="connsiteY3"/>
              </a:cxn>
            </a:cxnLst>
            <a:rect l="l" t="t" r="r" b="b"/>
            <a:pathLst>
              <a:path w="4147432" h="3810000">
                <a:moveTo>
                  <a:pt x="0" y="0"/>
                </a:moveTo>
                <a:lnTo>
                  <a:pt x="4147432" y="0"/>
                </a:lnTo>
                <a:lnTo>
                  <a:pt x="4147432" y="3810000"/>
                </a:lnTo>
                <a:lnTo>
                  <a:pt x="0" y="3810000"/>
                </a:lnTo>
                <a:close/>
              </a:path>
            </a:pathLst>
          </a:custGeom>
        </p:spPr>
      </p:pic>
      <p:pic>
        <p:nvPicPr>
          <p:cNvPr id="17" name="图片 16"/>
          <p:cNvPicPr>
            <a:picLocks noChangeAspect="1"/>
          </p:cNvPicPr>
          <p:nvPr/>
        </p:nvPicPr>
        <p:blipFill>
          <a:blip r:embed="rId7"/>
          <a:stretch>
            <a:fillRect/>
          </a:stretch>
        </p:blipFill>
        <p:spPr>
          <a:xfrm>
            <a:off x="9485141" y="4449871"/>
            <a:ext cx="2706859" cy="2408129"/>
          </a:xfrm>
          <a:prstGeom prst="rect">
            <a:avLst/>
          </a:prstGeom>
        </p:spPr>
      </p:pic>
      <p:pic>
        <p:nvPicPr>
          <p:cNvPr id="18" name="图片 17"/>
          <p:cNvPicPr>
            <a:picLocks noChangeAspect="1"/>
          </p:cNvPicPr>
          <p:nvPr/>
        </p:nvPicPr>
        <p:blipFill>
          <a:blip r:embed="rId8"/>
          <a:stretch>
            <a:fillRect/>
          </a:stretch>
        </p:blipFill>
        <p:spPr>
          <a:xfrm>
            <a:off x="-1" y="4602481"/>
            <a:ext cx="3110243" cy="2255520"/>
          </a:xfrm>
          <a:prstGeom prst="rect">
            <a:avLst/>
          </a:prstGeom>
        </p:spPr>
      </p:pic>
      <p:pic>
        <p:nvPicPr>
          <p:cNvPr id="30" name="图片 29"/>
          <p:cNvPicPr>
            <a:picLocks noChangeAspect="1"/>
          </p:cNvPicPr>
          <p:nvPr/>
        </p:nvPicPr>
        <p:blipFill>
          <a:blip r:embed="rId9"/>
          <a:stretch>
            <a:fillRect/>
          </a:stretch>
        </p:blipFill>
        <p:spPr>
          <a:xfrm>
            <a:off x="2396708" y="1691432"/>
            <a:ext cx="7473142" cy="2911049"/>
          </a:xfrm>
          <a:prstGeom prst="rect">
            <a:avLst/>
          </a:prstGeom>
          <a:effectLst>
            <a:outerShdw blurRad="12700" dist="12700" dir="2700000" algn="tl" rotWithShape="0">
              <a:prstClr val="black">
                <a:alpha val="40000"/>
              </a:prstClr>
            </a:outerShdw>
          </a:effectLst>
        </p:spPr>
      </p:pic>
      <p:pic>
        <p:nvPicPr>
          <p:cNvPr id="37" name="图片 36"/>
          <p:cNvPicPr>
            <a:picLocks noChangeAspect="1"/>
          </p:cNvPicPr>
          <p:nvPr/>
        </p:nvPicPr>
        <p:blipFill>
          <a:blip r:embed="rId10"/>
          <a:stretch>
            <a:fillRect/>
          </a:stretch>
        </p:blipFill>
        <p:spPr>
          <a:xfrm>
            <a:off x="5647728" y="5608354"/>
            <a:ext cx="2005758" cy="1066892"/>
          </a:xfrm>
          <a:prstGeom prst="rect">
            <a:avLst/>
          </a:prstGeom>
        </p:spPr>
      </p:pic>
      <p:sp>
        <p:nvSpPr>
          <p:cNvPr id="38" name="文本框 37"/>
          <p:cNvSpPr txBox="1"/>
          <p:nvPr/>
        </p:nvSpPr>
        <p:spPr>
          <a:xfrm>
            <a:off x="4742571" y="4666649"/>
            <a:ext cx="2706859" cy="460375"/>
          </a:xfrm>
          <a:prstGeom prst="rect">
            <a:avLst/>
          </a:prstGeom>
          <a:noFill/>
        </p:spPr>
        <p:txBody>
          <a:bodyPr wrap="square" rtlCol="0">
            <a:spAutoFit/>
          </a:bodyPr>
          <a:lstStyle/>
          <a:p>
            <a:pPr algn="ctr"/>
            <a:r>
              <a:rPr lang="zh-CN" altLang="en-US" sz="2400" dirty="0">
                <a:latin typeface="思源黑体 CN Bold" panose="020B0800000000000000" pitchFamily="34" charset="-122"/>
                <a:ea typeface="思源黑体 CN Bold" panose="020B0800000000000000" pitchFamily="34" charset="-122"/>
              </a:rPr>
              <a:t>汇报人：</a:t>
            </a:r>
            <a:endParaRPr lang="zh-CN" altLang="en-US" sz="2400" dirty="0">
              <a:latin typeface="思源黑体 CN Bold" panose="020B0800000000000000" pitchFamily="34" charset="-122"/>
              <a:ea typeface="思源黑体 CN Bold" panose="020B0800000000000000"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500"/>
                                        <p:tgtEl>
                                          <p:spTgt spid="14"/>
                                        </p:tgtEl>
                                      </p:cBhvr>
                                    </p:animEffect>
                                  </p:childTnLst>
                                </p:cTn>
                              </p:par>
                              <p:par>
                                <p:cTn id="8" presetID="22" presetClass="entr" presetSubtype="4" fill="hold"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wipe(down)">
                                      <p:cBhvr>
                                        <p:cTn id="10" dur="500"/>
                                        <p:tgtEl>
                                          <p:spTgt spid="37"/>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randombar(horizontal)">
                                      <p:cBhvr>
                                        <p:cTn id="15" dur="500"/>
                                        <p:tgtEl>
                                          <p:spTgt spid="30"/>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wipe(down)">
                                      <p:cBhvr>
                                        <p:cTn id="20" dur="500"/>
                                        <p:tgtEl>
                                          <p:spTgt spid="38"/>
                                        </p:tgtEl>
                                      </p:cBhvr>
                                    </p:animEffect>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p:cTn id="25" dur="500" fill="hold"/>
                                        <p:tgtEl>
                                          <p:spTgt spid="12"/>
                                        </p:tgtEl>
                                        <p:attrNameLst>
                                          <p:attrName>ppt_w</p:attrName>
                                        </p:attrNameLst>
                                      </p:cBhvr>
                                      <p:tavLst>
                                        <p:tav tm="0">
                                          <p:val>
                                            <p:fltVal val="0"/>
                                          </p:val>
                                        </p:tav>
                                        <p:tav tm="100000">
                                          <p:val>
                                            <p:strVal val="#ppt_w"/>
                                          </p:val>
                                        </p:tav>
                                      </p:tavLst>
                                    </p:anim>
                                    <p:anim calcmode="lin" valueType="num">
                                      <p:cBhvr>
                                        <p:cTn id="26" dur="500" fill="hold"/>
                                        <p:tgtEl>
                                          <p:spTgt spid="12"/>
                                        </p:tgtEl>
                                        <p:attrNameLst>
                                          <p:attrName>ppt_h</p:attrName>
                                        </p:attrNameLst>
                                      </p:cBhvr>
                                      <p:tavLst>
                                        <p:tav tm="0">
                                          <p:val>
                                            <p:fltVal val="0"/>
                                          </p:val>
                                        </p:tav>
                                        <p:tav tm="100000">
                                          <p:val>
                                            <p:strVal val="#ppt_h"/>
                                          </p:val>
                                        </p:tav>
                                      </p:tavLst>
                                    </p:anim>
                                    <p:animEffect transition="in" filter="fade">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0" y="0"/>
            <a:ext cx="12192000" cy="6857999"/>
          </a:xfrm>
          <a:prstGeom prst="rect">
            <a:avLst/>
          </a:prstGeom>
        </p:spPr>
      </p:pic>
      <p:pic>
        <p:nvPicPr>
          <p:cNvPr id="2" name="图片 1"/>
          <p:cNvPicPr>
            <a:picLocks noChangeAspect="1"/>
          </p:cNvPicPr>
          <p:nvPr/>
        </p:nvPicPr>
        <p:blipFill>
          <a:blip r:embed="rId2"/>
          <a:stretch>
            <a:fillRect/>
          </a:stretch>
        </p:blipFill>
        <p:spPr>
          <a:xfrm>
            <a:off x="0" y="182755"/>
            <a:ext cx="3307080" cy="3133725"/>
          </a:xfrm>
          <a:prstGeom prst="rect">
            <a:avLst/>
          </a:prstGeom>
        </p:spPr>
      </p:pic>
      <p:pic>
        <p:nvPicPr>
          <p:cNvPr id="6" name="图片 5"/>
          <p:cNvPicPr>
            <a:picLocks noChangeAspect="1"/>
          </p:cNvPicPr>
          <p:nvPr/>
        </p:nvPicPr>
        <p:blipFill>
          <a:blip r:embed="rId3"/>
          <a:stretch>
            <a:fillRect/>
          </a:stretch>
        </p:blipFill>
        <p:spPr>
          <a:xfrm>
            <a:off x="7049106" y="0"/>
            <a:ext cx="5142894" cy="2162354"/>
          </a:xfrm>
          <a:prstGeom prst="rect">
            <a:avLst/>
          </a:prstGeom>
        </p:spPr>
      </p:pic>
      <p:pic>
        <p:nvPicPr>
          <p:cNvPr id="7" name="图片 6"/>
          <p:cNvPicPr>
            <a:picLocks noChangeAspect="1"/>
          </p:cNvPicPr>
          <p:nvPr/>
        </p:nvPicPr>
        <p:blipFill>
          <a:blip r:embed="rId4"/>
          <a:stretch>
            <a:fillRect/>
          </a:stretch>
        </p:blipFill>
        <p:spPr>
          <a:xfrm>
            <a:off x="10241280" y="3918468"/>
            <a:ext cx="1950720" cy="2162354"/>
          </a:xfrm>
          <a:prstGeom prst="rect">
            <a:avLst/>
          </a:prstGeom>
        </p:spPr>
      </p:pic>
      <p:pic>
        <p:nvPicPr>
          <p:cNvPr id="12" name="图片 11"/>
          <p:cNvPicPr>
            <a:picLocks noChangeAspect="1"/>
          </p:cNvPicPr>
          <p:nvPr/>
        </p:nvPicPr>
        <p:blipFill>
          <a:blip r:embed="rId5"/>
          <a:stretch>
            <a:fillRect/>
          </a:stretch>
        </p:blipFill>
        <p:spPr>
          <a:xfrm>
            <a:off x="756321" y="556261"/>
            <a:ext cx="10679358" cy="5745479"/>
          </a:xfrm>
          <a:prstGeom prst="rect">
            <a:avLst/>
          </a:prstGeom>
        </p:spPr>
      </p:pic>
      <p:pic>
        <p:nvPicPr>
          <p:cNvPr id="17" name="图片 16"/>
          <p:cNvPicPr>
            <a:picLocks noChangeAspect="1"/>
          </p:cNvPicPr>
          <p:nvPr/>
        </p:nvPicPr>
        <p:blipFill>
          <a:blip r:embed="rId6"/>
          <a:stretch>
            <a:fillRect/>
          </a:stretch>
        </p:blipFill>
        <p:spPr>
          <a:xfrm>
            <a:off x="9485141" y="4449871"/>
            <a:ext cx="2706859" cy="2408129"/>
          </a:xfrm>
          <a:prstGeom prst="rect">
            <a:avLst/>
          </a:prstGeom>
        </p:spPr>
      </p:pic>
      <p:pic>
        <p:nvPicPr>
          <p:cNvPr id="18" name="图片 17"/>
          <p:cNvPicPr>
            <a:picLocks noChangeAspect="1"/>
          </p:cNvPicPr>
          <p:nvPr/>
        </p:nvPicPr>
        <p:blipFill>
          <a:blip r:embed="rId7"/>
          <a:stretch>
            <a:fillRect/>
          </a:stretch>
        </p:blipFill>
        <p:spPr>
          <a:xfrm>
            <a:off x="-1" y="4602481"/>
            <a:ext cx="3110243" cy="2255520"/>
          </a:xfrm>
          <a:prstGeom prst="rect">
            <a:avLst/>
          </a:prstGeom>
        </p:spPr>
      </p:pic>
      <p:pic>
        <p:nvPicPr>
          <p:cNvPr id="11" name="图片 1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244615" y="941588"/>
            <a:ext cx="1917153" cy="2675986"/>
          </a:xfrm>
          <a:prstGeom prst="rect">
            <a:avLst/>
          </a:prstGeom>
        </p:spPr>
      </p:pic>
      <p:sp>
        <p:nvSpPr>
          <p:cNvPr id="20" name="文本框 19"/>
          <p:cNvSpPr txBox="1"/>
          <p:nvPr/>
        </p:nvSpPr>
        <p:spPr>
          <a:xfrm>
            <a:off x="2505601" y="3318945"/>
            <a:ext cx="1107996" cy="2162353"/>
          </a:xfrm>
          <a:prstGeom prst="rect">
            <a:avLst/>
          </a:prstGeom>
          <a:noFill/>
        </p:spPr>
        <p:txBody>
          <a:bodyPr vert="eaVert" wrap="square" rtlCol="0">
            <a:spAutoFit/>
          </a:bodyPr>
          <a:lstStyle/>
          <a:p>
            <a:r>
              <a:rPr lang="zh-CN" altLang="en-US" sz="6000" dirty="0">
                <a:latin typeface="思源黑体 CN Bold" panose="020B0800000000000000" pitchFamily="34" charset="-122"/>
                <a:ea typeface="思源黑体 CN Bold" panose="020B0800000000000000" pitchFamily="34" charset="-122"/>
              </a:rPr>
              <a:t>目 录</a:t>
            </a:r>
            <a:endParaRPr lang="zh-CN" altLang="en-US" sz="6000" dirty="0">
              <a:latin typeface="思源黑体 CN Bold" panose="020B0800000000000000" pitchFamily="34" charset="-122"/>
              <a:ea typeface="思源黑体 CN Bold" panose="020B0800000000000000" pitchFamily="34" charset="-122"/>
            </a:endParaRPr>
          </a:p>
        </p:txBody>
      </p:sp>
      <p:sp>
        <p:nvSpPr>
          <p:cNvPr id="21" name="文本框 20"/>
          <p:cNvSpPr txBox="1"/>
          <p:nvPr/>
        </p:nvSpPr>
        <p:spPr>
          <a:xfrm>
            <a:off x="3666031" y="3335133"/>
            <a:ext cx="677108" cy="3351934"/>
          </a:xfrm>
          <a:prstGeom prst="rect">
            <a:avLst/>
          </a:prstGeom>
          <a:noFill/>
        </p:spPr>
        <p:txBody>
          <a:bodyPr vert="eaVert" wrap="square" rtlCol="0">
            <a:spAutoFit/>
          </a:bodyPr>
          <a:lstStyle/>
          <a:p>
            <a:r>
              <a:rPr lang="en-US" altLang="zh-CN" sz="3200" dirty="0">
                <a:latin typeface="思源黑体 CN Bold" panose="020B0800000000000000" pitchFamily="34" charset="-122"/>
                <a:ea typeface="思源黑体 CN Bold" panose="020B0800000000000000" pitchFamily="34" charset="-122"/>
              </a:rPr>
              <a:t>CONTENTS</a:t>
            </a:r>
            <a:endParaRPr lang="zh-CN" altLang="en-US" sz="3200" dirty="0">
              <a:latin typeface="思源黑体 CN Bold" panose="020B0800000000000000" pitchFamily="34" charset="-122"/>
              <a:ea typeface="思源黑体 CN Bold" panose="020B0800000000000000" pitchFamily="34" charset="-122"/>
            </a:endParaRPr>
          </a:p>
        </p:txBody>
      </p:sp>
      <p:sp>
        <p:nvSpPr>
          <p:cNvPr id="13" name="文本框 12"/>
          <p:cNvSpPr txBox="1"/>
          <p:nvPr/>
        </p:nvSpPr>
        <p:spPr>
          <a:xfrm>
            <a:off x="6271682" y="2137202"/>
            <a:ext cx="3608117" cy="584775"/>
          </a:xfrm>
          <a:prstGeom prst="rect">
            <a:avLst/>
          </a:prstGeom>
          <a:noFill/>
        </p:spPr>
        <p:txBody>
          <a:bodyPr wrap="square" rtlCol="0">
            <a:spAutoFit/>
          </a:bodyPr>
          <a:lstStyle/>
          <a:p>
            <a:r>
              <a:rPr lang="zh-CN" altLang="en-US" sz="3200" dirty="0">
                <a:latin typeface="思源黑体 CN Medium" panose="020B0600000000000000" pitchFamily="34" charset="-122"/>
                <a:ea typeface="思源黑体 CN Medium" panose="020B0600000000000000" pitchFamily="34" charset="-122"/>
              </a:rPr>
              <a:t>活动内容概述</a:t>
            </a:r>
            <a:endParaRPr lang="zh-CN" altLang="en-US" sz="3200" dirty="0">
              <a:latin typeface="思源黑体 CN Medium" panose="020B0600000000000000" pitchFamily="34" charset="-122"/>
              <a:ea typeface="思源黑体 CN Medium" panose="020B0600000000000000" pitchFamily="34" charset="-122"/>
            </a:endParaRPr>
          </a:p>
        </p:txBody>
      </p:sp>
      <p:sp>
        <p:nvSpPr>
          <p:cNvPr id="22" name="文本框 21"/>
          <p:cNvSpPr txBox="1"/>
          <p:nvPr/>
        </p:nvSpPr>
        <p:spPr>
          <a:xfrm>
            <a:off x="6271682" y="2920240"/>
            <a:ext cx="3608117" cy="584775"/>
          </a:xfrm>
          <a:prstGeom prst="rect">
            <a:avLst/>
          </a:prstGeom>
          <a:noFill/>
        </p:spPr>
        <p:txBody>
          <a:bodyPr wrap="square" rtlCol="0">
            <a:spAutoFit/>
          </a:bodyPr>
          <a:lstStyle/>
          <a:p>
            <a:r>
              <a:rPr lang="zh-CN" altLang="en-US" sz="3200" dirty="0">
                <a:latin typeface="思源黑体 CN Medium" panose="020B0600000000000000" pitchFamily="34" charset="-122"/>
                <a:ea typeface="思源黑体 CN Medium" panose="020B0600000000000000" pitchFamily="34" charset="-122"/>
              </a:rPr>
              <a:t>新书上市发售</a:t>
            </a:r>
            <a:endParaRPr lang="zh-CN" altLang="en-US" sz="3200" dirty="0">
              <a:latin typeface="思源黑体 CN Medium" panose="020B0600000000000000" pitchFamily="34" charset="-122"/>
              <a:ea typeface="思源黑体 CN Medium" panose="020B0600000000000000" pitchFamily="34" charset="-122"/>
            </a:endParaRPr>
          </a:p>
        </p:txBody>
      </p:sp>
      <p:sp>
        <p:nvSpPr>
          <p:cNvPr id="23" name="文本框 22"/>
          <p:cNvSpPr txBox="1"/>
          <p:nvPr/>
        </p:nvSpPr>
        <p:spPr>
          <a:xfrm>
            <a:off x="6271682" y="3703278"/>
            <a:ext cx="3608117" cy="584775"/>
          </a:xfrm>
          <a:prstGeom prst="rect">
            <a:avLst/>
          </a:prstGeom>
          <a:noFill/>
        </p:spPr>
        <p:txBody>
          <a:bodyPr wrap="square" rtlCol="0">
            <a:spAutoFit/>
          </a:bodyPr>
          <a:lstStyle/>
          <a:p>
            <a:r>
              <a:rPr lang="zh-CN" altLang="en-US" sz="3200" dirty="0">
                <a:latin typeface="思源黑体 CN Medium" panose="020B0600000000000000" pitchFamily="34" charset="-122"/>
                <a:ea typeface="思源黑体 CN Medium" panose="020B0600000000000000" pitchFamily="34" charset="-122"/>
              </a:rPr>
              <a:t>经典好书分享</a:t>
            </a:r>
            <a:endParaRPr lang="zh-CN" altLang="en-US" sz="3200" dirty="0">
              <a:latin typeface="思源黑体 CN Medium" panose="020B0600000000000000" pitchFamily="34" charset="-122"/>
              <a:ea typeface="思源黑体 CN Medium" panose="020B0600000000000000" pitchFamily="34" charset="-122"/>
            </a:endParaRPr>
          </a:p>
        </p:txBody>
      </p:sp>
      <p:sp>
        <p:nvSpPr>
          <p:cNvPr id="24" name="文本框 23"/>
          <p:cNvSpPr txBox="1"/>
          <p:nvPr/>
        </p:nvSpPr>
        <p:spPr>
          <a:xfrm>
            <a:off x="6271682" y="4486315"/>
            <a:ext cx="3608117" cy="584775"/>
          </a:xfrm>
          <a:prstGeom prst="rect">
            <a:avLst/>
          </a:prstGeom>
          <a:noFill/>
        </p:spPr>
        <p:txBody>
          <a:bodyPr wrap="square" rtlCol="0">
            <a:spAutoFit/>
          </a:bodyPr>
          <a:lstStyle/>
          <a:p>
            <a:r>
              <a:rPr lang="zh-CN" altLang="en-US" sz="3200" dirty="0">
                <a:latin typeface="思源黑体 CN Medium" panose="020B0600000000000000" pitchFamily="34" charset="-122"/>
                <a:ea typeface="思源黑体 CN Medium" panose="020B0600000000000000" pitchFamily="34" charset="-122"/>
              </a:rPr>
              <a:t>媒体宣传报道</a:t>
            </a:r>
            <a:endParaRPr lang="zh-CN" altLang="en-US" sz="3200" dirty="0">
              <a:latin typeface="思源黑体 CN Medium" panose="020B0600000000000000" pitchFamily="34" charset="-122"/>
              <a:ea typeface="思源黑体 CN Medium" panose="020B0600000000000000" pitchFamily="34" charset="-122"/>
            </a:endParaRPr>
          </a:p>
        </p:txBody>
      </p:sp>
      <p:sp>
        <p:nvSpPr>
          <p:cNvPr id="15" name="椭圆 14"/>
          <p:cNvSpPr/>
          <p:nvPr/>
        </p:nvSpPr>
        <p:spPr>
          <a:xfrm>
            <a:off x="5259669" y="2111453"/>
            <a:ext cx="584775" cy="584775"/>
          </a:xfrm>
          <a:prstGeom prst="ellipse">
            <a:avLst/>
          </a:prstGeom>
          <a:gradFill flip="none" rotWithShape="1">
            <a:gsLst>
              <a:gs pos="0">
                <a:srgbClr val="FEAE08"/>
              </a:gs>
              <a:gs pos="100000">
                <a:srgbClr val="A81E14"/>
              </a:gs>
            </a:gsLst>
            <a:lin ang="10800000" scaled="1"/>
            <a:tileRect/>
          </a:gradFill>
          <a:ln w="25400">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effectLst>
                  <a:outerShdw blurRad="12700" dist="12700" dir="2700000" algn="tl" rotWithShape="0">
                    <a:prstClr val="black">
                      <a:alpha val="40000"/>
                    </a:prstClr>
                  </a:outerShdw>
                </a:effectLst>
                <a:latin typeface="思源黑体 CN Bold" panose="020B0800000000000000" pitchFamily="34" charset="-122"/>
                <a:ea typeface="思源黑体 CN Bold" panose="020B0800000000000000" pitchFamily="34" charset="-122"/>
              </a:rPr>
              <a:t>01</a:t>
            </a:r>
            <a:endParaRPr lang="zh-CN" altLang="en-US" sz="1400" dirty="0">
              <a:solidFill>
                <a:schemeClr val="bg1"/>
              </a:solidFill>
              <a:effectLst>
                <a:outerShdw blurRad="12700" dist="12700" dir="2700000" algn="tl" rotWithShape="0">
                  <a:prstClr val="black">
                    <a:alpha val="40000"/>
                  </a:prstClr>
                </a:outerShdw>
              </a:effectLst>
              <a:latin typeface="思源黑体 CN Bold" panose="020B0800000000000000" pitchFamily="34" charset="-122"/>
              <a:ea typeface="思源黑体 CN Bold" panose="020B0800000000000000" pitchFamily="34" charset="-122"/>
            </a:endParaRPr>
          </a:p>
        </p:txBody>
      </p:sp>
      <p:sp>
        <p:nvSpPr>
          <p:cNvPr id="26" name="椭圆 25"/>
          <p:cNvSpPr/>
          <p:nvPr/>
        </p:nvSpPr>
        <p:spPr>
          <a:xfrm>
            <a:off x="5259669" y="2888956"/>
            <a:ext cx="584775" cy="584775"/>
          </a:xfrm>
          <a:prstGeom prst="ellipse">
            <a:avLst/>
          </a:prstGeom>
          <a:gradFill flip="none" rotWithShape="1">
            <a:gsLst>
              <a:gs pos="0">
                <a:srgbClr val="FEAE08"/>
              </a:gs>
              <a:gs pos="100000">
                <a:srgbClr val="A81E14"/>
              </a:gs>
            </a:gsLst>
            <a:lin ang="10800000" scaled="1"/>
            <a:tileRect/>
          </a:gradFill>
          <a:ln w="25400">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effectLst>
                  <a:outerShdw blurRad="12700" dist="12700" dir="2700000" algn="tl" rotWithShape="0">
                    <a:prstClr val="black">
                      <a:alpha val="40000"/>
                    </a:prstClr>
                  </a:outerShdw>
                </a:effectLst>
                <a:latin typeface="思源黑体 CN Bold" panose="020B0800000000000000" pitchFamily="34" charset="-122"/>
                <a:ea typeface="思源黑体 CN Bold" panose="020B0800000000000000" pitchFamily="34" charset="-122"/>
              </a:rPr>
              <a:t>02</a:t>
            </a:r>
            <a:endParaRPr lang="zh-CN" altLang="en-US" sz="1400" dirty="0">
              <a:solidFill>
                <a:schemeClr val="bg1"/>
              </a:solidFill>
              <a:effectLst>
                <a:outerShdw blurRad="12700" dist="12700" dir="2700000" algn="tl" rotWithShape="0">
                  <a:prstClr val="black">
                    <a:alpha val="40000"/>
                  </a:prstClr>
                </a:outerShdw>
              </a:effectLst>
              <a:latin typeface="思源黑体 CN Bold" panose="020B0800000000000000" pitchFamily="34" charset="-122"/>
              <a:ea typeface="思源黑体 CN Bold" panose="020B0800000000000000" pitchFamily="34" charset="-122"/>
            </a:endParaRPr>
          </a:p>
        </p:txBody>
      </p:sp>
      <p:sp>
        <p:nvSpPr>
          <p:cNvPr id="27" name="椭圆 26"/>
          <p:cNvSpPr/>
          <p:nvPr/>
        </p:nvSpPr>
        <p:spPr>
          <a:xfrm>
            <a:off x="5259669" y="3666459"/>
            <a:ext cx="584775" cy="584775"/>
          </a:xfrm>
          <a:prstGeom prst="ellipse">
            <a:avLst/>
          </a:prstGeom>
          <a:gradFill flip="none" rotWithShape="1">
            <a:gsLst>
              <a:gs pos="0">
                <a:srgbClr val="FEAE08"/>
              </a:gs>
              <a:gs pos="100000">
                <a:srgbClr val="A81E14"/>
              </a:gs>
            </a:gsLst>
            <a:lin ang="10800000" scaled="1"/>
            <a:tileRect/>
          </a:gradFill>
          <a:ln w="25400">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effectLst>
                  <a:outerShdw blurRad="12700" dist="12700" dir="2700000" algn="tl" rotWithShape="0">
                    <a:prstClr val="black">
                      <a:alpha val="40000"/>
                    </a:prstClr>
                  </a:outerShdw>
                </a:effectLst>
                <a:latin typeface="思源黑体 CN Bold" panose="020B0800000000000000" pitchFamily="34" charset="-122"/>
                <a:ea typeface="思源黑体 CN Bold" panose="020B0800000000000000" pitchFamily="34" charset="-122"/>
              </a:rPr>
              <a:t>03</a:t>
            </a:r>
            <a:endParaRPr lang="zh-CN" altLang="en-US" sz="1400" dirty="0">
              <a:solidFill>
                <a:schemeClr val="bg1"/>
              </a:solidFill>
              <a:effectLst>
                <a:outerShdw blurRad="12700" dist="12700" dir="2700000" algn="tl" rotWithShape="0">
                  <a:prstClr val="black">
                    <a:alpha val="40000"/>
                  </a:prstClr>
                </a:outerShdw>
              </a:effectLst>
              <a:latin typeface="思源黑体 CN Bold" panose="020B0800000000000000" pitchFamily="34" charset="-122"/>
              <a:ea typeface="思源黑体 CN Bold" panose="020B0800000000000000" pitchFamily="34" charset="-122"/>
            </a:endParaRPr>
          </a:p>
        </p:txBody>
      </p:sp>
      <p:sp>
        <p:nvSpPr>
          <p:cNvPr id="28" name="椭圆 27"/>
          <p:cNvSpPr/>
          <p:nvPr/>
        </p:nvSpPr>
        <p:spPr>
          <a:xfrm>
            <a:off x="5259669" y="4443961"/>
            <a:ext cx="584775" cy="584775"/>
          </a:xfrm>
          <a:prstGeom prst="ellipse">
            <a:avLst/>
          </a:prstGeom>
          <a:gradFill flip="none" rotWithShape="1">
            <a:gsLst>
              <a:gs pos="0">
                <a:srgbClr val="FEAE08"/>
              </a:gs>
              <a:gs pos="100000">
                <a:srgbClr val="A81E14"/>
              </a:gs>
            </a:gsLst>
            <a:lin ang="10800000" scaled="1"/>
            <a:tileRect/>
          </a:gradFill>
          <a:ln w="25400">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effectLst>
                  <a:outerShdw blurRad="12700" dist="12700" dir="2700000" algn="tl" rotWithShape="0">
                    <a:prstClr val="black">
                      <a:alpha val="40000"/>
                    </a:prstClr>
                  </a:outerShdw>
                </a:effectLst>
                <a:latin typeface="思源黑体 CN Bold" panose="020B0800000000000000" pitchFamily="34" charset="-122"/>
                <a:ea typeface="思源黑体 CN Bold" panose="020B0800000000000000" pitchFamily="34" charset="-122"/>
              </a:rPr>
              <a:t>04</a:t>
            </a:r>
            <a:endParaRPr lang="zh-CN" altLang="en-US" sz="1400" dirty="0">
              <a:solidFill>
                <a:schemeClr val="bg1"/>
              </a:solidFill>
              <a:effectLst>
                <a:outerShdw blurRad="12700" dist="12700" dir="2700000" algn="tl" rotWithShape="0">
                  <a:prstClr val="black">
                    <a:alpha val="40000"/>
                  </a:prstClr>
                </a:outerShdw>
              </a:effectLst>
              <a:latin typeface="思源黑体 CN Bold" panose="020B0800000000000000" pitchFamily="34" charset="-122"/>
              <a:ea typeface="思源黑体 CN Bold" panose="020B0800000000000000"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down)">
                                      <p:cBhvr>
                                        <p:cTn id="10" dur="500"/>
                                        <p:tgtEl>
                                          <p:spTgt spid="20"/>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wipe(down)">
                                      <p:cBhvr>
                                        <p:cTn id="13" dur="500"/>
                                        <p:tgtEl>
                                          <p:spTgt spid="21"/>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randombar(horizontal)">
                                      <p:cBhvr>
                                        <p:cTn id="18" dur="500"/>
                                        <p:tgtEl>
                                          <p:spTgt spid="13"/>
                                        </p:tgtEl>
                                      </p:cBhvr>
                                    </p:animEffect>
                                  </p:childTnLst>
                                </p:cTn>
                              </p:par>
                              <p:par>
                                <p:cTn id="19" presetID="14" presetClass="entr" presetSubtype="1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randombar(horizontal)">
                                      <p:cBhvr>
                                        <p:cTn id="21" dur="500"/>
                                        <p:tgtEl>
                                          <p:spTgt spid="22"/>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randombar(horizontal)">
                                      <p:cBhvr>
                                        <p:cTn id="24" dur="500"/>
                                        <p:tgtEl>
                                          <p:spTgt spid="23"/>
                                        </p:tgtEl>
                                      </p:cBhvr>
                                    </p:animEffect>
                                  </p:childTnLst>
                                </p:cTn>
                              </p:par>
                              <p:par>
                                <p:cTn id="25" presetID="14" presetClass="entr" presetSubtype="1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randombar(horizontal)">
                                      <p:cBhvr>
                                        <p:cTn id="27" dur="500"/>
                                        <p:tgtEl>
                                          <p:spTgt spid="24"/>
                                        </p:tgtEl>
                                      </p:cBhvr>
                                    </p:animEffect>
                                  </p:childTnLst>
                                </p:cTn>
                              </p:par>
                              <p:par>
                                <p:cTn id="28" presetID="14" presetClass="entr" presetSubtype="1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randombar(horizontal)">
                                      <p:cBhvr>
                                        <p:cTn id="30" dur="500"/>
                                        <p:tgtEl>
                                          <p:spTgt spid="15"/>
                                        </p:tgtEl>
                                      </p:cBhvr>
                                    </p:animEffect>
                                  </p:childTnLst>
                                </p:cTn>
                              </p:par>
                              <p:par>
                                <p:cTn id="31" presetID="14" presetClass="entr" presetSubtype="1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randombar(horizontal)">
                                      <p:cBhvr>
                                        <p:cTn id="33" dur="500"/>
                                        <p:tgtEl>
                                          <p:spTgt spid="26"/>
                                        </p:tgtEl>
                                      </p:cBhvr>
                                    </p:animEffect>
                                  </p:childTnLst>
                                </p:cTn>
                              </p:par>
                              <p:par>
                                <p:cTn id="34" presetID="14" presetClass="entr" presetSubtype="10" fill="hold" grpId="0" nodeType="with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randombar(horizontal)">
                                      <p:cBhvr>
                                        <p:cTn id="36" dur="500"/>
                                        <p:tgtEl>
                                          <p:spTgt spid="27"/>
                                        </p:tgtEl>
                                      </p:cBhvr>
                                    </p:animEffect>
                                  </p:childTnLst>
                                </p:cTn>
                              </p:par>
                              <p:par>
                                <p:cTn id="37" presetID="14" presetClass="entr" presetSubtype="1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randombar(horizontal)">
                                      <p:cBhvr>
                                        <p:cTn id="3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13" grpId="0"/>
      <p:bldP spid="22" grpId="0"/>
      <p:bldP spid="23" grpId="0"/>
      <p:bldP spid="24" grpId="0"/>
      <p:bldP spid="15" grpId="0" animBg="1"/>
      <p:bldP spid="26" grpId="0" animBg="1"/>
      <p:bldP spid="27" grpId="0" animBg="1"/>
      <p:bldP spid="2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0" y="0"/>
            <a:ext cx="12192000" cy="6857999"/>
          </a:xfrm>
          <a:prstGeom prst="rect">
            <a:avLst/>
          </a:prstGeom>
        </p:spPr>
      </p:pic>
      <p:pic>
        <p:nvPicPr>
          <p:cNvPr id="2" name="图片 1"/>
          <p:cNvPicPr>
            <a:picLocks noChangeAspect="1"/>
          </p:cNvPicPr>
          <p:nvPr/>
        </p:nvPicPr>
        <p:blipFill>
          <a:blip r:embed="rId2"/>
          <a:stretch>
            <a:fillRect/>
          </a:stretch>
        </p:blipFill>
        <p:spPr>
          <a:xfrm>
            <a:off x="0" y="182755"/>
            <a:ext cx="3307080" cy="3133725"/>
          </a:xfrm>
          <a:prstGeom prst="rect">
            <a:avLst/>
          </a:prstGeom>
        </p:spPr>
      </p:pic>
      <p:pic>
        <p:nvPicPr>
          <p:cNvPr id="6" name="图片 5"/>
          <p:cNvPicPr>
            <a:picLocks noChangeAspect="1"/>
          </p:cNvPicPr>
          <p:nvPr/>
        </p:nvPicPr>
        <p:blipFill>
          <a:blip r:embed="rId3"/>
          <a:stretch>
            <a:fillRect/>
          </a:stretch>
        </p:blipFill>
        <p:spPr>
          <a:xfrm>
            <a:off x="7049106" y="0"/>
            <a:ext cx="5142894" cy="2162354"/>
          </a:xfrm>
          <a:prstGeom prst="rect">
            <a:avLst/>
          </a:prstGeom>
        </p:spPr>
      </p:pic>
      <p:pic>
        <p:nvPicPr>
          <p:cNvPr id="7" name="图片 6"/>
          <p:cNvPicPr>
            <a:picLocks noChangeAspect="1"/>
          </p:cNvPicPr>
          <p:nvPr/>
        </p:nvPicPr>
        <p:blipFill>
          <a:blip r:embed="rId4"/>
          <a:stretch>
            <a:fillRect/>
          </a:stretch>
        </p:blipFill>
        <p:spPr>
          <a:xfrm>
            <a:off x="10241280" y="3918468"/>
            <a:ext cx="1950720" cy="2162354"/>
          </a:xfrm>
          <a:prstGeom prst="rect">
            <a:avLst/>
          </a:prstGeom>
        </p:spPr>
      </p:pic>
      <p:pic>
        <p:nvPicPr>
          <p:cNvPr id="12" name="图片 11"/>
          <p:cNvPicPr>
            <a:picLocks noChangeAspect="1"/>
          </p:cNvPicPr>
          <p:nvPr/>
        </p:nvPicPr>
        <p:blipFill>
          <a:blip r:embed="rId5"/>
          <a:stretch>
            <a:fillRect/>
          </a:stretch>
        </p:blipFill>
        <p:spPr>
          <a:xfrm>
            <a:off x="756321" y="556261"/>
            <a:ext cx="10679358" cy="5745479"/>
          </a:xfrm>
          <a:prstGeom prst="rect">
            <a:avLst/>
          </a:prstGeom>
        </p:spPr>
      </p:pic>
      <p:pic>
        <p:nvPicPr>
          <p:cNvPr id="26" name="图片 2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289774" y="4811050"/>
            <a:ext cx="1915843" cy="2120668"/>
          </a:xfrm>
          <a:prstGeom prst="rect">
            <a:avLst/>
          </a:prstGeom>
        </p:spPr>
      </p:pic>
      <p:pic>
        <p:nvPicPr>
          <p:cNvPr id="17" name="图片 16"/>
          <p:cNvPicPr>
            <a:picLocks noChangeAspect="1"/>
          </p:cNvPicPr>
          <p:nvPr/>
        </p:nvPicPr>
        <p:blipFill>
          <a:blip r:embed="rId7"/>
          <a:stretch>
            <a:fillRect/>
          </a:stretch>
        </p:blipFill>
        <p:spPr>
          <a:xfrm>
            <a:off x="9485141" y="4449871"/>
            <a:ext cx="2706859" cy="2408129"/>
          </a:xfrm>
          <a:prstGeom prst="rect">
            <a:avLst/>
          </a:prstGeom>
        </p:spPr>
      </p:pic>
      <p:pic>
        <p:nvPicPr>
          <p:cNvPr id="18" name="图片 17"/>
          <p:cNvPicPr>
            <a:picLocks noChangeAspect="1"/>
          </p:cNvPicPr>
          <p:nvPr/>
        </p:nvPicPr>
        <p:blipFill>
          <a:blip r:embed="rId8"/>
          <a:stretch>
            <a:fillRect/>
          </a:stretch>
        </p:blipFill>
        <p:spPr>
          <a:xfrm>
            <a:off x="-1" y="4602481"/>
            <a:ext cx="3110243" cy="2255520"/>
          </a:xfrm>
          <a:prstGeom prst="rect">
            <a:avLst/>
          </a:prstGeom>
        </p:spPr>
      </p:pic>
      <p:sp>
        <p:nvSpPr>
          <p:cNvPr id="11" name="文本框 10"/>
          <p:cNvSpPr txBox="1"/>
          <p:nvPr/>
        </p:nvSpPr>
        <p:spPr>
          <a:xfrm>
            <a:off x="1999063" y="3665980"/>
            <a:ext cx="8193874" cy="1015663"/>
          </a:xfrm>
          <a:prstGeom prst="rect">
            <a:avLst/>
          </a:prstGeom>
          <a:noFill/>
        </p:spPr>
        <p:txBody>
          <a:bodyPr wrap="square" rtlCol="0">
            <a:spAutoFit/>
          </a:bodyPr>
          <a:lstStyle/>
          <a:p>
            <a:pPr algn="ctr"/>
            <a:r>
              <a:rPr lang="zh-CN" altLang="en-US" sz="6000" dirty="0">
                <a:latin typeface="思源黑体 CN Bold" panose="020B0800000000000000" pitchFamily="34" charset="-122"/>
                <a:ea typeface="思源黑体 CN Bold" panose="020B0800000000000000" pitchFamily="34" charset="-122"/>
              </a:rPr>
              <a:t>活动内容概述</a:t>
            </a:r>
            <a:endParaRPr lang="zh-CN" altLang="en-US" sz="6000" dirty="0">
              <a:latin typeface="思源黑体 CN Bold" panose="020B0800000000000000" pitchFamily="34" charset="-122"/>
              <a:ea typeface="思源黑体 CN Bold" panose="020B0800000000000000" pitchFamily="34" charset="-122"/>
            </a:endParaRPr>
          </a:p>
        </p:txBody>
      </p:sp>
      <p:pic>
        <p:nvPicPr>
          <p:cNvPr id="13" name="图片 1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667548" y="1628778"/>
            <a:ext cx="2856902" cy="1823648"/>
          </a:xfrm>
          <a:prstGeom prst="rect">
            <a:avLst/>
          </a:prstGeom>
        </p:spPr>
      </p:pic>
      <p:sp>
        <p:nvSpPr>
          <p:cNvPr id="16" name="文本框 15"/>
          <p:cNvSpPr txBox="1"/>
          <p:nvPr/>
        </p:nvSpPr>
        <p:spPr>
          <a:xfrm>
            <a:off x="4972635" y="2121739"/>
            <a:ext cx="2246731" cy="769441"/>
          </a:xfrm>
          <a:prstGeom prst="rect">
            <a:avLst/>
          </a:prstGeom>
          <a:noFill/>
        </p:spPr>
        <p:txBody>
          <a:bodyPr vert="horz" wrap="square" rtlCol="0">
            <a:spAutoFit/>
          </a:bodyPr>
          <a:lstStyle/>
          <a:p>
            <a:pPr algn="ctr"/>
            <a:r>
              <a:rPr lang="en-US" altLang="zh-CN" sz="4400" dirty="0">
                <a:gradFill>
                  <a:gsLst>
                    <a:gs pos="0">
                      <a:srgbClr val="FEAE08"/>
                    </a:gs>
                    <a:gs pos="100000">
                      <a:srgbClr val="A81E14"/>
                    </a:gs>
                  </a:gsLst>
                  <a:lin ang="10800000" scaled="1"/>
                </a:gradFill>
                <a:latin typeface="思源黑体 CN Heavy" panose="020B0A00000000000000" pitchFamily="34" charset="-122"/>
                <a:ea typeface="思源黑体 CN Heavy" panose="020B0A00000000000000" pitchFamily="34" charset="-122"/>
              </a:rPr>
              <a:t>0 1</a:t>
            </a:r>
            <a:endParaRPr lang="zh-CN" altLang="en-US" sz="4400" dirty="0">
              <a:gradFill>
                <a:gsLst>
                  <a:gs pos="0">
                    <a:srgbClr val="FEAE08"/>
                  </a:gs>
                  <a:gs pos="100000">
                    <a:srgbClr val="A81E14"/>
                  </a:gs>
                </a:gsLst>
                <a:lin ang="10800000" scaled="1"/>
              </a:gradFill>
              <a:latin typeface="思源黑体 CN Heavy" panose="020B0A00000000000000" pitchFamily="34" charset="-122"/>
              <a:ea typeface="思源黑体 CN Heavy" panose="020B0A00000000000000" pitchFamily="34" charset="-122"/>
            </a:endParaRPr>
          </a:p>
        </p:txBody>
      </p:sp>
      <p:pic>
        <p:nvPicPr>
          <p:cNvPr id="22" name="图片 21"/>
          <p:cNvPicPr>
            <a:picLocks noChangeAspect="1"/>
          </p:cNvPicPr>
          <p:nvPr/>
        </p:nvPicPr>
        <p:blipFill>
          <a:blip r:embed="rId10"/>
          <a:stretch>
            <a:fillRect/>
          </a:stretch>
        </p:blipFill>
        <p:spPr>
          <a:xfrm>
            <a:off x="7448248" y="4378186"/>
            <a:ext cx="2553001" cy="270890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arn(inVertical)">
                                      <p:cBhvr>
                                        <p:cTn id="7" dur="500"/>
                                        <p:tgtEl>
                                          <p:spTgt spid="16"/>
                                        </p:tgtEl>
                                      </p:cBhvr>
                                    </p:animEffect>
                                  </p:childTnLst>
                                </p:cTn>
                              </p:par>
                              <p:par>
                                <p:cTn id="8" presetID="16" presetClass="entr" presetSubtype="21"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barn(inVertical)">
                                      <p:cBhvr>
                                        <p:cTn id="10" dur="500"/>
                                        <p:tgtEl>
                                          <p:spTgt spid="13"/>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arn(inVertical)">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0" y="0"/>
            <a:ext cx="12192000" cy="6857999"/>
          </a:xfrm>
          <a:prstGeom prst="rect">
            <a:avLst/>
          </a:prstGeom>
        </p:spPr>
      </p:pic>
      <p:pic>
        <p:nvPicPr>
          <p:cNvPr id="12" name="图片 11"/>
          <p:cNvPicPr>
            <a:picLocks noChangeAspect="1"/>
          </p:cNvPicPr>
          <p:nvPr/>
        </p:nvPicPr>
        <p:blipFill>
          <a:blip r:embed="rId2"/>
          <a:stretch>
            <a:fillRect/>
          </a:stretch>
        </p:blipFill>
        <p:spPr>
          <a:xfrm>
            <a:off x="756321" y="556261"/>
            <a:ext cx="10679358" cy="5745479"/>
          </a:xfrm>
          <a:prstGeom prst="rect">
            <a:avLst/>
          </a:prstGeom>
        </p:spPr>
      </p:pic>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84110" y="1534691"/>
            <a:ext cx="4074994" cy="4074994"/>
          </a:xfrm>
          <a:prstGeom prst="rect">
            <a:avLst/>
          </a:prstGeom>
        </p:spPr>
      </p:pic>
      <p:sp>
        <p:nvSpPr>
          <p:cNvPr id="9" name="椭圆 8"/>
          <p:cNvSpPr/>
          <p:nvPr/>
        </p:nvSpPr>
        <p:spPr>
          <a:xfrm>
            <a:off x="5642917" y="1928995"/>
            <a:ext cx="395786" cy="400110"/>
          </a:xfrm>
          <a:prstGeom prst="ellipse">
            <a:avLst/>
          </a:prstGeom>
          <a:solidFill>
            <a:srgbClr val="C02D1A"/>
          </a:solidFill>
          <a:ln w="25400">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6215425" y="1928995"/>
            <a:ext cx="3608117" cy="400110"/>
          </a:xfrm>
          <a:prstGeom prst="rect">
            <a:avLst/>
          </a:prstGeom>
          <a:noFill/>
        </p:spPr>
        <p:txBody>
          <a:bodyPr wrap="square" rtlCol="0">
            <a:spAutoFit/>
          </a:bodyPr>
          <a:lstStyle/>
          <a:p>
            <a:r>
              <a:rPr lang="zh-CN" altLang="en-US" sz="2000" dirty="0">
                <a:latin typeface="思源黑体 CN Medium" panose="020B0600000000000000" pitchFamily="34" charset="-122"/>
                <a:ea typeface="思源黑体 CN Medium" panose="020B0600000000000000" pitchFamily="34" charset="-122"/>
              </a:rPr>
              <a:t>填加文本题目</a:t>
            </a:r>
            <a:endParaRPr lang="zh-CN" altLang="en-US" sz="2000" dirty="0">
              <a:latin typeface="思源黑体 CN Medium" panose="020B0600000000000000" pitchFamily="34" charset="-122"/>
              <a:ea typeface="思源黑体 CN Medium" panose="020B0600000000000000" pitchFamily="34" charset="-122"/>
            </a:endParaRPr>
          </a:p>
        </p:txBody>
      </p:sp>
      <p:sp>
        <p:nvSpPr>
          <p:cNvPr id="14" name="文本框 13"/>
          <p:cNvSpPr txBox="1"/>
          <p:nvPr/>
        </p:nvSpPr>
        <p:spPr>
          <a:xfrm>
            <a:off x="6215425" y="2315457"/>
            <a:ext cx="3608117" cy="592085"/>
          </a:xfrm>
          <a:prstGeom prst="rect">
            <a:avLst/>
          </a:prstGeom>
          <a:noFill/>
        </p:spPr>
        <p:txBody>
          <a:bodyPr wrap="square" rtlCol="0">
            <a:spAutoFit/>
          </a:bodyPr>
          <a:lstStyle/>
          <a:p>
            <a:pP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此处填加您的内容填加您的内容填加您的内容填加您的内容</a:t>
            </a:r>
            <a:endParaRPr lang="zh-CN" altLang="en-US" sz="1400" dirty="0">
              <a:latin typeface="思源黑体 CN Normal" panose="020B0400000000000000" pitchFamily="34" charset="-122"/>
              <a:ea typeface="思源黑体 CN Normal" panose="020B0400000000000000" pitchFamily="34" charset="-122"/>
            </a:endParaRPr>
          </a:p>
        </p:txBody>
      </p:sp>
      <p:sp>
        <p:nvSpPr>
          <p:cNvPr id="15" name="文本框 14"/>
          <p:cNvSpPr txBox="1"/>
          <p:nvPr/>
        </p:nvSpPr>
        <p:spPr>
          <a:xfrm>
            <a:off x="6215425" y="3172078"/>
            <a:ext cx="3608117" cy="400110"/>
          </a:xfrm>
          <a:prstGeom prst="rect">
            <a:avLst/>
          </a:prstGeom>
          <a:noFill/>
        </p:spPr>
        <p:txBody>
          <a:bodyPr wrap="square" rtlCol="0">
            <a:spAutoFit/>
          </a:bodyPr>
          <a:lstStyle/>
          <a:p>
            <a:r>
              <a:rPr lang="zh-CN" altLang="en-US" sz="2000" dirty="0">
                <a:latin typeface="思源黑体 CN Medium" panose="020B0600000000000000" pitchFamily="34" charset="-122"/>
                <a:ea typeface="思源黑体 CN Medium" panose="020B0600000000000000" pitchFamily="34" charset="-122"/>
              </a:rPr>
              <a:t>填加文本题目</a:t>
            </a:r>
            <a:endParaRPr lang="zh-CN" altLang="en-US" sz="2000" dirty="0">
              <a:latin typeface="思源黑体 CN Medium" panose="020B0600000000000000" pitchFamily="34" charset="-122"/>
              <a:ea typeface="思源黑体 CN Medium" panose="020B0600000000000000" pitchFamily="34" charset="-122"/>
            </a:endParaRPr>
          </a:p>
        </p:txBody>
      </p:sp>
      <p:sp>
        <p:nvSpPr>
          <p:cNvPr id="16" name="文本框 15"/>
          <p:cNvSpPr txBox="1"/>
          <p:nvPr/>
        </p:nvSpPr>
        <p:spPr>
          <a:xfrm>
            <a:off x="6215425" y="3558540"/>
            <a:ext cx="3608117" cy="592085"/>
          </a:xfrm>
          <a:prstGeom prst="rect">
            <a:avLst/>
          </a:prstGeom>
          <a:noFill/>
        </p:spPr>
        <p:txBody>
          <a:bodyPr wrap="square" rtlCol="0">
            <a:spAutoFit/>
          </a:bodyPr>
          <a:lstStyle/>
          <a:p>
            <a:pP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此处填加您的内容填加您的内容填加您的内容填加您的内容</a:t>
            </a:r>
            <a:endParaRPr lang="zh-CN" altLang="en-US" sz="1400" dirty="0">
              <a:latin typeface="思源黑体 CN Normal" panose="020B0400000000000000" pitchFamily="34" charset="-122"/>
              <a:ea typeface="思源黑体 CN Normal" panose="020B0400000000000000" pitchFamily="34" charset="-122"/>
            </a:endParaRPr>
          </a:p>
        </p:txBody>
      </p:sp>
      <p:sp>
        <p:nvSpPr>
          <p:cNvPr id="19" name="文本框 18"/>
          <p:cNvSpPr txBox="1"/>
          <p:nvPr/>
        </p:nvSpPr>
        <p:spPr>
          <a:xfrm>
            <a:off x="6215425" y="4415161"/>
            <a:ext cx="3608117" cy="400110"/>
          </a:xfrm>
          <a:prstGeom prst="rect">
            <a:avLst/>
          </a:prstGeom>
          <a:noFill/>
        </p:spPr>
        <p:txBody>
          <a:bodyPr wrap="square" rtlCol="0">
            <a:spAutoFit/>
          </a:bodyPr>
          <a:lstStyle/>
          <a:p>
            <a:r>
              <a:rPr lang="zh-CN" altLang="en-US" sz="2000" dirty="0">
                <a:latin typeface="思源黑体 CN Medium" panose="020B0600000000000000" pitchFamily="34" charset="-122"/>
                <a:ea typeface="思源黑体 CN Medium" panose="020B0600000000000000" pitchFamily="34" charset="-122"/>
              </a:rPr>
              <a:t>填加文本题目</a:t>
            </a:r>
            <a:endParaRPr lang="zh-CN" altLang="en-US" sz="2000" dirty="0">
              <a:latin typeface="思源黑体 CN Medium" panose="020B0600000000000000" pitchFamily="34" charset="-122"/>
              <a:ea typeface="思源黑体 CN Medium" panose="020B0600000000000000" pitchFamily="34" charset="-122"/>
            </a:endParaRPr>
          </a:p>
        </p:txBody>
      </p:sp>
      <p:sp>
        <p:nvSpPr>
          <p:cNvPr id="20" name="文本框 19"/>
          <p:cNvSpPr txBox="1"/>
          <p:nvPr/>
        </p:nvSpPr>
        <p:spPr>
          <a:xfrm>
            <a:off x="6215425" y="4801623"/>
            <a:ext cx="3608117" cy="592085"/>
          </a:xfrm>
          <a:prstGeom prst="rect">
            <a:avLst/>
          </a:prstGeom>
          <a:noFill/>
        </p:spPr>
        <p:txBody>
          <a:bodyPr wrap="square" rtlCol="0">
            <a:spAutoFit/>
          </a:bodyPr>
          <a:lstStyle/>
          <a:p>
            <a:pP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此处填加您的内容填加您的内容填加您的内容填加您的内容</a:t>
            </a:r>
            <a:endParaRPr lang="zh-CN" altLang="en-US" sz="1400" dirty="0">
              <a:latin typeface="思源黑体 CN Normal" panose="020B0400000000000000" pitchFamily="34" charset="-122"/>
              <a:ea typeface="思源黑体 CN Normal" panose="020B0400000000000000" pitchFamily="34" charset="-122"/>
            </a:endParaRPr>
          </a:p>
        </p:txBody>
      </p:sp>
      <p:sp>
        <p:nvSpPr>
          <p:cNvPr id="21" name="椭圆 20"/>
          <p:cNvSpPr/>
          <p:nvPr/>
        </p:nvSpPr>
        <p:spPr>
          <a:xfrm>
            <a:off x="5642917" y="3172078"/>
            <a:ext cx="395786" cy="400110"/>
          </a:xfrm>
          <a:prstGeom prst="ellipse">
            <a:avLst/>
          </a:prstGeom>
          <a:solidFill>
            <a:srgbClr val="F15337"/>
          </a:solidFill>
          <a:ln w="25400">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5642917" y="4415161"/>
            <a:ext cx="395786" cy="400110"/>
          </a:xfrm>
          <a:prstGeom prst="ellipse">
            <a:avLst/>
          </a:prstGeom>
          <a:solidFill>
            <a:srgbClr val="FEB106"/>
          </a:solidFill>
          <a:ln w="25400">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anim calcmode="lin" valueType="num">
                                      <p:cBhvr>
                                        <p:cTn id="13" dur="500" fill="hold"/>
                                        <p:tgtEl>
                                          <p:spTgt spid="9"/>
                                        </p:tgtEl>
                                        <p:attrNameLst>
                                          <p:attrName>ppt_x</p:attrName>
                                        </p:attrNameLst>
                                      </p:cBhvr>
                                      <p:tavLst>
                                        <p:tav tm="0">
                                          <p:val>
                                            <p:strVal val="#ppt_x"/>
                                          </p:val>
                                        </p:tav>
                                        <p:tav tm="100000">
                                          <p:val>
                                            <p:strVal val="#ppt_x"/>
                                          </p:val>
                                        </p:tav>
                                      </p:tavLst>
                                    </p:anim>
                                    <p:anim calcmode="lin" valueType="num">
                                      <p:cBhvr>
                                        <p:cTn id="14" dur="500" fill="hold"/>
                                        <p:tgtEl>
                                          <p:spTgt spid="9"/>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anim calcmode="lin" valueType="num">
                                      <p:cBhvr>
                                        <p:cTn id="18" dur="500" fill="hold"/>
                                        <p:tgtEl>
                                          <p:spTgt spid="13"/>
                                        </p:tgtEl>
                                        <p:attrNameLst>
                                          <p:attrName>ppt_x</p:attrName>
                                        </p:attrNameLst>
                                      </p:cBhvr>
                                      <p:tavLst>
                                        <p:tav tm="0">
                                          <p:val>
                                            <p:strVal val="#ppt_x"/>
                                          </p:val>
                                        </p:tav>
                                        <p:tav tm="100000">
                                          <p:val>
                                            <p:strVal val="#ppt_x"/>
                                          </p:val>
                                        </p:tav>
                                      </p:tavLst>
                                    </p:anim>
                                    <p:anim calcmode="lin" valueType="num">
                                      <p:cBhvr>
                                        <p:cTn id="19" dur="500" fill="hold"/>
                                        <p:tgtEl>
                                          <p:spTgt spid="13"/>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anim calcmode="lin" valueType="num">
                                      <p:cBhvr>
                                        <p:cTn id="23" dur="500" fill="hold"/>
                                        <p:tgtEl>
                                          <p:spTgt spid="14"/>
                                        </p:tgtEl>
                                        <p:attrNameLst>
                                          <p:attrName>ppt_x</p:attrName>
                                        </p:attrNameLst>
                                      </p:cBhvr>
                                      <p:tavLst>
                                        <p:tav tm="0">
                                          <p:val>
                                            <p:strVal val="#ppt_x"/>
                                          </p:val>
                                        </p:tav>
                                        <p:tav tm="100000">
                                          <p:val>
                                            <p:strVal val="#ppt_x"/>
                                          </p:val>
                                        </p:tav>
                                      </p:tavLst>
                                    </p:anim>
                                    <p:anim calcmode="lin" valueType="num">
                                      <p:cBhvr>
                                        <p:cTn id="24" dur="500" fill="hold"/>
                                        <p:tgtEl>
                                          <p:spTgt spid="14"/>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anim calcmode="lin" valueType="num">
                                      <p:cBhvr>
                                        <p:cTn id="28" dur="500" fill="hold"/>
                                        <p:tgtEl>
                                          <p:spTgt spid="15"/>
                                        </p:tgtEl>
                                        <p:attrNameLst>
                                          <p:attrName>ppt_x</p:attrName>
                                        </p:attrNameLst>
                                      </p:cBhvr>
                                      <p:tavLst>
                                        <p:tav tm="0">
                                          <p:val>
                                            <p:strVal val="#ppt_x"/>
                                          </p:val>
                                        </p:tav>
                                        <p:tav tm="100000">
                                          <p:val>
                                            <p:strVal val="#ppt_x"/>
                                          </p:val>
                                        </p:tav>
                                      </p:tavLst>
                                    </p:anim>
                                    <p:anim calcmode="lin" valueType="num">
                                      <p:cBhvr>
                                        <p:cTn id="29" dur="500" fill="hold"/>
                                        <p:tgtEl>
                                          <p:spTgt spid="15"/>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anim calcmode="lin" valueType="num">
                                      <p:cBhvr>
                                        <p:cTn id="33" dur="500" fill="hold"/>
                                        <p:tgtEl>
                                          <p:spTgt spid="16"/>
                                        </p:tgtEl>
                                        <p:attrNameLst>
                                          <p:attrName>ppt_x</p:attrName>
                                        </p:attrNameLst>
                                      </p:cBhvr>
                                      <p:tavLst>
                                        <p:tav tm="0">
                                          <p:val>
                                            <p:strVal val="#ppt_x"/>
                                          </p:val>
                                        </p:tav>
                                        <p:tav tm="100000">
                                          <p:val>
                                            <p:strVal val="#ppt_x"/>
                                          </p:val>
                                        </p:tav>
                                      </p:tavLst>
                                    </p:anim>
                                    <p:anim calcmode="lin" valueType="num">
                                      <p:cBhvr>
                                        <p:cTn id="34" dur="500" fill="hold"/>
                                        <p:tgtEl>
                                          <p:spTgt spid="16"/>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anim calcmode="lin" valueType="num">
                                      <p:cBhvr>
                                        <p:cTn id="38" dur="500" fill="hold"/>
                                        <p:tgtEl>
                                          <p:spTgt spid="19"/>
                                        </p:tgtEl>
                                        <p:attrNameLst>
                                          <p:attrName>ppt_x</p:attrName>
                                        </p:attrNameLst>
                                      </p:cBhvr>
                                      <p:tavLst>
                                        <p:tav tm="0">
                                          <p:val>
                                            <p:strVal val="#ppt_x"/>
                                          </p:val>
                                        </p:tav>
                                        <p:tav tm="100000">
                                          <p:val>
                                            <p:strVal val="#ppt_x"/>
                                          </p:val>
                                        </p:tav>
                                      </p:tavLst>
                                    </p:anim>
                                    <p:anim calcmode="lin" valueType="num">
                                      <p:cBhvr>
                                        <p:cTn id="39" dur="500" fill="hold"/>
                                        <p:tgtEl>
                                          <p:spTgt spid="19"/>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anim calcmode="lin" valueType="num">
                                      <p:cBhvr>
                                        <p:cTn id="43" dur="500" fill="hold"/>
                                        <p:tgtEl>
                                          <p:spTgt spid="20"/>
                                        </p:tgtEl>
                                        <p:attrNameLst>
                                          <p:attrName>ppt_x</p:attrName>
                                        </p:attrNameLst>
                                      </p:cBhvr>
                                      <p:tavLst>
                                        <p:tav tm="0">
                                          <p:val>
                                            <p:strVal val="#ppt_x"/>
                                          </p:val>
                                        </p:tav>
                                        <p:tav tm="100000">
                                          <p:val>
                                            <p:strVal val="#ppt_x"/>
                                          </p:val>
                                        </p:tav>
                                      </p:tavLst>
                                    </p:anim>
                                    <p:anim calcmode="lin" valueType="num">
                                      <p:cBhvr>
                                        <p:cTn id="44" dur="500" fill="hold"/>
                                        <p:tgtEl>
                                          <p:spTgt spid="20"/>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500"/>
                                        <p:tgtEl>
                                          <p:spTgt spid="21"/>
                                        </p:tgtEl>
                                      </p:cBhvr>
                                    </p:animEffect>
                                    <p:anim calcmode="lin" valueType="num">
                                      <p:cBhvr>
                                        <p:cTn id="48" dur="500" fill="hold"/>
                                        <p:tgtEl>
                                          <p:spTgt spid="21"/>
                                        </p:tgtEl>
                                        <p:attrNameLst>
                                          <p:attrName>ppt_x</p:attrName>
                                        </p:attrNameLst>
                                      </p:cBhvr>
                                      <p:tavLst>
                                        <p:tav tm="0">
                                          <p:val>
                                            <p:strVal val="#ppt_x"/>
                                          </p:val>
                                        </p:tav>
                                        <p:tav tm="100000">
                                          <p:val>
                                            <p:strVal val="#ppt_x"/>
                                          </p:val>
                                        </p:tav>
                                      </p:tavLst>
                                    </p:anim>
                                    <p:anim calcmode="lin" valueType="num">
                                      <p:cBhvr>
                                        <p:cTn id="49" dur="500" fill="hold"/>
                                        <p:tgtEl>
                                          <p:spTgt spid="21"/>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500"/>
                                        <p:tgtEl>
                                          <p:spTgt spid="22"/>
                                        </p:tgtEl>
                                      </p:cBhvr>
                                    </p:animEffect>
                                    <p:anim calcmode="lin" valueType="num">
                                      <p:cBhvr>
                                        <p:cTn id="53" dur="500" fill="hold"/>
                                        <p:tgtEl>
                                          <p:spTgt spid="22"/>
                                        </p:tgtEl>
                                        <p:attrNameLst>
                                          <p:attrName>ppt_x</p:attrName>
                                        </p:attrNameLst>
                                      </p:cBhvr>
                                      <p:tavLst>
                                        <p:tav tm="0">
                                          <p:val>
                                            <p:strVal val="#ppt_x"/>
                                          </p:val>
                                        </p:tav>
                                        <p:tav tm="100000">
                                          <p:val>
                                            <p:strVal val="#ppt_x"/>
                                          </p:val>
                                        </p:tav>
                                      </p:tavLst>
                                    </p:anim>
                                    <p:anim calcmode="lin" valueType="num">
                                      <p:cBhvr>
                                        <p:cTn id="54" dur="5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p:bldP spid="14" grpId="0"/>
      <p:bldP spid="15" grpId="0"/>
      <p:bldP spid="16" grpId="0"/>
      <p:bldP spid="19" grpId="0"/>
      <p:bldP spid="20" grpId="0"/>
      <p:bldP spid="21" grpId="0" animBg="1"/>
      <p:bldP spid="2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33399"/>
        </a:solidFill>
        <a:effectLst/>
      </p:bgPr>
    </p:bg>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0" y="0"/>
            <a:ext cx="12192000" cy="6857999"/>
          </a:xfrm>
          <a:prstGeom prst="rect">
            <a:avLst/>
          </a:prstGeom>
        </p:spPr>
      </p:pic>
      <p:pic>
        <p:nvPicPr>
          <p:cNvPr id="7" name="图片 6"/>
          <p:cNvPicPr>
            <a:picLocks noChangeAspect="1"/>
          </p:cNvPicPr>
          <p:nvPr/>
        </p:nvPicPr>
        <p:blipFill>
          <a:blip r:embed="rId2"/>
          <a:stretch>
            <a:fillRect/>
          </a:stretch>
        </p:blipFill>
        <p:spPr>
          <a:xfrm>
            <a:off x="756321" y="556261"/>
            <a:ext cx="10679358" cy="5745479"/>
          </a:xfrm>
          <a:prstGeom prst="rect">
            <a:avLst/>
          </a:prstGeom>
        </p:spPr>
      </p:pic>
      <p:grpSp>
        <p:nvGrpSpPr>
          <p:cNvPr id="18" name="组合 17"/>
          <p:cNvGrpSpPr/>
          <p:nvPr/>
        </p:nvGrpSpPr>
        <p:grpSpPr>
          <a:xfrm>
            <a:off x="2037780" y="1787509"/>
            <a:ext cx="1914526" cy="1914526"/>
            <a:chOff x="2457448" y="1671636"/>
            <a:chExt cx="1914526" cy="1914526"/>
          </a:xfrm>
        </p:grpSpPr>
        <p:sp>
          <p:nvSpPr>
            <p:cNvPr id="16" name="任意多边形: 形状 15"/>
            <p:cNvSpPr/>
            <p:nvPr/>
          </p:nvSpPr>
          <p:spPr>
            <a:xfrm>
              <a:off x="2457448" y="1671636"/>
              <a:ext cx="1914526" cy="1914526"/>
            </a:xfrm>
            <a:custGeom>
              <a:avLst/>
              <a:gdLst>
                <a:gd name="connsiteX0" fmla="*/ 957262 w 1914526"/>
                <a:gd name="connsiteY0" fmla="*/ 328613 h 1914526"/>
                <a:gd name="connsiteX1" fmla="*/ 328613 w 1914526"/>
                <a:gd name="connsiteY1" fmla="*/ 957262 h 1914526"/>
                <a:gd name="connsiteX2" fmla="*/ 957262 w 1914526"/>
                <a:gd name="connsiteY2" fmla="*/ 1585911 h 1914526"/>
                <a:gd name="connsiteX3" fmla="*/ 1585911 w 1914526"/>
                <a:gd name="connsiteY3" fmla="*/ 957262 h 1914526"/>
                <a:gd name="connsiteX4" fmla="*/ 957262 w 1914526"/>
                <a:gd name="connsiteY4" fmla="*/ 328613 h 1914526"/>
                <a:gd name="connsiteX5" fmla="*/ 957263 w 1914526"/>
                <a:gd name="connsiteY5" fmla="*/ 0 h 1914526"/>
                <a:gd name="connsiteX6" fmla="*/ 1914526 w 1914526"/>
                <a:gd name="connsiteY6" fmla="*/ 957263 h 1914526"/>
                <a:gd name="connsiteX7" fmla="*/ 957263 w 1914526"/>
                <a:gd name="connsiteY7" fmla="*/ 1914526 h 1914526"/>
                <a:gd name="connsiteX8" fmla="*/ 0 w 1914526"/>
                <a:gd name="connsiteY8" fmla="*/ 957263 h 1914526"/>
                <a:gd name="connsiteX9" fmla="*/ 957263 w 1914526"/>
                <a:gd name="connsiteY9" fmla="*/ 0 h 1914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14526" h="1914526">
                  <a:moveTo>
                    <a:pt x="957262" y="328613"/>
                  </a:moveTo>
                  <a:cubicBezTo>
                    <a:pt x="610069" y="328613"/>
                    <a:pt x="328613" y="610069"/>
                    <a:pt x="328613" y="957262"/>
                  </a:cubicBezTo>
                  <a:cubicBezTo>
                    <a:pt x="328613" y="1304455"/>
                    <a:pt x="610069" y="1585911"/>
                    <a:pt x="957262" y="1585911"/>
                  </a:cubicBezTo>
                  <a:cubicBezTo>
                    <a:pt x="1304455" y="1585911"/>
                    <a:pt x="1585911" y="1304455"/>
                    <a:pt x="1585911" y="957262"/>
                  </a:cubicBezTo>
                  <a:cubicBezTo>
                    <a:pt x="1585911" y="610069"/>
                    <a:pt x="1304455" y="328613"/>
                    <a:pt x="957262" y="328613"/>
                  </a:cubicBezTo>
                  <a:close/>
                  <a:moveTo>
                    <a:pt x="957263" y="0"/>
                  </a:moveTo>
                  <a:cubicBezTo>
                    <a:pt x="1485945" y="0"/>
                    <a:pt x="1914526" y="428581"/>
                    <a:pt x="1914526" y="957263"/>
                  </a:cubicBezTo>
                  <a:cubicBezTo>
                    <a:pt x="1914526" y="1485945"/>
                    <a:pt x="1485945" y="1914526"/>
                    <a:pt x="957263" y="1914526"/>
                  </a:cubicBezTo>
                  <a:cubicBezTo>
                    <a:pt x="428581" y="1914526"/>
                    <a:pt x="0" y="1485945"/>
                    <a:pt x="0" y="957263"/>
                  </a:cubicBezTo>
                  <a:cubicBezTo>
                    <a:pt x="0" y="428581"/>
                    <a:pt x="428581" y="0"/>
                    <a:pt x="957263" y="0"/>
                  </a:cubicBezTo>
                  <a:close/>
                </a:path>
              </a:pathLst>
            </a:cu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弧形 16"/>
            <p:cNvSpPr/>
            <p:nvPr/>
          </p:nvSpPr>
          <p:spPr>
            <a:xfrm>
              <a:off x="2625637" y="1839825"/>
              <a:ext cx="1578148" cy="1578148"/>
            </a:xfrm>
            <a:prstGeom prst="arc">
              <a:avLst>
                <a:gd name="adj1" fmla="val 16200000"/>
                <a:gd name="adj2" fmla="val 4650513"/>
              </a:avLst>
            </a:prstGeom>
            <a:ln w="98425" cap="rnd">
              <a:solidFill>
                <a:srgbClr val="F15337"/>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9" name="文本框 18"/>
          <p:cNvSpPr txBox="1"/>
          <p:nvPr/>
        </p:nvSpPr>
        <p:spPr>
          <a:xfrm>
            <a:off x="1786301" y="4095361"/>
            <a:ext cx="2417484" cy="400110"/>
          </a:xfrm>
          <a:prstGeom prst="rect">
            <a:avLst/>
          </a:prstGeom>
          <a:noFill/>
        </p:spPr>
        <p:txBody>
          <a:bodyPr wrap="square" rtlCol="0">
            <a:spAutoFit/>
          </a:bodyPr>
          <a:lstStyle/>
          <a:p>
            <a:pPr algn="ctr"/>
            <a:r>
              <a:rPr lang="zh-CN" altLang="en-US" sz="2000" dirty="0">
                <a:latin typeface="思源黑体 CN Medium" panose="020B0600000000000000" pitchFamily="34" charset="-122"/>
                <a:ea typeface="思源黑体 CN Medium" panose="020B0600000000000000" pitchFamily="34" charset="-122"/>
              </a:rPr>
              <a:t>填加文本题目</a:t>
            </a:r>
            <a:endParaRPr lang="zh-CN" altLang="en-US" sz="2000" dirty="0">
              <a:latin typeface="思源黑体 CN Medium" panose="020B0600000000000000" pitchFamily="34" charset="-122"/>
              <a:ea typeface="思源黑体 CN Medium" panose="020B0600000000000000" pitchFamily="34" charset="-122"/>
            </a:endParaRPr>
          </a:p>
        </p:txBody>
      </p:sp>
      <p:sp>
        <p:nvSpPr>
          <p:cNvPr id="20" name="文本框 19"/>
          <p:cNvSpPr txBox="1"/>
          <p:nvPr/>
        </p:nvSpPr>
        <p:spPr>
          <a:xfrm>
            <a:off x="1786301" y="4481823"/>
            <a:ext cx="2417484" cy="850617"/>
          </a:xfrm>
          <a:prstGeom prst="rect">
            <a:avLst/>
          </a:prstGeom>
          <a:noFill/>
        </p:spPr>
        <p:txBody>
          <a:bodyPr wrap="square" rtlCol="0">
            <a:spAutoFit/>
          </a:bodyPr>
          <a:lstStyle/>
          <a:p>
            <a:pPr algn="ct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此处填加您的内容填加您的内容填加您的内容填加您的内容填加您的内容</a:t>
            </a:r>
            <a:endParaRPr lang="zh-CN" altLang="en-US" sz="1400" dirty="0">
              <a:latin typeface="思源黑体 CN Normal" panose="020B0400000000000000" pitchFamily="34" charset="-122"/>
              <a:ea typeface="思源黑体 CN Normal" panose="020B0400000000000000" pitchFamily="34" charset="-122"/>
            </a:endParaRPr>
          </a:p>
        </p:txBody>
      </p:sp>
      <p:sp>
        <p:nvSpPr>
          <p:cNvPr id="21" name="文本框 20"/>
          <p:cNvSpPr txBox="1"/>
          <p:nvPr/>
        </p:nvSpPr>
        <p:spPr>
          <a:xfrm>
            <a:off x="4593795" y="4095361"/>
            <a:ext cx="2417484" cy="400110"/>
          </a:xfrm>
          <a:prstGeom prst="rect">
            <a:avLst/>
          </a:prstGeom>
          <a:noFill/>
        </p:spPr>
        <p:txBody>
          <a:bodyPr wrap="square" rtlCol="0">
            <a:spAutoFit/>
          </a:bodyPr>
          <a:lstStyle/>
          <a:p>
            <a:pPr algn="ctr"/>
            <a:r>
              <a:rPr lang="zh-CN" altLang="en-US" sz="2000" dirty="0">
                <a:latin typeface="思源黑体 CN Medium" panose="020B0600000000000000" pitchFamily="34" charset="-122"/>
                <a:ea typeface="思源黑体 CN Medium" panose="020B0600000000000000" pitchFamily="34" charset="-122"/>
              </a:rPr>
              <a:t>填加文本题目</a:t>
            </a:r>
            <a:endParaRPr lang="zh-CN" altLang="en-US" sz="2000" dirty="0">
              <a:latin typeface="思源黑体 CN Medium" panose="020B0600000000000000" pitchFamily="34" charset="-122"/>
              <a:ea typeface="思源黑体 CN Medium" panose="020B0600000000000000" pitchFamily="34" charset="-122"/>
            </a:endParaRPr>
          </a:p>
        </p:txBody>
      </p:sp>
      <p:sp>
        <p:nvSpPr>
          <p:cNvPr id="22" name="文本框 21"/>
          <p:cNvSpPr txBox="1"/>
          <p:nvPr/>
        </p:nvSpPr>
        <p:spPr>
          <a:xfrm>
            <a:off x="4593795" y="4481823"/>
            <a:ext cx="2417484" cy="850617"/>
          </a:xfrm>
          <a:prstGeom prst="rect">
            <a:avLst/>
          </a:prstGeom>
          <a:noFill/>
        </p:spPr>
        <p:txBody>
          <a:bodyPr wrap="square" rtlCol="0">
            <a:spAutoFit/>
          </a:bodyPr>
          <a:lstStyle/>
          <a:p>
            <a:pPr algn="ct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此处填加您的内容填加您的内容填加您的内容填加您的内容填加您的内容</a:t>
            </a:r>
            <a:endParaRPr lang="zh-CN" altLang="en-US" sz="1400" dirty="0">
              <a:latin typeface="思源黑体 CN Normal" panose="020B0400000000000000" pitchFamily="34" charset="-122"/>
              <a:ea typeface="思源黑体 CN Normal" panose="020B0400000000000000" pitchFamily="34" charset="-122"/>
            </a:endParaRPr>
          </a:p>
        </p:txBody>
      </p:sp>
      <p:sp>
        <p:nvSpPr>
          <p:cNvPr id="23" name="文本框 22"/>
          <p:cNvSpPr txBox="1"/>
          <p:nvPr/>
        </p:nvSpPr>
        <p:spPr>
          <a:xfrm>
            <a:off x="7401289" y="4095361"/>
            <a:ext cx="2417484" cy="400110"/>
          </a:xfrm>
          <a:prstGeom prst="rect">
            <a:avLst/>
          </a:prstGeom>
          <a:noFill/>
        </p:spPr>
        <p:txBody>
          <a:bodyPr wrap="square" rtlCol="0">
            <a:spAutoFit/>
          </a:bodyPr>
          <a:lstStyle/>
          <a:p>
            <a:pPr algn="ctr"/>
            <a:r>
              <a:rPr lang="zh-CN" altLang="en-US" sz="2000" dirty="0">
                <a:latin typeface="思源黑体 CN Medium" panose="020B0600000000000000" pitchFamily="34" charset="-122"/>
                <a:ea typeface="思源黑体 CN Medium" panose="020B0600000000000000" pitchFamily="34" charset="-122"/>
              </a:rPr>
              <a:t>填加文本题目</a:t>
            </a:r>
            <a:endParaRPr lang="zh-CN" altLang="en-US" sz="2000" dirty="0">
              <a:latin typeface="思源黑体 CN Medium" panose="020B0600000000000000" pitchFamily="34" charset="-122"/>
              <a:ea typeface="思源黑体 CN Medium" panose="020B0600000000000000" pitchFamily="34" charset="-122"/>
            </a:endParaRPr>
          </a:p>
        </p:txBody>
      </p:sp>
      <p:sp>
        <p:nvSpPr>
          <p:cNvPr id="24" name="文本框 23"/>
          <p:cNvSpPr txBox="1"/>
          <p:nvPr/>
        </p:nvSpPr>
        <p:spPr>
          <a:xfrm>
            <a:off x="7401289" y="4481823"/>
            <a:ext cx="2417484" cy="850617"/>
          </a:xfrm>
          <a:prstGeom prst="rect">
            <a:avLst/>
          </a:prstGeom>
          <a:noFill/>
        </p:spPr>
        <p:txBody>
          <a:bodyPr wrap="square" rtlCol="0">
            <a:spAutoFit/>
          </a:bodyPr>
          <a:lstStyle/>
          <a:p>
            <a:pPr algn="ct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此处填加您的内容填加您的内容填加您的内容填加您的内容填加您的内容</a:t>
            </a:r>
            <a:endParaRPr lang="zh-CN" altLang="en-US" sz="1400" dirty="0">
              <a:latin typeface="思源黑体 CN Normal" panose="020B0400000000000000" pitchFamily="34" charset="-122"/>
              <a:ea typeface="思源黑体 CN Normal" panose="020B0400000000000000" pitchFamily="34" charset="-122"/>
            </a:endParaRPr>
          </a:p>
        </p:txBody>
      </p:sp>
      <p:grpSp>
        <p:nvGrpSpPr>
          <p:cNvPr id="25" name="组合 24"/>
          <p:cNvGrpSpPr/>
          <p:nvPr/>
        </p:nvGrpSpPr>
        <p:grpSpPr>
          <a:xfrm>
            <a:off x="4845274" y="1787509"/>
            <a:ext cx="1914526" cy="1914526"/>
            <a:chOff x="2457448" y="1671636"/>
            <a:chExt cx="1914526" cy="1914526"/>
          </a:xfrm>
        </p:grpSpPr>
        <p:sp>
          <p:nvSpPr>
            <p:cNvPr id="26" name="任意多边形: 形状 25"/>
            <p:cNvSpPr/>
            <p:nvPr/>
          </p:nvSpPr>
          <p:spPr>
            <a:xfrm>
              <a:off x="2457448" y="1671636"/>
              <a:ext cx="1914526" cy="1914526"/>
            </a:xfrm>
            <a:custGeom>
              <a:avLst/>
              <a:gdLst>
                <a:gd name="connsiteX0" fmla="*/ 957262 w 1914526"/>
                <a:gd name="connsiteY0" fmla="*/ 328613 h 1914526"/>
                <a:gd name="connsiteX1" fmla="*/ 328613 w 1914526"/>
                <a:gd name="connsiteY1" fmla="*/ 957262 h 1914526"/>
                <a:gd name="connsiteX2" fmla="*/ 957262 w 1914526"/>
                <a:gd name="connsiteY2" fmla="*/ 1585911 h 1914526"/>
                <a:gd name="connsiteX3" fmla="*/ 1585911 w 1914526"/>
                <a:gd name="connsiteY3" fmla="*/ 957262 h 1914526"/>
                <a:gd name="connsiteX4" fmla="*/ 957262 w 1914526"/>
                <a:gd name="connsiteY4" fmla="*/ 328613 h 1914526"/>
                <a:gd name="connsiteX5" fmla="*/ 957263 w 1914526"/>
                <a:gd name="connsiteY5" fmla="*/ 0 h 1914526"/>
                <a:gd name="connsiteX6" fmla="*/ 1914526 w 1914526"/>
                <a:gd name="connsiteY6" fmla="*/ 957263 h 1914526"/>
                <a:gd name="connsiteX7" fmla="*/ 957263 w 1914526"/>
                <a:gd name="connsiteY7" fmla="*/ 1914526 h 1914526"/>
                <a:gd name="connsiteX8" fmla="*/ 0 w 1914526"/>
                <a:gd name="connsiteY8" fmla="*/ 957263 h 1914526"/>
                <a:gd name="connsiteX9" fmla="*/ 957263 w 1914526"/>
                <a:gd name="connsiteY9" fmla="*/ 0 h 1914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14526" h="1914526">
                  <a:moveTo>
                    <a:pt x="957262" y="328613"/>
                  </a:moveTo>
                  <a:cubicBezTo>
                    <a:pt x="610069" y="328613"/>
                    <a:pt x="328613" y="610069"/>
                    <a:pt x="328613" y="957262"/>
                  </a:cubicBezTo>
                  <a:cubicBezTo>
                    <a:pt x="328613" y="1304455"/>
                    <a:pt x="610069" y="1585911"/>
                    <a:pt x="957262" y="1585911"/>
                  </a:cubicBezTo>
                  <a:cubicBezTo>
                    <a:pt x="1304455" y="1585911"/>
                    <a:pt x="1585911" y="1304455"/>
                    <a:pt x="1585911" y="957262"/>
                  </a:cubicBezTo>
                  <a:cubicBezTo>
                    <a:pt x="1585911" y="610069"/>
                    <a:pt x="1304455" y="328613"/>
                    <a:pt x="957262" y="328613"/>
                  </a:cubicBezTo>
                  <a:close/>
                  <a:moveTo>
                    <a:pt x="957263" y="0"/>
                  </a:moveTo>
                  <a:cubicBezTo>
                    <a:pt x="1485945" y="0"/>
                    <a:pt x="1914526" y="428581"/>
                    <a:pt x="1914526" y="957263"/>
                  </a:cubicBezTo>
                  <a:cubicBezTo>
                    <a:pt x="1914526" y="1485945"/>
                    <a:pt x="1485945" y="1914526"/>
                    <a:pt x="957263" y="1914526"/>
                  </a:cubicBezTo>
                  <a:cubicBezTo>
                    <a:pt x="428581" y="1914526"/>
                    <a:pt x="0" y="1485945"/>
                    <a:pt x="0" y="957263"/>
                  </a:cubicBezTo>
                  <a:cubicBezTo>
                    <a:pt x="0" y="428581"/>
                    <a:pt x="428581" y="0"/>
                    <a:pt x="957263" y="0"/>
                  </a:cubicBezTo>
                  <a:close/>
                </a:path>
              </a:pathLst>
            </a:cu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弧形 26"/>
            <p:cNvSpPr/>
            <p:nvPr/>
          </p:nvSpPr>
          <p:spPr>
            <a:xfrm>
              <a:off x="2625637" y="1839825"/>
              <a:ext cx="1578148" cy="1578148"/>
            </a:xfrm>
            <a:prstGeom prst="arc">
              <a:avLst>
                <a:gd name="adj1" fmla="val 979409"/>
                <a:gd name="adj2" fmla="val 5719962"/>
              </a:avLst>
            </a:prstGeom>
            <a:ln w="98425" cap="rnd">
              <a:solidFill>
                <a:srgbClr val="C02D1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28" name="组合 27"/>
          <p:cNvGrpSpPr/>
          <p:nvPr/>
        </p:nvGrpSpPr>
        <p:grpSpPr>
          <a:xfrm>
            <a:off x="7652768" y="1787509"/>
            <a:ext cx="1914526" cy="1914526"/>
            <a:chOff x="2457448" y="1671636"/>
            <a:chExt cx="1914526" cy="1914526"/>
          </a:xfrm>
        </p:grpSpPr>
        <p:sp>
          <p:nvSpPr>
            <p:cNvPr id="29" name="任意多边形: 形状 28"/>
            <p:cNvSpPr/>
            <p:nvPr/>
          </p:nvSpPr>
          <p:spPr>
            <a:xfrm>
              <a:off x="2457448" y="1671636"/>
              <a:ext cx="1914526" cy="1914526"/>
            </a:xfrm>
            <a:custGeom>
              <a:avLst/>
              <a:gdLst>
                <a:gd name="connsiteX0" fmla="*/ 957262 w 1914526"/>
                <a:gd name="connsiteY0" fmla="*/ 328613 h 1914526"/>
                <a:gd name="connsiteX1" fmla="*/ 328613 w 1914526"/>
                <a:gd name="connsiteY1" fmla="*/ 957262 h 1914526"/>
                <a:gd name="connsiteX2" fmla="*/ 957262 w 1914526"/>
                <a:gd name="connsiteY2" fmla="*/ 1585911 h 1914526"/>
                <a:gd name="connsiteX3" fmla="*/ 1585911 w 1914526"/>
                <a:gd name="connsiteY3" fmla="*/ 957262 h 1914526"/>
                <a:gd name="connsiteX4" fmla="*/ 957262 w 1914526"/>
                <a:gd name="connsiteY4" fmla="*/ 328613 h 1914526"/>
                <a:gd name="connsiteX5" fmla="*/ 957263 w 1914526"/>
                <a:gd name="connsiteY5" fmla="*/ 0 h 1914526"/>
                <a:gd name="connsiteX6" fmla="*/ 1914526 w 1914526"/>
                <a:gd name="connsiteY6" fmla="*/ 957263 h 1914526"/>
                <a:gd name="connsiteX7" fmla="*/ 957263 w 1914526"/>
                <a:gd name="connsiteY7" fmla="*/ 1914526 h 1914526"/>
                <a:gd name="connsiteX8" fmla="*/ 0 w 1914526"/>
                <a:gd name="connsiteY8" fmla="*/ 957263 h 1914526"/>
                <a:gd name="connsiteX9" fmla="*/ 957263 w 1914526"/>
                <a:gd name="connsiteY9" fmla="*/ 0 h 1914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14526" h="1914526">
                  <a:moveTo>
                    <a:pt x="957262" y="328613"/>
                  </a:moveTo>
                  <a:cubicBezTo>
                    <a:pt x="610069" y="328613"/>
                    <a:pt x="328613" y="610069"/>
                    <a:pt x="328613" y="957262"/>
                  </a:cubicBezTo>
                  <a:cubicBezTo>
                    <a:pt x="328613" y="1304455"/>
                    <a:pt x="610069" y="1585911"/>
                    <a:pt x="957262" y="1585911"/>
                  </a:cubicBezTo>
                  <a:cubicBezTo>
                    <a:pt x="1304455" y="1585911"/>
                    <a:pt x="1585911" y="1304455"/>
                    <a:pt x="1585911" y="957262"/>
                  </a:cubicBezTo>
                  <a:cubicBezTo>
                    <a:pt x="1585911" y="610069"/>
                    <a:pt x="1304455" y="328613"/>
                    <a:pt x="957262" y="328613"/>
                  </a:cubicBezTo>
                  <a:close/>
                  <a:moveTo>
                    <a:pt x="957263" y="0"/>
                  </a:moveTo>
                  <a:cubicBezTo>
                    <a:pt x="1485945" y="0"/>
                    <a:pt x="1914526" y="428581"/>
                    <a:pt x="1914526" y="957263"/>
                  </a:cubicBezTo>
                  <a:cubicBezTo>
                    <a:pt x="1914526" y="1485945"/>
                    <a:pt x="1485945" y="1914526"/>
                    <a:pt x="957263" y="1914526"/>
                  </a:cubicBezTo>
                  <a:cubicBezTo>
                    <a:pt x="428581" y="1914526"/>
                    <a:pt x="0" y="1485945"/>
                    <a:pt x="0" y="957263"/>
                  </a:cubicBezTo>
                  <a:cubicBezTo>
                    <a:pt x="0" y="428581"/>
                    <a:pt x="428581" y="0"/>
                    <a:pt x="957263" y="0"/>
                  </a:cubicBezTo>
                  <a:close/>
                </a:path>
              </a:pathLst>
            </a:cu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0" name="弧形 29"/>
            <p:cNvSpPr/>
            <p:nvPr/>
          </p:nvSpPr>
          <p:spPr>
            <a:xfrm>
              <a:off x="2625637" y="1839825"/>
              <a:ext cx="1578148" cy="1578148"/>
            </a:xfrm>
            <a:prstGeom prst="arc">
              <a:avLst>
                <a:gd name="adj1" fmla="val 8509446"/>
                <a:gd name="adj2" fmla="val 17553890"/>
              </a:avLst>
            </a:prstGeom>
            <a:ln w="98425" cap="rnd">
              <a:solidFill>
                <a:srgbClr val="33339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grpSp>
      <p:pic>
        <p:nvPicPr>
          <p:cNvPr id="38" name="图形 3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86232" y="2479527"/>
            <a:ext cx="417622" cy="530490"/>
          </a:xfrm>
          <a:prstGeom prst="rect">
            <a:avLst/>
          </a:prstGeom>
        </p:spPr>
      </p:pic>
      <p:pic>
        <p:nvPicPr>
          <p:cNvPr id="40" name="图形 39"/>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09074" y="2458715"/>
            <a:ext cx="586926" cy="553064"/>
          </a:xfrm>
          <a:prstGeom prst="rect">
            <a:avLst/>
          </a:prstGeom>
        </p:spPr>
      </p:pic>
      <p:pic>
        <p:nvPicPr>
          <p:cNvPr id="42" name="图形 41"/>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361716" y="2519030"/>
            <a:ext cx="496630" cy="4514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heel(1)">
                                      <p:cBhvr>
                                        <p:cTn id="7" dur="500"/>
                                        <p:tgtEl>
                                          <p:spTgt spid="18"/>
                                        </p:tgtEl>
                                      </p:cBhvr>
                                    </p:animEffect>
                                  </p:childTnLst>
                                </p:cTn>
                              </p:par>
                              <p:par>
                                <p:cTn id="8" presetID="21" presetClass="entr" presetSubtype="1"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wheel(1)">
                                      <p:cBhvr>
                                        <p:cTn id="10" dur="500"/>
                                        <p:tgtEl>
                                          <p:spTgt spid="25"/>
                                        </p:tgtEl>
                                      </p:cBhvr>
                                    </p:animEffect>
                                  </p:childTnLst>
                                </p:cTn>
                              </p:par>
                              <p:par>
                                <p:cTn id="11" presetID="21" presetClass="entr" presetSubtype="1"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wheel(1)">
                                      <p:cBhvr>
                                        <p:cTn id="13" dur="500"/>
                                        <p:tgtEl>
                                          <p:spTgt spid="28"/>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8"/>
                                        </p:tgtEl>
                                        <p:attrNameLst>
                                          <p:attrName>style.visibility</p:attrName>
                                        </p:attrNameLst>
                                      </p:cBhvr>
                                      <p:to>
                                        <p:strVal val="visible"/>
                                      </p:to>
                                    </p:set>
                                    <p:anim calcmode="lin" valueType="num">
                                      <p:cBhvr additive="base">
                                        <p:cTn id="18" dur="500" fill="hold"/>
                                        <p:tgtEl>
                                          <p:spTgt spid="38"/>
                                        </p:tgtEl>
                                        <p:attrNameLst>
                                          <p:attrName>ppt_x</p:attrName>
                                        </p:attrNameLst>
                                      </p:cBhvr>
                                      <p:tavLst>
                                        <p:tav tm="0">
                                          <p:val>
                                            <p:strVal val="#ppt_x"/>
                                          </p:val>
                                        </p:tav>
                                        <p:tav tm="100000">
                                          <p:val>
                                            <p:strVal val="#ppt_x"/>
                                          </p:val>
                                        </p:tav>
                                      </p:tavLst>
                                    </p:anim>
                                    <p:anim calcmode="lin" valueType="num">
                                      <p:cBhvr additive="base">
                                        <p:cTn id="19" dur="500" fill="hold"/>
                                        <p:tgtEl>
                                          <p:spTgt spid="38"/>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40"/>
                                        </p:tgtEl>
                                        <p:attrNameLst>
                                          <p:attrName>style.visibility</p:attrName>
                                        </p:attrNameLst>
                                      </p:cBhvr>
                                      <p:to>
                                        <p:strVal val="visible"/>
                                      </p:to>
                                    </p:set>
                                    <p:anim calcmode="lin" valueType="num">
                                      <p:cBhvr additive="base">
                                        <p:cTn id="22" dur="500" fill="hold"/>
                                        <p:tgtEl>
                                          <p:spTgt spid="40"/>
                                        </p:tgtEl>
                                        <p:attrNameLst>
                                          <p:attrName>ppt_x</p:attrName>
                                        </p:attrNameLst>
                                      </p:cBhvr>
                                      <p:tavLst>
                                        <p:tav tm="0">
                                          <p:val>
                                            <p:strVal val="#ppt_x"/>
                                          </p:val>
                                        </p:tav>
                                        <p:tav tm="100000">
                                          <p:val>
                                            <p:strVal val="#ppt_x"/>
                                          </p:val>
                                        </p:tav>
                                      </p:tavLst>
                                    </p:anim>
                                    <p:anim calcmode="lin" valueType="num">
                                      <p:cBhvr additive="base">
                                        <p:cTn id="23" dur="500" fill="hold"/>
                                        <p:tgtEl>
                                          <p:spTgt spid="40"/>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42"/>
                                        </p:tgtEl>
                                        <p:attrNameLst>
                                          <p:attrName>style.visibility</p:attrName>
                                        </p:attrNameLst>
                                      </p:cBhvr>
                                      <p:to>
                                        <p:strVal val="visible"/>
                                      </p:to>
                                    </p:set>
                                    <p:anim calcmode="lin" valueType="num">
                                      <p:cBhvr additive="base">
                                        <p:cTn id="26" dur="500" fill="hold"/>
                                        <p:tgtEl>
                                          <p:spTgt spid="42"/>
                                        </p:tgtEl>
                                        <p:attrNameLst>
                                          <p:attrName>ppt_x</p:attrName>
                                        </p:attrNameLst>
                                      </p:cBhvr>
                                      <p:tavLst>
                                        <p:tav tm="0">
                                          <p:val>
                                            <p:strVal val="#ppt_x"/>
                                          </p:val>
                                        </p:tav>
                                        <p:tav tm="100000">
                                          <p:val>
                                            <p:strVal val="#ppt_x"/>
                                          </p:val>
                                        </p:tav>
                                      </p:tavLst>
                                    </p:anim>
                                    <p:anim calcmode="lin" valueType="num">
                                      <p:cBhvr additive="base">
                                        <p:cTn id="27" dur="500" fill="hold"/>
                                        <p:tgtEl>
                                          <p:spTgt spid="42"/>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 calcmode="lin" valueType="num">
                                      <p:cBhvr additive="base">
                                        <p:cTn id="30" dur="500" fill="hold"/>
                                        <p:tgtEl>
                                          <p:spTgt spid="19"/>
                                        </p:tgtEl>
                                        <p:attrNameLst>
                                          <p:attrName>ppt_x</p:attrName>
                                        </p:attrNameLst>
                                      </p:cBhvr>
                                      <p:tavLst>
                                        <p:tav tm="0">
                                          <p:val>
                                            <p:strVal val="#ppt_x"/>
                                          </p:val>
                                        </p:tav>
                                        <p:tav tm="100000">
                                          <p:val>
                                            <p:strVal val="#ppt_x"/>
                                          </p:val>
                                        </p:tav>
                                      </p:tavLst>
                                    </p:anim>
                                    <p:anim calcmode="lin" valueType="num">
                                      <p:cBhvr additive="base">
                                        <p:cTn id="31" dur="500" fill="hold"/>
                                        <p:tgtEl>
                                          <p:spTgt spid="19"/>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20"/>
                                        </p:tgtEl>
                                        <p:attrNameLst>
                                          <p:attrName>style.visibility</p:attrName>
                                        </p:attrNameLst>
                                      </p:cBhvr>
                                      <p:to>
                                        <p:strVal val="visible"/>
                                      </p:to>
                                    </p:set>
                                    <p:anim calcmode="lin" valueType="num">
                                      <p:cBhvr additive="base">
                                        <p:cTn id="34" dur="500" fill="hold"/>
                                        <p:tgtEl>
                                          <p:spTgt spid="20"/>
                                        </p:tgtEl>
                                        <p:attrNameLst>
                                          <p:attrName>ppt_x</p:attrName>
                                        </p:attrNameLst>
                                      </p:cBhvr>
                                      <p:tavLst>
                                        <p:tav tm="0">
                                          <p:val>
                                            <p:strVal val="#ppt_x"/>
                                          </p:val>
                                        </p:tav>
                                        <p:tav tm="100000">
                                          <p:val>
                                            <p:strVal val="#ppt_x"/>
                                          </p:val>
                                        </p:tav>
                                      </p:tavLst>
                                    </p:anim>
                                    <p:anim calcmode="lin" valueType="num">
                                      <p:cBhvr additive="base">
                                        <p:cTn id="35" dur="500" fill="hold"/>
                                        <p:tgtEl>
                                          <p:spTgt spid="20"/>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21"/>
                                        </p:tgtEl>
                                        <p:attrNameLst>
                                          <p:attrName>style.visibility</p:attrName>
                                        </p:attrNameLst>
                                      </p:cBhvr>
                                      <p:to>
                                        <p:strVal val="visible"/>
                                      </p:to>
                                    </p:set>
                                    <p:anim calcmode="lin" valueType="num">
                                      <p:cBhvr additive="base">
                                        <p:cTn id="38" dur="500" fill="hold"/>
                                        <p:tgtEl>
                                          <p:spTgt spid="21"/>
                                        </p:tgtEl>
                                        <p:attrNameLst>
                                          <p:attrName>ppt_x</p:attrName>
                                        </p:attrNameLst>
                                      </p:cBhvr>
                                      <p:tavLst>
                                        <p:tav tm="0">
                                          <p:val>
                                            <p:strVal val="#ppt_x"/>
                                          </p:val>
                                        </p:tav>
                                        <p:tav tm="100000">
                                          <p:val>
                                            <p:strVal val="#ppt_x"/>
                                          </p:val>
                                        </p:tav>
                                      </p:tavLst>
                                    </p:anim>
                                    <p:anim calcmode="lin" valueType="num">
                                      <p:cBhvr additive="base">
                                        <p:cTn id="39" dur="500" fill="hold"/>
                                        <p:tgtEl>
                                          <p:spTgt spid="21"/>
                                        </p:tgtEl>
                                        <p:attrNameLst>
                                          <p:attrName>ppt_y</p:attrName>
                                        </p:attrNameLst>
                                      </p:cBhvr>
                                      <p:tavLst>
                                        <p:tav tm="0">
                                          <p:val>
                                            <p:strVal val="1+#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 calcmode="lin" valueType="num">
                                      <p:cBhvr additive="base">
                                        <p:cTn id="42" dur="500" fill="hold"/>
                                        <p:tgtEl>
                                          <p:spTgt spid="22"/>
                                        </p:tgtEl>
                                        <p:attrNameLst>
                                          <p:attrName>ppt_x</p:attrName>
                                        </p:attrNameLst>
                                      </p:cBhvr>
                                      <p:tavLst>
                                        <p:tav tm="0">
                                          <p:val>
                                            <p:strVal val="#ppt_x"/>
                                          </p:val>
                                        </p:tav>
                                        <p:tav tm="100000">
                                          <p:val>
                                            <p:strVal val="#ppt_x"/>
                                          </p:val>
                                        </p:tav>
                                      </p:tavLst>
                                    </p:anim>
                                    <p:anim calcmode="lin" valueType="num">
                                      <p:cBhvr additive="base">
                                        <p:cTn id="43" dur="500" fill="hold"/>
                                        <p:tgtEl>
                                          <p:spTgt spid="22"/>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23"/>
                                        </p:tgtEl>
                                        <p:attrNameLst>
                                          <p:attrName>style.visibility</p:attrName>
                                        </p:attrNameLst>
                                      </p:cBhvr>
                                      <p:to>
                                        <p:strVal val="visible"/>
                                      </p:to>
                                    </p:set>
                                    <p:anim calcmode="lin" valueType="num">
                                      <p:cBhvr additive="base">
                                        <p:cTn id="46" dur="500" fill="hold"/>
                                        <p:tgtEl>
                                          <p:spTgt spid="23"/>
                                        </p:tgtEl>
                                        <p:attrNameLst>
                                          <p:attrName>ppt_x</p:attrName>
                                        </p:attrNameLst>
                                      </p:cBhvr>
                                      <p:tavLst>
                                        <p:tav tm="0">
                                          <p:val>
                                            <p:strVal val="#ppt_x"/>
                                          </p:val>
                                        </p:tav>
                                        <p:tav tm="100000">
                                          <p:val>
                                            <p:strVal val="#ppt_x"/>
                                          </p:val>
                                        </p:tav>
                                      </p:tavLst>
                                    </p:anim>
                                    <p:anim calcmode="lin" valueType="num">
                                      <p:cBhvr additive="base">
                                        <p:cTn id="47" dur="500" fill="hold"/>
                                        <p:tgtEl>
                                          <p:spTgt spid="23"/>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 calcmode="lin" valueType="num">
                                      <p:cBhvr additive="base">
                                        <p:cTn id="50" dur="500" fill="hold"/>
                                        <p:tgtEl>
                                          <p:spTgt spid="24"/>
                                        </p:tgtEl>
                                        <p:attrNameLst>
                                          <p:attrName>ppt_x</p:attrName>
                                        </p:attrNameLst>
                                      </p:cBhvr>
                                      <p:tavLst>
                                        <p:tav tm="0">
                                          <p:val>
                                            <p:strVal val="#ppt_x"/>
                                          </p:val>
                                        </p:tav>
                                        <p:tav tm="100000">
                                          <p:val>
                                            <p:strVal val="#ppt_x"/>
                                          </p:val>
                                        </p:tav>
                                      </p:tavLst>
                                    </p:anim>
                                    <p:anim calcmode="lin" valueType="num">
                                      <p:cBhvr additive="base">
                                        <p:cTn id="51"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22" grpId="0"/>
      <p:bldP spid="23" grpId="0"/>
      <p:bldP spid="2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0" y="0"/>
            <a:ext cx="12192000" cy="6857999"/>
          </a:xfrm>
          <a:prstGeom prst="rect">
            <a:avLst/>
          </a:prstGeom>
        </p:spPr>
      </p:pic>
      <p:pic>
        <p:nvPicPr>
          <p:cNvPr id="12" name="图片 11"/>
          <p:cNvPicPr>
            <a:picLocks noChangeAspect="1"/>
          </p:cNvPicPr>
          <p:nvPr/>
        </p:nvPicPr>
        <p:blipFill>
          <a:blip r:embed="rId2"/>
          <a:stretch>
            <a:fillRect/>
          </a:stretch>
        </p:blipFill>
        <p:spPr>
          <a:xfrm>
            <a:off x="756321" y="556261"/>
            <a:ext cx="10679358" cy="5745479"/>
          </a:xfrm>
          <a:prstGeom prst="rect">
            <a:avLst/>
          </a:prstGeom>
        </p:spPr>
      </p:pic>
      <p:sp>
        <p:nvSpPr>
          <p:cNvPr id="4" name="弧形 3"/>
          <p:cNvSpPr/>
          <p:nvPr/>
        </p:nvSpPr>
        <p:spPr>
          <a:xfrm>
            <a:off x="4268391" y="2533639"/>
            <a:ext cx="3486150" cy="3486150"/>
          </a:xfrm>
          <a:prstGeom prst="arc">
            <a:avLst>
              <a:gd name="adj1" fmla="val 9993545"/>
              <a:gd name="adj2" fmla="val 866217"/>
            </a:avLst>
          </a:prstGeom>
          <a:ln w="38100" cap="rnd">
            <a:solidFill>
              <a:schemeClr val="bg1"/>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椭圆 5"/>
          <p:cNvSpPr/>
          <p:nvPr/>
        </p:nvSpPr>
        <p:spPr>
          <a:xfrm>
            <a:off x="5712643" y="2188506"/>
            <a:ext cx="597646" cy="604176"/>
          </a:xfrm>
          <a:prstGeom prst="ellipse">
            <a:avLst/>
          </a:prstGeom>
          <a:solidFill>
            <a:srgbClr val="C02D1A"/>
          </a:solidFill>
          <a:ln w="38100">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4226396" y="3145768"/>
            <a:ext cx="597646" cy="604176"/>
          </a:xfrm>
          <a:prstGeom prst="ellipse">
            <a:avLst/>
          </a:prstGeom>
          <a:solidFill>
            <a:srgbClr val="F15337"/>
          </a:solidFill>
          <a:ln w="38100">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3997950" y="4470505"/>
            <a:ext cx="597646" cy="604176"/>
          </a:xfrm>
          <a:prstGeom prst="ellipse">
            <a:avLst/>
          </a:prstGeom>
          <a:solidFill>
            <a:srgbClr val="FEB106"/>
          </a:solidFill>
          <a:ln w="38100">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7319452" y="3145768"/>
            <a:ext cx="597646" cy="604176"/>
          </a:xfrm>
          <a:prstGeom prst="ellipse">
            <a:avLst/>
          </a:prstGeom>
          <a:solidFill>
            <a:srgbClr val="F15337"/>
          </a:solidFill>
          <a:ln w="38100">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7482100" y="4470505"/>
            <a:ext cx="597646" cy="604176"/>
          </a:xfrm>
          <a:prstGeom prst="ellipse">
            <a:avLst/>
          </a:prstGeom>
          <a:solidFill>
            <a:srgbClr val="FEB106"/>
          </a:solidFill>
          <a:ln w="38100">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1786301" y="4396733"/>
            <a:ext cx="1903142" cy="400110"/>
          </a:xfrm>
          <a:prstGeom prst="rect">
            <a:avLst/>
          </a:prstGeom>
          <a:noFill/>
        </p:spPr>
        <p:txBody>
          <a:bodyPr wrap="square" rtlCol="0">
            <a:spAutoFit/>
          </a:bodyPr>
          <a:lstStyle/>
          <a:p>
            <a:pPr algn="ctr"/>
            <a:r>
              <a:rPr lang="zh-CN" altLang="en-US" sz="2000" dirty="0">
                <a:latin typeface="思源黑体 CN Medium" panose="020B0600000000000000" pitchFamily="34" charset="-122"/>
                <a:ea typeface="思源黑体 CN Medium" panose="020B0600000000000000" pitchFamily="34" charset="-122"/>
              </a:rPr>
              <a:t>文本题目</a:t>
            </a:r>
            <a:endParaRPr lang="zh-CN" altLang="en-US" sz="2000" dirty="0">
              <a:latin typeface="思源黑体 CN Medium" panose="020B0600000000000000" pitchFamily="34" charset="-122"/>
              <a:ea typeface="思源黑体 CN Medium" panose="020B0600000000000000" pitchFamily="34" charset="-122"/>
            </a:endParaRPr>
          </a:p>
        </p:txBody>
      </p:sp>
      <p:sp>
        <p:nvSpPr>
          <p:cNvPr id="14" name="文本框 13"/>
          <p:cNvSpPr txBox="1"/>
          <p:nvPr/>
        </p:nvSpPr>
        <p:spPr>
          <a:xfrm>
            <a:off x="1786301" y="4783195"/>
            <a:ext cx="1903142" cy="592085"/>
          </a:xfrm>
          <a:prstGeom prst="rect">
            <a:avLst/>
          </a:prstGeom>
          <a:noFill/>
        </p:spPr>
        <p:txBody>
          <a:bodyPr wrap="square" rtlCol="0">
            <a:spAutoFit/>
          </a:bodyPr>
          <a:lstStyle/>
          <a:p>
            <a:pPr algn="ct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 </a:t>
            </a:r>
            <a:endParaRPr lang="zh-CN" altLang="en-US" sz="1400" dirty="0">
              <a:latin typeface="思源黑体 CN Normal" panose="020B0400000000000000" pitchFamily="34" charset="-122"/>
              <a:ea typeface="思源黑体 CN Normal" panose="020B0400000000000000" pitchFamily="34" charset="-122"/>
            </a:endParaRPr>
          </a:p>
        </p:txBody>
      </p:sp>
      <p:sp>
        <p:nvSpPr>
          <p:cNvPr id="15" name="文本框 14"/>
          <p:cNvSpPr txBox="1"/>
          <p:nvPr/>
        </p:nvSpPr>
        <p:spPr>
          <a:xfrm>
            <a:off x="2038236" y="3031724"/>
            <a:ext cx="1903142" cy="400110"/>
          </a:xfrm>
          <a:prstGeom prst="rect">
            <a:avLst/>
          </a:prstGeom>
          <a:noFill/>
        </p:spPr>
        <p:txBody>
          <a:bodyPr wrap="square" rtlCol="0">
            <a:spAutoFit/>
          </a:bodyPr>
          <a:lstStyle/>
          <a:p>
            <a:pPr algn="ctr"/>
            <a:r>
              <a:rPr lang="zh-CN" altLang="en-US" sz="2000" dirty="0">
                <a:latin typeface="思源黑体 CN Medium" panose="020B0600000000000000" pitchFamily="34" charset="-122"/>
                <a:ea typeface="思源黑体 CN Medium" panose="020B0600000000000000" pitchFamily="34" charset="-122"/>
              </a:rPr>
              <a:t>文本题目</a:t>
            </a:r>
            <a:endParaRPr lang="zh-CN" altLang="en-US" sz="2000" dirty="0">
              <a:latin typeface="思源黑体 CN Medium" panose="020B0600000000000000" pitchFamily="34" charset="-122"/>
              <a:ea typeface="思源黑体 CN Medium" panose="020B0600000000000000" pitchFamily="34" charset="-122"/>
            </a:endParaRPr>
          </a:p>
        </p:txBody>
      </p:sp>
      <p:sp>
        <p:nvSpPr>
          <p:cNvPr id="16" name="文本框 15"/>
          <p:cNvSpPr txBox="1"/>
          <p:nvPr/>
        </p:nvSpPr>
        <p:spPr>
          <a:xfrm>
            <a:off x="2038236" y="3418186"/>
            <a:ext cx="1903142" cy="592085"/>
          </a:xfrm>
          <a:prstGeom prst="rect">
            <a:avLst/>
          </a:prstGeom>
          <a:noFill/>
        </p:spPr>
        <p:txBody>
          <a:bodyPr wrap="square" rtlCol="0">
            <a:spAutoFit/>
          </a:bodyPr>
          <a:lstStyle/>
          <a:p>
            <a:pPr algn="ct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 </a:t>
            </a:r>
            <a:endParaRPr lang="zh-CN" altLang="en-US" sz="1400" dirty="0">
              <a:latin typeface="思源黑体 CN Normal" panose="020B0400000000000000" pitchFamily="34" charset="-122"/>
              <a:ea typeface="思源黑体 CN Normal" panose="020B0400000000000000" pitchFamily="34" charset="-122"/>
            </a:endParaRPr>
          </a:p>
        </p:txBody>
      </p:sp>
      <p:sp>
        <p:nvSpPr>
          <p:cNvPr id="17" name="文本框 16"/>
          <p:cNvSpPr txBox="1"/>
          <p:nvPr/>
        </p:nvSpPr>
        <p:spPr>
          <a:xfrm>
            <a:off x="4138943" y="1613022"/>
            <a:ext cx="1903142" cy="400110"/>
          </a:xfrm>
          <a:prstGeom prst="rect">
            <a:avLst/>
          </a:prstGeom>
          <a:noFill/>
        </p:spPr>
        <p:txBody>
          <a:bodyPr wrap="square" rtlCol="0">
            <a:spAutoFit/>
          </a:bodyPr>
          <a:lstStyle/>
          <a:p>
            <a:pPr algn="ctr"/>
            <a:r>
              <a:rPr lang="zh-CN" altLang="en-US" sz="2000" dirty="0">
                <a:latin typeface="思源黑体 CN Medium" panose="020B0600000000000000" pitchFamily="34" charset="-122"/>
                <a:ea typeface="思源黑体 CN Medium" panose="020B0600000000000000" pitchFamily="34" charset="-122"/>
              </a:rPr>
              <a:t>文本题目</a:t>
            </a:r>
            <a:endParaRPr lang="zh-CN" altLang="en-US" sz="2000" dirty="0">
              <a:latin typeface="思源黑体 CN Medium" panose="020B0600000000000000" pitchFamily="34" charset="-122"/>
              <a:ea typeface="思源黑体 CN Medium" panose="020B0600000000000000" pitchFamily="34" charset="-122"/>
            </a:endParaRPr>
          </a:p>
        </p:txBody>
      </p:sp>
      <p:sp>
        <p:nvSpPr>
          <p:cNvPr id="18" name="文本框 17"/>
          <p:cNvSpPr txBox="1"/>
          <p:nvPr/>
        </p:nvSpPr>
        <p:spPr>
          <a:xfrm>
            <a:off x="6176604" y="1517035"/>
            <a:ext cx="1903142" cy="592085"/>
          </a:xfrm>
          <a:prstGeom prst="rect">
            <a:avLst/>
          </a:prstGeom>
          <a:noFill/>
        </p:spPr>
        <p:txBody>
          <a:bodyPr wrap="square" rtlCol="0">
            <a:spAutoFit/>
          </a:bodyPr>
          <a:lstStyle/>
          <a:p>
            <a:pPr algn="ct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 </a:t>
            </a:r>
            <a:endParaRPr lang="zh-CN" altLang="en-US" sz="1400" dirty="0">
              <a:latin typeface="思源黑体 CN Normal" panose="020B0400000000000000" pitchFamily="34" charset="-122"/>
              <a:ea typeface="思源黑体 CN Normal" panose="020B0400000000000000" pitchFamily="34" charset="-122"/>
            </a:endParaRPr>
          </a:p>
        </p:txBody>
      </p:sp>
      <p:sp>
        <p:nvSpPr>
          <p:cNvPr id="19" name="文本框 18"/>
          <p:cNvSpPr txBox="1"/>
          <p:nvPr/>
        </p:nvSpPr>
        <p:spPr>
          <a:xfrm>
            <a:off x="8200859" y="3031724"/>
            <a:ext cx="1903142" cy="400110"/>
          </a:xfrm>
          <a:prstGeom prst="rect">
            <a:avLst/>
          </a:prstGeom>
          <a:noFill/>
        </p:spPr>
        <p:txBody>
          <a:bodyPr wrap="square" rtlCol="0">
            <a:spAutoFit/>
          </a:bodyPr>
          <a:lstStyle/>
          <a:p>
            <a:pPr algn="ctr"/>
            <a:r>
              <a:rPr lang="zh-CN" altLang="en-US" sz="2000" dirty="0">
                <a:latin typeface="思源黑体 CN Medium" panose="020B0600000000000000" pitchFamily="34" charset="-122"/>
                <a:ea typeface="思源黑体 CN Medium" panose="020B0600000000000000" pitchFamily="34" charset="-122"/>
              </a:rPr>
              <a:t>文本题目</a:t>
            </a:r>
            <a:endParaRPr lang="zh-CN" altLang="en-US" sz="2000" dirty="0">
              <a:latin typeface="思源黑体 CN Medium" panose="020B0600000000000000" pitchFamily="34" charset="-122"/>
              <a:ea typeface="思源黑体 CN Medium" panose="020B0600000000000000" pitchFamily="34" charset="-122"/>
            </a:endParaRPr>
          </a:p>
        </p:txBody>
      </p:sp>
      <p:sp>
        <p:nvSpPr>
          <p:cNvPr id="20" name="文本框 19"/>
          <p:cNvSpPr txBox="1"/>
          <p:nvPr/>
        </p:nvSpPr>
        <p:spPr>
          <a:xfrm>
            <a:off x="8200859" y="3418186"/>
            <a:ext cx="1903142" cy="592085"/>
          </a:xfrm>
          <a:prstGeom prst="rect">
            <a:avLst/>
          </a:prstGeom>
          <a:noFill/>
        </p:spPr>
        <p:txBody>
          <a:bodyPr wrap="square" rtlCol="0">
            <a:spAutoFit/>
          </a:bodyPr>
          <a:lstStyle/>
          <a:p>
            <a:pPr algn="ct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 </a:t>
            </a:r>
            <a:endParaRPr lang="zh-CN" altLang="en-US" sz="1400" dirty="0">
              <a:latin typeface="思源黑体 CN Normal" panose="020B0400000000000000" pitchFamily="34" charset="-122"/>
              <a:ea typeface="思源黑体 CN Normal" panose="020B0400000000000000" pitchFamily="34" charset="-122"/>
            </a:endParaRPr>
          </a:p>
        </p:txBody>
      </p:sp>
      <p:sp>
        <p:nvSpPr>
          <p:cNvPr id="21" name="文本框 20"/>
          <p:cNvSpPr txBox="1"/>
          <p:nvPr/>
        </p:nvSpPr>
        <p:spPr>
          <a:xfrm>
            <a:off x="8333489" y="4396733"/>
            <a:ext cx="1903142" cy="400110"/>
          </a:xfrm>
          <a:prstGeom prst="rect">
            <a:avLst/>
          </a:prstGeom>
          <a:noFill/>
        </p:spPr>
        <p:txBody>
          <a:bodyPr wrap="square" rtlCol="0">
            <a:spAutoFit/>
          </a:bodyPr>
          <a:lstStyle/>
          <a:p>
            <a:pPr algn="ctr"/>
            <a:r>
              <a:rPr lang="zh-CN" altLang="en-US" sz="2000" dirty="0">
                <a:latin typeface="思源黑体 CN Medium" panose="020B0600000000000000" pitchFamily="34" charset="-122"/>
                <a:ea typeface="思源黑体 CN Medium" panose="020B0600000000000000" pitchFamily="34" charset="-122"/>
              </a:rPr>
              <a:t>文本题目</a:t>
            </a:r>
            <a:endParaRPr lang="zh-CN" altLang="en-US" sz="2000" dirty="0">
              <a:latin typeface="思源黑体 CN Medium" panose="020B0600000000000000" pitchFamily="34" charset="-122"/>
              <a:ea typeface="思源黑体 CN Medium" panose="020B0600000000000000" pitchFamily="34" charset="-122"/>
            </a:endParaRPr>
          </a:p>
        </p:txBody>
      </p:sp>
      <p:sp>
        <p:nvSpPr>
          <p:cNvPr id="22" name="文本框 21"/>
          <p:cNvSpPr txBox="1"/>
          <p:nvPr/>
        </p:nvSpPr>
        <p:spPr>
          <a:xfrm>
            <a:off x="8333489" y="4783195"/>
            <a:ext cx="1903142" cy="592085"/>
          </a:xfrm>
          <a:prstGeom prst="rect">
            <a:avLst/>
          </a:prstGeom>
          <a:noFill/>
        </p:spPr>
        <p:txBody>
          <a:bodyPr wrap="square" rtlCol="0">
            <a:spAutoFit/>
          </a:bodyPr>
          <a:lstStyle/>
          <a:p>
            <a:pPr algn="ct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 </a:t>
            </a:r>
            <a:endParaRPr lang="zh-CN" altLang="en-US" sz="1400" dirty="0">
              <a:latin typeface="思源黑体 CN Normal" panose="020B0400000000000000" pitchFamily="34" charset="-122"/>
              <a:ea typeface="思源黑体 CN Normal" panose="020B0400000000000000" pitchFamily="34" charset="-122"/>
            </a:endParaRPr>
          </a:p>
        </p:txBody>
      </p:sp>
      <p:pic>
        <p:nvPicPr>
          <p:cNvPr id="27" name="图片 2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35615" y="3182720"/>
            <a:ext cx="2192560" cy="2192560"/>
          </a:xfrm>
          <a:prstGeom prst="rect">
            <a:avLst/>
          </a:prstGeom>
        </p:spPr>
      </p:pic>
      <p:pic>
        <p:nvPicPr>
          <p:cNvPr id="29" name="图形 28"/>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49171" y="3276701"/>
            <a:ext cx="342310" cy="342310"/>
          </a:xfrm>
          <a:prstGeom prst="rect">
            <a:avLst/>
          </a:prstGeom>
        </p:spPr>
      </p:pic>
      <p:pic>
        <p:nvPicPr>
          <p:cNvPr id="31" name="图形 30"/>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149697" y="4630447"/>
            <a:ext cx="319103" cy="284292"/>
          </a:xfrm>
          <a:prstGeom prst="rect">
            <a:avLst/>
          </a:prstGeom>
        </p:spPr>
      </p:pic>
      <p:pic>
        <p:nvPicPr>
          <p:cNvPr id="33" name="图形 32"/>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831608" y="2354250"/>
            <a:ext cx="359716" cy="272688"/>
          </a:xfrm>
          <a:prstGeom prst="rect">
            <a:avLst/>
          </a:prstGeom>
        </p:spPr>
      </p:pic>
      <p:pic>
        <p:nvPicPr>
          <p:cNvPr id="35" name="图形 34"/>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473228" y="3276040"/>
            <a:ext cx="290093" cy="284291"/>
          </a:xfrm>
          <a:prstGeom prst="rect">
            <a:avLst/>
          </a:prstGeom>
        </p:spPr>
      </p:pic>
      <p:pic>
        <p:nvPicPr>
          <p:cNvPr id="37" name="图形 36"/>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600791" y="4596788"/>
            <a:ext cx="307499" cy="32490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down)">
                                      <p:cBhvr>
                                        <p:cTn id="16" dur="500"/>
                                        <p:tgtEl>
                                          <p:spTgt spid="9"/>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down)">
                                      <p:cBhvr>
                                        <p:cTn id="19" dur="500"/>
                                        <p:tgtEl>
                                          <p:spTgt spid="10"/>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down)">
                                      <p:cBhvr>
                                        <p:cTn id="22" dur="500"/>
                                        <p:tgtEl>
                                          <p:spTgt spid="11"/>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down)">
                                      <p:cBhvr>
                                        <p:cTn id="25" dur="500"/>
                                        <p:tgtEl>
                                          <p:spTgt spid="13"/>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down)">
                                      <p:cBhvr>
                                        <p:cTn id="28" dur="500"/>
                                        <p:tgtEl>
                                          <p:spTgt spid="14"/>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down)">
                                      <p:cBhvr>
                                        <p:cTn id="31" dur="500"/>
                                        <p:tgtEl>
                                          <p:spTgt spid="15"/>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down)">
                                      <p:cBhvr>
                                        <p:cTn id="34" dur="500"/>
                                        <p:tgtEl>
                                          <p:spTgt spid="16"/>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wipe(down)">
                                      <p:cBhvr>
                                        <p:cTn id="37" dur="500"/>
                                        <p:tgtEl>
                                          <p:spTgt spid="17"/>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wipe(down)">
                                      <p:cBhvr>
                                        <p:cTn id="40" dur="500"/>
                                        <p:tgtEl>
                                          <p:spTgt spid="18"/>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wipe(down)">
                                      <p:cBhvr>
                                        <p:cTn id="43" dur="500"/>
                                        <p:tgtEl>
                                          <p:spTgt spid="19"/>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wipe(down)">
                                      <p:cBhvr>
                                        <p:cTn id="46" dur="500"/>
                                        <p:tgtEl>
                                          <p:spTgt spid="20"/>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wipe(down)">
                                      <p:cBhvr>
                                        <p:cTn id="49" dur="500"/>
                                        <p:tgtEl>
                                          <p:spTgt spid="21"/>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wipe(down)">
                                      <p:cBhvr>
                                        <p:cTn id="52" dur="500"/>
                                        <p:tgtEl>
                                          <p:spTgt spid="22"/>
                                        </p:tgtEl>
                                      </p:cBhvr>
                                    </p:animEffect>
                                  </p:childTnLst>
                                </p:cTn>
                              </p:par>
                              <p:par>
                                <p:cTn id="53" presetID="22" presetClass="entr" presetSubtype="4" fill="hold" nodeType="with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wipe(down)">
                                      <p:cBhvr>
                                        <p:cTn id="55" dur="500"/>
                                        <p:tgtEl>
                                          <p:spTgt spid="27"/>
                                        </p:tgtEl>
                                      </p:cBhvr>
                                    </p:animEffect>
                                  </p:childTnLst>
                                </p:cTn>
                              </p:par>
                              <p:par>
                                <p:cTn id="56" presetID="22" presetClass="entr" presetSubtype="4" fill="hold" nodeType="withEffect">
                                  <p:stCondLst>
                                    <p:cond delay="0"/>
                                  </p:stCondLst>
                                  <p:childTnLst>
                                    <p:set>
                                      <p:cBhvr>
                                        <p:cTn id="57" dur="1" fill="hold">
                                          <p:stCondLst>
                                            <p:cond delay="0"/>
                                          </p:stCondLst>
                                        </p:cTn>
                                        <p:tgtEl>
                                          <p:spTgt spid="29"/>
                                        </p:tgtEl>
                                        <p:attrNameLst>
                                          <p:attrName>style.visibility</p:attrName>
                                        </p:attrNameLst>
                                      </p:cBhvr>
                                      <p:to>
                                        <p:strVal val="visible"/>
                                      </p:to>
                                    </p:set>
                                    <p:animEffect transition="in" filter="wipe(down)">
                                      <p:cBhvr>
                                        <p:cTn id="58" dur="500"/>
                                        <p:tgtEl>
                                          <p:spTgt spid="29"/>
                                        </p:tgtEl>
                                      </p:cBhvr>
                                    </p:animEffect>
                                  </p:childTnLst>
                                </p:cTn>
                              </p:par>
                              <p:par>
                                <p:cTn id="59" presetID="22" presetClass="entr" presetSubtype="4" fill="hold" nodeType="with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wipe(down)">
                                      <p:cBhvr>
                                        <p:cTn id="61" dur="500"/>
                                        <p:tgtEl>
                                          <p:spTgt spid="31"/>
                                        </p:tgtEl>
                                      </p:cBhvr>
                                    </p:animEffect>
                                  </p:childTnLst>
                                </p:cTn>
                              </p:par>
                              <p:par>
                                <p:cTn id="62" presetID="22" presetClass="entr" presetSubtype="4" fill="hold" nodeType="withEffect">
                                  <p:stCondLst>
                                    <p:cond delay="0"/>
                                  </p:stCondLst>
                                  <p:childTnLst>
                                    <p:set>
                                      <p:cBhvr>
                                        <p:cTn id="63" dur="1" fill="hold">
                                          <p:stCondLst>
                                            <p:cond delay="0"/>
                                          </p:stCondLst>
                                        </p:cTn>
                                        <p:tgtEl>
                                          <p:spTgt spid="33"/>
                                        </p:tgtEl>
                                        <p:attrNameLst>
                                          <p:attrName>style.visibility</p:attrName>
                                        </p:attrNameLst>
                                      </p:cBhvr>
                                      <p:to>
                                        <p:strVal val="visible"/>
                                      </p:to>
                                    </p:set>
                                    <p:animEffect transition="in" filter="wipe(down)">
                                      <p:cBhvr>
                                        <p:cTn id="64" dur="500"/>
                                        <p:tgtEl>
                                          <p:spTgt spid="33"/>
                                        </p:tgtEl>
                                      </p:cBhvr>
                                    </p:animEffect>
                                  </p:childTnLst>
                                </p:cTn>
                              </p:par>
                              <p:par>
                                <p:cTn id="65" presetID="22" presetClass="entr" presetSubtype="4" fill="hold" nodeType="withEffect">
                                  <p:stCondLst>
                                    <p:cond delay="0"/>
                                  </p:stCondLst>
                                  <p:childTnLst>
                                    <p:set>
                                      <p:cBhvr>
                                        <p:cTn id="66" dur="1" fill="hold">
                                          <p:stCondLst>
                                            <p:cond delay="0"/>
                                          </p:stCondLst>
                                        </p:cTn>
                                        <p:tgtEl>
                                          <p:spTgt spid="35"/>
                                        </p:tgtEl>
                                        <p:attrNameLst>
                                          <p:attrName>style.visibility</p:attrName>
                                        </p:attrNameLst>
                                      </p:cBhvr>
                                      <p:to>
                                        <p:strVal val="visible"/>
                                      </p:to>
                                    </p:set>
                                    <p:animEffect transition="in" filter="wipe(down)">
                                      <p:cBhvr>
                                        <p:cTn id="67" dur="500"/>
                                        <p:tgtEl>
                                          <p:spTgt spid="35"/>
                                        </p:tgtEl>
                                      </p:cBhvr>
                                    </p:animEffect>
                                  </p:childTnLst>
                                </p:cTn>
                              </p:par>
                              <p:par>
                                <p:cTn id="68" presetID="22" presetClass="entr" presetSubtype="4" fill="hold" nodeType="withEffect">
                                  <p:stCondLst>
                                    <p:cond delay="0"/>
                                  </p:stCondLst>
                                  <p:childTnLst>
                                    <p:set>
                                      <p:cBhvr>
                                        <p:cTn id="69" dur="1" fill="hold">
                                          <p:stCondLst>
                                            <p:cond delay="0"/>
                                          </p:stCondLst>
                                        </p:cTn>
                                        <p:tgtEl>
                                          <p:spTgt spid="37"/>
                                        </p:tgtEl>
                                        <p:attrNameLst>
                                          <p:attrName>style.visibility</p:attrName>
                                        </p:attrNameLst>
                                      </p:cBhvr>
                                      <p:to>
                                        <p:strVal val="visible"/>
                                      </p:to>
                                    </p:set>
                                    <p:animEffect transition="in" filter="wipe(down)">
                                      <p:cBhvr>
                                        <p:cTn id="70"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9" grpId="0" animBg="1"/>
      <p:bldP spid="10" grpId="0" animBg="1"/>
      <p:bldP spid="11" grpId="0" animBg="1"/>
      <p:bldP spid="13" grpId="0"/>
      <p:bldP spid="14" grpId="0"/>
      <p:bldP spid="15" grpId="0"/>
      <p:bldP spid="16" grpId="0"/>
      <p:bldP spid="17" grpId="0"/>
      <p:bldP spid="18" grpId="0"/>
      <p:bldP spid="19" grpId="0"/>
      <p:bldP spid="20" grpId="0"/>
      <p:bldP spid="21" grpId="0"/>
      <p:bldP spid="2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0" y="0"/>
            <a:ext cx="12192000" cy="6857999"/>
          </a:xfrm>
          <a:prstGeom prst="rect">
            <a:avLst/>
          </a:prstGeom>
        </p:spPr>
      </p:pic>
      <p:pic>
        <p:nvPicPr>
          <p:cNvPr id="12" name="图片 11"/>
          <p:cNvPicPr>
            <a:picLocks noChangeAspect="1"/>
          </p:cNvPicPr>
          <p:nvPr/>
        </p:nvPicPr>
        <p:blipFill>
          <a:blip r:embed="rId2"/>
          <a:stretch>
            <a:fillRect/>
          </a:stretch>
        </p:blipFill>
        <p:spPr>
          <a:xfrm>
            <a:off x="756321" y="556261"/>
            <a:ext cx="10679358" cy="5745479"/>
          </a:xfrm>
          <a:prstGeom prst="rect">
            <a:avLst/>
          </a:prstGeom>
        </p:spPr>
      </p:pic>
      <p:sp>
        <p:nvSpPr>
          <p:cNvPr id="18" name="任意多边形: 形状 17"/>
          <p:cNvSpPr/>
          <p:nvPr/>
        </p:nvSpPr>
        <p:spPr>
          <a:xfrm>
            <a:off x="2287615" y="3058903"/>
            <a:ext cx="1061186" cy="955090"/>
          </a:xfrm>
          <a:custGeom>
            <a:avLst/>
            <a:gdLst>
              <a:gd name="connsiteX0" fmla="*/ 529163 w 1184906"/>
              <a:gd name="connsiteY0" fmla="*/ 0 h 1066440"/>
              <a:gd name="connsiteX1" fmla="*/ 1097131 w 1184906"/>
              <a:gd name="connsiteY1" fmla="*/ 143815 h 1066440"/>
              <a:gd name="connsiteX2" fmla="*/ 1184906 w 1184906"/>
              <a:gd name="connsiteY2" fmla="*/ 197140 h 1066440"/>
              <a:gd name="connsiteX3" fmla="*/ 1174437 w 1184906"/>
              <a:gd name="connsiteY3" fmla="*/ 203500 h 1066440"/>
              <a:gd name="connsiteX4" fmla="*/ 673297 w 1184906"/>
              <a:gd name="connsiteY4" fmla="*/ 951420 h 1066440"/>
              <a:gd name="connsiteX5" fmla="*/ 655743 w 1184906"/>
              <a:gd name="connsiteY5" fmla="*/ 1066440 h 1066440"/>
              <a:gd name="connsiteX6" fmla="*/ 616938 w 1184906"/>
              <a:gd name="connsiteY6" fmla="*/ 1047746 h 1066440"/>
              <a:gd name="connsiteX7" fmla="*/ 17554 w 1184906"/>
              <a:gd name="connsiteY7" fmla="*/ 240141 h 1066440"/>
              <a:gd name="connsiteX8" fmla="*/ 0 w 1184906"/>
              <a:gd name="connsiteY8" fmla="*/ 125122 h 1066440"/>
              <a:gd name="connsiteX9" fmla="*/ 65354 w 1184906"/>
              <a:gd name="connsiteY9" fmla="*/ 93639 h 1066440"/>
              <a:gd name="connsiteX10" fmla="*/ 529163 w 1184906"/>
              <a:gd name="connsiteY10" fmla="*/ 0 h 1066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4906" h="1066440">
                <a:moveTo>
                  <a:pt x="529163" y="0"/>
                </a:moveTo>
                <a:cubicBezTo>
                  <a:pt x="734813" y="0"/>
                  <a:pt x="928295" y="52098"/>
                  <a:pt x="1097131" y="143815"/>
                </a:cubicBezTo>
                <a:lnTo>
                  <a:pt x="1184906" y="197140"/>
                </a:lnTo>
                <a:lnTo>
                  <a:pt x="1174437" y="203500"/>
                </a:lnTo>
                <a:cubicBezTo>
                  <a:pt x="920871" y="374806"/>
                  <a:pt x="736788" y="641149"/>
                  <a:pt x="673297" y="951420"/>
                </a:cubicBezTo>
                <a:lnTo>
                  <a:pt x="655743" y="1066440"/>
                </a:lnTo>
                <a:lnTo>
                  <a:pt x="616938" y="1047746"/>
                </a:lnTo>
                <a:cubicBezTo>
                  <a:pt x="313033" y="882655"/>
                  <a:pt x="88981" y="589196"/>
                  <a:pt x="17554" y="240141"/>
                </a:cubicBezTo>
                <a:lnTo>
                  <a:pt x="0" y="125122"/>
                </a:lnTo>
                <a:lnTo>
                  <a:pt x="65354" y="93639"/>
                </a:lnTo>
                <a:cubicBezTo>
                  <a:pt x="207910" y="33343"/>
                  <a:pt x="364643" y="0"/>
                  <a:pt x="529163" y="0"/>
                </a:cubicBezTo>
                <a:close/>
              </a:path>
            </a:pathLst>
          </a:custGeom>
          <a:solidFill>
            <a:srgbClr val="A81E14"/>
          </a:solidFill>
          <a:ln w="25400">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任意多边形: 形状 16"/>
          <p:cNvSpPr/>
          <p:nvPr/>
        </p:nvSpPr>
        <p:spPr>
          <a:xfrm>
            <a:off x="3348802" y="3058903"/>
            <a:ext cx="1061186" cy="955090"/>
          </a:xfrm>
          <a:custGeom>
            <a:avLst/>
            <a:gdLst>
              <a:gd name="connsiteX0" fmla="*/ 655743 w 1184906"/>
              <a:gd name="connsiteY0" fmla="*/ 0 h 1066440"/>
              <a:gd name="connsiteX1" fmla="*/ 1119552 w 1184906"/>
              <a:gd name="connsiteY1" fmla="*/ 93639 h 1066440"/>
              <a:gd name="connsiteX2" fmla="*/ 1184906 w 1184906"/>
              <a:gd name="connsiteY2" fmla="*/ 125122 h 1066440"/>
              <a:gd name="connsiteX3" fmla="*/ 1167352 w 1184906"/>
              <a:gd name="connsiteY3" fmla="*/ 240141 h 1066440"/>
              <a:gd name="connsiteX4" fmla="*/ 567968 w 1184906"/>
              <a:gd name="connsiteY4" fmla="*/ 1047746 h 1066440"/>
              <a:gd name="connsiteX5" fmla="*/ 529163 w 1184906"/>
              <a:gd name="connsiteY5" fmla="*/ 1066440 h 1066440"/>
              <a:gd name="connsiteX6" fmla="*/ 511609 w 1184906"/>
              <a:gd name="connsiteY6" fmla="*/ 951420 h 1066440"/>
              <a:gd name="connsiteX7" fmla="*/ 10469 w 1184906"/>
              <a:gd name="connsiteY7" fmla="*/ 203500 h 1066440"/>
              <a:gd name="connsiteX8" fmla="*/ 0 w 1184906"/>
              <a:gd name="connsiteY8" fmla="*/ 197140 h 1066440"/>
              <a:gd name="connsiteX9" fmla="*/ 87775 w 1184906"/>
              <a:gd name="connsiteY9" fmla="*/ 143815 h 1066440"/>
              <a:gd name="connsiteX10" fmla="*/ 655743 w 1184906"/>
              <a:gd name="connsiteY10" fmla="*/ 0 h 1066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4906" h="1066440">
                <a:moveTo>
                  <a:pt x="655743" y="0"/>
                </a:moveTo>
                <a:cubicBezTo>
                  <a:pt x="820263" y="0"/>
                  <a:pt x="976996" y="33343"/>
                  <a:pt x="1119552" y="93639"/>
                </a:cubicBezTo>
                <a:lnTo>
                  <a:pt x="1184906" y="125122"/>
                </a:lnTo>
                <a:lnTo>
                  <a:pt x="1167352" y="240141"/>
                </a:lnTo>
                <a:cubicBezTo>
                  <a:pt x="1095925" y="589196"/>
                  <a:pt x="871873" y="882655"/>
                  <a:pt x="567968" y="1047746"/>
                </a:cubicBezTo>
                <a:lnTo>
                  <a:pt x="529163" y="1066440"/>
                </a:lnTo>
                <a:lnTo>
                  <a:pt x="511609" y="951420"/>
                </a:lnTo>
                <a:cubicBezTo>
                  <a:pt x="448118" y="641149"/>
                  <a:pt x="264035" y="374806"/>
                  <a:pt x="10469" y="203500"/>
                </a:cubicBezTo>
                <a:lnTo>
                  <a:pt x="0" y="197140"/>
                </a:lnTo>
                <a:lnTo>
                  <a:pt x="87775" y="143815"/>
                </a:lnTo>
                <a:cubicBezTo>
                  <a:pt x="256611" y="52098"/>
                  <a:pt x="450093" y="0"/>
                  <a:pt x="655743" y="0"/>
                </a:cubicBezTo>
                <a:close/>
              </a:path>
            </a:pathLst>
          </a:custGeom>
          <a:solidFill>
            <a:srgbClr val="C02D1A"/>
          </a:solidFill>
          <a:ln w="25400">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6" name="任意多边形: 形状 15"/>
          <p:cNvSpPr/>
          <p:nvPr/>
        </p:nvSpPr>
        <p:spPr>
          <a:xfrm>
            <a:off x="2868931" y="4013993"/>
            <a:ext cx="959741" cy="1002647"/>
          </a:xfrm>
          <a:custGeom>
            <a:avLst/>
            <a:gdLst>
              <a:gd name="connsiteX0" fmla="*/ 6654 w 1071634"/>
              <a:gd name="connsiteY0" fmla="*/ 0 h 1119542"/>
              <a:gd name="connsiteX1" fmla="*/ 72008 w 1071634"/>
              <a:gd name="connsiteY1" fmla="*/ 31482 h 1119542"/>
              <a:gd name="connsiteX2" fmla="*/ 535817 w 1071634"/>
              <a:gd name="connsiteY2" fmla="*/ 125121 h 1119542"/>
              <a:gd name="connsiteX3" fmla="*/ 999626 w 1071634"/>
              <a:gd name="connsiteY3" fmla="*/ 31482 h 1119542"/>
              <a:gd name="connsiteX4" fmla="*/ 1064980 w 1071634"/>
              <a:gd name="connsiteY4" fmla="*/ 0 h 1119542"/>
              <a:gd name="connsiteX5" fmla="*/ 1065482 w 1071634"/>
              <a:gd name="connsiteY5" fmla="*/ 3291 h 1119542"/>
              <a:gd name="connsiteX6" fmla="*/ 1071634 w 1071634"/>
              <a:gd name="connsiteY6" fmla="*/ 125121 h 1119542"/>
              <a:gd name="connsiteX7" fmla="*/ 546286 w 1071634"/>
              <a:gd name="connsiteY7" fmla="*/ 1113182 h 1119542"/>
              <a:gd name="connsiteX8" fmla="*/ 535817 w 1071634"/>
              <a:gd name="connsiteY8" fmla="*/ 1119542 h 1119542"/>
              <a:gd name="connsiteX9" fmla="*/ 525348 w 1071634"/>
              <a:gd name="connsiteY9" fmla="*/ 1113182 h 1119542"/>
              <a:gd name="connsiteX10" fmla="*/ 0 w 1071634"/>
              <a:gd name="connsiteY10" fmla="*/ 125121 h 1119542"/>
              <a:gd name="connsiteX11" fmla="*/ 6152 w 1071634"/>
              <a:gd name="connsiteY11" fmla="*/ 3291 h 1119542"/>
              <a:gd name="connsiteX12" fmla="*/ 6654 w 1071634"/>
              <a:gd name="connsiteY12" fmla="*/ 0 h 1119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71634" h="1119542">
                <a:moveTo>
                  <a:pt x="6654" y="0"/>
                </a:moveTo>
                <a:lnTo>
                  <a:pt x="72008" y="31482"/>
                </a:lnTo>
                <a:cubicBezTo>
                  <a:pt x="214565" y="91779"/>
                  <a:pt x="371297" y="125121"/>
                  <a:pt x="535817" y="125121"/>
                </a:cubicBezTo>
                <a:cubicBezTo>
                  <a:pt x="700337" y="125121"/>
                  <a:pt x="857070" y="91779"/>
                  <a:pt x="999626" y="31482"/>
                </a:cubicBezTo>
                <a:lnTo>
                  <a:pt x="1064980" y="0"/>
                </a:lnTo>
                <a:lnTo>
                  <a:pt x="1065482" y="3291"/>
                </a:lnTo>
                <a:cubicBezTo>
                  <a:pt x="1069550" y="43348"/>
                  <a:pt x="1071634" y="83991"/>
                  <a:pt x="1071634" y="125121"/>
                </a:cubicBezTo>
                <a:cubicBezTo>
                  <a:pt x="1071634" y="536422"/>
                  <a:pt x="863244" y="899050"/>
                  <a:pt x="546286" y="1113182"/>
                </a:cubicBezTo>
                <a:lnTo>
                  <a:pt x="535817" y="1119542"/>
                </a:lnTo>
                <a:lnTo>
                  <a:pt x="525348" y="1113182"/>
                </a:lnTo>
                <a:cubicBezTo>
                  <a:pt x="208391" y="899050"/>
                  <a:pt x="0" y="536422"/>
                  <a:pt x="0" y="125121"/>
                </a:cubicBezTo>
                <a:cubicBezTo>
                  <a:pt x="0" y="83991"/>
                  <a:pt x="2084" y="43348"/>
                  <a:pt x="6152" y="3291"/>
                </a:cubicBezTo>
                <a:lnTo>
                  <a:pt x="6654" y="0"/>
                </a:lnTo>
                <a:close/>
              </a:path>
            </a:pathLst>
          </a:custGeom>
          <a:solidFill>
            <a:srgbClr val="075F68"/>
          </a:solidFill>
          <a:ln w="25400">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5" name="任意多边形: 形状 14"/>
          <p:cNvSpPr/>
          <p:nvPr/>
        </p:nvSpPr>
        <p:spPr>
          <a:xfrm>
            <a:off x="2281656" y="1991756"/>
            <a:ext cx="2134291" cy="1243703"/>
          </a:xfrm>
          <a:custGeom>
            <a:avLst/>
            <a:gdLst>
              <a:gd name="connsiteX0" fmla="*/ 1191560 w 2383120"/>
              <a:gd name="connsiteY0" fmla="*/ 0 h 1388701"/>
              <a:gd name="connsiteX1" fmla="*/ 2383120 w 2383120"/>
              <a:gd name="connsiteY1" fmla="*/ 1191561 h 1388701"/>
              <a:gd name="connsiteX2" fmla="*/ 2376968 w 2383120"/>
              <a:gd name="connsiteY2" fmla="*/ 1313391 h 1388701"/>
              <a:gd name="connsiteX3" fmla="*/ 2376466 w 2383120"/>
              <a:gd name="connsiteY3" fmla="*/ 1316683 h 1388701"/>
              <a:gd name="connsiteX4" fmla="*/ 2311112 w 2383120"/>
              <a:gd name="connsiteY4" fmla="*/ 1285200 h 1388701"/>
              <a:gd name="connsiteX5" fmla="*/ 1847303 w 2383120"/>
              <a:gd name="connsiteY5" fmla="*/ 1191561 h 1388701"/>
              <a:gd name="connsiteX6" fmla="*/ 1279335 w 2383120"/>
              <a:gd name="connsiteY6" fmla="*/ 1335376 h 1388701"/>
              <a:gd name="connsiteX7" fmla="*/ 1191560 w 2383120"/>
              <a:gd name="connsiteY7" fmla="*/ 1388701 h 1388701"/>
              <a:gd name="connsiteX8" fmla="*/ 1103785 w 2383120"/>
              <a:gd name="connsiteY8" fmla="*/ 1335376 h 1388701"/>
              <a:gd name="connsiteX9" fmla="*/ 535817 w 2383120"/>
              <a:gd name="connsiteY9" fmla="*/ 1191561 h 1388701"/>
              <a:gd name="connsiteX10" fmla="*/ 72008 w 2383120"/>
              <a:gd name="connsiteY10" fmla="*/ 1285200 h 1388701"/>
              <a:gd name="connsiteX11" fmla="*/ 6654 w 2383120"/>
              <a:gd name="connsiteY11" fmla="*/ 1316683 h 1388701"/>
              <a:gd name="connsiteX12" fmla="*/ 6152 w 2383120"/>
              <a:gd name="connsiteY12" fmla="*/ 1313391 h 1388701"/>
              <a:gd name="connsiteX13" fmla="*/ 0 w 2383120"/>
              <a:gd name="connsiteY13" fmla="*/ 1191561 h 1388701"/>
              <a:gd name="connsiteX14" fmla="*/ 1191560 w 2383120"/>
              <a:gd name="connsiteY14" fmla="*/ 0 h 138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83120" h="1388701">
                <a:moveTo>
                  <a:pt x="1191560" y="0"/>
                </a:moveTo>
                <a:cubicBezTo>
                  <a:pt x="1849640" y="0"/>
                  <a:pt x="2383120" y="533480"/>
                  <a:pt x="2383120" y="1191561"/>
                </a:cubicBezTo>
                <a:cubicBezTo>
                  <a:pt x="2383120" y="1232691"/>
                  <a:pt x="2381036" y="1273335"/>
                  <a:pt x="2376968" y="1313391"/>
                </a:cubicBezTo>
                <a:lnTo>
                  <a:pt x="2376466" y="1316683"/>
                </a:lnTo>
                <a:lnTo>
                  <a:pt x="2311112" y="1285200"/>
                </a:lnTo>
                <a:cubicBezTo>
                  <a:pt x="2168556" y="1224904"/>
                  <a:pt x="2011823" y="1191561"/>
                  <a:pt x="1847303" y="1191561"/>
                </a:cubicBezTo>
                <a:cubicBezTo>
                  <a:pt x="1641653" y="1191561"/>
                  <a:pt x="1448171" y="1243659"/>
                  <a:pt x="1279335" y="1335376"/>
                </a:cubicBezTo>
                <a:lnTo>
                  <a:pt x="1191560" y="1388701"/>
                </a:lnTo>
                <a:lnTo>
                  <a:pt x="1103785" y="1335376"/>
                </a:lnTo>
                <a:cubicBezTo>
                  <a:pt x="934949" y="1243659"/>
                  <a:pt x="741467" y="1191561"/>
                  <a:pt x="535817" y="1191561"/>
                </a:cubicBezTo>
                <a:cubicBezTo>
                  <a:pt x="371297" y="1191561"/>
                  <a:pt x="214564" y="1224904"/>
                  <a:pt x="72008" y="1285200"/>
                </a:cubicBezTo>
                <a:lnTo>
                  <a:pt x="6654" y="1316683"/>
                </a:lnTo>
                <a:lnTo>
                  <a:pt x="6152" y="1313391"/>
                </a:lnTo>
                <a:cubicBezTo>
                  <a:pt x="2084" y="1273335"/>
                  <a:pt x="0" y="1232691"/>
                  <a:pt x="0" y="1191561"/>
                </a:cubicBezTo>
                <a:cubicBezTo>
                  <a:pt x="0" y="533480"/>
                  <a:pt x="533480" y="0"/>
                  <a:pt x="1191560" y="0"/>
                </a:cubicBezTo>
                <a:close/>
              </a:path>
            </a:pathLst>
          </a:custGeom>
          <a:solidFill>
            <a:srgbClr val="F15337"/>
          </a:solidFill>
          <a:ln w="25400">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4" name="任意多边形: 形状 13"/>
          <p:cNvSpPr/>
          <p:nvPr/>
        </p:nvSpPr>
        <p:spPr>
          <a:xfrm>
            <a:off x="1694382" y="3170960"/>
            <a:ext cx="1654421" cy="2022236"/>
          </a:xfrm>
          <a:custGeom>
            <a:avLst/>
            <a:gdLst>
              <a:gd name="connsiteX0" fmla="*/ 662397 w 1847303"/>
              <a:gd name="connsiteY0" fmla="*/ 0 h 2258000"/>
              <a:gd name="connsiteX1" fmla="*/ 679951 w 1847303"/>
              <a:gd name="connsiteY1" fmla="*/ 115019 h 2258000"/>
              <a:gd name="connsiteX2" fmla="*/ 1279335 w 1847303"/>
              <a:gd name="connsiteY2" fmla="*/ 922624 h 2258000"/>
              <a:gd name="connsiteX3" fmla="*/ 1318140 w 1847303"/>
              <a:gd name="connsiteY3" fmla="*/ 941318 h 2258000"/>
              <a:gd name="connsiteX4" fmla="*/ 1317638 w 1847303"/>
              <a:gd name="connsiteY4" fmla="*/ 944609 h 2258000"/>
              <a:gd name="connsiteX5" fmla="*/ 1311486 w 1847303"/>
              <a:gd name="connsiteY5" fmla="*/ 1066439 h 2258000"/>
              <a:gd name="connsiteX6" fmla="*/ 1836834 w 1847303"/>
              <a:gd name="connsiteY6" fmla="*/ 2054500 h 2258000"/>
              <a:gd name="connsiteX7" fmla="*/ 1847303 w 1847303"/>
              <a:gd name="connsiteY7" fmla="*/ 2060860 h 2258000"/>
              <a:gd name="connsiteX8" fmla="*/ 1759528 w 1847303"/>
              <a:gd name="connsiteY8" fmla="*/ 2114185 h 2258000"/>
              <a:gd name="connsiteX9" fmla="*/ 1191560 w 1847303"/>
              <a:gd name="connsiteY9" fmla="*/ 2258000 h 2258000"/>
              <a:gd name="connsiteX10" fmla="*/ 0 w 1847303"/>
              <a:gd name="connsiteY10" fmla="*/ 1066439 h 2258000"/>
              <a:gd name="connsiteX11" fmla="*/ 623592 w 1847303"/>
              <a:gd name="connsiteY11" fmla="*/ 18693 h 2258000"/>
              <a:gd name="connsiteX12" fmla="*/ 662397 w 1847303"/>
              <a:gd name="connsiteY12" fmla="*/ 0 h 22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47303" h="2258000">
                <a:moveTo>
                  <a:pt x="662397" y="0"/>
                </a:moveTo>
                <a:lnTo>
                  <a:pt x="679951" y="115019"/>
                </a:lnTo>
                <a:cubicBezTo>
                  <a:pt x="751378" y="464074"/>
                  <a:pt x="975430" y="757533"/>
                  <a:pt x="1279335" y="922624"/>
                </a:cubicBezTo>
                <a:lnTo>
                  <a:pt x="1318140" y="941318"/>
                </a:lnTo>
                <a:lnTo>
                  <a:pt x="1317638" y="944609"/>
                </a:lnTo>
                <a:cubicBezTo>
                  <a:pt x="1313570" y="984666"/>
                  <a:pt x="1311486" y="1025309"/>
                  <a:pt x="1311486" y="1066439"/>
                </a:cubicBezTo>
                <a:cubicBezTo>
                  <a:pt x="1311486" y="1477740"/>
                  <a:pt x="1519877" y="1840368"/>
                  <a:pt x="1836834" y="2054500"/>
                </a:cubicBezTo>
                <a:lnTo>
                  <a:pt x="1847303" y="2060860"/>
                </a:lnTo>
                <a:lnTo>
                  <a:pt x="1759528" y="2114185"/>
                </a:lnTo>
                <a:cubicBezTo>
                  <a:pt x="1590692" y="2205903"/>
                  <a:pt x="1397210" y="2258000"/>
                  <a:pt x="1191560" y="2258000"/>
                </a:cubicBezTo>
                <a:cubicBezTo>
                  <a:pt x="533480" y="2258000"/>
                  <a:pt x="0" y="1724520"/>
                  <a:pt x="0" y="1066439"/>
                </a:cubicBezTo>
                <a:cubicBezTo>
                  <a:pt x="0" y="614008"/>
                  <a:pt x="252153" y="220471"/>
                  <a:pt x="623592" y="18693"/>
                </a:cubicBezTo>
                <a:lnTo>
                  <a:pt x="662397" y="0"/>
                </a:lnTo>
                <a:close/>
              </a:path>
            </a:pathLst>
          </a:custGeom>
          <a:solidFill>
            <a:srgbClr val="028C7C"/>
          </a:solidFill>
          <a:ln w="25400">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形状 12"/>
          <p:cNvSpPr/>
          <p:nvPr/>
        </p:nvSpPr>
        <p:spPr>
          <a:xfrm>
            <a:off x="3348802" y="3170960"/>
            <a:ext cx="1654421" cy="2022236"/>
          </a:xfrm>
          <a:custGeom>
            <a:avLst/>
            <a:gdLst>
              <a:gd name="connsiteX0" fmla="*/ 1184906 w 1847303"/>
              <a:gd name="connsiteY0" fmla="*/ 0 h 2258000"/>
              <a:gd name="connsiteX1" fmla="*/ 1223711 w 1847303"/>
              <a:gd name="connsiteY1" fmla="*/ 18693 h 2258000"/>
              <a:gd name="connsiteX2" fmla="*/ 1847303 w 1847303"/>
              <a:gd name="connsiteY2" fmla="*/ 1066439 h 2258000"/>
              <a:gd name="connsiteX3" fmla="*/ 655743 w 1847303"/>
              <a:gd name="connsiteY3" fmla="*/ 2258000 h 2258000"/>
              <a:gd name="connsiteX4" fmla="*/ 87775 w 1847303"/>
              <a:gd name="connsiteY4" fmla="*/ 2114185 h 2258000"/>
              <a:gd name="connsiteX5" fmla="*/ 0 w 1847303"/>
              <a:gd name="connsiteY5" fmla="*/ 2060860 h 2258000"/>
              <a:gd name="connsiteX6" fmla="*/ 10469 w 1847303"/>
              <a:gd name="connsiteY6" fmla="*/ 2054500 h 2258000"/>
              <a:gd name="connsiteX7" fmla="*/ 535817 w 1847303"/>
              <a:gd name="connsiteY7" fmla="*/ 1066439 h 2258000"/>
              <a:gd name="connsiteX8" fmla="*/ 529665 w 1847303"/>
              <a:gd name="connsiteY8" fmla="*/ 944609 h 2258000"/>
              <a:gd name="connsiteX9" fmla="*/ 529163 w 1847303"/>
              <a:gd name="connsiteY9" fmla="*/ 941318 h 2258000"/>
              <a:gd name="connsiteX10" fmla="*/ 567968 w 1847303"/>
              <a:gd name="connsiteY10" fmla="*/ 922624 h 2258000"/>
              <a:gd name="connsiteX11" fmla="*/ 1167352 w 1847303"/>
              <a:gd name="connsiteY11" fmla="*/ 115019 h 2258000"/>
              <a:gd name="connsiteX12" fmla="*/ 1184906 w 1847303"/>
              <a:gd name="connsiteY12" fmla="*/ 0 h 22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47303" h="2258000">
                <a:moveTo>
                  <a:pt x="1184906" y="0"/>
                </a:moveTo>
                <a:lnTo>
                  <a:pt x="1223711" y="18693"/>
                </a:lnTo>
                <a:cubicBezTo>
                  <a:pt x="1595151" y="220471"/>
                  <a:pt x="1847303" y="614008"/>
                  <a:pt x="1847303" y="1066439"/>
                </a:cubicBezTo>
                <a:cubicBezTo>
                  <a:pt x="1847303" y="1724520"/>
                  <a:pt x="1313823" y="2258000"/>
                  <a:pt x="655743" y="2258000"/>
                </a:cubicBezTo>
                <a:cubicBezTo>
                  <a:pt x="450093" y="2258000"/>
                  <a:pt x="256611" y="2205903"/>
                  <a:pt x="87775" y="2114185"/>
                </a:cubicBezTo>
                <a:lnTo>
                  <a:pt x="0" y="2060860"/>
                </a:lnTo>
                <a:lnTo>
                  <a:pt x="10469" y="2054500"/>
                </a:lnTo>
                <a:cubicBezTo>
                  <a:pt x="327427" y="1840368"/>
                  <a:pt x="535817" y="1477740"/>
                  <a:pt x="535817" y="1066439"/>
                </a:cubicBezTo>
                <a:cubicBezTo>
                  <a:pt x="535817" y="1025309"/>
                  <a:pt x="533733" y="984666"/>
                  <a:pt x="529665" y="944609"/>
                </a:cubicBezTo>
                <a:lnTo>
                  <a:pt x="529163" y="941318"/>
                </a:lnTo>
                <a:lnTo>
                  <a:pt x="567968" y="922624"/>
                </a:lnTo>
                <a:cubicBezTo>
                  <a:pt x="871873" y="757533"/>
                  <a:pt x="1095925" y="464074"/>
                  <a:pt x="1167352" y="115019"/>
                </a:cubicBezTo>
                <a:lnTo>
                  <a:pt x="1184906" y="0"/>
                </a:lnTo>
                <a:close/>
              </a:path>
            </a:pathLst>
          </a:custGeom>
          <a:solidFill>
            <a:srgbClr val="FEB106"/>
          </a:solidFill>
          <a:ln w="25400">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任意多边形: 形状 10"/>
          <p:cNvSpPr/>
          <p:nvPr/>
        </p:nvSpPr>
        <p:spPr>
          <a:xfrm>
            <a:off x="2874890" y="3235459"/>
            <a:ext cx="947823" cy="890591"/>
          </a:xfrm>
          <a:custGeom>
            <a:avLst/>
            <a:gdLst>
              <a:gd name="connsiteX0" fmla="*/ 529163 w 1058326"/>
              <a:gd name="connsiteY0" fmla="*/ 0 h 994421"/>
              <a:gd name="connsiteX1" fmla="*/ 539632 w 1058326"/>
              <a:gd name="connsiteY1" fmla="*/ 6360 h 994421"/>
              <a:gd name="connsiteX2" fmla="*/ 1040772 w 1058326"/>
              <a:gd name="connsiteY2" fmla="*/ 754280 h 994421"/>
              <a:gd name="connsiteX3" fmla="*/ 1058326 w 1058326"/>
              <a:gd name="connsiteY3" fmla="*/ 869300 h 994421"/>
              <a:gd name="connsiteX4" fmla="*/ 992972 w 1058326"/>
              <a:gd name="connsiteY4" fmla="*/ 900782 h 994421"/>
              <a:gd name="connsiteX5" fmla="*/ 529163 w 1058326"/>
              <a:gd name="connsiteY5" fmla="*/ 994421 h 994421"/>
              <a:gd name="connsiteX6" fmla="*/ 65354 w 1058326"/>
              <a:gd name="connsiteY6" fmla="*/ 900782 h 994421"/>
              <a:gd name="connsiteX7" fmla="*/ 0 w 1058326"/>
              <a:gd name="connsiteY7" fmla="*/ 869300 h 994421"/>
              <a:gd name="connsiteX8" fmla="*/ 17554 w 1058326"/>
              <a:gd name="connsiteY8" fmla="*/ 754280 h 994421"/>
              <a:gd name="connsiteX9" fmla="*/ 518694 w 1058326"/>
              <a:gd name="connsiteY9" fmla="*/ 6360 h 994421"/>
              <a:gd name="connsiteX10" fmla="*/ 529163 w 1058326"/>
              <a:gd name="connsiteY10" fmla="*/ 0 h 994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58326" h="994421">
                <a:moveTo>
                  <a:pt x="529163" y="0"/>
                </a:moveTo>
                <a:lnTo>
                  <a:pt x="539632" y="6360"/>
                </a:lnTo>
                <a:cubicBezTo>
                  <a:pt x="793198" y="177666"/>
                  <a:pt x="977281" y="444009"/>
                  <a:pt x="1040772" y="754280"/>
                </a:cubicBezTo>
                <a:lnTo>
                  <a:pt x="1058326" y="869300"/>
                </a:lnTo>
                <a:lnTo>
                  <a:pt x="992972" y="900782"/>
                </a:lnTo>
                <a:cubicBezTo>
                  <a:pt x="850416" y="961079"/>
                  <a:pt x="693683" y="994421"/>
                  <a:pt x="529163" y="994421"/>
                </a:cubicBezTo>
                <a:cubicBezTo>
                  <a:pt x="364643" y="994421"/>
                  <a:pt x="207911" y="961079"/>
                  <a:pt x="65354" y="900782"/>
                </a:cubicBezTo>
                <a:lnTo>
                  <a:pt x="0" y="869300"/>
                </a:lnTo>
                <a:lnTo>
                  <a:pt x="17554" y="754280"/>
                </a:lnTo>
                <a:cubicBezTo>
                  <a:pt x="81045" y="444009"/>
                  <a:pt x="265128" y="177666"/>
                  <a:pt x="518694" y="6360"/>
                </a:cubicBezTo>
                <a:lnTo>
                  <a:pt x="529163" y="0"/>
                </a:lnTo>
                <a:close/>
              </a:path>
            </a:pathLst>
          </a:custGeom>
          <a:solidFill>
            <a:schemeClr val="bg1"/>
          </a:solidFill>
          <a:ln w="25400">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0" name="文本框 19"/>
          <p:cNvSpPr txBox="1"/>
          <p:nvPr/>
        </p:nvSpPr>
        <p:spPr>
          <a:xfrm>
            <a:off x="5752281" y="2039834"/>
            <a:ext cx="3608117" cy="400110"/>
          </a:xfrm>
          <a:prstGeom prst="rect">
            <a:avLst/>
          </a:prstGeom>
          <a:noFill/>
        </p:spPr>
        <p:txBody>
          <a:bodyPr wrap="square" rtlCol="0">
            <a:spAutoFit/>
          </a:bodyPr>
          <a:lstStyle/>
          <a:p>
            <a:r>
              <a:rPr lang="zh-CN" altLang="en-US" sz="2000" dirty="0">
                <a:latin typeface="思源黑体 CN Medium" panose="020B0600000000000000" pitchFamily="34" charset="-122"/>
                <a:ea typeface="思源黑体 CN Medium" panose="020B0600000000000000" pitchFamily="34" charset="-122"/>
              </a:rPr>
              <a:t>填加文本题目</a:t>
            </a:r>
            <a:endParaRPr lang="zh-CN" altLang="en-US" sz="2000" dirty="0">
              <a:latin typeface="思源黑体 CN Medium" panose="020B0600000000000000" pitchFamily="34" charset="-122"/>
              <a:ea typeface="思源黑体 CN Medium" panose="020B0600000000000000" pitchFamily="34" charset="-122"/>
            </a:endParaRPr>
          </a:p>
        </p:txBody>
      </p:sp>
      <p:sp>
        <p:nvSpPr>
          <p:cNvPr id="21" name="文本框 20"/>
          <p:cNvSpPr txBox="1"/>
          <p:nvPr/>
        </p:nvSpPr>
        <p:spPr>
          <a:xfrm>
            <a:off x="5752281" y="2426296"/>
            <a:ext cx="3608117" cy="592085"/>
          </a:xfrm>
          <a:prstGeom prst="rect">
            <a:avLst/>
          </a:prstGeom>
          <a:noFill/>
        </p:spPr>
        <p:txBody>
          <a:bodyPr wrap="square" rtlCol="0">
            <a:spAutoFit/>
          </a:bodyPr>
          <a:lstStyle/>
          <a:p>
            <a:pP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此处填加您的内容填加您的内容填加您的内容填加您的内容</a:t>
            </a:r>
            <a:endParaRPr lang="zh-CN" altLang="en-US" sz="1400" dirty="0">
              <a:latin typeface="思源黑体 CN Normal" panose="020B0400000000000000" pitchFamily="34" charset="-122"/>
              <a:ea typeface="思源黑体 CN Normal" panose="020B0400000000000000" pitchFamily="34" charset="-122"/>
            </a:endParaRPr>
          </a:p>
        </p:txBody>
      </p:sp>
      <p:sp>
        <p:nvSpPr>
          <p:cNvPr id="22" name="文本框 21"/>
          <p:cNvSpPr txBox="1"/>
          <p:nvPr/>
        </p:nvSpPr>
        <p:spPr>
          <a:xfrm>
            <a:off x="6389595" y="3185933"/>
            <a:ext cx="3608117" cy="400110"/>
          </a:xfrm>
          <a:prstGeom prst="rect">
            <a:avLst/>
          </a:prstGeom>
          <a:noFill/>
        </p:spPr>
        <p:txBody>
          <a:bodyPr wrap="square" rtlCol="0">
            <a:spAutoFit/>
          </a:bodyPr>
          <a:lstStyle/>
          <a:p>
            <a:r>
              <a:rPr lang="zh-CN" altLang="en-US" sz="2000" dirty="0">
                <a:latin typeface="思源黑体 CN Medium" panose="020B0600000000000000" pitchFamily="34" charset="-122"/>
                <a:ea typeface="思源黑体 CN Medium" panose="020B0600000000000000" pitchFamily="34" charset="-122"/>
              </a:rPr>
              <a:t>填加文本题目</a:t>
            </a:r>
            <a:endParaRPr lang="zh-CN" altLang="en-US" sz="2000" dirty="0">
              <a:latin typeface="思源黑体 CN Medium" panose="020B0600000000000000" pitchFamily="34" charset="-122"/>
              <a:ea typeface="思源黑体 CN Medium" panose="020B0600000000000000" pitchFamily="34" charset="-122"/>
            </a:endParaRPr>
          </a:p>
        </p:txBody>
      </p:sp>
      <p:sp>
        <p:nvSpPr>
          <p:cNvPr id="23" name="文本框 22"/>
          <p:cNvSpPr txBox="1"/>
          <p:nvPr/>
        </p:nvSpPr>
        <p:spPr>
          <a:xfrm>
            <a:off x="6389595" y="3572394"/>
            <a:ext cx="3608117" cy="592085"/>
          </a:xfrm>
          <a:prstGeom prst="rect">
            <a:avLst/>
          </a:prstGeom>
          <a:noFill/>
        </p:spPr>
        <p:txBody>
          <a:bodyPr wrap="square" rtlCol="0">
            <a:spAutoFit/>
          </a:bodyPr>
          <a:lstStyle/>
          <a:p>
            <a:pP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此处填加您的内容填加您的内容填加您的内容填加您的内容</a:t>
            </a:r>
            <a:endParaRPr lang="zh-CN" altLang="en-US" sz="1400" dirty="0">
              <a:latin typeface="思源黑体 CN Normal" panose="020B0400000000000000" pitchFamily="34" charset="-122"/>
              <a:ea typeface="思源黑体 CN Normal" panose="020B0400000000000000" pitchFamily="34" charset="-122"/>
            </a:endParaRPr>
          </a:p>
        </p:txBody>
      </p:sp>
      <p:sp>
        <p:nvSpPr>
          <p:cNvPr id="24" name="文本框 23"/>
          <p:cNvSpPr txBox="1"/>
          <p:nvPr/>
        </p:nvSpPr>
        <p:spPr>
          <a:xfrm>
            <a:off x="5752281" y="4332031"/>
            <a:ext cx="3608117" cy="400110"/>
          </a:xfrm>
          <a:prstGeom prst="rect">
            <a:avLst/>
          </a:prstGeom>
          <a:noFill/>
        </p:spPr>
        <p:txBody>
          <a:bodyPr wrap="square" rtlCol="0">
            <a:spAutoFit/>
          </a:bodyPr>
          <a:lstStyle/>
          <a:p>
            <a:r>
              <a:rPr lang="zh-CN" altLang="en-US" sz="2000" dirty="0">
                <a:latin typeface="思源黑体 CN Medium" panose="020B0600000000000000" pitchFamily="34" charset="-122"/>
                <a:ea typeface="思源黑体 CN Medium" panose="020B0600000000000000" pitchFamily="34" charset="-122"/>
              </a:rPr>
              <a:t>填加文本题目</a:t>
            </a:r>
            <a:endParaRPr lang="zh-CN" altLang="en-US" sz="2000" dirty="0">
              <a:latin typeface="思源黑体 CN Medium" panose="020B0600000000000000" pitchFamily="34" charset="-122"/>
              <a:ea typeface="思源黑体 CN Medium" panose="020B0600000000000000" pitchFamily="34" charset="-122"/>
            </a:endParaRPr>
          </a:p>
        </p:txBody>
      </p:sp>
      <p:sp>
        <p:nvSpPr>
          <p:cNvPr id="25" name="文本框 24"/>
          <p:cNvSpPr txBox="1"/>
          <p:nvPr/>
        </p:nvSpPr>
        <p:spPr>
          <a:xfrm>
            <a:off x="5752281" y="4718493"/>
            <a:ext cx="3608117" cy="592085"/>
          </a:xfrm>
          <a:prstGeom prst="rect">
            <a:avLst/>
          </a:prstGeom>
          <a:noFill/>
        </p:spPr>
        <p:txBody>
          <a:bodyPr wrap="square" rtlCol="0">
            <a:spAutoFit/>
          </a:bodyPr>
          <a:lstStyle/>
          <a:p>
            <a:pP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此处填加您的内容填加您的内容填加您的内容填加您的内容</a:t>
            </a:r>
            <a:endParaRPr lang="zh-CN" altLang="en-US" sz="1400" dirty="0">
              <a:latin typeface="思源黑体 CN Normal" panose="020B0400000000000000" pitchFamily="34" charset="-122"/>
              <a:ea typeface="思源黑体 CN Normal" panose="020B0400000000000000" pitchFamily="34" charset="-122"/>
            </a:endParaRPr>
          </a:p>
        </p:txBody>
      </p:sp>
      <p:sp>
        <p:nvSpPr>
          <p:cNvPr id="26" name="任意多边形: 形状 25"/>
          <p:cNvSpPr/>
          <p:nvPr/>
        </p:nvSpPr>
        <p:spPr>
          <a:xfrm>
            <a:off x="5237058" y="2233061"/>
            <a:ext cx="452388" cy="0"/>
          </a:xfrm>
          <a:custGeom>
            <a:avLst/>
            <a:gdLst>
              <a:gd name="connsiteX0" fmla="*/ 452388 w 452388"/>
              <a:gd name="connsiteY0" fmla="*/ 0 h 0"/>
              <a:gd name="connsiteX1" fmla="*/ 0 w 452388"/>
              <a:gd name="connsiteY1" fmla="*/ 0 h 0"/>
            </a:gdLst>
            <a:ahLst/>
            <a:cxnLst>
              <a:cxn ang="0">
                <a:pos x="connsiteX0" y="connsiteY0"/>
              </a:cxn>
              <a:cxn ang="0">
                <a:pos x="connsiteX1" y="connsiteY1"/>
              </a:cxn>
            </a:cxnLst>
            <a:rect l="l" t="t" r="r" b="b"/>
            <a:pathLst>
              <a:path w="452388">
                <a:moveTo>
                  <a:pt x="452388" y="0"/>
                </a:moveTo>
                <a:lnTo>
                  <a:pt x="0" y="0"/>
                </a:lnTo>
              </a:path>
            </a:pathLst>
          </a:custGeom>
          <a:noFill/>
          <a:ln w="38100" cap="rnd">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任意多边形: 形状 26"/>
          <p:cNvSpPr/>
          <p:nvPr/>
        </p:nvSpPr>
        <p:spPr>
          <a:xfrm>
            <a:off x="5237058" y="4530945"/>
            <a:ext cx="452388" cy="0"/>
          </a:xfrm>
          <a:custGeom>
            <a:avLst/>
            <a:gdLst>
              <a:gd name="connsiteX0" fmla="*/ 452388 w 452388"/>
              <a:gd name="connsiteY0" fmla="*/ 0 h 0"/>
              <a:gd name="connsiteX1" fmla="*/ 0 w 452388"/>
              <a:gd name="connsiteY1" fmla="*/ 0 h 0"/>
            </a:gdLst>
            <a:ahLst/>
            <a:cxnLst>
              <a:cxn ang="0">
                <a:pos x="connsiteX0" y="connsiteY0"/>
              </a:cxn>
              <a:cxn ang="0">
                <a:pos x="connsiteX1" y="connsiteY1"/>
              </a:cxn>
            </a:cxnLst>
            <a:rect l="l" t="t" r="r" b="b"/>
            <a:pathLst>
              <a:path w="452388">
                <a:moveTo>
                  <a:pt x="452388" y="0"/>
                </a:moveTo>
                <a:lnTo>
                  <a:pt x="0" y="0"/>
                </a:lnTo>
              </a:path>
            </a:pathLst>
          </a:custGeom>
          <a:noFill/>
          <a:ln w="38100" cap="rnd">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任意多边形: 形状 27"/>
          <p:cNvSpPr/>
          <p:nvPr/>
        </p:nvSpPr>
        <p:spPr>
          <a:xfrm>
            <a:off x="5237058" y="3382003"/>
            <a:ext cx="1001028" cy="0"/>
          </a:xfrm>
          <a:custGeom>
            <a:avLst/>
            <a:gdLst>
              <a:gd name="connsiteX0" fmla="*/ 1001028 w 1001028"/>
              <a:gd name="connsiteY0" fmla="*/ 0 h 0"/>
              <a:gd name="connsiteX1" fmla="*/ 0 w 1001028"/>
              <a:gd name="connsiteY1" fmla="*/ 0 h 0"/>
            </a:gdLst>
            <a:ahLst/>
            <a:cxnLst>
              <a:cxn ang="0">
                <a:pos x="connsiteX0" y="connsiteY0"/>
              </a:cxn>
              <a:cxn ang="0">
                <a:pos x="connsiteX1" y="connsiteY1"/>
              </a:cxn>
            </a:cxnLst>
            <a:rect l="l" t="t" r="r" b="b"/>
            <a:pathLst>
              <a:path w="1001028">
                <a:moveTo>
                  <a:pt x="1001028" y="0"/>
                </a:moveTo>
                <a:lnTo>
                  <a:pt x="0" y="0"/>
                </a:lnTo>
              </a:path>
            </a:pathLst>
          </a:custGeom>
          <a:noFill/>
          <a:ln w="38100" cap="rnd">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 name="图形 29"/>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48497" y="2373467"/>
            <a:ext cx="400607" cy="508880"/>
          </a:xfrm>
          <a:prstGeom prst="rect">
            <a:avLst/>
          </a:prstGeom>
        </p:spPr>
      </p:pic>
      <p:pic>
        <p:nvPicPr>
          <p:cNvPr id="32" name="图形 3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078884" y="3991474"/>
            <a:ext cx="509588" cy="509588"/>
          </a:xfrm>
          <a:prstGeom prst="rect">
            <a:avLst/>
          </a:prstGeom>
        </p:spPr>
      </p:pic>
      <p:pic>
        <p:nvPicPr>
          <p:cNvPr id="34" name="图形 33"/>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045342" y="4034337"/>
            <a:ext cx="476250" cy="46672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Effect transition="in" filter="fade">
                                      <p:cBhvr>
                                        <p:cTn id="9" dur="500"/>
                                        <p:tgtEl>
                                          <p:spTgt spid="18"/>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p:cTn id="12" dur="500" fill="hold"/>
                                        <p:tgtEl>
                                          <p:spTgt spid="17"/>
                                        </p:tgtEl>
                                        <p:attrNameLst>
                                          <p:attrName>ppt_w</p:attrName>
                                        </p:attrNameLst>
                                      </p:cBhvr>
                                      <p:tavLst>
                                        <p:tav tm="0">
                                          <p:val>
                                            <p:fltVal val="0"/>
                                          </p:val>
                                        </p:tav>
                                        <p:tav tm="100000">
                                          <p:val>
                                            <p:strVal val="#ppt_w"/>
                                          </p:val>
                                        </p:tav>
                                      </p:tavLst>
                                    </p:anim>
                                    <p:anim calcmode="lin" valueType="num">
                                      <p:cBhvr>
                                        <p:cTn id="13" dur="500" fill="hold"/>
                                        <p:tgtEl>
                                          <p:spTgt spid="17"/>
                                        </p:tgtEl>
                                        <p:attrNameLst>
                                          <p:attrName>ppt_h</p:attrName>
                                        </p:attrNameLst>
                                      </p:cBhvr>
                                      <p:tavLst>
                                        <p:tav tm="0">
                                          <p:val>
                                            <p:fltVal val="0"/>
                                          </p:val>
                                        </p:tav>
                                        <p:tav tm="100000">
                                          <p:val>
                                            <p:strVal val="#ppt_h"/>
                                          </p:val>
                                        </p:tav>
                                      </p:tavLst>
                                    </p:anim>
                                    <p:animEffect transition="in" filter="fade">
                                      <p:cBhvr>
                                        <p:cTn id="14" dur="500"/>
                                        <p:tgtEl>
                                          <p:spTgt spid="17"/>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p:cTn id="17" dur="500" fill="hold"/>
                                        <p:tgtEl>
                                          <p:spTgt spid="16"/>
                                        </p:tgtEl>
                                        <p:attrNameLst>
                                          <p:attrName>ppt_w</p:attrName>
                                        </p:attrNameLst>
                                      </p:cBhvr>
                                      <p:tavLst>
                                        <p:tav tm="0">
                                          <p:val>
                                            <p:fltVal val="0"/>
                                          </p:val>
                                        </p:tav>
                                        <p:tav tm="100000">
                                          <p:val>
                                            <p:strVal val="#ppt_w"/>
                                          </p:val>
                                        </p:tav>
                                      </p:tavLst>
                                    </p:anim>
                                    <p:anim calcmode="lin" valueType="num">
                                      <p:cBhvr>
                                        <p:cTn id="18" dur="500" fill="hold"/>
                                        <p:tgtEl>
                                          <p:spTgt spid="16"/>
                                        </p:tgtEl>
                                        <p:attrNameLst>
                                          <p:attrName>ppt_h</p:attrName>
                                        </p:attrNameLst>
                                      </p:cBhvr>
                                      <p:tavLst>
                                        <p:tav tm="0">
                                          <p:val>
                                            <p:fltVal val="0"/>
                                          </p:val>
                                        </p:tav>
                                        <p:tav tm="100000">
                                          <p:val>
                                            <p:strVal val="#ppt_h"/>
                                          </p:val>
                                        </p:tav>
                                      </p:tavLst>
                                    </p:anim>
                                    <p:animEffect transition="in" filter="fade">
                                      <p:cBhvr>
                                        <p:cTn id="19" dur="500"/>
                                        <p:tgtEl>
                                          <p:spTgt spid="16"/>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 calcmode="lin" valueType="num">
                                      <p:cBhvr>
                                        <p:cTn id="22" dur="500" fill="hold"/>
                                        <p:tgtEl>
                                          <p:spTgt spid="15"/>
                                        </p:tgtEl>
                                        <p:attrNameLst>
                                          <p:attrName>ppt_w</p:attrName>
                                        </p:attrNameLst>
                                      </p:cBhvr>
                                      <p:tavLst>
                                        <p:tav tm="0">
                                          <p:val>
                                            <p:fltVal val="0"/>
                                          </p:val>
                                        </p:tav>
                                        <p:tav tm="100000">
                                          <p:val>
                                            <p:strVal val="#ppt_w"/>
                                          </p:val>
                                        </p:tav>
                                      </p:tavLst>
                                    </p:anim>
                                    <p:anim calcmode="lin" valueType="num">
                                      <p:cBhvr>
                                        <p:cTn id="23" dur="500" fill="hold"/>
                                        <p:tgtEl>
                                          <p:spTgt spid="15"/>
                                        </p:tgtEl>
                                        <p:attrNameLst>
                                          <p:attrName>ppt_h</p:attrName>
                                        </p:attrNameLst>
                                      </p:cBhvr>
                                      <p:tavLst>
                                        <p:tav tm="0">
                                          <p:val>
                                            <p:fltVal val="0"/>
                                          </p:val>
                                        </p:tav>
                                        <p:tav tm="100000">
                                          <p:val>
                                            <p:strVal val="#ppt_h"/>
                                          </p:val>
                                        </p:tav>
                                      </p:tavLst>
                                    </p:anim>
                                    <p:animEffect transition="in" filter="fade">
                                      <p:cBhvr>
                                        <p:cTn id="24" dur="500"/>
                                        <p:tgtEl>
                                          <p:spTgt spid="15"/>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p:cTn id="27" dur="500" fill="hold"/>
                                        <p:tgtEl>
                                          <p:spTgt spid="14"/>
                                        </p:tgtEl>
                                        <p:attrNameLst>
                                          <p:attrName>ppt_w</p:attrName>
                                        </p:attrNameLst>
                                      </p:cBhvr>
                                      <p:tavLst>
                                        <p:tav tm="0">
                                          <p:val>
                                            <p:fltVal val="0"/>
                                          </p:val>
                                        </p:tav>
                                        <p:tav tm="100000">
                                          <p:val>
                                            <p:strVal val="#ppt_w"/>
                                          </p:val>
                                        </p:tav>
                                      </p:tavLst>
                                    </p:anim>
                                    <p:anim calcmode="lin" valueType="num">
                                      <p:cBhvr>
                                        <p:cTn id="28" dur="500" fill="hold"/>
                                        <p:tgtEl>
                                          <p:spTgt spid="14"/>
                                        </p:tgtEl>
                                        <p:attrNameLst>
                                          <p:attrName>ppt_h</p:attrName>
                                        </p:attrNameLst>
                                      </p:cBhvr>
                                      <p:tavLst>
                                        <p:tav tm="0">
                                          <p:val>
                                            <p:fltVal val="0"/>
                                          </p:val>
                                        </p:tav>
                                        <p:tav tm="100000">
                                          <p:val>
                                            <p:strVal val="#ppt_h"/>
                                          </p:val>
                                        </p:tav>
                                      </p:tavLst>
                                    </p:anim>
                                    <p:animEffect transition="in" filter="fade">
                                      <p:cBhvr>
                                        <p:cTn id="29" dur="500"/>
                                        <p:tgtEl>
                                          <p:spTgt spid="14"/>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p:cTn id="32" dur="500" fill="hold"/>
                                        <p:tgtEl>
                                          <p:spTgt spid="13"/>
                                        </p:tgtEl>
                                        <p:attrNameLst>
                                          <p:attrName>ppt_w</p:attrName>
                                        </p:attrNameLst>
                                      </p:cBhvr>
                                      <p:tavLst>
                                        <p:tav tm="0">
                                          <p:val>
                                            <p:fltVal val="0"/>
                                          </p:val>
                                        </p:tav>
                                        <p:tav tm="100000">
                                          <p:val>
                                            <p:strVal val="#ppt_w"/>
                                          </p:val>
                                        </p:tav>
                                      </p:tavLst>
                                    </p:anim>
                                    <p:anim calcmode="lin" valueType="num">
                                      <p:cBhvr>
                                        <p:cTn id="33" dur="500" fill="hold"/>
                                        <p:tgtEl>
                                          <p:spTgt spid="13"/>
                                        </p:tgtEl>
                                        <p:attrNameLst>
                                          <p:attrName>ppt_h</p:attrName>
                                        </p:attrNameLst>
                                      </p:cBhvr>
                                      <p:tavLst>
                                        <p:tav tm="0">
                                          <p:val>
                                            <p:fltVal val="0"/>
                                          </p:val>
                                        </p:tav>
                                        <p:tav tm="100000">
                                          <p:val>
                                            <p:strVal val="#ppt_h"/>
                                          </p:val>
                                        </p:tav>
                                      </p:tavLst>
                                    </p:anim>
                                    <p:animEffect transition="in" filter="fade">
                                      <p:cBhvr>
                                        <p:cTn id="34" dur="500"/>
                                        <p:tgtEl>
                                          <p:spTgt spid="13"/>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p:cTn id="37" dur="500" fill="hold"/>
                                        <p:tgtEl>
                                          <p:spTgt spid="11"/>
                                        </p:tgtEl>
                                        <p:attrNameLst>
                                          <p:attrName>ppt_w</p:attrName>
                                        </p:attrNameLst>
                                      </p:cBhvr>
                                      <p:tavLst>
                                        <p:tav tm="0">
                                          <p:val>
                                            <p:fltVal val="0"/>
                                          </p:val>
                                        </p:tav>
                                        <p:tav tm="100000">
                                          <p:val>
                                            <p:strVal val="#ppt_w"/>
                                          </p:val>
                                        </p:tav>
                                      </p:tavLst>
                                    </p:anim>
                                    <p:anim calcmode="lin" valueType="num">
                                      <p:cBhvr>
                                        <p:cTn id="38" dur="500" fill="hold"/>
                                        <p:tgtEl>
                                          <p:spTgt spid="11"/>
                                        </p:tgtEl>
                                        <p:attrNameLst>
                                          <p:attrName>ppt_h</p:attrName>
                                        </p:attrNameLst>
                                      </p:cBhvr>
                                      <p:tavLst>
                                        <p:tav tm="0">
                                          <p:val>
                                            <p:fltVal val="0"/>
                                          </p:val>
                                        </p:tav>
                                        <p:tav tm="100000">
                                          <p:val>
                                            <p:strVal val="#ppt_h"/>
                                          </p:val>
                                        </p:tav>
                                      </p:tavLst>
                                    </p:anim>
                                    <p:animEffect transition="in" filter="fade">
                                      <p:cBhvr>
                                        <p:cTn id="39" dur="500"/>
                                        <p:tgtEl>
                                          <p:spTgt spid="11"/>
                                        </p:tgtEl>
                                      </p:cBhvr>
                                    </p:animEffect>
                                  </p:childTnLst>
                                </p:cTn>
                              </p:par>
                              <p:par>
                                <p:cTn id="40" presetID="53" presetClass="entr" presetSubtype="16" fill="hold" nodeType="withEffect">
                                  <p:stCondLst>
                                    <p:cond delay="0"/>
                                  </p:stCondLst>
                                  <p:childTnLst>
                                    <p:set>
                                      <p:cBhvr>
                                        <p:cTn id="41" dur="1" fill="hold">
                                          <p:stCondLst>
                                            <p:cond delay="0"/>
                                          </p:stCondLst>
                                        </p:cTn>
                                        <p:tgtEl>
                                          <p:spTgt spid="30"/>
                                        </p:tgtEl>
                                        <p:attrNameLst>
                                          <p:attrName>style.visibility</p:attrName>
                                        </p:attrNameLst>
                                      </p:cBhvr>
                                      <p:to>
                                        <p:strVal val="visible"/>
                                      </p:to>
                                    </p:set>
                                    <p:anim calcmode="lin" valueType="num">
                                      <p:cBhvr>
                                        <p:cTn id="42" dur="500" fill="hold"/>
                                        <p:tgtEl>
                                          <p:spTgt spid="30"/>
                                        </p:tgtEl>
                                        <p:attrNameLst>
                                          <p:attrName>ppt_w</p:attrName>
                                        </p:attrNameLst>
                                      </p:cBhvr>
                                      <p:tavLst>
                                        <p:tav tm="0">
                                          <p:val>
                                            <p:fltVal val="0"/>
                                          </p:val>
                                        </p:tav>
                                        <p:tav tm="100000">
                                          <p:val>
                                            <p:strVal val="#ppt_w"/>
                                          </p:val>
                                        </p:tav>
                                      </p:tavLst>
                                    </p:anim>
                                    <p:anim calcmode="lin" valueType="num">
                                      <p:cBhvr>
                                        <p:cTn id="43" dur="500" fill="hold"/>
                                        <p:tgtEl>
                                          <p:spTgt spid="30"/>
                                        </p:tgtEl>
                                        <p:attrNameLst>
                                          <p:attrName>ppt_h</p:attrName>
                                        </p:attrNameLst>
                                      </p:cBhvr>
                                      <p:tavLst>
                                        <p:tav tm="0">
                                          <p:val>
                                            <p:fltVal val="0"/>
                                          </p:val>
                                        </p:tav>
                                        <p:tav tm="100000">
                                          <p:val>
                                            <p:strVal val="#ppt_h"/>
                                          </p:val>
                                        </p:tav>
                                      </p:tavLst>
                                    </p:anim>
                                    <p:animEffect transition="in" filter="fade">
                                      <p:cBhvr>
                                        <p:cTn id="44" dur="500"/>
                                        <p:tgtEl>
                                          <p:spTgt spid="30"/>
                                        </p:tgtEl>
                                      </p:cBhvr>
                                    </p:animEffect>
                                  </p:childTnLst>
                                </p:cTn>
                              </p:par>
                              <p:par>
                                <p:cTn id="45" presetID="53" presetClass="entr" presetSubtype="16" fill="hold" nodeType="withEffect">
                                  <p:stCondLst>
                                    <p:cond delay="0"/>
                                  </p:stCondLst>
                                  <p:childTnLst>
                                    <p:set>
                                      <p:cBhvr>
                                        <p:cTn id="46" dur="1" fill="hold">
                                          <p:stCondLst>
                                            <p:cond delay="0"/>
                                          </p:stCondLst>
                                        </p:cTn>
                                        <p:tgtEl>
                                          <p:spTgt spid="32"/>
                                        </p:tgtEl>
                                        <p:attrNameLst>
                                          <p:attrName>style.visibility</p:attrName>
                                        </p:attrNameLst>
                                      </p:cBhvr>
                                      <p:to>
                                        <p:strVal val="visible"/>
                                      </p:to>
                                    </p:set>
                                    <p:anim calcmode="lin" valueType="num">
                                      <p:cBhvr>
                                        <p:cTn id="47" dur="500" fill="hold"/>
                                        <p:tgtEl>
                                          <p:spTgt spid="32"/>
                                        </p:tgtEl>
                                        <p:attrNameLst>
                                          <p:attrName>ppt_w</p:attrName>
                                        </p:attrNameLst>
                                      </p:cBhvr>
                                      <p:tavLst>
                                        <p:tav tm="0">
                                          <p:val>
                                            <p:fltVal val="0"/>
                                          </p:val>
                                        </p:tav>
                                        <p:tav tm="100000">
                                          <p:val>
                                            <p:strVal val="#ppt_w"/>
                                          </p:val>
                                        </p:tav>
                                      </p:tavLst>
                                    </p:anim>
                                    <p:anim calcmode="lin" valueType="num">
                                      <p:cBhvr>
                                        <p:cTn id="48" dur="500" fill="hold"/>
                                        <p:tgtEl>
                                          <p:spTgt spid="32"/>
                                        </p:tgtEl>
                                        <p:attrNameLst>
                                          <p:attrName>ppt_h</p:attrName>
                                        </p:attrNameLst>
                                      </p:cBhvr>
                                      <p:tavLst>
                                        <p:tav tm="0">
                                          <p:val>
                                            <p:fltVal val="0"/>
                                          </p:val>
                                        </p:tav>
                                        <p:tav tm="100000">
                                          <p:val>
                                            <p:strVal val="#ppt_h"/>
                                          </p:val>
                                        </p:tav>
                                      </p:tavLst>
                                    </p:anim>
                                    <p:animEffect transition="in" filter="fade">
                                      <p:cBhvr>
                                        <p:cTn id="49" dur="500"/>
                                        <p:tgtEl>
                                          <p:spTgt spid="32"/>
                                        </p:tgtEl>
                                      </p:cBhvr>
                                    </p:animEffect>
                                  </p:childTnLst>
                                </p:cTn>
                              </p:par>
                              <p:par>
                                <p:cTn id="50" presetID="53" presetClass="entr" presetSubtype="16" fill="hold" nodeType="withEffect">
                                  <p:stCondLst>
                                    <p:cond delay="0"/>
                                  </p:stCondLst>
                                  <p:childTnLst>
                                    <p:set>
                                      <p:cBhvr>
                                        <p:cTn id="51" dur="1" fill="hold">
                                          <p:stCondLst>
                                            <p:cond delay="0"/>
                                          </p:stCondLst>
                                        </p:cTn>
                                        <p:tgtEl>
                                          <p:spTgt spid="34"/>
                                        </p:tgtEl>
                                        <p:attrNameLst>
                                          <p:attrName>style.visibility</p:attrName>
                                        </p:attrNameLst>
                                      </p:cBhvr>
                                      <p:to>
                                        <p:strVal val="visible"/>
                                      </p:to>
                                    </p:set>
                                    <p:anim calcmode="lin" valueType="num">
                                      <p:cBhvr>
                                        <p:cTn id="52" dur="500" fill="hold"/>
                                        <p:tgtEl>
                                          <p:spTgt spid="34"/>
                                        </p:tgtEl>
                                        <p:attrNameLst>
                                          <p:attrName>ppt_w</p:attrName>
                                        </p:attrNameLst>
                                      </p:cBhvr>
                                      <p:tavLst>
                                        <p:tav tm="0">
                                          <p:val>
                                            <p:fltVal val="0"/>
                                          </p:val>
                                        </p:tav>
                                        <p:tav tm="100000">
                                          <p:val>
                                            <p:strVal val="#ppt_w"/>
                                          </p:val>
                                        </p:tav>
                                      </p:tavLst>
                                    </p:anim>
                                    <p:anim calcmode="lin" valueType="num">
                                      <p:cBhvr>
                                        <p:cTn id="53" dur="500" fill="hold"/>
                                        <p:tgtEl>
                                          <p:spTgt spid="34"/>
                                        </p:tgtEl>
                                        <p:attrNameLst>
                                          <p:attrName>ppt_h</p:attrName>
                                        </p:attrNameLst>
                                      </p:cBhvr>
                                      <p:tavLst>
                                        <p:tav tm="0">
                                          <p:val>
                                            <p:fltVal val="0"/>
                                          </p:val>
                                        </p:tav>
                                        <p:tav tm="100000">
                                          <p:val>
                                            <p:strVal val="#ppt_h"/>
                                          </p:val>
                                        </p:tav>
                                      </p:tavLst>
                                    </p:anim>
                                    <p:animEffect transition="in" filter="fade">
                                      <p:cBhvr>
                                        <p:cTn id="54" dur="500"/>
                                        <p:tgtEl>
                                          <p:spTgt spid="34"/>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wipe(left)">
                                      <p:cBhvr>
                                        <p:cTn id="59" dur="500"/>
                                        <p:tgtEl>
                                          <p:spTgt spid="20"/>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wipe(left)">
                                      <p:cBhvr>
                                        <p:cTn id="62" dur="500"/>
                                        <p:tgtEl>
                                          <p:spTgt spid="21"/>
                                        </p:tgtEl>
                                      </p:cBhvr>
                                    </p:animEffect>
                                  </p:childTnLst>
                                </p:cTn>
                              </p:par>
                              <p:par>
                                <p:cTn id="63" presetID="22" presetClass="entr" presetSubtype="8" fill="hold" grpId="0"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wipe(left)">
                                      <p:cBhvr>
                                        <p:cTn id="65" dur="500"/>
                                        <p:tgtEl>
                                          <p:spTgt spid="22"/>
                                        </p:tgtEl>
                                      </p:cBhvr>
                                    </p:animEffect>
                                  </p:childTnLst>
                                </p:cTn>
                              </p:par>
                              <p:par>
                                <p:cTn id="66" presetID="22" presetClass="entr" presetSubtype="8" fill="hold" grpId="0"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wipe(left)">
                                      <p:cBhvr>
                                        <p:cTn id="68" dur="500"/>
                                        <p:tgtEl>
                                          <p:spTgt spid="23"/>
                                        </p:tgtEl>
                                      </p:cBhvr>
                                    </p:animEffect>
                                  </p:childTnLst>
                                </p:cTn>
                              </p:par>
                              <p:par>
                                <p:cTn id="69" presetID="22" presetClass="entr" presetSubtype="8" fill="hold" grpId="0"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wipe(left)">
                                      <p:cBhvr>
                                        <p:cTn id="71" dur="500"/>
                                        <p:tgtEl>
                                          <p:spTgt spid="24"/>
                                        </p:tgtEl>
                                      </p:cBhvr>
                                    </p:animEffect>
                                  </p:childTnLst>
                                </p:cTn>
                              </p:par>
                              <p:par>
                                <p:cTn id="72" presetID="22" presetClass="entr" presetSubtype="8" fill="hold" grpId="0"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wipe(left)">
                                      <p:cBhvr>
                                        <p:cTn id="74" dur="500"/>
                                        <p:tgtEl>
                                          <p:spTgt spid="25"/>
                                        </p:tgtEl>
                                      </p:cBhvr>
                                    </p:animEffect>
                                  </p:childTnLst>
                                </p:cTn>
                              </p:par>
                              <p:par>
                                <p:cTn id="75" presetID="22" presetClass="entr" presetSubtype="8"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wipe(left)">
                                      <p:cBhvr>
                                        <p:cTn id="77" dur="500"/>
                                        <p:tgtEl>
                                          <p:spTgt spid="26"/>
                                        </p:tgtEl>
                                      </p:cBhvr>
                                    </p:animEffect>
                                  </p:childTnLst>
                                </p:cTn>
                              </p:par>
                              <p:par>
                                <p:cTn id="78" presetID="22" presetClass="entr" presetSubtype="8" fill="hold" grpId="0"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wipe(left)">
                                      <p:cBhvr>
                                        <p:cTn id="80" dur="500"/>
                                        <p:tgtEl>
                                          <p:spTgt spid="27"/>
                                        </p:tgtEl>
                                      </p:cBhvr>
                                    </p:animEffect>
                                  </p:childTnLst>
                                </p:cTn>
                              </p:par>
                              <p:par>
                                <p:cTn id="81" presetID="22" presetClass="entr" presetSubtype="8" fill="hold" grpId="0" nodeType="with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wipe(left)">
                                      <p:cBhvr>
                                        <p:cTn id="83"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7" grpId="0" animBg="1"/>
      <p:bldP spid="16" grpId="0" animBg="1"/>
      <p:bldP spid="15" grpId="0" animBg="1"/>
      <p:bldP spid="14" grpId="0" animBg="1"/>
      <p:bldP spid="13" grpId="0" animBg="1"/>
      <p:bldP spid="11" grpId="0" animBg="1"/>
      <p:bldP spid="20" grpId="0"/>
      <p:bldP spid="21" grpId="0"/>
      <p:bldP spid="22" grpId="0"/>
      <p:bldP spid="23" grpId="0"/>
      <p:bldP spid="24" grpId="0"/>
      <p:bldP spid="25" grpId="0"/>
      <p:bldP spid="26" grpId="0" animBg="1"/>
      <p:bldP spid="27" grpId="0" animBg="1"/>
      <p:bldP spid="2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0" y="0"/>
            <a:ext cx="12192000" cy="6857999"/>
          </a:xfrm>
          <a:prstGeom prst="rect">
            <a:avLst/>
          </a:prstGeom>
        </p:spPr>
      </p:pic>
      <p:pic>
        <p:nvPicPr>
          <p:cNvPr id="2" name="图片 1"/>
          <p:cNvPicPr>
            <a:picLocks noChangeAspect="1"/>
          </p:cNvPicPr>
          <p:nvPr/>
        </p:nvPicPr>
        <p:blipFill>
          <a:blip r:embed="rId2"/>
          <a:stretch>
            <a:fillRect/>
          </a:stretch>
        </p:blipFill>
        <p:spPr>
          <a:xfrm>
            <a:off x="0" y="182755"/>
            <a:ext cx="3307080" cy="3133725"/>
          </a:xfrm>
          <a:prstGeom prst="rect">
            <a:avLst/>
          </a:prstGeom>
        </p:spPr>
      </p:pic>
      <p:pic>
        <p:nvPicPr>
          <p:cNvPr id="6" name="图片 5"/>
          <p:cNvPicPr>
            <a:picLocks noChangeAspect="1"/>
          </p:cNvPicPr>
          <p:nvPr/>
        </p:nvPicPr>
        <p:blipFill>
          <a:blip r:embed="rId3"/>
          <a:stretch>
            <a:fillRect/>
          </a:stretch>
        </p:blipFill>
        <p:spPr>
          <a:xfrm>
            <a:off x="7049106" y="0"/>
            <a:ext cx="5142894" cy="2162354"/>
          </a:xfrm>
          <a:prstGeom prst="rect">
            <a:avLst/>
          </a:prstGeom>
        </p:spPr>
      </p:pic>
      <p:pic>
        <p:nvPicPr>
          <p:cNvPr id="7" name="图片 6"/>
          <p:cNvPicPr>
            <a:picLocks noChangeAspect="1"/>
          </p:cNvPicPr>
          <p:nvPr/>
        </p:nvPicPr>
        <p:blipFill>
          <a:blip r:embed="rId4"/>
          <a:stretch>
            <a:fillRect/>
          </a:stretch>
        </p:blipFill>
        <p:spPr>
          <a:xfrm>
            <a:off x="10241280" y="3918468"/>
            <a:ext cx="1950720" cy="2162354"/>
          </a:xfrm>
          <a:prstGeom prst="rect">
            <a:avLst/>
          </a:prstGeom>
        </p:spPr>
      </p:pic>
      <p:pic>
        <p:nvPicPr>
          <p:cNvPr id="12" name="图片 11"/>
          <p:cNvPicPr>
            <a:picLocks noChangeAspect="1"/>
          </p:cNvPicPr>
          <p:nvPr/>
        </p:nvPicPr>
        <p:blipFill>
          <a:blip r:embed="rId5"/>
          <a:stretch>
            <a:fillRect/>
          </a:stretch>
        </p:blipFill>
        <p:spPr>
          <a:xfrm>
            <a:off x="756321" y="556261"/>
            <a:ext cx="10679358" cy="5745479"/>
          </a:xfrm>
          <a:prstGeom prst="rect">
            <a:avLst/>
          </a:prstGeom>
        </p:spPr>
      </p:pic>
      <p:pic>
        <p:nvPicPr>
          <p:cNvPr id="26" name="图片 2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289774" y="4811050"/>
            <a:ext cx="1915843" cy="2120668"/>
          </a:xfrm>
          <a:prstGeom prst="rect">
            <a:avLst/>
          </a:prstGeom>
        </p:spPr>
      </p:pic>
      <p:pic>
        <p:nvPicPr>
          <p:cNvPr id="17" name="图片 16"/>
          <p:cNvPicPr>
            <a:picLocks noChangeAspect="1"/>
          </p:cNvPicPr>
          <p:nvPr/>
        </p:nvPicPr>
        <p:blipFill>
          <a:blip r:embed="rId7"/>
          <a:stretch>
            <a:fillRect/>
          </a:stretch>
        </p:blipFill>
        <p:spPr>
          <a:xfrm>
            <a:off x="9485141" y="4449871"/>
            <a:ext cx="2706859" cy="2408129"/>
          </a:xfrm>
          <a:prstGeom prst="rect">
            <a:avLst/>
          </a:prstGeom>
        </p:spPr>
      </p:pic>
      <p:pic>
        <p:nvPicPr>
          <p:cNvPr id="18" name="图片 17"/>
          <p:cNvPicPr>
            <a:picLocks noChangeAspect="1"/>
          </p:cNvPicPr>
          <p:nvPr/>
        </p:nvPicPr>
        <p:blipFill>
          <a:blip r:embed="rId8"/>
          <a:stretch>
            <a:fillRect/>
          </a:stretch>
        </p:blipFill>
        <p:spPr>
          <a:xfrm>
            <a:off x="-1" y="4602481"/>
            <a:ext cx="3110243" cy="2255520"/>
          </a:xfrm>
          <a:prstGeom prst="rect">
            <a:avLst/>
          </a:prstGeom>
        </p:spPr>
      </p:pic>
      <p:sp>
        <p:nvSpPr>
          <p:cNvPr id="11" name="文本框 10"/>
          <p:cNvSpPr txBox="1"/>
          <p:nvPr/>
        </p:nvSpPr>
        <p:spPr>
          <a:xfrm>
            <a:off x="1999063" y="3665980"/>
            <a:ext cx="8193874" cy="1015663"/>
          </a:xfrm>
          <a:prstGeom prst="rect">
            <a:avLst/>
          </a:prstGeom>
          <a:noFill/>
        </p:spPr>
        <p:txBody>
          <a:bodyPr wrap="square" rtlCol="0">
            <a:spAutoFit/>
          </a:bodyPr>
          <a:lstStyle>
            <a:defPPr>
              <a:defRPr lang="zh-CN"/>
            </a:defPPr>
            <a:lvl1pPr algn="ctr">
              <a:defRPr sz="6000">
                <a:latin typeface="思源黑体 CN Bold" panose="020B0800000000000000" pitchFamily="34" charset="-122"/>
                <a:ea typeface="思源黑体 CN Bold" panose="020B0800000000000000" pitchFamily="34" charset="-122"/>
              </a:defRPr>
            </a:lvl1pPr>
          </a:lstStyle>
          <a:p>
            <a:r>
              <a:rPr lang="zh-CN" altLang="en-US" dirty="0"/>
              <a:t>新书上市发售</a:t>
            </a:r>
            <a:endParaRPr lang="zh-CN" altLang="en-US" dirty="0"/>
          </a:p>
        </p:txBody>
      </p:sp>
      <p:pic>
        <p:nvPicPr>
          <p:cNvPr id="13" name="图片 1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667548" y="1628778"/>
            <a:ext cx="2856902" cy="1823648"/>
          </a:xfrm>
          <a:prstGeom prst="rect">
            <a:avLst/>
          </a:prstGeom>
        </p:spPr>
      </p:pic>
      <p:sp>
        <p:nvSpPr>
          <p:cNvPr id="16" name="文本框 15"/>
          <p:cNvSpPr txBox="1"/>
          <p:nvPr/>
        </p:nvSpPr>
        <p:spPr>
          <a:xfrm>
            <a:off x="4972635" y="2121739"/>
            <a:ext cx="2246731" cy="769441"/>
          </a:xfrm>
          <a:prstGeom prst="rect">
            <a:avLst/>
          </a:prstGeom>
          <a:noFill/>
        </p:spPr>
        <p:txBody>
          <a:bodyPr vert="horz" wrap="square" rtlCol="0">
            <a:spAutoFit/>
          </a:bodyPr>
          <a:lstStyle/>
          <a:p>
            <a:pPr algn="ctr"/>
            <a:r>
              <a:rPr lang="en-US" altLang="zh-CN" sz="4400" dirty="0">
                <a:gradFill>
                  <a:gsLst>
                    <a:gs pos="0">
                      <a:srgbClr val="FEAE08"/>
                    </a:gs>
                    <a:gs pos="100000">
                      <a:srgbClr val="A81E14"/>
                    </a:gs>
                  </a:gsLst>
                  <a:lin ang="10800000" scaled="1"/>
                </a:gradFill>
                <a:latin typeface="思源黑体 CN Heavy" panose="020B0A00000000000000" pitchFamily="34" charset="-122"/>
                <a:ea typeface="思源黑体 CN Heavy" panose="020B0A00000000000000" pitchFamily="34" charset="-122"/>
              </a:rPr>
              <a:t>0 2</a:t>
            </a:r>
            <a:endParaRPr lang="zh-CN" altLang="en-US" sz="4400" dirty="0">
              <a:gradFill>
                <a:gsLst>
                  <a:gs pos="0">
                    <a:srgbClr val="FEAE08"/>
                  </a:gs>
                  <a:gs pos="100000">
                    <a:srgbClr val="A81E14"/>
                  </a:gs>
                </a:gsLst>
                <a:lin ang="10800000" scaled="1"/>
              </a:gradFill>
              <a:latin typeface="思源黑体 CN Heavy" panose="020B0A00000000000000" pitchFamily="34" charset="-122"/>
              <a:ea typeface="思源黑体 CN Heavy" panose="020B0A00000000000000" pitchFamily="34" charset="-122"/>
            </a:endParaRPr>
          </a:p>
        </p:txBody>
      </p:sp>
      <p:pic>
        <p:nvPicPr>
          <p:cNvPr id="22" name="图片 21"/>
          <p:cNvPicPr>
            <a:picLocks noChangeAspect="1"/>
          </p:cNvPicPr>
          <p:nvPr/>
        </p:nvPicPr>
        <p:blipFill>
          <a:blip r:embed="rId10"/>
          <a:stretch>
            <a:fillRect/>
          </a:stretch>
        </p:blipFill>
        <p:spPr>
          <a:xfrm>
            <a:off x="7448248" y="4378186"/>
            <a:ext cx="2553001" cy="270890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arn(inVertical)">
                                      <p:cBhvr>
                                        <p:cTn id="7" dur="500"/>
                                        <p:tgtEl>
                                          <p:spTgt spid="16"/>
                                        </p:tgtEl>
                                      </p:cBhvr>
                                    </p:animEffect>
                                  </p:childTnLst>
                                </p:cTn>
                              </p:par>
                              <p:par>
                                <p:cTn id="8" presetID="16" presetClass="entr" presetSubtype="21"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barn(inVertical)">
                                      <p:cBhvr>
                                        <p:cTn id="10" dur="500"/>
                                        <p:tgtEl>
                                          <p:spTgt spid="13"/>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arn(inVertical)">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0" y="0"/>
            <a:ext cx="12192000" cy="6857999"/>
          </a:xfrm>
          <a:prstGeom prst="rect">
            <a:avLst/>
          </a:prstGeom>
        </p:spPr>
      </p:pic>
      <p:pic>
        <p:nvPicPr>
          <p:cNvPr id="12" name="图片 11"/>
          <p:cNvPicPr>
            <a:picLocks noChangeAspect="1"/>
          </p:cNvPicPr>
          <p:nvPr/>
        </p:nvPicPr>
        <p:blipFill>
          <a:blip r:embed="rId2"/>
          <a:stretch>
            <a:fillRect/>
          </a:stretch>
        </p:blipFill>
        <p:spPr>
          <a:xfrm>
            <a:off x="756321" y="556261"/>
            <a:ext cx="10679358" cy="5745479"/>
          </a:xfrm>
          <a:prstGeom prst="rect">
            <a:avLst/>
          </a:prstGeom>
        </p:spPr>
      </p:pic>
      <p:pic>
        <p:nvPicPr>
          <p:cNvPr id="5" name="图片 4"/>
          <p:cNvPicPr>
            <a:picLocks noChangeAspect="1"/>
          </p:cNvPicPr>
          <p:nvPr/>
        </p:nvPicPr>
        <p:blipFill>
          <a:blip r:embed="rId3"/>
          <a:stretch>
            <a:fillRect/>
          </a:stretch>
        </p:blipFill>
        <p:spPr>
          <a:xfrm>
            <a:off x="3570609" y="1696214"/>
            <a:ext cx="4499238" cy="2030144"/>
          </a:xfrm>
          <a:prstGeom prst="rect">
            <a:avLst/>
          </a:prstGeom>
        </p:spPr>
      </p:pic>
      <p:sp>
        <p:nvSpPr>
          <p:cNvPr id="11" name="文本框 10"/>
          <p:cNvSpPr txBox="1"/>
          <p:nvPr/>
        </p:nvSpPr>
        <p:spPr>
          <a:xfrm>
            <a:off x="2786743" y="3986576"/>
            <a:ext cx="2850819" cy="592085"/>
          </a:xfrm>
          <a:prstGeom prst="rect">
            <a:avLst/>
          </a:prstGeom>
          <a:noFill/>
        </p:spPr>
        <p:txBody>
          <a:bodyPr wrap="square" rtlCol="0">
            <a:spAutoFit/>
          </a:bodyPr>
          <a:lstStyle/>
          <a:p>
            <a:pP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此处填加您的内容填加您的内容填加您的内容填加您的内容</a:t>
            </a:r>
            <a:endParaRPr lang="zh-CN" altLang="en-US" sz="1400" dirty="0">
              <a:latin typeface="思源黑体 CN Normal" panose="020B0400000000000000" pitchFamily="34" charset="-122"/>
              <a:ea typeface="思源黑体 CN Normal" panose="020B0400000000000000" pitchFamily="34" charset="-122"/>
            </a:endParaRPr>
          </a:p>
        </p:txBody>
      </p:sp>
      <p:sp>
        <p:nvSpPr>
          <p:cNvPr id="13" name="文本框 12"/>
          <p:cNvSpPr txBox="1"/>
          <p:nvPr/>
        </p:nvSpPr>
        <p:spPr>
          <a:xfrm>
            <a:off x="2786743" y="4718006"/>
            <a:ext cx="2850819" cy="592085"/>
          </a:xfrm>
          <a:prstGeom prst="rect">
            <a:avLst/>
          </a:prstGeom>
          <a:noFill/>
        </p:spPr>
        <p:txBody>
          <a:bodyPr wrap="square" rtlCol="0">
            <a:spAutoFit/>
          </a:bodyPr>
          <a:lstStyle/>
          <a:p>
            <a:pP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此处填加您的内容填加您的内容填加您的内容填加您的内容</a:t>
            </a:r>
            <a:endParaRPr lang="zh-CN" altLang="en-US" sz="1400" dirty="0">
              <a:latin typeface="思源黑体 CN Normal" panose="020B0400000000000000" pitchFamily="34" charset="-122"/>
              <a:ea typeface="思源黑体 CN Normal" panose="020B0400000000000000" pitchFamily="34" charset="-122"/>
            </a:endParaRPr>
          </a:p>
        </p:txBody>
      </p:sp>
      <p:sp>
        <p:nvSpPr>
          <p:cNvPr id="14" name="文本框 13"/>
          <p:cNvSpPr txBox="1"/>
          <p:nvPr/>
        </p:nvSpPr>
        <p:spPr>
          <a:xfrm>
            <a:off x="5979886" y="3986576"/>
            <a:ext cx="2850819" cy="592085"/>
          </a:xfrm>
          <a:prstGeom prst="rect">
            <a:avLst/>
          </a:prstGeom>
          <a:noFill/>
        </p:spPr>
        <p:txBody>
          <a:bodyPr wrap="square" rtlCol="0">
            <a:spAutoFit/>
          </a:bodyPr>
          <a:lstStyle/>
          <a:p>
            <a:pPr algn="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此处填加您的内容填加您的内容填加您的内容填加您的内容</a:t>
            </a:r>
            <a:endParaRPr lang="zh-CN" altLang="en-US" sz="1400" dirty="0">
              <a:latin typeface="思源黑体 CN Normal" panose="020B0400000000000000" pitchFamily="34" charset="-122"/>
              <a:ea typeface="思源黑体 CN Normal" panose="020B0400000000000000" pitchFamily="34" charset="-122"/>
            </a:endParaRPr>
          </a:p>
        </p:txBody>
      </p:sp>
      <p:sp>
        <p:nvSpPr>
          <p:cNvPr id="15" name="文本框 14"/>
          <p:cNvSpPr txBox="1"/>
          <p:nvPr/>
        </p:nvSpPr>
        <p:spPr>
          <a:xfrm>
            <a:off x="5979886" y="4718006"/>
            <a:ext cx="2850819" cy="592085"/>
          </a:xfrm>
          <a:prstGeom prst="rect">
            <a:avLst/>
          </a:prstGeom>
          <a:noFill/>
        </p:spPr>
        <p:txBody>
          <a:bodyPr wrap="square" rtlCol="0">
            <a:spAutoFit/>
          </a:bodyPr>
          <a:lstStyle/>
          <a:p>
            <a:pPr algn="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此处填加您的内容填加您的内容填加您的内容填加您的内容</a:t>
            </a:r>
            <a:endParaRPr lang="zh-CN" altLang="en-US" sz="1400" dirty="0">
              <a:latin typeface="思源黑体 CN Normal" panose="020B0400000000000000" pitchFamily="34" charset="-122"/>
              <a:ea typeface="思源黑体 CN Normal" panose="020B0400000000000000" pitchFamily="34" charset="-122"/>
            </a:endParaRPr>
          </a:p>
        </p:txBody>
      </p:sp>
      <p:sp>
        <p:nvSpPr>
          <p:cNvPr id="9" name="任意多边形: 形状 8"/>
          <p:cNvSpPr/>
          <p:nvPr/>
        </p:nvSpPr>
        <p:spPr>
          <a:xfrm>
            <a:off x="2522931" y="2883490"/>
            <a:ext cx="0" cy="2757714"/>
          </a:xfrm>
          <a:custGeom>
            <a:avLst/>
            <a:gdLst>
              <a:gd name="connsiteX0" fmla="*/ 0 w 0"/>
              <a:gd name="connsiteY0" fmla="*/ 0 h 2757714"/>
              <a:gd name="connsiteX1" fmla="*/ 0 w 0"/>
              <a:gd name="connsiteY1" fmla="*/ 2757714 h 2757714"/>
            </a:gdLst>
            <a:ahLst/>
            <a:cxnLst>
              <a:cxn ang="0">
                <a:pos x="connsiteX0" y="connsiteY0"/>
              </a:cxn>
              <a:cxn ang="0">
                <a:pos x="connsiteX1" y="connsiteY1"/>
              </a:cxn>
            </a:cxnLst>
            <a:rect l="l" t="t" r="r" b="b"/>
            <a:pathLst>
              <a:path h="2757714">
                <a:moveTo>
                  <a:pt x="0" y="0"/>
                </a:moveTo>
                <a:lnTo>
                  <a:pt x="0" y="2757714"/>
                </a:lnTo>
              </a:path>
            </a:pathLst>
          </a:custGeom>
          <a:noFill/>
          <a:ln w="25400" cap="rnd">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a:off x="9161069" y="2883490"/>
            <a:ext cx="0" cy="2757714"/>
          </a:xfrm>
          <a:custGeom>
            <a:avLst/>
            <a:gdLst>
              <a:gd name="connsiteX0" fmla="*/ 0 w 0"/>
              <a:gd name="connsiteY0" fmla="*/ 0 h 2757714"/>
              <a:gd name="connsiteX1" fmla="*/ 0 w 0"/>
              <a:gd name="connsiteY1" fmla="*/ 2757714 h 2757714"/>
            </a:gdLst>
            <a:ahLst/>
            <a:cxnLst>
              <a:cxn ang="0">
                <a:pos x="connsiteX0" y="connsiteY0"/>
              </a:cxn>
              <a:cxn ang="0">
                <a:pos x="connsiteX1" y="connsiteY1"/>
              </a:cxn>
            </a:cxnLst>
            <a:rect l="l" t="t" r="r" b="b"/>
            <a:pathLst>
              <a:path h="2757714">
                <a:moveTo>
                  <a:pt x="0" y="0"/>
                </a:moveTo>
                <a:lnTo>
                  <a:pt x="0" y="2757714"/>
                </a:lnTo>
              </a:path>
            </a:pathLst>
          </a:custGeom>
          <a:noFill/>
          <a:ln w="25400" cap="rnd">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1780147" y="2055586"/>
            <a:ext cx="1485568" cy="1485568"/>
          </a:xfrm>
          <a:prstGeom prst="ellipse">
            <a:avLst/>
          </a:prstGeom>
          <a:solidFill>
            <a:srgbClr val="F15337"/>
          </a:solidFill>
          <a:ln w="50800">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8418285" y="2055586"/>
            <a:ext cx="1485568" cy="1485568"/>
          </a:xfrm>
          <a:prstGeom prst="ellipse">
            <a:avLst/>
          </a:prstGeom>
          <a:solidFill>
            <a:srgbClr val="F15337"/>
          </a:solidFill>
          <a:ln w="50800">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2397917" y="4129085"/>
            <a:ext cx="250029" cy="250029"/>
          </a:xfrm>
          <a:prstGeom prst="ellipse">
            <a:avLst/>
          </a:prstGeom>
          <a:solidFill>
            <a:schemeClr val="bg2">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2397917" y="4874745"/>
            <a:ext cx="250029" cy="250029"/>
          </a:xfrm>
          <a:prstGeom prst="ellipse">
            <a:avLst/>
          </a:prstGeom>
          <a:solidFill>
            <a:schemeClr val="bg2">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9036055" y="4093334"/>
            <a:ext cx="250029" cy="250029"/>
          </a:xfrm>
          <a:prstGeom prst="ellipse">
            <a:avLst/>
          </a:prstGeom>
          <a:solidFill>
            <a:schemeClr val="bg2">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9036055" y="4838994"/>
            <a:ext cx="250029" cy="250029"/>
          </a:xfrm>
          <a:prstGeom prst="ellipse">
            <a:avLst/>
          </a:prstGeom>
          <a:solidFill>
            <a:schemeClr val="bg2">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1834245" y="2783336"/>
            <a:ext cx="1358203" cy="461665"/>
          </a:xfrm>
          <a:prstGeom prst="rect">
            <a:avLst/>
          </a:prstGeom>
          <a:noFill/>
        </p:spPr>
        <p:txBody>
          <a:bodyPr wrap="square" rtlCol="0">
            <a:spAutoFit/>
          </a:bodyPr>
          <a:lstStyle/>
          <a:p>
            <a:pPr algn="ctr"/>
            <a:r>
              <a:rPr lang="zh-CN" altLang="en-US" sz="2400" dirty="0">
                <a:solidFill>
                  <a:schemeClr val="bg1"/>
                </a:solidFill>
                <a:latin typeface="思源黑体 CN Medium" panose="020B0600000000000000" pitchFamily="34" charset="-122"/>
                <a:ea typeface="思源黑体 CN Medium" panose="020B0600000000000000" pitchFamily="34" charset="-122"/>
              </a:rPr>
              <a:t>小标题</a:t>
            </a:r>
            <a:endParaRPr lang="zh-CN" altLang="en-US" sz="2400" dirty="0">
              <a:solidFill>
                <a:schemeClr val="bg1"/>
              </a:solidFill>
              <a:latin typeface="思源黑体 CN Medium" panose="020B0600000000000000" pitchFamily="34" charset="-122"/>
              <a:ea typeface="思源黑体 CN Medium" panose="020B0600000000000000" pitchFamily="34" charset="-122"/>
            </a:endParaRPr>
          </a:p>
        </p:txBody>
      </p:sp>
      <p:sp>
        <p:nvSpPr>
          <p:cNvPr id="22" name="文本框 21"/>
          <p:cNvSpPr txBox="1"/>
          <p:nvPr/>
        </p:nvSpPr>
        <p:spPr>
          <a:xfrm>
            <a:off x="8481967" y="2783336"/>
            <a:ext cx="1358203" cy="461665"/>
          </a:xfrm>
          <a:prstGeom prst="rect">
            <a:avLst/>
          </a:prstGeom>
          <a:noFill/>
        </p:spPr>
        <p:txBody>
          <a:bodyPr wrap="square" rtlCol="0">
            <a:spAutoFit/>
          </a:bodyPr>
          <a:lstStyle/>
          <a:p>
            <a:pPr algn="ctr"/>
            <a:r>
              <a:rPr lang="zh-CN" altLang="en-US" sz="2400" dirty="0">
                <a:solidFill>
                  <a:schemeClr val="bg1"/>
                </a:solidFill>
                <a:latin typeface="思源黑体 CN Medium" panose="020B0600000000000000" pitchFamily="34" charset="-122"/>
                <a:ea typeface="思源黑体 CN Medium" panose="020B0600000000000000" pitchFamily="34" charset="-122"/>
              </a:rPr>
              <a:t>小标题</a:t>
            </a:r>
            <a:endParaRPr lang="zh-CN" altLang="en-US" sz="2400" dirty="0">
              <a:solidFill>
                <a:schemeClr val="bg1"/>
              </a:solidFill>
              <a:latin typeface="思源黑体 CN Medium" panose="020B0600000000000000" pitchFamily="34" charset="-122"/>
              <a:ea typeface="思源黑体 CN Medium" panose="020B0600000000000000" pitchFamily="34" charset="-122"/>
            </a:endParaRPr>
          </a:p>
        </p:txBody>
      </p:sp>
      <p:pic>
        <p:nvPicPr>
          <p:cNvPr id="23" name="图形 22"/>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347319" y="2367087"/>
            <a:ext cx="351223" cy="344199"/>
          </a:xfrm>
          <a:prstGeom prst="rect">
            <a:avLst/>
          </a:prstGeom>
        </p:spPr>
      </p:pic>
      <p:pic>
        <p:nvPicPr>
          <p:cNvPr id="24" name="图形 23"/>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85456" y="2367087"/>
            <a:ext cx="351223" cy="34419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down)">
                                      <p:cBhvr>
                                        <p:cTn id="12" dur="500"/>
                                        <p:tgtEl>
                                          <p:spTgt spid="11"/>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down)">
                                      <p:cBhvr>
                                        <p:cTn id="15" dur="500"/>
                                        <p:tgtEl>
                                          <p:spTgt spid="13"/>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down)">
                                      <p:cBhvr>
                                        <p:cTn id="18" dur="500"/>
                                        <p:tgtEl>
                                          <p:spTgt spid="9"/>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down)">
                                      <p:cBhvr>
                                        <p:cTn id="21" dur="500"/>
                                        <p:tgtEl>
                                          <p:spTgt spid="6"/>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wipe(down)">
                                      <p:cBhvr>
                                        <p:cTn id="24" dur="500"/>
                                        <p:tgtEl>
                                          <p:spTgt spid="17"/>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down)">
                                      <p:cBhvr>
                                        <p:cTn id="27" dur="500"/>
                                        <p:tgtEl>
                                          <p:spTgt spid="18"/>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wipe(down)">
                                      <p:cBhvr>
                                        <p:cTn id="30" dur="500"/>
                                        <p:tgtEl>
                                          <p:spTgt spid="21"/>
                                        </p:tgtEl>
                                      </p:cBhvr>
                                    </p:animEffect>
                                  </p:childTnLst>
                                </p:cTn>
                              </p:par>
                              <p:par>
                                <p:cTn id="31" presetID="22" presetClass="entr" presetSubtype="4"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wipe(down)">
                                      <p:cBhvr>
                                        <p:cTn id="33" dur="500"/>
                                        <p:tgtEl>
                                          <p:spTgt spid="23"/>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wipe(down)">
                                      <p:cBhvr>
                                        <p:cTn id="36" dur="500"/>
                                        <p:tgtEl>
                                          <p:spTgt spid="14"/>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wipe(down)">
                                      <p:cBhvr>
                                        <p:cTn id="39" dur="500"/>
                                        <p:tgtEl>
                                          <p:spTgt spid="15"/>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wipe(down)">
                                      <p:cBhvr>
                                        <p:cTn id="42" dur="500"/>
                                        <p:tgtEl>
                                          <p:spTgt spid="16"/>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wipe(down)">
                                      <p:cBhvr>
                                        <p:cTn id="45" dur="500"/>
                                        <p:tgtEl>
                                          <p:spTgt spid="10"/>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wipe(down)">
                                      <p:cBhvr>
                                        <p:cTn id="48" dur="500"/>
                                        <p:tgtEl>
                                          <p:spTgt spid="19"/>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wipe(down)">
                                      <p:cBhvr>
                                        <p:cTn id="51" dur="500"/>
                                        <p:tgtEl>
                                          <p:spTgt spid="20"/>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wipe(down)">
                                      <p:cBhvr>
                                        <p:cTn id="54" dur="500"/>
                                        <p:tgtEl>
                                          <p:spTgt spid="22"/>
                                        </p:tgtEl>
                                      </p:cBhvr>
                                    </p:animEffect>
                                  </p:childTnLst>
                                </p:cTn>
                              </p:par>
                              <p:par>
                                <p:cTn id="55" presetID="22" presetClass="entr" presetSubtype="4" fill="hold" nodeType="with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wipe(down)">
                                      <p:cBhvr>
                                        <p:cTn id="5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4" grpId="0"/>
      <p:bldP spid="15" grpId="0"/>
      <p:bldP spid="9" grpId="0" animBg="1"/>
      <p:bldP spid="16" grpId="0" animBg="1"/>
      <p:bldP spid="6" grpId="0" animBg="1"/>
      <p:bldP spid="10" grpId="0" animBg="1"/>
      <p:bldP spid="17" grpId="0" animBg="1"/>
      <p:bldP spid="18" grpId="0" animBg="1"/>
      <p:bldP spid="19" grpId="0" animBg="1"/>
      <p:bldP spid="20" grpId="0" animBg="1"/>
      <p:bldP spid="21" grpId="0"/>
      <p:bldP spid="2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0" y="0"/>
            <a:ext cx="12192000" cy="6857999"/>
          </a:xfrm>
          <a:prstGeom prst="rect">
            <a:avLst/>
          </a:prstGeom>
        </p:spPr>
      </p:pic>
      <p:pic>
        <p:nvPicPr>
          <p:cNvPr id="7" name="图片 6"/>
          <p:cNvPicPr>
            <a:picLocks noChangeAspect="1"/>
          </p:cNvPicPr>
          <p:nvPr/>
        </p:nvPicPr>
        <p:blipFill>
          <a:blip r:embed="rId2"/>
          <a:stretch>
            <a:fillRect/>
          </a:stretch>
        </p:blipFill>
        <p:spPr>
          <a:xfrm>
            <a:off x="756321" y="556261"/>
            <a:ext cx="10679358" cy="5745479"/>
          </a:xfrm>
          <a:prstGeom prst="rect">
            <a:avLst/>
          </a:prstGeom>
        </p:spPr>
      </p:pic>
      <p:sp>
        <p:nvSpPr>
          <p:cNvPr id="6" name="矩形 5"/>
          <p:cNvSpPr/>
          <p:nvPr/>
        </p:nvSpPr>
        <p:spPr>
          <a:xfrm>
            <a:off x="1714500" y="1943100"/>
            <a:ext cx="1914525" cy="1914525"/>
          </a:xfrm>
          <a:prstGeom prst="rect">
            <a:avLst/>
          </a:prstGeom>
          <a:solidFill>
            <a:srgbClr val="F15337"/>
          </a:solidFill>
          <a:ln w="38100">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3781425" y="2400300"/>
            <a:ext cx="1457325" cy="1457325"/>
          </a:xfrm>
          <a:prstGeom prst="rect">
            <a:avLst/>
          </a:prstGeom>
          <a:solidFill>
            <a:srgbClr val="C02D1A"/>
          </a:solidFill>
          <a:ln w="38100">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3781425" y="4029075"/>
            <a:ext cx="1457325" cy="1457325"/>
          </a:xfrm>
          <a:prstGeom prst="rect">
            <a:avLst/>
          </a:prstGeom>
          <a:solidFill>
            <a:srgbClr val="FEB106"/>
          </a:solidFill>
          <a:ln w="38100">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2171700" y="4029075"/>
            <a:ext cx="1457325" cy="1457325"/>
          </a:xfrm>
          <a:prstGeom prst="rect">
            <a:avLst/>
          </a:prstGeom>
          <a:solidFill>
            <a:srgbClr val="028C7C"/>
          </a:solidFill>
          <a:ln w="38100">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3836841" y="3198167"/>
            <a:ext cx="1358203" cy="461665"/>
          </a:xfrm>
          <a:prstGeom prst="rect">
            <a:avLst/>
          </a:prstGeom>
          <a:noFill/>
        </p:spPr>
        <p:txBody>
          <a:bodyPr wrap="square" rtlCol="0">
            <a:spAutoFit/>
          </a:bodyPr>
          <a:lstStyle/>
          <a:p>
            <a:pPr algn="ctr"/>
            <a:r>
              <a:rPr lang="zh-CN" altLang="en-US" sz="2400" dirty="0">
                <a:solidFill>
                  <a:schemeClr val="bg1"/>
                </a:solidFill>
                <a:latin typeface="思源黑体 CN Medium" panose="020B0600000000000000" pitchFamily="34" charset="-122"/>
                <a:ea typeface="思源黑体 CN Medium" panose="020B0600000000000000" pitchFamily="34" charset="-122"/>
              </a:rPr>
              <a:t>小标题</a:t>
            </a:r>
            <a:endParaRPr lang="zh-CN" altLang="en-US" sz="2400" dirty="0">
              <a:solidFill>
                <a:schemeClr val="bg1"/>
              </a:solidFill>
              <a:latin typeface="思源黑体 CN Medium" panose="020B0600000000000000" pitchFamily="34" charset="-122"/>
              <a:ea typeface="思源黑体 CN Medium" panose="020B0600000000000000" pitchFamily="34" charset="-122"/>
            </a:endParaRPr>
          </a:p>
        </p:txBody>
      </p:sp>
      <p:sp>
        <p:nvSpPr>
          <p:cNvPr id="14" name="文本框 13"/>
          <p:cNvSpPr txBox="1"/>
          <p:nvPr/>
        </p:nvSpPr>
        <p:spPr>
          <a:xfrm>
            <a:off x="3836841" y="4720507"/>
            <a:ext cx="1358203" cy="461665"/>
          </a:xfrm>
          <a:prstGeom prst="rect">
            <a:avLst/>
          </a:prstGeom>
          <a:noFill/>
        </p:spPr>
        <p:txBody>
          <a:bodyPr wrap="square" rtlCol="0">
            <a:spAutoFit/>
          </a:bodyPr>
          <a:lstStyle/>
          <a:p>
            <a:pPr algn="ctr"/>
            <a:r>
              <a:rPr lang="zh-CN" altLang="en-US" sz="2400" dirty="0">
                <a:solidFill>
                  <a:schemeClr val="bg1"/>
                </a:solidFill>
                <a:latin typeface="思源黑体 CN Medium" panose="020B0600000000000000" pitchFamily="34" charset="-122"/>
                <a:ea typeface="思源黑体 CN Medium" panose="020B0600000000000000" pitchFamily="34" charset="-122"/>
              </a:rPr>
              <a:t>小标题</a:t>
            </a:r>
            <a:endParaRPr lang="zh-CN" altLang="en-US" sz="2400" dirty="0">
              <a:solidFill>
                <a:schemeClr val="bg1"/>
              </a:solidFill>
              <a:latin typeface="思源黑体 CN Medium" panose="020B0600000000000000" pitchFamily="34" charset="-122"/>
              <a:ea typeface="思源黑体 CN Medium" panose="020B0600000000000000" pitchFamily="34" charset="-122"/>
            </a:endParaRPr>
          </a:p>
        </p:txBody>
      </p:sp>
      <p:pic>
        <p:nvPicPr>
          <p:cNvPr id="15" name="图形 14"/>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40331" y="4304258"/>
            <a:ext cx="351223" cy="344199"/>
          </a:xfrm>
          <a:prstGeom prst="rect">
            <a:avLst/>
          </a:prstGeom>
        </p:spPr>
      </p:pic>
      <p:sp>
        <p:nvSpPr>
          <p:cNvPr id="16" name="文本框 15"/>
          <p:cNvSpPr txBox="1"/>
          <p:nvPr/>
        </p:nvSpPr>
        <p:spPr>
          <a:xfrm>
            <a:off x="2225807" y="4720507"/>
            <a:ext cx="1358203" cy="461665"/>
          </a:xfrm>
          <a:prstGeom prst="rect">
            <a:avLst/>
          </a:prstGeom>
          <a:noFill/>
        </p:spPr>
        <p:txBody>
          <a:bodyPr wrap="square" rtlCol="0">
            <a:spAutoFit/>
          </a:bodyPr>
          <a:lstStyle/>
          <a:p>
            <a:pPr algn="ctr"/>
            <a:r>
              <a:rPr lang="zh-CN" altLang="en-US" sz="2400" dirty="0">
                <a:solidFill>
                  <a:schemeClr val="bg1"/>
                </a:solidFill>
                <a:latin typeface="思源黑体 CN Medium" panose="020B0600000000000000" pitchFamily="34" charset="-122"/>
                <a:ea typeface="思源黑体 CN Medium" panose="020B0600000000000000" pitchFamily="34" charset="-122"/>
              </a:rPr>
              <a:t>小标题</a:t>
            </a:r>
            <a:endParaRPr lang="zh-CN" altLang="en-US" sz="2400" dirty="0">
              <a:solidFill>
                <a:schemeClr val="bg1"/>
              </a:solidFill>
              <a:latin typeface="思源黑体 CN Medium" panose="020B0600000000000000" pitchFamily="34" charset="-122"/>
              <a:ea typeface="思源黑体 CN Medium" panose="020B0600000000000000" pitchFamily="34" charset="-122"/>
            </a:endParaRPr>
          </a:p>
        </p:txBody>
      </p:sp>
      <p:sp>
        <p:nvSpPr>
          <p:cNvPr id="19" name="文本框 18"/>
          <p:cNvSpPr txBox="1"/>
          <p:nvPr/>
        </p:nvSpPr>
        <p:spPr>
          <a:xfrm>
            <a:off x="1801092" y="3050460"/>
            <a:ext cx="1764447" cy="523220"/>
          </a:xfrm>
          <a:prstGeom prst="rect">
            <a:avLst/>
          </a:prstGeom>
          <a:noFill/>
        </p:spPr>
        <p:txBody>
          <a:bodyPr wrap="square" rtlCol="0">
            <a:spAutoFit/>
          </a:bodyPr>
          <a:lstStyle/>
          <a:p>
            <a:pPr algn="ctr"/>
            <a:r>
              <a:rPr lang="zh-CN" altLang="en-US" sz="2800" dirty="0">
                <a:solidFill>
                  <a:schemeClr val="bg1"/>
                </a:solidFill>
                <a:latin typeface="思源黑体 CN Medium" panose="020B0600000000000000" pitchFamily="34" charset="-122"/>
                <a:ea typeface="思源黑体 CN Medium" panose="020B0600000000000000" pitchFamily="34" charset="-122"/>
              </a:rPr>
              <a:t>小标题</a:t>
            </a:r>
            <a:endParaRPr lang="zh-CN" altLang="en-US" sz="2800" dirty="0">
              <a:solidFill>
                <a:schemeClr val="bg1"/>
              </a:solidFill>
              <a:latin typeface="思源黑体 CN Medium" panose="020B0600000000000000" pitchFamily="34" charset="-122"/>
              <a:ea typeface="思源黑体 CN Medium" panose="020B0600000000000000" pitchFamily="34" charset="-122"/>
            </a:endParaRPr>
          </a:p>
        </p:txBody>
      </p:sp>
      <p:pic>
        <p:nvPicPr>
          <p:cNvPr id="21" name="图形 20"/>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41529" y="2320034"/>
            <a:ext cx="683575" cy="621432"/>
          </a:xfrm>
          <a:prstGeom prst="rect">
            <a:avLst/>
          </a:prstGeom>
        </p:spPr>
      </p:pic>
      <p:pic>
        <p:nvPicPr>
          <p:cNvPr id="24" name="图形 23"/>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729799" y="4325985"/>
            <a:ext cx="383165" cy="344199"/>
          </a:xfrm>
          <a:prstGeom prst="rect">
            <a:avLst/>
          </a:prstGeom>
        </p:spPr>
      </p:pic>
      <p:pic>
        <p:nvPicPr>
          <p:cNvPr id="27" name="图形 26"/>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45099" y="2774847"/>
            <a:ext cx="337219" cy="351270"/>
          </a:xfrm>
          <a:prstGeom prst="rect">
            <a:avLst/>
          </a:prstGeom>
        </p:spPr>
      </p:pic>
      <p:sp>
        <p:nvSpPr>
          <p:cNvPr id="29" name="文本框 28"/>
          <p:cNvSpPr txBox="1"/>
          <p:nvPr/>
        </p:nvSpPr>
        <p:spPr>
          <a:xfrm>
            <a:off x="6936928" y="2268682"/>
            <a:ext cx="2800572" cy="592085"/>
          </a:xfrm>
          <a:prstGeom prst="rect">
            <a:avLst/>
          </a:prstGeom>
          <a:noFill/>
        </p:spPr>
        <p:txBody>
          <a:bodyPr wrap="square" rtlCol="0">
            <a:spAutoFit/>
          </a:bodyPr>
          <a:lstStyle/>
          <a:p>
            <a:pP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此处填加您的内容填加您的内容填加您的内容填加您的内容</a:t>
            </a:r>
            <a:endParaRPr lang="zh-CN" altLang="en-US" sz="1400" dirty="0">
              <a:latin typeface="思源黑体 CN Normal" panose="020B0400000000000000" pitchFamily="34" charset="-122"/>
              <a:ea typeface="思源黑体 CN Normal" panose="020B0400000000000000" pitchFamily="34" charset="-122"/>
            </a:endParaRPr>
          </a:p>
        </p:txBody>
      </p:sp>
      <p:sp>
        <p:nvSpPr>
          <p:cNvPr id="30" name="文本框 29"/>
          <p:cNvSpPr txBox="1"/>
          <p:nvPr/>
        </p:nvSpPr>
        <p:spPr>
          <a:xfrm>
            <a:off x="6936928" y="3095078"/>
            <a:ext cx="2800572" cy="592085"/>
          </a:xfrm>
          <a:prstGeom prst="rect">
            <a:avLst/>
          </a:prstGeom>
          <a:noFill/>
        </p:spPr>
        <p:txBody>
          <a:bodyPr wrap="square" rtlCol="0">
            <a:spAutoFit/>
          </a:bodyPr>
          <a:lstStyle/>
          <a:p>
            <a:pP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此处填加您的内容填加您的内容填加您的内容填加您的内容</a:t>
            </a:r>
            <a:endParaRPr lang="zh-CN" altLang="en-US" sz="1400" dirty="0">
              <a:latin typeface="思源黑体 CN Normal" panose="020B0400000000000000" pitchFamily="34" charset="-122"/>
              <a:ea typeface="思源黑体 CN Normal" panose="020B0400000000000000" pitchFamily="34" charset="-122"/>
            </a:endParaRPr>
          </a:p>
        </p:txBody>
      </p:sp>
      <p:sp>
        <p:nvSpPr>
          <p:cNvPr id="31" name="文本框 30"/>
          <p:cNvSpPr txBox="1"/>
          <p:nvPr/>
        </p:nvSpPr>
        <p:spPr>
          <a:xfrm>
            <a:off x="6936928" y="3921474"/>
            <a:ext cx="2800572" cy="592085"/>
          </a:xfrm>
          <a:prstGeom prst="rect">
            <a:avLst/>
          </a:prstGeom>
          <a:noFill/>
        </p:spPr>
        <p:txBody>
          <a:bodyPr wrap="square" rtlCol="0">
            <a:spAutoFit/>
          </a:bodyPr>
          <a:lstStyle/>
          <a:p>
            <a:pP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此处填加您的内容填加您的内容填加您的内容填加您的内容</a:t>
            </a:r>
            <a:endParaRPr lang="zh-CN" altLang="en-US" sz="1400" dirty="0">
              <a:latin typeface="思源黑体 CN Normal" panose="020B0400000000000000" pitchFamily="34" charset="-122"/>
              <a:ea typeface="思源黑体 CN Normal" panose="020B0400000000000000" pitchFamily="34" charset="-122"/>
            </a:endParaRPr>
          </a:p>
        </p:txBody>
      </p:sp>
      <p:sp>
        <p:nvSpPr>
          <p:cNvPr id="32" name="文本框 31"/>
          <p:cNvSpPr txBox="1"/>
          <p:nvPr/>
        </p:nvSpPr>
        <p:spPr>
          <a:xfrm>
            <a:off x="6936928" y="4747871"/>
            <a:ext cx="2800572" cy="592085"/>
          </a:xfrm>
          <a:prstGeom prst="rect">
            <a:avLst/>
          </a:prstGeom>
          <a:noFill/>
        </p:spPr>
        <p:txBody>
          <a:bodyPr wrap="square" rtlCol="0">
            <a:spAutoFit/>
          </a:bodyPr>
          <a:lstStyle/>
          <a:p>
            <a:pP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此处填加您的内容填加您的内容填加您的内容填加您的内容</a:t>
            </a:r>
            <a:endParaRPr lang="zh-CN" altLang="en-US" sz="1400" dirty="0">
              <a:latin typeface="思源黑体 CN Normal" panose="020B0400000000000000" pitchFamily="34" charset="-122"/>
              <a:ea typeface="思源黑体 CN Normal" panose="020B0400000000000000" pitchFamily="34" charset="-122"/>
            </a:endParaRPr>
          </a:p>
        </p:txBody>
      </p:sp>
      <p:pic>
        <p:nvPicPr>
          <p:cNvPr id="33" name="图形 32"/>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343343" y="2354638"/>
            <a:ext cx="378620" cy="344200"/>
          </a:xfrm>
          <a:prstGeom prst="rect">
            <a:avLst/>
          </a:prstGeom>
        </p:spPr>
      </p:pic>
      <p:pic>
        <p:nvPicPr>
          <p:cNvPr id="34" name="图形 33"/>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353784" y="3193251"/>
            <a:ext cx="337219" cy="351270"/>
          </a:xfrm>
          <a:prstGeom prst="rect">
            <a:avLst/>
          </a:prstGeom>
        </p:spPr>
      </p:pic>
      <p:pic>
        <p:nvPicPr>
          <p:cNvPr id="35" name="图形 34"/>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339918" y="4029075"/>
            <a:ext cx="383165" cy="344199"/>
          </a:xfrm>
          <a:prstGeom prst="rect">
            <a:avLst/>
          </a:prstGeom>
        </p:spPr>
      </p:pic>
      <p:pic>
        <p:nvPicPr>
          <p:cNvPr id="36" name="图形 35"/>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363417" y="4838035"/>
            <a:ext cx="351223" cy="344199"/>
          </a:xfrm>
          <a:prstGeom prst="rect">
            <a:avLst/>
          </a:prstGeom>
        </p:spPr>
      </p:pic>
      <p:sp>
        <p:nvSpPr>
          <p:cNvPr id="37" name="任意多边形: 形状 36"/>
          <p:cNvSpPr/>
          <p:nvPr/>
        </p:nvSpPr>
        <p:spPr>
          <a:xfrm>
            <a:off x="6437376" y="2971800"/>
            <a:ext cx="3200400" cy="0"/>
          </a:xfrm>
          <a:custGeom>
            <a:avLst/>
            <a:gdLst>
              <a:gd name="connsiteX0" fmla="*/ 0 w 3200400"/>
              <a:gd name="connsiteY0" fmla="*/ 0 h 0"/>
              <a:gd name="connsiteX1" fmla="*/ 3200400 w 3200400"/>
              <a:gd name="connsiteY1" fmla="*/ 0 h 0"/>
            </a:gdLst>
            <a:ahLst/>
            <a:cxnLst>
              <a:cxn ang="0">
                <a:pos x="connsiteX0" y="connsiteY0"/>
              </a:cxn>
              <a:cxn ang="0">
                <a:pos x="connsiteX1" y="connsiteY1"/>
              </a:cxn>
            </a:cxnLst>
            <a:rect l="l" t="t" r="r" b="b"/>
            <a:pathLst>
              <a:path w="3200400">
                <a:moveTo>
                  <a:pt x="0" y="0"/>
                </a:moveTo>
                <a:lnTo>
                  <a:pt x="3200400" y="0"/>
                </a:lnTo>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形状 37"/>
          <p:cNvSpPr/>
          <p:nvPr/>
        </p:nvSpPr>
        <p:spPr>
          <a:xfrm>
            <a:off x="6437376" y="3809557"/>
            <a:ext cx="3200400" cy="0"/>
          </a:xfrm>
          <a:custGeom>
            <a:avLst/>
            <a:gdLst>
              <a:gd name="connsiteX0" fmla="*/ 0 w 3200400"/>
              <a:gd name="connsiteY0" fmla="*/ 0 h 0"/>
              <a:gd name="connsiteX1" fmla="*/ 3200400 w 3200400"/>
              <a:gd name="connsiteY1" fmla="*/ 0 h 0"/>
            </a:gdLst>
            <a:ahLst/>
            <a:cxnLst>
              <a:cxn ang="0">
                <a:pos x="connsiteX0" y="connsiteY0"/>
              </a:cxn>
              <a:cxn ang="0">
                <a:pos x="connsiteX1" y="connsiteY1"/>
              </a:cxn>
            </a:cxnLst>
            <a:rect l="l" t="t" r="r" b="b"/>
            <a:pathLst>
              <a:path w="3200400">
                <a:moveTo>
                  <a:pt x="0" y="0"/>
                </a:moveTo>
                <a:lnTo>
                  <a:pt x="3200400" y="0"/>
                </a:lnTo>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形状 38"/>
          <p:cNvSpPr/>
          <p:nvPr/>
        </p:nvSpPr>
        <p:spPr>
          <a:xfrm>
            <a:off x="6437376" y="4647314"/>
            <a:ext cx="3200400" cy="0"/>
          </a:xfrm>
          <a:custGeom>
            <a:avLst/>
            <a:gdLst>
              <a:gd name="connsiteX0" fmla="*/ 0 w 3200400"/>
              <a:gd name="connsiteY0" fmla="*/ 0 h 0"/>
              <a:gd name="connsiteX1" fmla="*/ 3200400 w 3200400"/>
              <a:gd name="connsiteY1" fmla="*/ 0 h 0"/>
            </a:gdLst>
            <a:ahLst/>
            <a:cxnLst>
              <a:cxn ang="0">
                <a:pos x="connsiteX0" y="connsiteY0"/>
              </a:cxn>
              <a:cxn ang="0">
                <a:pos x="connsiteX1" y="connsiteY1"/>
              </a:cxn>
            </a:cxnLst>
            <a:rect l="l" t="t" r="r" b="b"/>
            <a:pathLst>
              <a:path w="3200400">
                <a:moveTo>
                  <a:pt x="0" y="0"/>
                </a:moveTo>
                <a:lnTo>
                  <a:pt x="3200400" y="0"/>
                </a:lnTo>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p:cTn id="17" dur="500" fill="hold"/>
                                        <p:tgtEl>
                                          <p:spTgt spid="10"/>
                                        </p:tgtEl>
                                        <p:attrNameLst>
                                          <p:attrName>ppt_w</p:attrName>
                                        </p:attrNameLst>
                                      </p:cBhvr>
                                      <p:tavLst>
                                        <p:tav tm="0">
                                          <p:val>
                                            <p:fltVal val="0"/>
                                          </p:val>
                                        </p:tav>
                                        <p:tav tm="100000">
                                          <p:val>
                                            <p:strVal val="#ppt_w"/>
                                          </p:val>
                                        </p:tav>
                                      </p:tavLst>
                                    </p:anim>
                                    <p:anim calcmode="lin" valueType="num">
                                      <p:cBhvr>
                                        <p:cTn id="18" dur="500" fill="hold"/>
                                        <p:tgtEl>
                                          <p:spTgt spid="10"/>
                                        </p:tgtEl>
                                        <p:attrNameLst>
                                          <p:attrName>ppt_h</p:attrName>
                                        </p:attrNameLst>
                                      </p:cBhvr>
                                      <p:tavLst>
                                        <p:tav tm="0">
                                          <p:val>
                                            <p:fltVal val="0"/>
                                          </p:val>
                                        </p:tav>
                                        <p:tav tm="100000">
                                          <p:val>
                                            <p:strVal val="#ppt_h"/>
                                          </p:val>
                                        </p:tav>
                                      </p:tavLst>
                                    </p:anim>
                                    <p:animEffect transition="in" filter="fade">
                                      <p:cBhvr>
                                        <p:cTn id="19" dur="500"/>
                                        <p:tgtEl>
                                          <p:spTgt spid="10"/>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p:cTn id="22" dur="500" fill="hold"/>
                                        <p:tgtEl>
                                          <p:spTgt spid="11"/>
                                        </p:tgtEl>
                                        <p:attrNameLst>
                                          <p:attrName>ppt_w</p:attrName>
                                        </p:attrNameLst>
                                      </p:cBhvr>
                                      <p:tavLst>
                                        <p:tav tm="0">
                                          <p:val>
                                            <p:fltVal val="0"/>
                                          </p:val>
                                        </p:tav>
                                        <p:tav tm="100000">
                                          <p:val>
                                            <p:strVal val="#ppt_w"/>
                                          </p:val>
                                        </p:tav>
                                      </p:tavLst>
                                    </p:anim>
                                    <p:anim calcmode="lin" valueType="num">
                                      <p:cBhvr>
                                        <p:cTn id="23" dur="500" fill="hold"/>
                                        <p:tgtEl>
                                          <p:spTgt spid="11"/>
                                        </p:tgtEl>
                                        <p:attrNameLst>
                                          <p:attrName>ppt_h</p:attrName>
                                        </p:attrNameLst>
                                      </p:cBhvr>
                                      <p:tavLst>
                                        <p:tav tm="0">
                                          <p:val>
                                            <p:fltVal val="0"/>
                                          </p:val>
                                        </p:tav>
                                        <p:tav tm="100000">
                                          <p:val>
                                            <p:strVal val="#ppt_h"/>
                                          </p:val>
                                        </p:tav>
                                      </p:tavLst>
                                    </p:anim>
                                    <p:animEffect transition="in" filter="fade">
                                      <p:cBhvr>
                                        <p:cTn id="24" dur="500"/>
                                        <p:tgtEl>
                                          <p:spTgt spid="11"/>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p:cTn id="27" dur="500" fill="hold"/>
                                        <p:tgtEl>
                                          <p:spTgt spid="12"/>
                                        </p:tgtEl>
                                        <p:attrNameLst>
                                          <p:attrName>ppt_w</p:attrName>
                                        </p:attrNameLst>
                                      </p:cBhvr>
                                      <p:tavLst>
                                        <p:tav tm="0">
                                          <p:val>
                                            <p:fltVal val="0"/>
                                          </p:val>
                                        </p:tav>
                                        <p:tav tm="100000">
                                          <p:val>
                                            <p:strVal val="#ppt_w"/>
                                          </p:val>
                                        </p:tav>
                                      </p:tavLst>
                                    </p:anim>
                                    <p:anim calcmode="lin" valueType="num">
                                      <p:cBhvr>
                                        <p:cTn id="28" dur="500" fill="hold"/>
                                        <p:tgtEl>
                                          <p:spTgt spid="12"/>
                                        </p:tgtEl>
                                        <p:attrNameLst>
                                          <p:attrName>ppt_h</p:attrName>
                                        </p:attrNameLst>
                                      </p:cBhvr>
                                      <p:tavLst>
                                        <p:tav tm="0">
                                          <p:val>
                                            <p:fltVal val="0"/>
                                          </p:val>
                                        </p:tav>
                                        <p:tav tm="100000">
                                          <p:val>
                                            <p:strVal val="#ppt_h"/>
                                          </p:val>
                                        </p:tav>
                                      </p:tavLst>
                                    </p:anim>
                                    <p:animEffect transition="in" filter="fade">
                                      <p:cBhvr>
                                        <p:cTn id="29" dur="500"/>
                                        <p:tgtEl>
                                          <p:spTgt spid="12"/>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 calcmode="lin" valueType="num">
                                      <p:cBhvr>
                                        <p:cTn id="32" dur="500" fill="hold"/>
                                        <p:tgtEl>
                                          <p:spTgt spid="14"/>
                                        </p:tgtEl>
                                        <p:attrNameLst>
                                          <p:attrName>ppt_w</p:attrName>
                                        </p:attrNameLst>
                                      </p:cBhvr>
                                      <p:tavLst>
                                        <p:tav tm="0">
                                          <p:val>
                                            <p:fltVal val="0"/>
                                          </p:val>
                                        </p:tav>
                                        <p:tav tm="100000">
                                          <p:val>
                                            <p:strVal val="#ppt_w"/>
                                          </p:val>
                                        </p:tav>
                                      </p:tavLst>
                                    </p:anim>
                                    <p:anim calcmode="lin" valueType="num">
                                      <p:cBhvr>
                                        <p:cTn id="33" dur="500" fill="hold"/>
                                        <p:tgtEl>
                                          <p:spTgt spid="14"/>
                                        </p:tgtEl>
                                        <p:attrNameLst>
                                          <p:attrName>ppt_h</p:attrName>
                                        </p:attrNameLst>
                                      </p:cBhvr>
                                      <p:tavLst>
                                        <p:tav tm="0">
                                          <p:val>
                                            <p:fltVal val="0"/>
                                          </p:val>
                                        </p:tav>
                                        <p:tav tm="100000">
                                          <p:val>
                                            <p:strVal val="#ppt_h"/>
                                          </p:val>
                                        </p:tav>
                                      </p:tavLst>
                                    </p:anim>
                                    <p:animEffect transition="in" filter="fade">
                                      <p:cBhvr>
                                        <p:cTn id="34" dur="500"/>
                                        <p:tgtEl>
                                          <p:spTgt spid="14"/>
                                        </p:tgtEl>
                                      </p:cBhvr>
                                    </p:animEffect>
                                  </p:childTnLst>
                                </p:cTn>
                              </p:par>
                              <p:par>
                                <p:cTn id="35" presetID="53" presetClass="entr" presetSubtype="16"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p:cTn id="37" dur="500" fill="hold"/>
                                        <p:tgtEl>
                                          <p:spTgt spid="15"/>
                                        </p:tgtEl>
                                        <p:attrNameLst>
                                          <p:attrName>ppt_w</p:attrName>
                                        </p:attrNameLst>
                                      </p:cBhvr>
                                      <p:tavLst>
                                        <p:tav tm="0">
                                          <p:val>
                                            <p:fltVal val="0"/>
                                          </p:val>
                                        </p:tav>
                                        <p:tav tm="100000">
                                          <p:val>
                                            <p:strVal val="#ppt_w"/>
                                          </p:val>
                                        </p:tav>
                                      </p:tavLst>
                                    </p:anim>
                                    <p:anim calcmode="lin" valueType="num">
                                      <p:cBhvr>
                                        <p:cTn id="38" dur="500" fill="hold"/>
                                        <p:tgtEl>
                                          <p:spTgt spid="15"/>
                                        </p:tgtEl>
                                        <p:attrNameLst>
                                          <p:attrName>ppt_h</p:attrName>
                                        </p:attrNameLst>
                                      </p:cBhvr>
                                      <p:tavLst>
                                        <p:tav tm="0">
                                          <p:val>
                                            <p:fltVal val="0"/>
                                          </p:val>
                                        </p:tav>
                                        <p:tav tm="100000">
                                          <p:val>
                                            <p:strVal val="#ppt_h"/>
                                          </p:val>
                                        </p:tav>
                                      </p:tavLst>
                                    </p:anim>
                                    <p:animEffect transition="in" filter="fade">
                                      <p:cBhvr>
                                        <p:cTn id="39" dur="500"/>
                                        <p:tgtEl>
                                          <p:spTgt spid="15"/>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 calcmode="lin" valueType="num">
                                      <p:cBhvr>
                                        <p:cTn id="42" dur="500" fill="hold"/>
                                        <p:tgtEl>
                                          <p:spTgt spid="16"/>
                                        </p:tgtEl>
                                        <p:attrNameLst>
                                          <p:attrName>ppt_w</p:attrName>
                                        </p:attrNameLst>
                                      </p:cBhvr>
                                      <p:tavLst>
                                        <p:tav tm="0">
                                          <p:val>
                                            <p:fltVal val="0"/>
                                          </p:val>
                                        </p:tav>
                                        <p:tav tm="100000">
                                          <p:val>
                                            <p:strVal val="#ppt_w"/>
                                          </p:val>
                                        </p:tav>
                                      </p:tavLst>
                                    </p:anim>
                                    <p:anim calcmode="lin" valueType="num">
                                      <p:cBhvr>
                                        <p:cTn id="43" dur="500" fill="hold"/>
                                        <p:tgtEl>
                                          <p:spTgt spid="16"/>
                                        </p:tgtEl>
                                        <p:attrNameLst>
                                          <p:attrName>ppt_h</p:attrName>
                                        </p:attrNameLst>
                                      </p:cBhvr>
                                      <p:tavLst>
                                        <p:tav tm="0">
                                          <p:val>
                                            <p:fltVal val="0"/>
                                          </p:val>
                                        </p:tav>
                                        <p:tav tm="100000">
                                          <p:val>
                                            <p:strVal val="#ppt_h"/>
                                          </p:val>
                                        </p:tav>
                                      </p:tavLst>
                                    </p:anim>
                                    <p:animEffect transition="in" filter="fade">
                                      <p:cBhvr>
                                        <p:cTn id="44" dur="500"/>
                                        <p:tgtEl>
                                          <p:spTgt spid="16"/>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 calcmode="lin" valueType="num">
                                      <p:cBhvr>
                                        <p:cTn id="47" dur="500" fill="hold"/>
                                        <p:tgtEl>
                                          <p:spTgt spid="19"/>
                                        </p:tgtEl>
                                        <p:attrNameLst>
                                          <p:attrName>ppt_w</p:attrName>
                                        </p:attrNameLst>
                                      </p:cBhvr>
                                      <p:tavLst>
                                        <p:tav tm="0">
                                          <p:val>
                                            <p:fltVal val="0"/>
                                          </p:val>
                                        </p:tav>
                                        <p:tav tm="100000">
                                          <p:val>
                                            <p:strVal val="#ppt_w"/>
                                          </p:val>
                                        </p:tav>
                                      </p:tavLst>
                                    </p:anim>
                                    <p:anim calcmode="lin" valueType="num">
                                      <p:cBhvr>
                                        <p:cTn id="48" dur="500" fill="hold"/>
                                        <p:tgtEl>
                                          <p:spTgt spid="19"/>
                                        </p:tgtEl>
                                        <p:attrNameLst>
                                          <p:attrName>ppt_h</p:attrName>
                                        </p:attrNameLst>
                                      </p:cBhvr>
                                      <p:tavLst>
                                        <p:tav tm="0">
                                          <p:val>
                                            <p:fltVal val="0"/>
                                          </p:val>
                                        </p:tav>
                                        <p:tav tm="100000">
                                          <p:val>
                                            <p:strVal val="#ppt_h"/>
                                          </p:val>
                                        </p:tav>
                                      </p:tavLst>
                                    </p:anim>
                                    <p:animEffect transition="in" filter="fade">
                                      <p:cBhvr>
                                        <p:cTn id="49" dur="500"/>
                                        <p:tgtEl>
                                          <p:spTgt spid="19"/>
                                        </p:tgtEl>
                                      </p:cBhvr>
                                    </p:animEffect>
                                  </p:childTnLst>
                                </p:cTn>
                              </p:par>
                              <p:par>
                                <p:cTn id="50" presetID="53" presetClass="entr" presetSubtype="16" fill="hold" nodeType="withEffect">
                                  <p:stCondLst>
                                    <p:cond delay="0"/>
                                  </p:stCondLst>
                                  <p:childTnLst>
                                    <p:set>
                                      <p:cBhvr>
                                        <p:cTn id="51" dur="1" fill="hold">
                                          <p:stCondLst>
                                            <p:cond delay="0"/>
                                          </p:stCondLst>
                                        </p:cTn>
                                        <p:tgtEl>
                                          <p:spTgt spid="21"/>
                                        </p:tgtEl>
                                        <p:attrNameLst>
                                          <p:attrName>style.visibility</p:attrName>
                                        </p:attrNameLst>
                                      </p:cBhvr>
                                      <p:to>
                                        <p:strVal val="visible"/>
                                      </p:to>
                                    </p:set>
                                    <p:anim calcmode="lin" valueType="num">
                                      <p:cBhvr>
                                        <p:cTn id="52" dur="500" fill="hold"/>
                                        <p:tgtEl>
                                          <p:spTgt spid="21"/>
                                        </p:tgtEl>
                                        <p:attrNameLst>
                                          <p:attrName>ppt_w</p:attrName>
                                        </p:attrNameLst>
                                      </p:cBhvr>
                                      <p:tavLst>
                                        <p:tav tm="0">
                                          <p:val>
                                            <p:fltVal val="0"/>
                                          </p:val>
                                        </p:tav>
                                        <p:tav tm="100000">
                                          <p:val>
                                            <p:strVal val="#ppt_w"/>
                                          </p:val>
                                        </p:tav>
                                      </p:tavLst>
                                    </p:anim>
                                    <p:anim calcmode="lin" valueType="num">
                                      <p:cBhvr>
                                        <p:cTn id="53" dur="500" fill="hold"/>
                                        <p:tgtEl>
                                          <p:spTgt spid="21"/>
                                        </p:tgtEl>
                                        <p:attrNameLst>
                                          <p:attrName>ppt_h</p:attrName>
                                        </p:attrNameLst>
                                      </p:cBhvr>
                                      <p:tavLst>
                                        <p:tav tm="0">
                                          <p:val>
                                            <p:fltVal val="0"/>
                                          </p:val>
                                        </p:tav>
                                        <p:tav tm="100000">
                                          <p:val>
                                            <p:strVal val="#ppt_h"/>
                                          </p:val>
                                        </p:tav>
                                      </p:tavLst>
                                    </p:anim>
                                    <p:animEffect transition="in" filter="fade">
                                      <p:cBhvr>
                                        <p:cTn id="54" dur="500"/>
                                        <p:tgtEl>
                                          <p:spTgt spid="21"/>
                                        </p:tgtEl>
                                      </p:cBhvr>
                                    </p:animEffect>
                                  </p:childTnLst>
                                </p:cTn>
                              </p:par>
                              <p:par>
                                <p:cTn id="55" presetID="53" presetClass="entr" presetSubtype="16" fill="hold" nodeType="withEffect">
                                  <p:stCondLst>
                                    <p:cond delay="0"/>
                                  </p:stCondLst>
                                  <p:childTnLst>
                                    <p:set>
                                      <p:cBhvr>
                                        <p:cTn id="56" dur="1" fill="hold">
                                          <p:stCondLst>
                                            <p:cond delay="0"/>
                                          </p:stCondLst>
                                        </p:cTn>
                                        <p:tgtEl>
                                          <p:spTgt spid="24"/>
                                        </p:tgtEl>
                                        <p:attrNameLst>
                                          <p:attrName>style.visibility</p:attrName>
                                        </p:attrNameLst>
                                      </p:cBhvr>
                                      <p:to>
                                        <p:strVal val="visible"/>
                                      </p:to>
                                    </p:set>
                                    <p:anim calcmode="lin" valueType="num">
                                      <p:cBhvr>
                                        <p:cTn id="57" dur="500" fill="hold"/>
                                        <p:tgtEl>
                                          <p:spTgt spid="24"/>
                                        </p:tgtEl>
                                        <p:attrNameLst>
                                          <p:attrName>ppt_w</p:attrName>
                                        </p:attrNameLst>
                                      </p:cBhvr>
                                      <p:tavLst>
                                        <p:tav tm="0">
                                          <p:val>
                                            <p:fltVal val="0"/>
                                          </p:val>
                                        </p:tav>
                                        <p:tav tm="100000">
                                          <p:val>
                                            <p:strVal val="#ppt_w"/>
                                          </p:val>
                                        </p:tav>
                                      </p:tavLst>
                                    </p:anim>
                                    <p:anim calcmode="lin" valueType="num">
                                      <p:cBhvr>
                                        <p:cTn id="58" dur="500" fill="hold"/>
                                        <p:tgtEl>
                                          <p:spTgt spid="24"/>
                                        </p:tgtEl>
                                        <p:attrNameLst>
                                          <p:attrName>ppt_h</p:attrName>
                                        </p:attrNameLst>
                                      </p:cBhvr>
                                      <p:tavLst>
                                        <p:tav tm="0">
                                          <p:val>
                                            <p:fltVal val="0"/>
                                          </p:val>
                                        </p:tav>
                                        <p:tav tm="100000">
                                          <p:val>
                                            <p:strVal val="#ppt_h"/>
                                          </p:val>
                                        </p:tav>
                                      </p:tavLst>
                                    </p:anim>
                                    <p:animEffect transition="in" filter="fade">
                                      <p:cBhvr>
                                        <p:cTn id="59" dur="500"/>
                                        <p:tgtEl>
                                          <p:spTgt spid="24"/>
                                        </p:tgtEl>
                                      </p:cBhvr>
                                    </p:animEffect>
                                  </p:childTnLst>
                                </p:cTn>
                              </p:par>
                              <p:par>
                                <p:cTn id="60" presetID="53" presetClass="entr" presetSubtype="16" fill="hold" nodeType="withEffect">
                                  <p:stCondLst>
                                    <p:cond delay="0"/>
                                  </p:stCondLst>
                                  <p:childTnLst>
                                    <p:set>
                                      <p:cBhvr>
                                        <p:cTn id="61" dur="1" fill="hold">
                                          <p:stCondLst>
                                            <p:cond delay="0"/>
                                          </p:stCondLst>
                                        </p:cTn>
                                        <p:tgtEl>
                                          <p:spTgt spid="27"/>
                                        </p:tgtEl>
                                        <p:attrNameLst>
                                          <p:attrName>style.visibility</p:attrName>
                                        </p:attrNameLst>
                                      </p:cBhvr>
                                      <p:to>
                                        <p:strVal val="visible"/>
                                      </p:to>
                                    </p:set>
                                    <p:anim calcmode="lin" valueType="num">
                                      <p:cBhvr>
                                        <p:cTn id="62" dur="500" fill="hold"/>
                                        <p:tgtEl>
                                          <p:spTgt spid="27"/>
                                        </p:tgtEl>
                                        <p:attrNameLst>
                                          <p:attrName>ppt_w</p:attrName>
                                        </p:attrNameLst>
                                      </p:cBhvr>
                                      <p:tavLst>
                                        <p:tav tm="0">
                                          <p:val>
                                            <p:fltVal val="0"/>
                                          </p:val>
                                        </p:tav>
                                        <p:tav tm="100000">
                                          <p:val>
                                            <p:strVal val="#ppt_w"/>
                                          </p:val>
                                        </p:tav>
                                      </p:tavLst>
                                    </p:anim>
                                    <p:anim calcmode="lin" valueType="num">
                                      <p:cBhvr>
                                        <p:cTn id="63" dur="500" fill="hold"/>
                                        <p:tgtEl>
                                          <p:spTgt spid="27"/>
                                        </p:tgtEl>
                                        <p:attrNameLst>
                                          <p:attrName>ppt_h</p:attrName>
                                        </p:attrNameLst>
                                      </p:cBhvr>
                                      <p:tavLst>
                                        <p:tav tm="0">
                                          <p:val>
                                            <p:fltVal val="0"/>
                                          </p:val>
                                        </p:tav>
                                        <p:tav tm="100000">
                                          <p:val>
                                            <p:strVal val="#ppt_h"/>
                                          </p:val>
                                        </p:tav>
                                      </p:tavLst>
                                    </p:anim>
                                    <p:animEffect transition="in" filter="fade">
                                      <p:cBhvr>
                                        <p:cTn id="64" dur="500"/>
                                        <p:tgtEl>
                                          <p:spTgt spid="27"/>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grpId="0" nodeType="clickEffect">
                                  <p:stCondLst>
                                    <p:cond delay="0"/>
                                  </p:stCondLst>
                                  <p:childTnLst>
                                    <p:set>
                                      <p:cBhvr>
                                        <p:cTn id="68" dur="1" fill="hold">
                                          <p:stCondLst>
                                            <p:cond delay="0"/>
                                          </p:stCondLst>
                                        </p:cTn>
                                        <p:tgtEl>
                                          <p:spTgt spid="29"/>
                                        </p:tgtEl>
                                        <p:attrNameLst>
                                          <p:attrName>style.visibility</p:attrName>
                                        </p:attrNameLst>
                                      </p:cBhvr>
                                      <p:to>
                                        <p:strVal val="visible"/>
                                      </p:to>
                                    </p:set>
                                    <p:animEffect transition="in" filter="wipe(down)">
                                      <p:cBhvr>
                                        <p:cTn id="69" dur="500"/>
                                        <p:tgtEl>
                                          <p:spTgt spid="29"/>
                                        </p:tgtEl>
                                      </p:cBhvr>
                                    </p:animEffect>
                                  </p:childTnLst>
                                </p:cTn>
                              </p:par>
                              <p:par>
                                <p:cTn id="70" presetID="22" presetClass="entr" presetSubtype="4" fill="hold" grpId="0" nodeType="withEffect">
                                  <p:stCondLst>
                                    <p:cond delay="0"/>
                                  </p:stCondLst>
                                  <p:childTnLst>
                                    <p:set>
                                      <p:cBhvr>
                                        <p:cTn id="71" dur="1" fill="hold">
                                          <p:stCondLst>
                                            <p:cond delay="0"/>
                                          </p:stCondLst>
                                        </p:cTn>
                                        <p:tgtEl>
                                          <p:spTgt spid="30"/>
                                        </p:tgtEl>
                                        <p:attrNameLst>
                                          <p:attrName>style.visibility</p:attrName>
                                        </p:attrNameLst>
                                      </p:cBhvr>
                                      <p:to>
                                        <p:strVal val="visible"/>
                                      </p:to>
                                    </p:set>
                                    <p:animEffect transition="in" filter="wipe(down)">
                                      <p:cBhvr>
                                        <p:cTn id="72" dur="500"/>
                                        <p:tgtEl>
                                          <p:spTgt spid="30"/>
                                        </p:tgtEl>
                                      </p:cBhvr>
                                    </p:animEffect>
                                  </p:childTnLst>
                                </p:cTn>
                              </p:par>
                              <p:par>
                                <p:cTn id="73" presetID="22" presetClass="entr" presetSubtype="4" fill="hold" grpId="0" nodeType="withEffect">
                                  <p:stCondLst>
                                    <p:cond delay="0"/>
                                  </p:stCondLst>
                                  <p:childTnLst>
                                    <p:set>
                                      <p:cBhvr>
                                        <p:cTn id="74" dur="1" fill="hold">
                                          <p:stCondLst>
                                            <p:cond delay="0"/>
                                          </p:stCondLst>
                                        </p:cTn>
                                        <p:tgtEl>
                                          <p:spTgt spid="31"/>
                                        </p:tgtEl>
                                        <p:attrNameLst>
                                          <p:attrName>style.visibility</p:attrName>
                                        </p:attrNameLst>
                                      </p:cBhvr>
                                      <p:to>
                                        <p:strVal val="visible"/>
                                      </p:to>
                                    </p:set>
                                    <p:animEffect transition="in" filter="wipe(down)">
                                      <p:cBhvr>
                                        <p:cTn id="75" dur="500"/>
                                        <p:tgtEl>
                                          <p:spTgt spid="31"/>
                                        </p:tgtEl>
                                      </p:cBhvr>
                                    </p:animEffect>
                                  </p:childTnLst>
                                </p:cTn>
                              </p:par>
                              <p:par>
                                <p:cTn id="76" presetID="22" presetClass="entr" presetSubtype="4" fill="hold" grpId="0" nodeType="withEffect">
                                  <p:stCondLst>
                                    <p:cond delay="0"/>
                                  </p:stCondLst>
                                  <p:childTnLst>
                                    <p:set>
                                      <p:cBhvr>
                                        <p:cTn id="77" dur="1" fill="hold">
                                          <p:stCondLst>
                                            <p:cond delay="0"/>
                                          </p:stCondLst>
                                        </p:cTn>
                                        <p:tgtEl>
                                          <p:spTgt spid="32"/>
                                        </p:tgtEl>
                                        <p:attrNameLst>
                                          <p:attrName>style.visibility</p:attrName>
                                        </p:attrNameLst>
                                      </p:cBhvr>
                                      <p:to>
                                        <p:strVal val="visible"/>
                                      </p:to>
                                    </p:set>
                                    <p:animEffect transition="in" filter="wipe(down)">
                                      <p:cBhvr>
                                        <p:cTn id="78" dur="500"/>
                                        <p:tgtEl>
                                          <p:spTgt spid="32"/>
                                        </p:tgtEl>
                                      </p:cBhvr>
                                    </p:animEffect>
                                  </p:childTnLst>
                                </p:cTn>
                              </p:par>
                              <p:par>
                                <p:cTn id="79" presetID="22" presetClass="entr" presetSubtype="4" fill="hold" nodeType="withEffect">
                                  <p:stCondLst>
                                    <p:cond delay="0"/>
                                  </p:stCondLst>
                                  <p:childTnLst>
                                    <p:set>
                                      <p:cBhvr>
                                        <p:cTn id="80" dur="1" fill="hold">
                                          <p:stCondLst>
                                            <p:cond delay="0"/>
                                          </p:stCondLst>
                                        </p:cTn>
                                        <p:tgtEl>
                                          <p:spTgt spid="33"/>
                                        </p:tgtEl>
                                        <p:attrNameLst>
                                          <p:attrName>style.visibility</p:attrName>
                                        </p:attrNameLst>
                                      </p:cBhvr>
                                      <p:to>
                                        <p:strVal val="visible"/>
                                      </p:to>
                                    </p:set>
                                    <p:animEffect transition="in" filter="wipe(down)">
                                      <p:cBhvr>
                                        <p:cTn id="81" dur="500"/>
                                        <p:tgtEl>
                                          <p:spTgt spid="33"/>
                                        </p:tgtEl>
                                      </p:cBhvr>
                                    </p:animEffect>
                                  </p:childTnLst>
                                </p:cTn>
                              </p:par>
                              <p:par>
                                <p:cTn id="82" presetID="22" presetClass="entr" presetSubtype="4" fill="hold" nodeType="with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wipe(down)">
                                      <p:cBhvr>
                                        <p:cTn id="84" dur="500"/>
                                        <p:tgtEl>
                                          <p:spTgt spid="34"/>
                                        </p:tgtEl>
                                      </p:cBhvr>
                                    </p:animEffect>
                                  </p:childTnLst>
                                </p:cTn>
                              </p:par>
                              <p:par>
                                <p:cTn id="85" presetID="22" presetClass="entr" presetSubtype="4" fill="hold" nodeType="withEffect">
                                  <p:stCondLst>
                                    <p:cond delay="0"/>
                                  </p:stCondLst>
                                  <p:childTnLst>
                                    <p:set>
                                      <p:cBhvr>
                                        <p:cTn id="86" dur="1" fill="hold">
                                          <p:stCondLst>
                                            <p:cond delay="0"/>
                                          </p:stCondLst>
                                        </p:cTn>
                                        <p:tgtEl>
                                          <p:spTgt spid="35"/>
                                        </p:tgtEl>
                                        <p:attrNameLst>
                                          <p:attrName>style.visibility</p:attrName>
                                        </p:attrNameLst>
                                      </p:cBhvr>
                                      <p:to>
                                        <p:strVal val="visible"/>
                                      </p:to>
                                    </p:set>
                                    <p:animEffect transition="in" filter="wipe(down)">
                                      <p:cBhvr>
                                        <p:cTn id="87" dur="500"/>
                                        <p:tgtEl>
                                          <p:spTgt spid="35"/>
                                        </p:tgtEl>
                                      </p:cBhvr>
                                    </p:animEffect>
                                  </p:childTnLst>
                                </p:cTn>
                              </p:par>
                              <p:par>
                                <p:cTn id="88" presetID="22" presetClass="entr" presetSubtype="4" fill="hold" nodeType="withEffect">
                                  <p:stCondLst>
                                    <p:cond delay="0"/>
                                  </p:stCondLst>
                                  <p:childTnLst>
                                    <p:set>
                                      <p:cBhvr>
                                        <p:cTn id="89" dur="1" fill="hold">
                                          <p:stCondLst>
                                            <p:cond delay="0"/>
                                          </p:stCondLst>
                                        </p:cTn>
                                        <p:tgtEl>
                                          <p:spTgt spid="36"/>
                                        </p:tgtEl>
                                        <p:attrNameLst>
                                          <p:attrName>style.visibility</p:attrName>
                                        </p:attrNameLst>
                                      </p:cBhvr>
                                      <p:to>
                                        <p:strVal val="visible"/>
                                      </p:to>
                                    </p:set>
                                    <p:animEffect transition="in" filter="wipe(down)">
                                      <p:cBhvr>
                                        <p:cTn id="90" dur="500"/>
                                        <p:tgtEl>
                                          <p:spTgt spid="36"/>
                                        </p:tgtEl>
                                      </p:cBhvr>
                                    </p:animEffect>
                                  </p:childTnLst>
                                </p:cTn>
                              </p:par>
                              <p:par>
                                <p:cTn id="91" presetID="22" presetClass="entr" presetSubtype="4" fill="hold" grpId="0" nodeType="withEffect">
                                  <p:stCondLst>
                                    <p:cond delay="0"/>
                                  </p:stCondLst>
                                  <p:childTnLst>
                                    <p:set>
                                      <p:cBhvr>
                                        <p:cTn id="92" dur="1" fill="hold">
                                          <p:stCondLst>
                                            <p:cond delay="0"/>
                                          </p:stCondLst>
                                        </p:cTn>
                                        <p:tgtEl>
                                          <p:spTgt spid="37"/>
                                        </p:tgtEl>
                                        <p:attrNameLst>
                                          <p:attrName>style.visibility</p:attrName>
                                        </p:attrNameLst>
                                      </p:cBhvr>
                                      <p:to>
                                        <p:strVal val="visible"/>
                                      </p:to>
                                    </p:set>
                                    <p:animEffect transition="in" filter="wipe(down)">
                                      <p:cBhvr>
                                        <p:cTn id="93" dur="500"/>
                                        <p:tgtEl>
                                          <p:spTgt spid="37"/>
                                        </p:tgtEl>
                                      </p:cBhvr>
                                    </p:animEffect>
                                  </p:childTnLst>
                                </p:cTn>
                              </p:par>
                              <p:par>
                                <p:cTn id="94" presetID="22" presetClass="entr" presetSubtype="4" fill="hold" grpId="0" nodeType="withEffect">
                                  <p:stCondLst>
                                    <p:cond delay="0"/>
                                  </p:stCondLst>
                                  <p:childTnLst>
                                    <p:set>
                                      <p:cBhvr>
                                        <p:cTn id="95" dur="1" fill="hold">
                                          <p:stCondLst>
                                            <p:cond delay="0"/>
                                          </p:stCondLst>
                                        </p:cTn>
                                        <p:tgtEl>
                                          <p:spTgt spid="38"/>
                                        </p:tgtEl>
                                        <p:attrNameLst>
                                          <p:attrName>style.visibility</p:attrName>
                                        </p:attrNameLst>
                                      </p:cBhvr>
                                      <p:to>
                                        <p:strVal val="visible"/>
                                      </p:to>
                                    </p:set>
                                    <p:animEffect transition="in" filter="wipe(down)">
                                      <p:cBhvr>
                                        <p:cTn id="96" dur="500"/>
                                        <p:tgtEl>
                                          <p:spTgt spid="38"/>
                                        </p:tgtEl>
                                      </p:cBhvr>
                                    </p:animEffect>
                                  </p:childTnLst>
                                </p:cTn>
                              </p:par>
                              <p:par>
                                <p:cTn id="97" presetID="22" presetClass="entr" presetSubtype="4" fill="hold" grpId="0" nodeType="withEffect">
                                  <p:stCondLst>
                                    <p:cond delay="0"/>
                                  </p:stCondLst>
                                  <p:childTnLst>
                                    <p:set>
                                      <p:cBhvr>
                                        <p:cTn id="98" dur="1" fill="hold">
                                          <p:stCondLst>
                                            <p:cond delay="0"/>
                                          </p:stCondLst>
                                        </p:cTn>
                                        <p:tgtEl>
                                          <p:spTgt spid="39"/>
                                        </p:tgtEl>
                                        <p:attrNameLst>
                                          <p:attrName>style.visibility</p:attrName>
                                        </p:attrNameLst>
                                      </p:cBhvr>
                                      <p:to>
                                        <p:strVal val="visible"/>
                                      </p:to>
                                    </p:set>
                                    <p:animEffect transition="in" filter="wipe(down)">
                                      <p:cBhvr>
                                        <p:cTn id="99"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animBg="1"/>
      <p:bldP spid="11" grpId="0" animBg="1"/>
      <p:bldP spid="12" grpId="0"/>
      <p:bldP spid="14" grpId="0"/>
      <p:bldP spid="16" grpId="0"/>
      <p:bldP spid="19" grpId="0"/>
      <p:bldP spid="29" grpId="0"/>
      <p:bldP spid="30" grpId="0"/>
      <p:bldP spid="31" grpId="0"/>
      <p:bldP spid="32" grpId="0"/>
      <p:bldP spid="37" grpId="0" animBg="1"/>
      <p:bldP spid="38" grpId="0" animBg="1"/>
      <p:bldP spid="3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0" y="0"/>
            <a:ext cx="12192000" cy="6857999"/>
          </a:xfrm>
          <a:prstGeom prst="rect">
            <a:avLst/>
          </a:prstGeom>
        </p:spPr>
      </p:pic>
      <p:pic>
        <p:nvPicPr>
          <p:cNvPr id="12" name="图片 11"/>
          <p:cNvPicPr>
            <a:picLocks noChangeAspect="1"/>
          </p:cNvPicPr>
          <p:nvPr/>
        </p:nvPicPr>
        <p:blipFill>
          <a:blip r:embed="rId2"/>
          <a:stretch>
            <a:fillRect/>
          </a:stretch>
        </p:blipFill>
        <p:spPr>
          <a:xfrm>
            <a:off x="756321" y="556261"/>
            <a:ext cx="10679358" cy="5745479"/>
          </a:xfrm>
          <a:prstGeom prst="rect">
            <a:avLst/>
          </a:prstGeom>
        </p:spPr>
      </p:pic>
      <p:sp>
        <p:nvSpPr>
          <p:cNvPr id="2" name="六边形 1"/>
          <p:cNvSpPr/>
          <p:nvPr/>
        </p:nvSpPr>
        <p:spPr>
          <a:xfrm>
            <a:off x="4045059" y="2247254"/>
            <a:ext cx="1222506" cy="1053885"/>
          </a:xfrm>
          <a:prstGeom prst="hexagon">
            <a:avLst/>
          </a:prstGeom>
          <a:solidFill>
            <a:schemeClr val="bg1"/>
          </a:solidFill>
          <a:ln w="28575">
            <a:solidFill>
              <a:srgbClr val="F15337"/>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六边形 4"/>
          <p:cNvSpPr/>
          <p:nvPr/>
        </p:nvSpPr>
        <p:spPr>
          <a:xfrm>
            <a:off x="5141926" y="2820690"/>
            <a:ext cx="1222506" cy="1053885"/>
          </a:xfrm>
          <a:prstGeom prst="hexagon">
            <a:avLst/>
          </a:prstGeom>
          <a:solidFill>
            <a:schemeClr val="bg1"/>
          </a:solidFill>
          <a:ln w="28575">
            <a:solidFill>
              <a:srgbClr val="F15337"/>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六边形 5"/>
          <p:cNvSpPr/>
          <p:nvPr/>
        </p:nvSpPr>
        <p:spPr>
          <a:xfrm>
            <a:off x="6238792" y="2247254"/>
            <a:ext cx="1222506" cy="1053885"/>
          </a:xfrm>
          <a:prstGeom prst="hexagon">
            <a:avLst/>
          </a:prstGeom>
          <a:solidFill>
            <a:schemeClr val="bg1"/>
          </a:solidFill>
          <a:ln w="28575">
            <a:solidFill>
              <a:srgbClr val="F15337"/>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六边形 6"/>
          <p:cNvSpPr/>
          <p:nvPr/>
        </p:nvSpPr>
        <p:spPr>
          <a:xfrm>
            <a:off x="6238792" y="3394127"/>
            <a:ext cx="1222506" cy="1053885"/>
          </a:xfrm>
          <a:prstGeom prst="hexagon">
            <a:avLst/>
          </a:prstGeom>
          <a:solidFill>
            <a:schemeClr val="bg1"/>
          </a:solidFill>
          <a:ln w="28575">
            <a:solidFill>
              <a:srgbClr val="F15337"/>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六边形 8"/>
          <p:cNvSpPr/>
          <p:nvPr/>
        </p:nvSpPr>
        <p:spPr>
          <a:xfrm>
            <a:off x="4503218" y="3442819"/>
            <a:ext cx="638708" cy="550611"/>
          </a:xfrm>
          <a:prstGeom prst="hexagon">
            <a:avLst/>
          </a:prstGeom>
          <a:solidFill>
            <a:srgbClr val="C02D1A"/>
          </a:solidFill>
          <a:ln w="25400">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六边形 9"/>
          <p:cNvSpPr/>
          <p:nvPr/>
        </p:nvSpPr>
        <p:spPr>
          <a:xfrm>
            <a:off x="7318313" y="3060493"/>
            <a:ext cx="638708" cy="550611"/>
          </a:xfrm>
          <a:prstGeom prst="hexagon">
            <a:avLst/>
          </a:prstGeom>
          <a:solidFill>
            <a:srgbClr val="FEB106"/>
          </a:solidFill>
          <a:ln w="25400">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六边形 10"/>
          <p:cNvSpPr/>
          <p:nvPr/>
        </p:nvSpPr>
        <p:spPr>
          <a:xfrm>
            <a:off x="5633855" y="2151224"/>
            <a:ext cx="638708" cy="550611"/>
          </a:xfrm>
          <a:prstGeom prst="hexagon">
            <a:avLst/>
          </a:prstGeom>
          <a:solidFill>
            <a:srgbClr val="075F68"/>
          </a:solidFill>
          <a:ln w="25400">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7957021" y="2190861"/>
            <a:ext cx="2178186" cy="400110"/>
          </a:xfrm>
          <a:prstGeom prst="rect">
            <a:avLst/>
          </a:prstGeom>
          <a:noFill/>
        </p:spPr>
        <p:txBody>
          <a:bodyPr wrap="square" rtlCol="0">
            <a:spAutoFit/>
          </a:bodyPr>
          <a:lstStyle/>
          <a:p>
            <a:r>
              <a:rPr lang="zh-CN" altLang="en-US" sz="2000" dirty="0">
                <a:latin typeface="思源黑体 CN Medium" panose="020B0600000000000000" pitchFamily="34" charset="-122"/>
                <a:ea typeface="思源黑体 CN Medium" panose="020B0600000000000000" pitchFamily="34" charset="-122"/>
              </a:rPr>
              <a:t>填加文本题目</a:t>
            </a:r>
            <a:endParaRPr lang="zh-CN" altLang="en-US" sz="2000" dirty="0">
              <a:latin typeface="思源黑体 CN Medium" panose="020B0600000000000000" pitchFamily="34" charset="-122"/>
              <a:ea typeface="思源黑体 CN Medium" panose="020B0600000000000000" pitchFamily="34" charset="-122"/>
            </a:endParaRPr>
          </a:p>
        </p:txBody>
      </p:sp>
      <p:sp>
        <p:nvSpPr>
          <p:cNvPr id="14" name="文本框 13"/>
          <p:cNvSpPr txBox="1"/>
          <p:nvPr/>
        </p:nvSpPr>
        <p:spPr>
          <a:xfrm>
            <a:off x="7957021" y="2577323"/>
            <a:ext cx="2178186" cy="592085"/>
          </a:xfrm>
          <a:prstGeom prst="rect">
            <a:avLst/>
          </a:prstGeom>
          <a:noFill/>
        </p:spPr>
        <p:txBody>
          <a:bodyPr wrap="square" rtlCol="0">
            <a:spAutoFit/>
          </a:bodyPr>
          <a:lstStyle/>
          <a:p>
            <a:pP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此处填加您的内容填加您的内容填加您的内容填 </a:t>
            </a:r>
            <a:endParaRPr lang="zh-CN" altLang="en-US" sz="1400" dirty="0">
              <a:latin typeface="思源黑体 CN Normal" panose="020B0400000000000000" pitchFamily="34" charset="-122"/>
              <a:ea typeface="思源黑体 CN Normal" panose="020B0400000000000000" pitchFamily="34" charset="-122"/>
            </a:endParaRPr>
          </a:p>
        </p:txBody>
      </p:sp>
      <p:sp>
        <p:nvSpPr>
          <p:cNvPr id="15" name="文本框 14"/>
          <p:cNvSpPr txBox="1"/>
          <p:nvPr/>
        </p:nvSpPr>
        <p:spPr>
          <a:xfrm>
            <a:off x="7547587" y="4267093"/>
            <a:ext cx="2178186" cy="400110"/>
          </a:xfrm>
          <a:prstGeom prst="rect">
            <a:avLst/>
          </a:prstGeom>
          <a:noFill/>
        </p:spPr>
        <p:txBody>
          <a:bodyPr wrap="square" rtlCol="0">
            <a:spAutoFit/>
          </a:bodyPr>
          <a:lstStyle/>
          <a:p>
            <a:r>
              <a:rPr lang="zh-CN" altLang="en-US" sz="2000" dirty="0">
                <a:latin typeface="思源黑体 CN Medium" panose="020B0600000000000000" pitchFamily="34" charset="-122"/>
                <a:ea typeface="思源黑体 CN Medium" panose="020B0600000000000000" pitchFamily="34" charset="-122"/>
              </a:rPr>
              <a:t>填加文本题目</a:t>
            </a:r>
            <a:endParaRPr lang="zh-CN" altLang="en-US" sz="2000" dirty="0">
              <a:latin typeface="思源黑体 CN Medium" panose="020B0600000000000000" pitchFamily="34" charset="-122"/>
              <a:ea typeface="思源黑体 CN Medium" panose="020B0600000000000000" pitchFamily="34" charset="-122"/>
            </a:endParaRPr>
          </a:p>
        </p:txBody>
      </p:sp>
      <p:sp>
        <p:nvSpPr>
          <p:cNvPr id="16" name="文本框 15"/>
          <p:cNvSpPr txBox="1"/>
          <p:nvPr/>
        </p:nvSpPr>
        <p:spPr>
          <a:xfrm>
            <a:off x="7547587" y="4653555"/>
            <a:ext cx="2178186" cy="592085"/>
          </a:xfrm>
          <a:prstGeom prst="rect">
            <a:avLst/>
          </a:prstGeom>
          <a:noFill/>
        </p:spPr>
        <p:txBody>
          <a:bodyPr wrap="square" rtlCol="0">
            <a:spAutoFit/>
          </a:bodyPr>
          <a:lstStyle/>
          <a:p>
            <a:pP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此处填加您的内容填加您的内容填加您的内容填 </a:t>
            </a:r>
            <a:endParaRPr lang="zh-CN" altLang="en-US" sz="1400" dirty="0">
              <a:latin typeface="思源黑体 CN Normal" panose="020B0400000000000000" pitchFamily="34" charset="-122"/>
              <a:ea typeface="思源黑体 CN Normal" panose="020B0400000000000000" pitchFamily="34" charset="-122"/>
            </a:endParaRPr>
          </a:p>
        </p:txBody>
      </p:sp>
      <p:sp>
        <p:nvSpPr>
          <p:cNvPr id="17" name="文本框 16"/>
          <p:cNvSpPr txBox="1"/>
          <p:nvPr/>
        </p:nvSpPr>
        <p:spPr>
          <a:xfrm>
            <a:off x="2716280" y="4159138"/>
            <a:ext cx="2178186" cy="400110"/>
          </a:xfrm>
          <a:prstGeom prst="rect">
            <a:avLst/>
          </a:prstGeom>
          <a:noFill/>
        </p:spPr>
        <p:txBody>
          <a:bodyPr wrap="square" rtlCol="0">
            <a:spAutoFit/>
          </a:bodyPr>
          <a:lstStyle/>
          <a:p>
            <a:pPr algn="r"/>
            <a:r>
              <a:rPr lang="zh-CN" altLang="en-US" sz="2000" dirty="0">
                <a:latin typeface="思源黑体 CN Medium" panose="020B0600000000000000" pitchFamily="34" charset="-122"/>
                <a:ea typeface="思源黑体 CN Medium" panose="020B0600000000000000" pitchFamily="34" charset="-122"/>
              </a:rPr>
              <a:t>填加文本题目</a:t>
            </a:r>
            <a:endParaRPr lang="zh-CN" altLang="en-US" sz="2000" dirty="0">
              <a:latin typeface="思源黑体 CN Medium" panose="020B0600000000000000" pitchFamily="34" charset="-122"/>
              <a:ea typeface="思源黑体 CN Medium" panose="020B0600000000000000" pitchFamily="34" charset="-122"/>
            </a:endParaRPr>
          </a:p>
        </p:txBody>
      </p:sp>
      <p:sp>
        <p:nvSpPr>
          <p:cNvPr id="18" name="文本框 17"/>
          <p:cNvSpPr txBox="1"/>
          <p:nvPr/>
        </p:nvSpPr>
        <p:spPr>
          <a:xfrm>
            <a:off x="2716280" y="4545600"/>
            <a:ext cx="2178186" cy="592085"/>
          </a:xfrm>
          <a:prstGeom prst="rect">
            <a:avLst/>
          </a:prstGeom>
          <a:noFill/>
        </p:spPr>
        <p:txBody>
          <a:bodyPr wrap="square" rtlCol="0">
            <a:spAutoFit/>
          </a:bodyPr>
          <a:lstStyle/>
          <a:p>
            <a:pPr algn="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此处填加您的内容填加您的内容填加您的内容填 </a:t>
            </a:r>
            <a:endParaRPr lang="zh-CN" altLang="en-US" sz="1400" dirty="0">
              <a:latin typeface="思源黑体 CN Normal" panose="020B0400000000000000" pitchFamily="34" charset="-122"/>
              <a:ea typeface="思源黑体 CN Normal" panose="020B0400000000000000" pitchFamily="34" charset="-122"/>
            </a:endParaRPr>
          </a:p>
        </p:txBody>
      </p:sp>
      <p:sp>
        <p:nvSpPr>
          <p:cNvPr id="19" name="文本框 18"/>
          <p:cNvSpPr txBox="1"/>
          <p:nvPr/>
        </p:nvSpPr>
        <p:spPr>
          <a:xfrm>
            <a:off x="1626786" y="2232700"/>
            <a:ext cx="2178186" cy="400110"/>
          </a:xfrm>
          <a:prstGeom prst="rect">
            <a:avLst/>
          </a:prstGeom>
          <a:noFill/>
        </p:spPr>
        <p:txBody>
          <a:bodyPr wrap="square" rtlCol="0">
            <a:spAutoFit/>
          </a:bodyPr>
          <a:lstStyle/>
          <a:p>
            <a:pPr algn="r"/>
            <a:r>
              <a:rPr lang="zh-CN" altLang="en-US" sz="2000" dirty="0">
                <a:latin typeface="思源黑体 CN Medium" panose="020B0600000000000000" pitchFamily="34" charset="-122"/>
                <a:ea typeface="思源黑体 CN Medium" panose="020B0600000000000000" pitchFamily="34" charset="-122"/>
              </a:rPr>
              <a:t>填加文本题目</a:t>
            </a:r>
            <a:endParaRPr lang="zh-CN" altLang="en-US" sz="2000" dirty="0">
              <a:latin typeface="思源黑体 CN Medium" panose="020B0600000000000000" pitchFamily="34" charset="-122"/>
              <a:ea typeface="思源黑体 CN Medium" panose="020B0600000000000000" pitchFamily="34" charset="-122"/>
            </a:endParaRPr>
          </a:p>
        </p:txBody>
      </p:sp>
      <p:sp>
        <p:nvSpPr>
          <p:cNvPr id="20" name="文本框 19"/>
          <p:cNvSpPr txBox="1"/>
          <p:nvPr/>
        </p:nvSpPr>
        <p:spPr>
          <a:xfrm>
            <a:off x="1626786" y="2619162"/>
            <a:ext cx="2178186" cy="592085"/>
          </a:xfrm>
          <a:prstGeom prst="rect">
            <a:avLst/>
          </a:prstGeom>
          <a:noFill/>
        </p:spPr>
        <p:txBody>
          <a:bodyPr wrap="square" rtlCol="0">
            <a:spAutoFit/>
          </a:bodyPr>
          <a:lstStyle/>
          <a:p>
            <a:pPr algn="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此处填加您的内容填加您的内容填加您的内容填 </a:t>
            </a:r>
            <a:endParaRPr lang="zh-CN" altLang="en-US" sz="1400" dirty="0">
              <a:latin typeface="思源黑体 CN Normal" panose="020B0400000000000000" pitchFamily="34" charset="-122"/>
              <a:ea typeface="思源黑体 CN Normal" panose="020B0400000000000000" pitchFamily="34" charset="-122"/>
            </a:endParaRPr>
          </a:p>
        </p:txBody>
      </p:sp>
      <p:pic>
        <p:nvPicPr>
          <p:cNvPr id="21" name="图形 20"/>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74744" y="2495799"/>
            <a:ext cx="515912" cy="515912"/>
          </a:xfrm>
          <a:prstGeom prst="rect">
            <a:avLst/>
          </a:prstGeom>
        </p:spPr>
      </p:pic>
      <p:pic>
        <p:nvPicPr>
          <p:cNvPr id="22" name="图形 2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43680" y="2559960"/>
            <a:ext cx="480938" cy="428472"/>
          </a:xfrm>
          <a:prstGeom prst="rect">
            <a:avLst/>
          </a:prstGeom>
        </p:spPr>
      </p:pic>
      <p:pic>
        <p:nvPicPr>
          <p:cNvPr id="23" name="图形 22"/>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31438" y="3643165"/>
            <a:ext cx="437214" cy="428470"/>
          </a:xfrm>
          <a:prstGeom prst="rect">
            <a:avLst/>
          </a:prstGeom>
        </p:spPr>
      </p:pic>
      <p:pic>
        <p:nvPicPr>
          <p:cNvPr id="24" name="图形 23"/>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522040" y="3080110"/>
            <a:ext cx="442058" cy="44205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Effect transition="in" filter="fade">
                                      <p:cBhvr>
                                        <p:cTn id="19" dur="500"/>
                                        <p:tgtEl>
                                          <p:spTgt spid="6"/>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500" fill="hold"/>
                                        <p:tgtEl>
                                          <p:spTgt spid="7"/>
                                        </p:tgtEl>
                                        <p:attrNameLst>
                                          <p:attrName>ppt_w</p:attrName>
                                        </p:attrNameLst>
                                      </p:cBhvr>
                                      <p:tavLst>
                                        <p:tav tm="0">
                                          <p:val>
                                            <p:fltVal val="0"/>
                                          </p:val>
                                        </p:tav>
                                        <p:tav tm="100000">
                                          <p:val>
                                            <p:strVal val="#ppt_w"/>
                                          </p:val>
                                        </p:tav>
                                      </p:tavLst>
                                    </p:anim>
                                    <p:anim calcmode="lin" valueType="num">
                                      <p:cBhvr>
                                        <p:cTn id="23" dur="500" fill="hold"/>
                                        <p:tgtEl>
                                          <p:spTgt spid="7"/>
                                        </p:tgtEl>
                                        <p:attrNameLst>
                                          <p:attrName>ppt_h</p:attrName>
                                        </p:attrNameLst>
                                      </p:cBhvr>
                                      <p:tavLst>
                                        <p:tav tm="0">
                                          <p:val>
                                            <p:fltVal val="0"/>
                                          </p:val>
                                        </p:tav>
                                        <p:tav tm="100000">
                                          <p:val>
                                            <p:strVal val="#ppt_h"/>
                                          </p:val>
                                        </p:tav>
                                      </p:tavLst>
                                    </p:anim>
                                    <p:animEffect transition="in" filter="fade">
                                      <p:cBhvr>
                                        <p:cTn id="24" dur="500"/>
                                        <p:tgtEl>
                                          <p:spTgt spid="7"/>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animEffect transition="in" filter="fade">
                                      <p:cBhvr>
                                        <p:cTn id="29" dur="500"/>
                                        <p:tgtEl>
                                          <p:spTgt spid="9"/>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p:cTn id="32" dur="500" fill="hold"/>
                                        <p:tgtEl>
                                          <p:spTgt spid="10"/>
                                        </p:tgtEl>
                                        <p:attrNameLst>
                                          <p:attrName>ppt_w</p:attrName>
                                        </p:attrNameLst>
                                      </p:cBhvr>
                                      <p:tavLst>
                                        <p:tav tm="0">
                                          <p:val>
                                            <p:fltVal val="0"/>
                                          </p:val>
                                        </p:tav>
                                        <p:tav tm="100000">
                                          <p:val>
                                            <p:strVal val="#ppt_w"/>
                                          </p:val>
                                        </p:tav>
                                      </p:tavLst>
                                    </p:anim>
                                    <p:anim calcmode="lin" valueType="num">
                                      <p:cBhvr>
                                        <p:cTn id="33" dur="500" fill="hold"/>
                                        <p:tgtEl>
                                          <p:spTgt spid="10"/>
                                        </p:tgtEl>
                                        <p:attrNameLst>
                                          <p:attrName>ppt_h</p:attrName>
                                        </p:attrNameLst>
                                      </p:cBhvr>
                                      <p:tavLst>
                                        <p:tav tm="0">
                                          <p:val>
                                            <p:fltVal val="0"/>
                                          </p:val>
                                        </p:tav>
                                        <p:tav tm="100000">
                                          <p:val>
                                            <p:strVal val="#ppt_h"/>
                                          </p:val>
                                        </p:tav>
                                      </p:tavLst>
                                    </p:anim>
                                    <p:animEffect transition="in" filter="fade">
                                      <p:cBhvr>
                                        <p:cTn id="34" dur="500"/>
                                        <p:tgtEl>
                                          <p:spTgt spid="10"/>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p:cTn id="37" dur="500" fill="hold"/>
                                        <p:tgtEl>
                                          <p:spTgt spid="11"/>
                                        </p:tgtEl>
                                        <p:attrNameLst>
                                          <p:attrName>ppt_w</p:attrName>
                                        </p:attrNameLst>
                                      </p:cBhvr>
                                      <p:tavLst>
                                        <p:tav tm="0">
                                          <p:val>
                                            <p:fltVal val="0"/>
                                          </p:val>
                                        </p:tav>
                                        <p:tav tm="100000">
                                          <p:val>
                                            <p:strVal val="#ppt_w"/>
                                          </p:val>
                                        </p:tav>
                                      </p:tavLst>
                                    </p:anim>
                                    <p:anim calcmode="lin" valueType="num">
                                      <p:cBhvr>
                                        <p:cTn id="38" dur="500" fill="hold"/>
                                        <p:tgtEl>
                                          <p:spTgt spid="11"/>
                                        </p:tgtEl>
                                        <p:attrNameLst>
                                          <p:attrName>ppt_h</p:attrName>
                                        </p:attrNameLst>
                                      </p:cBhvr>
                                      <p:tavLst>
                                        <p:tav tm="0">
                                          <p:val>
                                            <p:fltVal val="0"/>
                                          </p:val>
                                        </p:tav>
                                        <p:tav tm="100000">
                                          <p:val>
                                            <p:strVal val="#ppt_h"/>
                                          </p:val>
                                        </p:tav>
                                      </p:tavLst>
                                    </p:anim>
                                    <p:animEffect transition="in" filter="fade">
                                      <p:cBhvr>
                                        <p:cTn id="39" dur="500"/>
                                        <p:tgtEl>
                                          <p:spTgt spid="11"/>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 calcmode="lin" valueType="num">
                                      <p:cBhvr>
                                        <p:cTn id="42" dur="500" fill="hold"/>
                                        <p:tgtEl>
                                          <p:spTgt spid="13"/>
                                        </p:tgtEl>
                                        <p:attrNameLst>
                                          <p:attrName>ppt_w</p:attrName>
                                        </p:attrNameLst>
                                      </p:cBhvr>
                                      <p:tavLst>
                                        <p:tav tm="0">
                                          <p:val>
                                            <p:fltVal val="0"/>
                                          </p:val>
                                        </p:tav>
                                        <p:tav tm="100000">
                                          <p:val>
                                            <p:strVal val="#ppt_w"/>
                                          </p:val>
                                        </p:tav>
                                      </p:tavLst>
                                    </p:anim>
                                    <p:anim calcmode="lin" valueType="num">
                                      <p:cBhvr>
                                        <p:cTn id="43" dur="500" fill="hold"/>
                                        <p:tgtEl>
                                          <p:spTgt spid="13"/>
                                        </p:tgtEl>
                                        <p:attrNameLst>
                                          <p:attrName>ppt_h</p:attrName>
                                        </p:attrNameLst>
                                      </p:cBhvr>
                                      <p:tavLst>
                                        <p:tav tm="0">
                                          <p:val>
                                            <p:fltVal val="0"/>
                                          </p:val>
                                        </p:tav>
                                        <p:tav tm="100000">
                                          <p:val>
                                            <p:strVal val="#ppt_h"/>
                                          </p:val>
                                        </p:tav>
                                      </p:tavLst>
                                    </p:anim>
                                    <p:animEffect transition="in" filter="fade">
                                      <p:cBhvr>
                                        <p:cTn id="44" dur="500"/>
                                        <p:tgtEl>
                                          <p:spTgt spid="13"/>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p:cTn id="47" dur="500" fill="hold"/>
                                        <p:tgtEl>
                                          <p:spTgt spid="14"/>
                                        </p:tgtEl>
                                        <p:attrNameLst>
                                          <p:attrName>ppt_w</p:attrName>
                                        </p:attrNameLst>
                                      </p:cBhvr>
                                      <p:tavLst>
                                        <p:tav tm="0">
                                          <p:val>
                                            <p:fltVal val="0"/>
                                          </p:val>
                                        </p:tav>
                                        <p:tav tm="100000">
                                          <p:val>
                                            <p:strVal val="#ppt_w"/>
                                          </p:val>
                                        </p:tav>
                                      </p:tavLst>
                                    </p:anim>
                                    <p:anim calcmode="lin" valueType="num">
                                      <p:cBhvr>
                                        <p:cTn id="48" dur="500" fill="hold"/>
                                        <p:tgtEl>
                                          <p:spTgt spid="14"/>
                                        </p:tgtEl>
                                        <p:attrNameLst>
                                          <p:attrName>ppt_h</p:attrName>
                                        </p:attrNameLst>
                                      </p:cBhvr>
                                      <p:tavLst>
                                        <p:tav tm="0">
                                          <p:val>
                                            <p:fltVal val="0"/>
                                          </p:val>
                                        </p:tav>
                                        <p:tav tm="100000">
                                          <p:val>
                                            <p:strVal val="#ppt_h"/>
                                          </p:val>
                                        </p:tav>
                                      </p:tavLst>
                                    </p:anim>
                                    <p:animEffect transition="in" filter="fade">
                                      <p:cBhvr>
                                        <p:cTn id="49" dur="500"/>
                                        <p:tgtEl>
                                          <p:spTgt spid="14"/>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15"/>
                                        </p:tgtEl>
                                        <p:attrNameLst>
                                          <p:attrName>style.visibility</p:attrName>
                                        </p:attrNameLst>
                                      </p:cBhvr>
                                      <p:to>
                                        <p:strVal val="visible"/>
                                      </p:to>
                                    </p:set>
                                    <p:anim calcmode="lin" valueType="num">
                                      <p:cBhvr>
                                        <p:cTn id="52" dur="500" fill="hold"/>
                                        <p:tgtEl>
                                          <p:spTgt spid="15"/>
                                        </p:tgtEl>
                                        <p:attrNameLst>
                                          <p:attrName>ppt_w</p:attrName>
                                        </p:attrNameLst>
                                      </p:cBhvr>
                                      <p:tavLst>
                                        <p:tav tm="0">
                                          <p:val>
                                            <p:fltVal val="0"/>
                                          </p:val>
                                        </p:tav>
                                        <p:tav tm="100000">
                                          <p:val>
                                            <p:strVal val="#ppt_w"/>
                                          </p:val>
                                        </p:tav>
                                      </p:tavLst>
                                    </p:anim>
                                    <p:anim calcmode="lin" valueType="num">
                                      <p:cBhvr>
                                        <p:cTn id="53" dur="500" fill="hold"/>
                                        <p:tgtEl>
                                          <p:spTgt spid="15"/>
                                        </p:tgtEl>
                                        <p:attrNameLst>
                                          <p:attrName>ppt_h</p:attrName>
                                        </p:attrNameLst>
                                      </p:cBhvr>
                                      <p:tavLst>
                                        <p:tav tm="0">
                                          <p:val>
                                            <p:fltVal val="0"/>
                                          </p:val>
                                        </p:tav>
                                        <p:tav tm="100000">
                                          <p:val>
                                            <p:strVal val="#ppt_h"/>
                                          </p:val>
                                        </p:tav>
                                      </p:tavLst>
                                    </p:anim>
                                    <p:animEffect transition="in" filter="fade">
                                      <p:cBhvr>
                                        <p:cTn id="54" dur="500"/>
                                        <p:tgtEl>
                                          <p:spTgt spid="15"/>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 calcmode="lin" valueType="num">
                                      <p:cBhvr>
                                        <p:cTn id="57" dur="500" fill="hold"/>
                                        <p:tgtEl>
                                          <p:spTgt spid="16"/>
                                        </p:tgtEl>
                                        <p:attrNameLst>
                                          <p:attrName>ppt_w</p:attrName>
                                        </p:attrNameLst>
                                      </p:cBhvr>
                                      <p:tavLst>
                                        <p:tav tm="0">
                                          <p:val>
                                            <p:fltVal val="0"/>
                                          </p:val>
                                        </p:tav>
                                        <p:tav tm="100000">
                                          <p:val>
                                            <p:strVal val="#ppt_w"/>
                                          </p:val>
                                        </p:tav>
                                      </p:tavLst>
                                    </p:anim>
                                    <p:anim calcmode="lin" valueType="num">
                                      <p:cBhvr>
                                        <p:cTn id="58" dur="500" fill="hold"/>
                                        <p:tgtEl>
                                          <p:spTgt spid="16"/>
                                        </p:tgtEl>
                                        <p:attrNameLst>
                                          <p:attrName>ppt_h</p:attrName>
                                        </p:attrNameLst>
                                      </p:cBhvr>
                                      <p:tavLst>
                                        <p:tav tm="0">
                                          <p:val>
                                            <p:fltVal val="0"/>
                                          </p:val>
                                        </p:tav>
                                        <p:tav tm="100000">
                                          <p:val>
                                            <p:strVal val="#ppt_h"/>
                                          </p:val>
                                        </p:tav>
                                      </p:tavLst>
                                    </p:anim>
                                    <p:animEffect transition="in" filter="fade">
                                      <p:cBhvr>
                                        <p:cTn id="59" dur="500"/>
                                        <p:tgtEl>
                                          <p:spTgt spid="16"/>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17"/>
                                        </p:tgtEl>
                                        <p:attrNameLst>
                                          <p:attrName>style.visibility</p:attrName>
                                        </p:attrNameLst>
                                      </p:cBhvr>
                                      <p:to>
                                        <p:strVal val="visible"/>
                                      </p:to>
                                    </p:set>
                                    <p:anim calcmode="lin" valueType="num">
                                      <p:cBhvr>
                                        <p:cTn id="62" dur="500" fill="hold"/>
                                        <p:tgtEl>
                                          <p:spTgt spid="17"/>
                                        </p:tgtEl>
                                        <p:attrNameLst>
                                          <p:attrName>ppt_w</p:attrName>
                                        </p:attrNameLst>
                                      </p:cBhvr>
                                      <p:tavLst>
                                        <p:tav tm="0">
                                          <p:val>
                                            <p:fltVal val="0"/>
                                          </p:val>
                                        </p:tav>
                                        <p:tav tm="100000">
                                          <p:val>
                                            <p:strVal val="#ppt_w"/>
                                          </p:val>
                                        </p:tav>
                                      </p:tavLst>
                                    </p:anim>
                                    <p:anim calcmode="lin" valueType="num">
                                      <p:cBhvr>
                                        <p:cTn id="63" dur="500" fill="hold"/>
                                        <p:tgtEl>
                                          <p:spTgt spid="17"/>
                                        </p:tgtEl>
                                        <p:attrNameLst>
                                          <p:attrName>ppt_h</p:attrName>
                                        </p:attrNameLst>
                                      </p:cBhvr>
                                      <p:tavLst>
                                        <p:tav tm="0">
                                          <p:val>
                                            <p:fltVal val="0"/>
                                          </p:val>
                                        </p:tav>
                                        <p:tav tm="100000">
                                          <p:val>
                                            <p:strVal val="#ppt_h"/>
                                          </p:val>
                                        </p:tav>
                                      </p:tavLst>
                                    </p:anim>
                                    <p:animEffect transition="in" filter="fade">
                                      <p:cBhvr>
                                        <p:cTn id="64" dur="500"/>
                                        <p:tgtEl>
                                          <p:spTgt spid="17"/>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18"/>
                                        </p:tgtEl>
                                        <p:attrNameLst>
                                          <p:attrName>style.visibility</p:attrName>
                                        </p:attrNameLst>
                                      </p:cBhvr>
                                      <p:to>
                                        <p:strVal val="visible"/>
                                      </p:to>
                                    </p:set>
                                    <p:anim calcmode="lin" valueType="num">
                                      <p:cBhvr>
                                        <p:cTn id="67" dur="500" fill="hold"/>
                                        <p:tgtEl>
                                          <p:spTgt spid="18"/>
                                        </p:tgtEl>
                                        <p:attrNameLst>
                                          <p:attrName>ppt_w</p:attrName>
                                        </p:attrNameLst>
                                      </p:cBhvr>
                                      <p:tavLst>
                                        <p:tav tm="0">
                                          <p:val>
                                            <p:fltVal val="0"/>
                                          </p:val>
                                        </p:tav>
                                        <p:tav tm="100000">
                                          <p:val>
                                            <p:strVal val="#ppt_w"/>
                                          </p:val>
                                        </p:tav>
                                      </p:tavLst>
                                    </p:anim>
                                    <p:anim calcmode="lin" valueType="num">
                                      <p:cBhvr>
                                        <p:cTn id="68" dur="500" fill="hold"/>
                                        <p:tgtEl>
                                          <p:spTgt spid="18"/>
                                        </p:tgtEl>
                                        <p:attrNameLst>
                                          <p:attrName>ppt_h</p:attrName>
                                        </p:attrNameLst>
                                      </p:cBhvr>
                                      <p:tavLst>
                                        <p:tav tm="0">
                                          <p:val>
                                            <p:fltVal val="0"/>
                                          </p:val>
                                        </p:tav>
                                        <p:tav tm="100000">
                                          <p:val>
                                            <p:strVal val="#ppt_h"/>
                                          </p:val>
                                        </p:tav>
                                      </p:tavLst>
                                    </p:anim>
                                    <p:animEffect transition="in" filter="fade">
                                      <p:cBhvr>
                                        <p:cTn id="69" dur="500"/>
                                        <p:tgtEl>
                                          <p:spTgt spid="18"/>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19"/>
                                        </p:tgtEl>
                                        <p:attrNameLst>
                                          <p:attrName>style.visibility</p:attrName>
                                        </p:attrNameLst>
                                      </p:cBhvr>
                                      <p:to>
                                        <p:strVal val="visible"/>
                                      </p:to>
                                    </p:set>
                                    <p:anim calcmode="lin" valueType="num">
                                      <p:cBhvr>
                                        <p:cTn id="72" dur="500" fill="hold"/>
                                        <p:tgtEl>
                                          <p:spTgt spid="19"/>
                                        </p:tgtEl>
                                        <p:attrNameLst>
                                          <p:attrName>ppt_w</p:attrName>
                                        </p:attrNameLst>
                                      </p:cBhvr>
                                      <p:tavLst>
                                        <p:tav tm="0">
                                          <p:val>
                                            <p:fltVal val="0"/>
                                          </p:val>
                                        </p:tav>
                                        <p:tav tm="100000">
                                          <p:val>
                                            <p:strVal val="#ppt_w"/>
                                          </p:val>
                                        </p:tav>
                                      </p:tavLst>
                                    </p:anim>
                                    <p:anim calcmode="lin" valueType="num">
                                      <p:cBhvr>
                                        <p:cTn id="73" dur="500" fill="hold"/>
                                        <p:tgtEl>
                                          <p:spTgt spid="19"/>
                                        </p:tgtEl>
                                        <p:attrNameLst>
                                          <p:attrName>ppt_h</p:attrName>
                                        </p:attrNameLst>
                                      </p:cBhvr>
                                      <p:tavLst>
                                        <p:tav tm="0">
                                          <p:val>
                                            <p:fltVal val="0"/>
                                          </p:val>
                                        </p:tav>
                                        <p:tav tm="100000">
                                          <p:val>
                                            <p:strVal val="#ppt_h"/>
                                          </p:val>
                                        </p:tav>
                                      </p:tavLst>
                                    </p:anim>
                                    <p:animEffect transition="in" filter="fade">
                                      <p:cBhvr>
                                        <p:cTn id="74" dur="500"/>
                                        <p:tgtEl>
                                          <p:spTgt spid="19"/>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20"/>
                                        </p:tgtEl>
                                        <p:attrNameLst>
                                          <p:attrName>style.visibility</p:attrName>
                                        </p:attrNameLst>
                                      </p:cBhvr>
                                      <p:to>
                                        <p:strVal val="visible"/>
                                      </p:to>
                                    </p:set>
                                    <p:anim calcmode="lin" valueType="num">
                                      <p:cBhvr>
                                        <p:cTn id="77" dur="500" fill="hold"/>
                                        <p:tgtEl>
                                          <p:spTgt spid="20"/>
                                        </p:tgtEl>
                                        <p:attrNameLst>
                                          <p:attrName>ppt_w</p:attrName>
                                        </p:attrNameLst>
                                      </p:cBhvr>
                                      <p:tavLst>
                                        <p:tav tm="0">
                                          <p:val>
                                            <p:fltVal val="0"/>
                                          </p:val>
                                        </p:tav>
                                        <p:tav tm="100000">
                                          <p:val>
                                            <p:strVal val="#ppt_w"/>
                                          </p:val>
                                        </p:tav>
                                      </p:tavLst>
                                    </p:anim>
                                    <p:anim calcmode="lin" valueType="num">
                                      <p:cBhvr>
                                        <p:cTn id="78" dur="500" fill="hold"/>
                                        <p:tgtEl>
                                          <p:spTgt spid="20"/>
                                        </p:tgtEl>
                                        <p:attrNameLst>
                                          <p:attrName>ppt_h</p:attrName>
                                        </p:attrNameLst>
                                      </p:cBhvr>
                                      <p:tavLst>
                                        <p:tav tm="0">
                                          <p:val>
                                            <p:fltVal val="0"/>
                                          </p:val>
                                        </p:tav>
                                        <p:tav tm="100000">
                                          <p:val>
                                            <p:strVal val="#ppt_h"/>
                                          </p:val>
                                        </p:tav>
                                      </p:tavLst>
                                    </p:anim>
                                    <p:animEffect transition="in" filter="fade">
                                      <p:cBhvr>
                                        <p:cTn id="79" dur="500"/>
                                        <p:tgtEl>
                                          <p:spTgt spid="20"/>
                                        </p:tgtEl>
                                      </p:cBhvr>
                                    </p:animEffect>
                                  </p:childTnLst>
                                </p:cTn>
                              </p:par>
                              <p:par>
                                <p:cTn id="80" presetID="53" presetClass="entr" presetSubtype="16" fill="hold" nodeType="withEffect">
                                  <p:stCondLst>
                                    <p:cond delay="0"/>
                                  </p:stCondLst>
                                  <p:childTnLst>
                                    <p:set>
                                      <p:cBhvr>
                                        <p:cTn id="81" dur="1" fill="hold">
                                          <p:stCondLst>
                                            <p:cond delay="0"/>
                                          </p:stCondLst>
                                        </p:cTn>
                                        <p:tgtEl>
                                          <p:spTgt spid="21"/>
                                        </p:tgtEl>
                                        <p:attrNameLst>
                                          <p:attrName>style.visibility</p:attrName>
                                        </p:attrNameLst>
                                      </p:cBhvr>
                                      <p:to>
                                        <p:strVal val="visible"/>
                                      </p:to>
                                    </p:set>
                                    <p:anim calcmode="lin" valueType="num">
                                      <p:cBhvr>
                                        <p:cTn id="82" dur="500" fill="hold"/>
                                        <p:tgtEl>
                                          <p:spTgt spid="21"/>
                                        </p:tgtEl>
                                        <p:attrNameLst>
                                          <p:attrName>ppt_w</p:attrName>
                                        </p:attrNameLst>
                                      </p:cBhvr>
                                      <p:tavLst>
                                        <p:tav tm="0">
                                          <p:val>
                                            <p:fltVal val="0"/>
                                          </p:val>
                                        </p:tav>
                                        <p:tav tm="100000">
                                          <p:val>
                                            <p:strVal val="#ppt_w"/>
                                          </p:val>
                                        </p:tav>
                                      </p:tavLst>
                                    </p:anim>
                                    <p:anim calcmode="lin" valueType="num">
                                      <p:cBhvr>
                                        <p:cTn id="83" dur="500" fill="hold"/>
                                        <p:tgtEl>
                                          <p:spTgt spid="21"/>
                                        </p:tgtEl>
                                        <p:attrNameLst>
                                          <p:attrName>ppt_h</p:attrName>
                                        </p:attrNameLst>
                                      </p:cBhvr>
                                      <p:tavLst>
                                        <p:tav tm="0">
                                          <p:val>
                                            <p:fltVal val="0"/>
                                          </p:val>
                                        </p:tav>
                                        <p:tav tm="100000">
                                          <p:val>
                                            <p:strVal val="#ppt_h"/>
                                          </p:val>
                                        </p:tav>
                                      </p:tavLst>
                                    </p:anim>
                                    <p:animEffect transition="in" filter="fade">
                                      <p:cBhvr>
                                        <p:cTn id="84" dur="500"/>
                                        <p:tgtEl>
                                          <p:spTgt spid="21"/>
                                        </p:tgtEl>
                                      </p:cBhvr>
                                    </p:animEffect>
                                  </p:childTnLst>
                                </p:cTn>
                              </p:par>
                              <p:par>
                                <p:cTn id="85" presetID="53" presetClass="entr" presetSubtype="16" fill="hold" nodeType="withEffect">
                                  <p:stCondLst>
                                    <p:cond delay="0"/>
                                  </p:stCondLst>
                                  <p:childTnLst>
                                    <p:set>
                                      <p:cBhvr>
                                        <p:cTn id="86" dur="1" fill="hold">
                                          <p:stCondLst>
                                            <p:cond delay="0"/>
                                          </p:stCondLst>
                                        </p:cTn>
                                        <p:tgtEl>
                                          <p:spTgt spid="22"/>
                                        </p:tgtEl>
                                        <p:attrNameLst>
                                          <p:attrName>style.visibility</p:attrName>
                                        </p:attrNameLst>
                                      </p:cBhvr>
                                      <p:to>
                                        <p:strVal val="visible"/>
                                      </p:to>
                                    </p:set>
                                    <p:anim calcmode="lin" valueType="num">
                                      <p:cBhvr>
                                        <p:cTn id="87" dur="500" fill="hold"/>
                                        <p:tgtEl>
                                          <p:spTgt spid="22"/>
                                        </p:tgtEl>
                                        <p:attrNameLst>
                                          <p:attrName>ppt_w</p:attrName>
                                        </p:attrNameLst>
                                      </p:cBhvr>
                                      <p:tavLst>
                                        <p:tav tm="0">
                                          <p:val>
                                            <p:fltVal val="0"/>
                                          </p:val>
                                        </p:tav>
                                        <p:tav tm="100000">
                                          <p:val>
                                            <p:strVal val="#ppt_w"/>
                                          </p:val>
                                        </p:tav>
                                      </p:tavLst>
                                    </p:anim>
                                    <p:anim calcmode="lin" valueType="num">
                                      <p:cBhvr>
                                        <p:cTn id="88" dur="500" fill="hold"/>
                                        <p:tgtEl>
                                          <p:spTgt spid="22"/>
                                        </p:tgtEl>
                                        <p:attrNameLst>
                                          <p:attrName>ppt_h</p:attrName>
                                        </p:attrNameLst>
                                      </p:cBhvr>
                                      <p:tavLst>
                                        <p:tav tm="0">
                                          <p:val>
                                            <p:fltVal val="0"/>
                                          </p:val>
                                        </p:tav>
                                        <p:tav tm="100000">
                                          <p:val>
                                            <p:strVal val="#ppt_h"/>
                                          </p:val>
                                        </p:tav>
                                      </p:tavLst>
                                    </p:anim>
                                    <p:animEffect transition="in" filter="fade">
                                      <p:cBhvr>
                                        <p:cTn id="89" dur="500"/>
                                        <p:tgtEl>
                                          <p:spTgt spid="22"/>
                                        </p:tgtEl>
                                      </p:cBhvr>
                                    </p:animEffect>
                                  </p:childTnLst>
                                </p:cTn>
                              </p:par>
                              <p:par>
                                <p:cTn id="90" presetID="53" presetClass="entr" presetSubtype="16" fill="hold" nodeType="withEffect">
                                  <p:stCondLst>
                                    <p:cond delay="0"/>
                                  </p:stCondLst>
                                  <p:childTnLst>
                                    <p:set>
                                      <p:cBhvr>
                                        <p:cTn id="91" dur="1" fill="hold">
                                          <p:stCondLst>
                                            <p:cond delay="0"/>
                                          </p:stCondLst>
                                        </p:cTn>
                                        <p:tgtEl>
                                          <p:spTgt spid="23"/>
                                        </p:tgtEl>
                                        <p:attrNameLst>
                                          <p:attrName>style.visibility</p:attrName>
                                        </p:attrNameLst>
                                      </p:cBhvr>
                                      <p:to>
                                        <p:strVal val="visible"/>
                                      </p:to>
                                    </p:set>
                                    <p:anim calcmode="lin" valueType="num">
                                      <p:cBhvr>
                                        <p:cTn id="92" dur="500" fill="hold"/>
                                        <p:tgtEl>
                                          <p:spTgt spid="23"/>
                                        </p:tgtEl>
                                        <p:attrNameLst>
                                          <p:attrName>ppt_w</p:attrName>
                                        </p:attrNameLst>
                                      </p:cBhvr>
                                      <p:tavLst>
                                        <p:tav tm="0">
                                          <p:val>
                                            <p:fltVal val="0"/>
                                          </p:val>
                                        </p:tav>
                                        <p:tav tm="100000">
                                          <p:val>
                                            <p:strVal val="#ppt_w"/>
                                          </p:val>
                                        </p:tav>
                                      </p:tavLst>
                                    </p:anim>
                                    <p:anim calcmode="lin" valueType="num">
                                      <p:cBhvr>
                                        <p:cTn id="93" dur="500" fill="hold"/>
                                        <p:tgtEl>
                                          <p:spTgt spid="23"/>
                                        </p:tgtEl>
                                        <p:attrNameLst>
                                          <p:attrName>ppt_h</p:attrName>
                                        </p:attrNameLst>
                                      </p:cBhvr>
                                      <p:tavLst>
                                        <p:tav tm="0">
                                          <p:val>
                                            <p:fltVal val="0"/>
                                          </p:val>
                                        </p:tav>
                                        <p:tav tm="100000">
                                          <p:val>
                                            <p:strVal val="#ppt_h"/>
                                          </p:val>
                                        </p:tav>
                                      </p:tavLst>
                                    </p:anim>
                                    <p:animEffect transition="in" filter="fade">
                                      <p:cBhvr>
                                        <p:cTn id="94" dur="500"/>
                                        <p:tgtEl>
                                          <p:spTgt spid="23"/>
                                        </p:tgtEl>
                                      </p:cBhvr>
                                    </p:animEffect>
                                  </p:childTnLst>
                                </p:cTn>
                              </p:par>
                              <p:par>
                                <p:cTn id="95" presetID="53" presetClass="entr" presetSubtype="16" fill="hold" nodeType="withEffect">
                                  <p:stCondLst>
                                    <p:cond delay="0"/>
                                  </p:stCondLst>
                                  <p:childTnLst>
                                    <p:set>
                                      <p:cBhvr>
                                        <p:cTn id="96" dur="1" fill="hold">
                                          <p:stCondLst>
                                            <p:cond delay="0"/>
                                          </p:stCondLst>
                                        </p:cTn>
                                        <p:tgtEl>
                                          <p:spTgt spid="24"/>
                                        </p:tgtEl>
                                        <p:attrNameLst>
                                          <p:attrName>style.visibility</p:attrName>
                                        </p:attrNameLst>
                                      </p:cBhvr>
                                      <p:to>
                                        <p:strVal val="visible"/>
                                      </p:to>
                                    </p:set>
                                    <p:anim calcmode="lin" valueType="num">
                                      <p:cBhvr>
                                        <p:cTn id="97" dur="500" fill="hold"/>
                                        <p:tgtEl>
                                          <p:spTgt spid="24"/>
                                        </p:tgtEl>
                                        <p:attrNameLst>
                                          <p:attrName>ppt_w</p:attrName>
                                        </p:attrNameLst>
                                      </p:cBhvr>
                                      <p:tavLst>
                                        <p:tav tm="0">
                                          <p:val>
                                            <p:fltVal val="0"/>
                                          </p:val>
                                        </p:tav>
                                        <p:tav tm="100000">
                                          <p:val>
                                            <p:strVal val="#ppt_w"/>
                                          </p:val>
                                        </p:tav>
                                      </p:tavLst>
                                    </p:anim>
                                    <p:anim calcmode="lin" valueType="num">
                                      <p:cBhvr>
                                        <p:cTn id="98" dur="500" fill="hold"/>
                                        <p:tgtEl>
                                          <p:spTgt spid="24"/>
                                        </p:tgtEl>
                                        <p:attrNameLst>
                                          <p:attrName>ppt_h</p:attrName>
                                        </p:attrNameLst>
                                      </p:cBhvr>
                                      <p:tavLst>
                                        <p:tav tm="0">
                                          <p:val>
                                            <p:fltVal val="0"/>
                                          </p:val>
                                        </p:tav>
                                        <p:tav tm="100000">
                                          <p:val>
                                            <p:strVal val="#ppt_h"/>
                                          </p:val>
                                        </p:tav>
                                      </p:tavLst>
                                    </p:anim>
                                    <p:animEffect transition="in" filter="fade">
                                      <p:cBhvr>
                                        <p:cTn id="9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P spid="7" grpId="0" animBg="1"/>
      <p:bldP spid="9" grpId="0" animBg="1"/>
      <p:bldP spid="10" grpId="0" animBg="1"/>
      <p:bldP spid="11" grpId="0" animBg="1"/>
      <p:bldP spid="13" grpId="0"/>
      <p:bldP spid="14" grpId="0"/>
      <p:bldP spid="15" grpId="0"/>
      <p:bldP spid="16" grpId="0"/>
      <p:bldP spid="17" grpId="0"/>
      <p:bldP spid="18" grpId="0"/>
      <p:bldP spid="19" grpId="0"/>
      <p:bldP spid="2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0" y="0"/>
            <a:ext cx="12192000" cy="6857999"/>
          </a:xfrm>
          <a:prstGeom prst="rect">
            <a:avLst/>
          </a:prstGeom>
        </p:spPr>
      </p:pic>
      <p:pic>
        <p:nvPicPr>
          <p:cNvPr id="2" name="图片 1"/>
          <p:cNvPicPr>
            <a:picLocks noChangeAspect="1"/>
          </p:cNvPicPr>
          <p:nvPr/>
        </p:nvPicPr>
        <p:blipFill>
          <a:blip r:embed="rId2"/>
          <a:stretch>
            <a:fillRect/>
          </a:stretch>
        </p:blipFill>
        <p:spPr>
          <a:xfrm>
            <a:off x="0" y="182755"/>
            <a:ext cx="3307080" cy="3133725"/>
          </a:xfrm>
          <a:prstGeom prst="rect">
            <a:avLst/>
          </a:prstGeom>
        </p:spPr>
      </p:pic>
      <p:pic>
        <p:nvPicPr>
          <p:cNvPr id="6" name="图片 5"/>
          <p:cNvPicPr>
            <a:picLocks noChangeAspect="1"/>
          </p:cNvPicPr>
          <p:nvPr/>
        </p:nvPicPr>
        <p:blipFill>
          <a:blip r:embed="rId3"/>
          <a:stretch>
            <a:fillRect/>
          </a:stretch>
        </p:blipFill>
        <p:spPr>
          <a:xfrm>
            <a:off x="7049106" y="0"/>
            <a:ext cx="5142894" cy="2162354"/>
          </a:xfrm>
          <a:prstGeom prst="rect">
            <a:avLst/>
          </a:prstGeom>
        </p:spPr>
      </p:pic>
      <p:pic>
        <p:nvPicPr>
          <p:cNvPr id="7" name="图片 6"/>
          <p:cNvPicPr>
            <a:picLocks noChangeAspect="1"/>
          </p:cNvPicPr>
          <p:nvPr/>
        </p:nvPicPr>
        <p:blipFill>
          <a:blip r:embed="rId4"/>
          <a:stretch>
            <a:fillRect/>
          </a:stretch>
        </p:blipFill>
        <p:spPr>
          <a:xfrm>
            <a:off x="10241280" y="3918468"/>
            <a:ext cx="1950720" cy="2162354"/>
          </a:xfrm>
          <a:prstGeom prst="rect">
            <a:avLst/>
          </a:prstGeom>
        </p:spPr>
      </p:pic>
      <p:pic>
        <p:nvPicPr>
          <p:cNvPr id="12" name="图片 11"/>
          <p:cNvPicPr>
            <a:picLocks noChangeAspect="1"/>
          </p:cNvPicPr>
          <p:nvPr/>
        </p:nvPicPr>
        <p:blipFill>
          <a:blip r:embed="rId5"/>
          <a:stretch>
            <a:fillRect/>
          </a:stretch>
        </p:blipFill>
        <p:spPr>
          <a:xfrm>
            <a:off x="756321" y="556261"/>
            <a:ext cx="10679358" cy="5745479"/>
          </a:xfrm>
          <a:prstGeom prst="rect">
            <a:avLst/>
          </a:prstGeom>
        </p:spPr>
      </p:pic>
      <p:pic>
        <p:nvPicPr>
          <p:cNvPr id="26" name="图片 2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289774" y="4811050"/>
            <a:ext cx="1915843" cy="2120668"/>
          </a:xfrm>
          <a:prstGeom prst="rect">
            <a:avLst/>
          </a:prstGeom>
        </p:spPr>
      </p:pic>
      <p:pic>
        <p:nvPicPr>
          <p:cNvPr id="17" name="图片 16"/>
          <p:cNvPicPr>
            <a:picLocks noChangeAspect="1"/>
          </p:cNvPicPr>
          <p:nvPr/>
        </p:nvPicPr>
        <p:blipFill>
          <a:blip r:embed="rId7"/>
          <a:stretch>
            <a:fillRect/>
          </a:stretch>
        </p:blipFill>
        <p:spPr>
          <a:xfrm>
            <a:off x="9485141" y="4449871"/>
            <a:ext cx="2706859" cy="2408129"/>
          </a:xfrm>
          <a:prstGeom prst="rect">
            <a:avLst/>
          </a:prstGeom>
        </p:spPr>
      </p:pic>
      <p:pic>
        <p:nvPicPr>
          <p:cNvPr id="18" name="图片 17"/>
          <p:cNvPicPr>
            <a:picLocks noChangeAspect="1"/>
          </p:cNvPicPr>
          <p:nvPr/>
        </p:nvPicPr>
        <p:blipFill>
          <a:blip r:embed="rId8"/>
          <a:stretch>
            <a:fillRect/>
          </a:stretch>
        </p:blipFill>
        <p:spPr>
          <a:xfrm>
            <a:off x="-1" y="4602481"/>
            <a:ext cx="3110243" cy="2255520"/>
          </a:xfrm>
          <a:prstGeom prst="rect">
            <a:avLst/>
          </a:prstGeom>
        </p:spPr>
      </p:pic>
      <p:sp>
        <p:nvSpPr>
          <p:cNvPr id="11" name="文本框 10"/>
          <p:cNvSpPr txBox="1"/>
          <p:nvPr/>
        </p:nvSpPr>
        <p:spPr>
          <a:xfrm>
            <a:off x="1999063" y="3665980"/>
            <a:ext cx="8193874" cy="1015663"/>
          </a:xfrm>
          <a:prstGeom prst="rect">
            <a:avLst/>
          </a:prstGeom>
          <a:noFill/>
        </p:spPr>
        <p:txBody>
          <a:bodyPr wrap="square" rtlCol="0">
            <a:spAutoFit/>
          </a:bodyPr>
          <a:lstStyle>
            <a:defPPr>
              <a:defRPr lang="zh-CN"/>
            </a:defPPr>
            <a:lvl1pPr algn="ctr">
              <a:defRPr sz="6000">
                <a:latin typeface="思源黑体 CN Bold" panose="020B0800000000000000" pitchFamily="34" charset="-122"/>
                <a:ea typeface="思源黑体 CN Bold" panose="020B0800000000000000" pitchFamily="34" charset="-122"/>
              </a:defRPr>
            </a:lvl1pPr>
          </a:lstStyle>
          <a:p>
            <a:r>
              <a:rPr lang="zh-CN" altLang="en-US" dirty="0"/>
              <a:t>经典好书分享</a:t>
            </a:r>
            <a:endParaRPr lang="zh-CN" altLang="en-US" dirty="0"/>
          </a:p>
        </p:txBody>
      </p:sp>
      <p:pic>
        <p:nvPicPr>
          <p:cNvPr id="13" name="图片 1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667548" y="1628778"/>
            <a:ext cx="2856902" cy="1823648"/>
          </a:xfrm>
          <a:prstGeom prst="rect">
            <a:avLst/>
          </a:prstGeom>
        </p:spPr>
      </p:pic>
      <p:sp>
        <p:nvSpPr>
          <p:cNvPr id="16" name="文本框 15"/>
          <p:cNvSpPr txBox="1"/>
          <p:nvPr/>
        </p:nvSpPr>
        <p:spPr>
          <a:xfrm>
            <a:off x="4972635" y="2121739"/>
            <a:ext cx="2246731" cy="769441"/>
          </a:xfrm>
          <a:prstGeom prst="rect">
            <a:avLst/>
          </a:prstGeom>
          <a:noFill/>
        </p:spPr>
        <p:txBody>
          <a:bodyPr vert="horz" wrap="square" rtlCol="0">
            <a:spAutoFit/>
          </a:bodyPr>
          <a:lstStyle/>
          <a:p>
            <a:pPr algn="ctr"/>
            <a:r>
              <a:rPr lang="en-US" altLang="zh-CN" sz="4400" dirty="0">
                <a:gradFill>
                  <a:gsLst>
                    <a:gs pos="0">
                      <a:srgbClr val="FEAE08"/>
                    </a:gs>
                    <a:gs pos="100000">
                      <a:srgbClr val="A81E14"/>
                    </a:gs>
                  </a:gsLst>
                  <a:lin ang="10800000" scaled="1"/>
                </a:gradFill>
                <a:latin typeface="思源黑体 CN Heavy" panose="020B0A00000000000000" pitchFamily="34" charset="-122"/>
                <a:ea typeface="思源黑体 CN Heavy" panose="020B0A00000000000000" pitchFamily="34" charset="-122"/>
              </a:rPr>
              <a:t>0 3</a:t>
            </a:r>
            <a:endParaRPr lang="zh-CN" altLang="en-US" sz="4400" dirty="0">
              <a:gradFill>
                <a:gsLst>
                  <a:gs pos="0">
                    <a:srgbClr val="FEAE08"/>
                  </a:gs>
                  <a:gs pos="100000">
                    <a:srgbClr val="A81E14"/>
                  </a:gs>
                </a:gsLst>
                <a:lin ang="10800000" scaled="1"/>
              </a:gradFill>
              <a:latin typeface="思源黑体 CN Heavy" panose="020B0A00000000000000" pitchFamily="34" charset="-122"/>
              <a:ea typeface="思源黑体 CN Heavy" panose="020B0A00000000000000" pitchFamily="34" charset="-122"/>
            </a:endParaRPr>
          </a:p>
        </p:txBody>
      </p:sp>
      <p:pic>
        <p:nvPicPr>
          <p:cNvPr id="22" name="图片 21"/>
          <p:cNvPicPr>
            <a:picLocks noChangeAspect="1"/>
          </p:cNvPicPr>
          <p:nvPr/>
        </p:nvPicPr>
        <p:blipFill>
          <a:blip r:embed="rId10"/>
          <a:stretch>
            <a:fillRect/>
          </a:stretch>
        </p:blipFill>
        <p:spPr>
          <a:xfrm>
            <a:off x="7448248" y="4378186"/>
            <a:ext cx="2553001" cy="270890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arn(inVertical)">
                                      <p:cBhvr>
                                        <p:cTn id="7" dur="500"/>
                                        <p:tgtEl>
                                          <p:spTgt spid="16"/>
                                        </p:tgtEl>
                                      </p:cBhvr>
                                    </p:animEffect>
                                  </p:childTnLst>
                                </p:cTn>
                              </p:par>
                              <p:par>
                                <p:cTn id="8" presetID="16" presetClass="entr" presetSubtype="21"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barn(inVertical)">
                                      <p:cBhvr>
                                        <p:cTn id="10" dur="500"/>
                                        <p:tgtEl>
                                          <p:spTgt spid="13"/>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arn(inVertical)">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0" y="0"/>
            <a:ext cx="12192000" cy="6857999"/>
          </a:xfrm>
          <a:prstGeom prst="rect">
            <a:avLst/>
          </a:prstGeom>
        </p:spPr>
      </p:pic>
      <p:pic>
        <p:nvPicPr>
          <p:cNvPr id="7" name="图片 6"/>
          <p:cNvPicPr>
            <a:picLocks noChangeAspect="1"/>
          </p:cNvPicPr>
          <p:nvPr/>
        </p:nvPicPr>
        <p:blipFill>
          <a:blip r:embed="rId2"/>
          <a:stretch>
            <a:fillRect/>
          </a:stretch>
        </p:blipFill>
        <p:spPr>
          <a:xfrm>
            <a:off x="756321" y="556261"/>
            <a:ext cx="10679358" cy="5745479"/>
          </a:xfrm>
          <a:prstGeom prst="rect">
            <a:avLst/>
          </a:prstGeom>
        </p:spPr>
      </p:pic>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31122" y="1425845"/>
            <a:ext cx="4641036" cy="4254283"/>
          </a:xfrm>
          <a:prstGeom prst="rect">
            <a:avLst/>
          </a:prstGeom>
        </p:spPr>
      </p:pic>
      <p:sp>
        <p:nvSpPr>
          <p:cNvPr id="6" name="文本框 5"/>
          <p:cNvSpPr txBox="1"/>
          <p:nvPr/>
        </p:nvSpPr>
        <p:spPr>
          <a:xfrm>
            <a:off x="1719842" y="2578319"/>
            <a:ext cx="1976259" cy="400110"/>
          </a:xfrm>
          <a:prstGeom prst="rect">
            <a:avLst/>
          </a:prstGeom>
          <a:noFill/>
        </p:spPr>
        <p:txBody>
          <a:bodyPr wrap="square" rtlCol="0">
            <a:spAutoFit/>
          </a:bodyPr>
          <a:lstStyle/>
          <a:p>
            <a:pPr algn="ctr"/>
            <a:r>
              <a:rPr lang="zh-CN" altLang="en-US" sz="2000" dirty="0">
                <a:latin typeface="思源黑体 CN Medium" panose="020B0600000000000000" pitchFamily="34" charset="-122"/>
                <a:ea typeface="思源黑体 CN Medium" panose="020B0600000000000000" pitchFamily="34" charset="-122"/>
              </a:rPr>
              <a:t>文本题目</a:t>
            </a:r>
            <a:endParaRPr lang="zh-CN" altLang="en-US" sz="2000" dirty="0">
              <a:latin typeface="思源黑体 CN Medium" panose="020B0600000000000000" pitchFamily="34" charset="-122"/>
              <a:ea typeface="思源黑体 CN Medium" panose="020B0600000000000000" pitchFamily="34" charset="-122"/>
            </a:endParaRPr>
          </a:p>
        </p:txBody>
      </p:sp>
      <p:sp>
        <p:nvSpPr>
          <p:cNvPr id="9" name="文本框 8"/>
          <p:cNvSpPr txBox="1"/>
          <p:nvPr/>
        </p:nvSpPr>
        <p:spPr>
          <a:xfrm>
            <a:off x="1719842" y="2964781"/>
            <a:ext cx="1976259" cy="592085"/>
          </a:xfrm>
          <a:prstGeom prst="rect">
            <a:avLst/>
          </a:prstGeom>
          <a:noFill/>
        </p:spPr>
        <p:txBody>
          <a:bodyPr wrap="square" rtlCol="0">
            <a:spAutoFit/>
          </a:bodyPr>
          <a:lstStyle/>
          <a:p>
            <a:pPr algn="ct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 </a:t>
            </a:r>
            <a:endParaRPr lang="zh-CN" altLang="en-US" sz="1400" dirty="0">
              <a:latin typeface="思源黑体 CN Normal" panose="020B0400000000000000" pitchFamily="34" charset="-122"/>
              <a:ea typeface="思源黑体 CN Normal" panose="020B0400000000000000" pitchFamily="34" charset="-122"/>
            </a:endParaRPr>
          </a:p>
        </p:txBody>
      </p:sp>
      <p:sp>
        <p:nvSpPr>
          <p:cNvPr id="10" name="文本框 9"/>
          <p:cNvSpPr txBox="1"/>
          <p:nvPr/>
        </p:nvSpPr>
        <p:spPr>
          <a:xfrm>
            <a:off x="4126158" y="2578319"/>
            <a:ext cx="1976259" cy="400110"/>
          </a:xfrm>
          <a:prstGeom prst="rect">
            <a:avLst/>
          </a:prstGeom>
          <a:noFill/>
        </p:spPr>
        <p:txBody>
          <a:bodyPr wrap="square" rtlCol="0">
            <a:spAutoFit/>
          </a:bodyPr>
          <a:lstStyle/>
          <a:p>
            <a:pPr algn="ctr"/>
            <a:r>
              <a:rPr lang="zh-CN" altLang="en-US" sz="2000" dirty="0">
                <a:latin typeface="思源黑体 CN Medium" panose="020B0600000000000000" pitchFamily="34" charset="-122"/>
                <a:ea typeface="思源黑体 CN Medium" panose="020B0600000000000000" pitchFamily="34" charset="-122"/>
              </a:rPr>
              <a:t>文本题目</a:t>
            </a:r>
            <a:endParaRPr lang="zh-CN" altLang="en-US" sz="2000" dirty="0">
              <a:latin typeface="思源黑体 CN Medium" panose="020B0600000000000000" pitchFamily="34" charset="-122"/>
              <a:ea typeface="思源黑体 CN Medium" panose="020B0600000000000000" pitchFamily="34" charset="-122"/>
            </a:endParaRPr>
          </a:p>
        </p:txBody>
      </p:sp>
      <p:sp>
        <p:nvSpPr>
          <p:cNvPr id="11" name="文本框 10"/>
          <p:cNvSpPr txBox="1"/>
          <p:nvPr/>
        </p:nvSpPr>
        <p:spPr>
          <a:xfrm>
            <a:off x="4126158" y="2964781"/>
            <a:ext cx="1976259" cy="592085"/>
          </a:xfrm>
          <a:prstGeom prst="rect">
            <a:avLst/>
          </a:prstGeom>
          <a:noFill/>
        </p:spPr>
        <p:txBody>
          <a:bodyPr wrap="square" rtlCol="0">
            <a:spAutoFit/>
          </a:bodyPr>
          <a:lstStyle/>
          <a:p>
            <a:pPr algn="ct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 </a:t>
            </a:r>
            <a:endParaRPr lang="zh-CN" altLang="en-US" sz="1400" dirty="0">
              <a:latin typeface="思源黑体 CN Normal" panose="020B0400000000000000" pitchFamily="34" charset="-122"/>
              <a:ea typeface="思源黑体 CN Normal" panose="020B0400000000000000" pitchFamily="34" charset="-122"/>
            </a:endParaRPr>
          </a:p>
        </p:txBody>
      </p:sp>
      <p:sp>
        <p:nvSpPr>
          <p:cNvPr id="12" name="文本框 11"/>
          <p:cNvSpPr txBox="1"/>
          <p:nvPr/>
        </p:nvSpPr>
        <p:spPr>
          <a:xfrm>
            <a:off x="1719842" y="4356858"/>
            <a:ext cx="1976259" cy="400110"/>
          </a:xfrm>
          <a:prstGeom prst="rect">
            <a:avLst/>
          </a:prstGeom>
          <a:noFill/>
        </p:spPr>
        <p:txBody>
          <a:bodyPr wrap="square" rtlCol="0">
            <a:spAutoFit/>
          </a:bodyPr>
          <a:lstStyle/>
          <a:p>
            <a:pPr algn="ctr"/>
            <a:r>
              <a:rPr lang="zh-CN" altLang="en-US" sz="2000" dirty="0">
                <a:latin typeface="思源黑体 CN Medium" panose="020B0600000000000000" pitchFamily="34" charset="-122"/>
                <a:ea typeface="思源黑体 CN Medium" panose="020B0600000000000000" pitchFamily="34" charset="-122"/>
              </a:rPr>
              <a:t>文本题目</a:t>
            </a:r>
            <a:endParaRPr lang="zh-CN" altLang="en-US" sz="2000" dirty="0">
              <a:latin typeface="思源黑体 CN Medium" panose="020B0600000000000000" pitchFamily="34" charset="-122"/>
              <a:ea typeface="思源黑体 CN Medium" panose="020B0600000000000000" pitchFamily="34" charset="-122"/>
            </a:endParaRPr>
          </a:p>
        </p:txBody>
      </p:sp>
      <p:sp>
        <p:nvSpPr>
          <p:cNvPr id="13" name="文本框 12"/>
          <p:cNvSpPr txBox="1"/>
          <p:nvPr/>
        </p:nvSpPr>
        <p:spPr>
          <a:xfrm>
            <a:off x="1719842" y="4743320"/>
            <a:ext cx="1976259" cy="592085"/>
          </a:xfrm>
          <a:prstGeom prst="rect">
            <a:avLst/>
          </a:prstGeom>
          <a:noFill/>
        </p:spPr>
        <p:txBody>
          <a:bodyPr wrap="square" rtlCol="0">
            <a:spAutoFit/>
          </a:bodyPr>
          <a:lstStyle/>
          <a:p>
            <a:pPr algn="ct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 </a:t>
            </a:r>
            <a:endParaRPr lang="zh-CN" altLang="en-US" sz="1400" dirty="0">
              <a:latin typeface="思源黑体 CN Normal" panose="020B0400000000000000" pitchFamily="34" charset="-122"/>
              <a:ea typeface="思源黑体 CN Normal" panose="020B0400000000000000" pitchFamily="34" charset="-122"/>
            </a:endParaRPr>
          </a:p>
        </p:txBody>
      </p:sp>
      <p:sp>
        <p:nvSpPr>
          <p:cNvPr id="14" name="文本框 13"/>
          <p:cNvSpPr txBox="1"/>
          <p:nvPr/>
        </p:nvSpPr>
        <p:spPr>
          <a:xfrm>
            <a:off x="4126158" y="4356858"/>
            <a:ext cx="1976259" cy="400110"/>
          </a:xfrm>
          <a:prstGeom prst="rect">
            <a:avLst/>
          </a:prstGeom>
          <a:noFill/>
        </p:spPr>
        <p:txBody>
          <a:bodyPr wrap="square" rtlCol="0">
            <a:spAutoFit/>
          </a:bodyPr>
          <a:lstStyle/>
          <a:p>
            <a:pPr algn="ctr"/>
            <a:r>
              <a:rPr lang="zh-CN" altLang="en-US" sz="2000" dirty="0">
                <a:latin typeface="思源黑体 CN Medium" panose="020B0600000000000000" pitchFamily="34" charset="-122"/>
                <a:ea typeface="思源黑体 CN Medium" panose="020B0600000000000000" pitchFamily="34" charset="-122"/>
              </a:rPr>
              <a:t>文本题目</a:t>
            </a:r>
            <a:endParaRPr lang="zh-CN" altLang="en-US" sz="2000" dirty="0">
              <a:latin typeface="思源黑体 CN Medium" panose="020B0600000000000000" pitchFamily="34" charset="-122"/>
              <a:ea typeface="思源黑体 CN Medium" panose="020B0600000000000000" pitchFamily="34" charset="-122"/>
            </a:endParaRPr>
          </a:p>
        </p:txBody>
      </p:sp>
      <p:sp>
        <p:nvSpPr>
          <p:cNvPr id="15" name="文本框 14"/>
          <p:cNvSpPr txBox="1"/>
          <p:nvPr/>
        </p:nvSpPr>
        <p:spPr>
          <a:xfrm>
            <a:off x="4126158" y="4743320"/>
            <a:ext cx="1976259" cy="592085"/>
          </a:xfrm>
          <a:prstGeom prst="rect">
            <a:avLst/>
          </a:prstGeom>
          <a:noFill/>
        </p:spPr>
        <p:txBody>
          <a:bodyPr wrap="square" rtlCol="0">
            <a:spAutoFit/>
          </a:bodyPr>
          <a:lstStyle/>
          <a:p>
            <a:pPr algn="ct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 </a:t>
            </a:r>
            <a:endParaRPr lang="zh-CN" altLang="en-US" sz="1400" dirty="0">
              <a:latin typeface="思源黑体 CN Normal" panose="020B0400000000000000" pitchFamily="34" charset="-122"/>
              <a:ea typeface="思源黑体 CN Normal" panose="020B0400000000000000" pitchFamily="34" charset="-122"/>
            </a:endParaRPr>
          </a:p>
        </p:txBody>
      </p:sp>
      <p:pic>
        <p:nvPicPr>
          <p:cNvPr id="16" name="图形 15"/>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484165" y="3774071"/>
            <a:ext cx="447612" cy="447612"/>
          </a:xfrm>
          <a:prstGeom prst="rect">
            <a:avLst/>
          </a:prstGeom>
        </p:spPr>
      </p:pic>
      <p:pic>
        <p:nvPicPr>
          <p:cNvPr id="17" name="图形 16"/>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99337" y="2022464"/>
            <a:ext cx="417268" cy="371748"/>
          </a:xfrm>
          <a:prstGeom prst="rect">
            <a:avLst/>
          </a:prstGeom>
        </p:spPr>
      </p:pic>
      <p:pic>
        <p:nvPicPr>
          <p:cNvPr id="18" name="图形 17"/>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927043" y="3855725"/>
            <a:ext cx="379332" cy="371746"/>
          </a:xfrm>
          <a:prstGeom prst="rect">
            <a:avLst/>
          </a:prstGeom>
        </p:spPr>
      </p:pic>
      <p:pic>
        <p:nvPicPr>
          <p:cNvPr id="19" name="图形 18"/>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922519" y="2009777"/>
            <a:ext cx="383536" cy="38353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 calcmode="lin" valueType="num">
                                      <p:cBhvr additive="base">
                                        <p:cTn id="35" dur="500" fill="hold"/>
                                        <p:tgtEl>
                                          <p:spTgt spid="15"/>
                                        </p:tgtEl>
                                        <p:attrNameLst>
                                          <p:attrName>ppt_x</p:attrName>
                                        </p:attrNameLst>
                                      </p:cBhvr>
                                      <p:tavLst>
                                        <p:tav tm="0">
                                          <p:val>
                                            <p:strVal val="#ppt_x"/>
                                          </p:val>
                                        </p:tav>
                                        <p:tav tm="100000">
                                          <p:val>
                                            <p:strVal val="#ppt_x"/>
                                          </p:val>
                                        </p:tav>
                                      </p:tavLst>
                                    </p:anim>
                                    <p:anim calcmode="lin" valueType="num">
                                      <p:cBhvr additive="base">
                                        <p:cTn id="36" dur="500" fill="hold"/>
                                        <p:tgtEl>
                                          <p:spTgt spid="15"/>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additive="base">
                                        <p:cTn id="39" dur="500" fill="hold"/>
                                        <p:tgtEl>
                                          <p:spTgt spid="16"/>
                                        </p:tgtEl>
                                        <p:attrNameLst>
                                          <p:attrName>ppt_x</p:attrName>
                                        </p:attrNameLst>
                                      </p:cBhvr>
                                      <p:tavLst>
                                        <p:tav tm="0">
                                          <p:val>
                                            <p:strVal val="#ppt_x"/>
                                          </p:val>
                                        </p:tav>
                                        <p:tav tm="100000">
                                          <p:val>
                                            <p:strVal val="#ppt_x"/>
                                          </p:val>
                                        </p:tav>
                                      </p:tavLst>
                                    </p:anim>
                                    <p:anim calcmode="lin" valueType="num">
                                      <p:cBhvr additive="base">
                                        <p:cTn id="40" dur="500" fill="hold"/>
                                        <p:tgtEl>
                                          <p:spTgt spid="16"/>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additive="base">
                                        <p:cTn id="43" dur="500" fill="hold"/>
                                        <p:tgtEl>
                                          <p:spTgt spid="17"/>
                                        </p:tgtEl>
                                        <p:attrNameLst>
                                          <p:attrName>ppt_x</p:attrName>
                                        </p:attrNameLst>
                                      </p:cBhvr>
                                      <p:tavLst>
                                        <p:tav tm="0">
                                          <p:val>
                                            <p:strVal val="#ppt_x"/>
                                          </p:val>
                                        </p:tav>
                                        <p:tav tm="100000">
                                          <p:val>
                                            <p:strVal val="#ppt_x"/>
                                          </p:val>
                                        </p:tav>
                                      </p:tavLst>
                                    </p:anim>
                                    <p:anim calcmode="lin" valueType="num">
                                      <p:cBhvr additive="base">
                                        <p:cTn id="44" dur="500" fill="hold"/>
                                        <p:tgtEl>
                                          <p:spTgt spid="17"/>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8"/>
                                        </p:tgtEl>
                                        <p:attrNameLst>
                                          <p:attrName>style.visibility</p:attrName>
                                        </p:attrNameLst>
                                      </p:cBhvr>
                                      <p:to>
                                        <p:strVal val="visible"/>
                                      </p:to>
                                    </p:set>
                                    <p:anim calcmode="lin" valueType="num">
                                      <p:cBhvr additive="base">
                                        <p:cTn id="47" dur="500" fill="hold"/>
                                        <p:tgtEl>
                                          <p:spTgt spid="18"/>
                                        </p:tgtEl>
                                        <p:attrNameLst>
                                          <p:attrName>ppt_x</p:attrName>
                                        </p:attrNameLst>
                                      </p:cBhvr>
                                      <p:tavLst>
                                        <p:tav tm="0">
                                          <p:val>
                                            <p:strVal val="#ppt_x"/>
                                          </p:val>
                                        </p:tav>
                                        <p:tav tm="100000">
                                          <p:val>
                                            <p:strVal val="#ppt_x"/>
                                          </p:val>
                                        </p:tav>
                                      </p:tavLst>
                                    </p:anim>
                                    <p:anim calcmode="lin" valueType="num">
                                      <p:cBhvr additive="base">
                                        <p:cTn id="48" dur="500" fill="hold"/>
                                        <p:tgtEl>
                                          <p:spTgt spid="18"/>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19"/>
                                        </p:tgtEl>
                                        <p:attrNameLst>
                                          <p:attrName>style.visibility</p:attrName>
                                        </p:attrNameLst>
                                      </p:cBhvr>
                                      <p:to>
                                        <p:strVal val="visible"/>
                                      </p:to>
                                    </p:set>
                                    <p:anim calcmode="lin" valueType="num">
                                      <p:cBhvr additive="base">
                                        <p:cTn id="51" dur="500" fill="hold"/>
                                        <p:tgtEl>
                                          <p:spTgt spid="19"/>
                                        </p:tgtEl>
                                        <p:attrNameLst>
                                          <p:attrName>ppt_x</p:attrName>
                                        </p:attrNameLst>
                                      </p:cBhvr>
                                      <p:tavLst>
                                        <p:tav tm="0">
                                          <p:val>
                                            <p:strVal val="#ppt_x"/>
                                          </p:val>
                                        </p:tav>
                                        <p:tav tm="100000">
                                          <p:val>
                                            <p:strVal val="#ppt_x"/>
                                          </p:val>
                                        </p:tav>
                                      </p:tavLst>
                                    </p:anim>
                                    <p:anim calcmode="lin" valueType="num">
                                      <p:cBhvr additive="base">
                                        <p:cTn id="5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0" grpId="0"/>
      <p:bldP spid="11" grpId="0"/>
      <p:bldP spid="12" grpId="0"/>
      <p:bldP spid="13" grpId="0"/>
      <p:bldP spid="14" grpId="0"/>
      <p:bldP spid="1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0" y="0"/>
            <a:ext cx="12192000" cy="6857999"/>
          </a:xfrm>
          <a:prstGeom prst="rect">
            <a:avLst/>
          </a:prstGeom>
        </p:spPr>
      </p:pic>
      <p:pic>
        <p:nvPicPr>
          <p:cNvPr id="12" name="图片 11"/>
          <p:cNvPicPr>
            <a:picLocks noChangeAspect="1"/>
          </p:cNvPicPr>
          <p:nvPr/>
        </p:nvPicPr>
        <p:blipFill>
          <a:blip r:embed="rId2"/>
          <a:stretch>
            <a:fillRect/>
          </a:stretch>
        </p:blipFill>
        <p:spPr>
          <a:xfrm>
            <a:off x="756321" y="556261"/>
            <a:ext cx="10679358" cy="5745479"/>
          </a:xfrm>
          <a:prstGeom prst="rect">
            <a:avLst/>
          </a:prstGeom>
        </p:spPr>
      </p:pic>
      <p:sp>
        <p:nvSpPr>
          <p:cNvPr id="5" name="矩形 4"/>
          <p:cNvSpPr/>
          <p:nvPr/>
        </p:nvSpPr>
        <p:spPr>
          <a:xfrm rot="2700000">
            <a:off x="2407919" y="2262472"/>
            <a:ext cx="1171575" cy="1171575"/>
          </a:xfrm>
          <a:prstGeom prst="rect">
            <a:avLst/>
          </a:prstGeom>
          <a:no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2581473" y="2436026"/>
            <a:ext cx="824466" cy="824466"/>
          </a:xfrm>
          <a:prstGeom prst="rect">
            <a:avLst/>
          </a:prstGeom>
          <a:solidFill>
            <a:srgbClr val="F15337"/>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1786301" y="4095361"/>
            <a:ext cx="2417484" cy="400110"/>
          </a:xfrm>
          <a:prstGeom prst="rect">
            <a:avLst/>
          </a:prstGeom>
          <a:noFill/>
        </p:spPr>
        <p:txBody>
          <a:bodyPr wrap="square" rtlCol="0">
            <a:spAutoFit/>
          </a:bodyPr>
          <a:lstStyle/>
          <a:p>
            <a:pPr algn="ctr"/>
            <a:r>
              <a:rPr lang="zh-CN" altLang="en-US" sz="2000" dirty="0">
                <a:latin typeface="思源黑体 CN Medium" panose="020B0600000000000000" pitchFamily="34" charset="-122"/>
                <a:ea typeface="思源黑体 CN Medium" panose="020B0600000000000000" pitchFamily="34" charset="-122"/>
              </a:rPr>
              <a:t>文本题目</a:t>
            </a:r>
            <a:endParaRPr lang="zh-CN" altLang="en-US" sz="2000" dirty="0">
              <a:latin typeface="思源黑体 CN Medium" panose="020B0600000000000000" pitchFamily="34" charset="-122"/>
              <a:ea typeface="思源黑体 CN Medium" panose="020B0600000000000000" pitchFamily="34" charset="-122"/>
            </a:endParaRPr>
          </a:p>
        </p:txBody>
      </p:sp>
      <p:sp>
        <p:nvSpPr>
          <p:cNvPr id="7" name="文本框 6"/>
          <p:cNvSpPr txBox="1"/>
          <p:nvPr/>
        </p:nvSpPr>
        <p:spPr>
          <a:xfrm>
            <a:off x="1786301" y="4481823"/>
            <a:ext cx="2417484" cy="850617"/>
          </a:xfrm>
          <a:prstGeom prst="rect">
            <a:avLst/>
          </a:prstGeom>
          <a:noFill/>
        </p:spPr>
        <p:txBody>
          <a:bodyPr wrap="square" rtlCol="0">
            <a:spAutoFit/>
          </a:bodyPr>
          <a:lstStyle/>
          <a:p>
            <a:pPr algn="ct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此处填加您的内容填加您的内容填加您的内容填加您的内容填加您的内容</a:t>
            </a:r>
            <a:endParaRPr lang="zh-CN" altLang="en-US" sz="1400" dirty="0">
              <a:latin typeface="思源黑体 CN Normal" panose="020B0400000000000000" pitchFamily="34" charset="-122"/>
              <a:ea typeface="思源黑体 CN Normal" panose="020B0400000000000000" pitchFamily="34" charset="-122"/>
            </a:endParaRPr>
          </a:p>
        </p:txBody>
      </p:sp>
      <p:sp>
        <p:nvSpPr>
          <p:cNvPr id="9" name="文本框 8"/>
          <p:cNvSpPr txBox="1"/>
          <p:nvPr/>
        </p:nvSpPr>
        <p:spPr>
          <a:xfrm>
            <a:off x="4593795" y="4095361"/>
            <a:ext cx="2417484" cy="400110"/>
          </a:xfrm>
          <a:prstGeom prst="rect">
            <a:avLst/>
          </a:prstGeom>
          <a:noFill/>
        </p:spPr>
        <p:txBody>
          <a:bodyPr wrap="square" rtlCol="0">
            <a:spAutoFit/>
          </a:bodyPr>
          <a:lstStyle/>
          <a:p>
            <a:pPr algn="ctr"/>
            <a:r>
              <a:rPr lang="zh-CN" altLang="en-US" sz="2000" dirty="0">
                <a:latin typeface="思源黑体 CN Medium" panose="020B0600000000000000" pitchFamily="34" charset="-122"/>
                <a:ea typeface="思源黑体 CN Medium" panose="020B0600000000000000" pitchFamily="34" charset="-122"/>
              </a:rPr>
              <a:t>文本题目</a:t>
            </a:r>
            <a:endParaRPr lang="zh-CN" altLang="en-US" sz="2000" dirty="0">
              <a:latin typeface="思源黑体 CN Medium" panose="020B0600000000000000" pitchFamily="34" charset="-122"/>
              <a:ea typeface="思源黑体 CN Medium" panose="020B0600000000000000" pitchFamily="34" charset="-122"/>
            </a:endParaRPr>
          </a:p>
        </p:txBody>
      </p:sp>
      <p:sp>
        <p:nvSpPr>
          <p:cNvPr id="10" name="文本框 9"/>
          <p:cNvSpPr txBox="1"/>
          <p:nvPr/>
        </p:nvSpPr>
        <p:spPr>
          <a:xfrm>
            <a:off x="4593795" y="4481823"/>
            <a:ext cx="2417484" cy="850617"/>
          </a:xfrm>
          <a:prstGeom prst="rect">
            <a:avLst/>
          </a:prstGeom>
          <a:noFill/>
        </p:spPr>
        <p:txBody>
          <a:bodyPr wrap="square" rtlCol="0">
            <a:spAutoFit/>
          </a:bodyPr>
          <a:lstStyle/>
          <a:p>
            <a:pPr algn="ct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此处填加您的内容填加您的内容填加您的内容填加您的内容填加您的内容</a:t>
            </a:r>
            <a:endParaRPr lang="zh-CN" altLang="en-US" sz="1400" dirty="0">
              <a:latin typeface="思源黑体 CN Normal" panose="020B0400000000000000" pitchFamily="34" charset="-122"/>
              <a:ea typeface="思源黑体 CN Normal" panose="020B0400000000000000" pitchFamily="34" charset="-122"/>
            </a:endParaRPr>
          </a:p>
        </p:txBody>
      </p:sp>
      <p:sp>
        <p:nvSpPr>
          <p:cNvPr id="11" name="文本框 10"/>
          <p:cNvSpPr txBox="1"/>
          <p:nvPr/>
        </p:nvSpPr>
        <p:spPr>
          <a:xfrm>
            <a:off x="7401289" y="4095361"/>
            <a:ext cx="2417484" cy="400110"/>
          </a:xfrm>
          <a:prstGeom prst="rect">
            <a:avLst/>
          </a:prstGeom>
          <a:noFill/>
        </p:spPr>
        <p:txBody>
          <a:bodyPr wrap="square" rtlCol="0">
            <a:spAutoFit/>
          </a:bodyPr>
          <a:lstStyle/>
          <a:p>
            <a:pPr algn="ctr"/>
            <a:r>
              <a:rPr lang="zh-CN" altLang="en-US" sz="2000" dirty="0">
                <a:latin typeface="思源黑体 CN Medium" panose="020B0600000000000000" pitchFamily="34" charset="-122"/>
                <a:ea typeface="思源黑体 CN Medium" panose="020B0600000000000000" pitchFamily="34" charset="-122"/>
              </a:rPr>
              <a:t>文本题目</a:t>
            </a:r>
            <a:endParaRPr lang="zh-CN" altLang="en-US" sz="2000" dirty="0">
              <a:latin typeface="思源黑体 CN Medium" panose="020B0600000000000000" pitchFamily="34" charset="-122"/>
              <a:ea typeface="思源黑体 CN Medium" panose="020B0600000000000000" pitchFamily="34" charset="-122"/>
            </a:endParaRPr>
          </a:p>
        </p:txBody>
      </p:sp>
      <p:sp>
        <p:nvSpPr>
          <p:cNvPr id="13" name="文本框 12"/>
          <p:cNvSpPr txBox="1"/>
          <p:nvPr/>
        </p:nvSpPr>
        <p:spPr>
          <a:xfrm>
            <a:off x="7401289" y="4481823"/>
            <a:ext cx="2417484" cy="850617"/>
          </a:xfrm>
          <a:prstGeom prst="rect">
            <a:avLst/>
          </a:prstGeom>
          <a:noFill/>
        </p:spPr>
        <p:txBody>
          <a:bodyPr wrap="square" rtlCol="0">
            <a:spAutoFit/>
          </a:bodyPr>
          <a:lstStyle/>
          <a:p>
            <a:pPr algn="ct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此处填加您的内容填加您的内容填加您的内容填加您的内容填加您的内容</a:t>
            </a:r>
            <a:endParaRPr lang="zh-CN" altLang="en-US" sz="1400" dirty="0">
              <a:latin typeface="思源黑体 CN Normal" panose="020B0400000000000000" pitchFamily="34" charset="-122"/>
              <a:ea typeface="思源黑体 CN Normal" panose="020B0400000000000000" pitchFamily="34" charset="-122"/>
            </a:endParaRPr>
          </a:p>
        </p:txBody>
      </p:sp>
      <p:sp>
        <p:nvSpPr>
          <p:cNvPr id="14" name="矩形 13"/>
          <p:cNvSpPr/>
          <p:nvPr/>
        </p:nvSpPr>
        <p:spPr>
          <a:xfrm rot="2700000">
            <a:off x="5195601" y="2262472"/>
            <a:ext cx="1171575" cy="1171575"/>
          </a:xfrm>
          <a:prstGeom prst="rect">
            <a:avLst/>
          </a:prstGeom>
          <a:no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5369156" y="2436026"/>
            <a:ext cx="824466" cy="824466"/>
          </a:xfrm>
          <a:prstGeom prst="rect">
            <a:avLst/>
          </a:prstGeom>
          <a:solidFill>
            <a:srgbClr val="F15337"/>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rot="2700000">
            <a:off x="7983284" y="2262472"/>
            <a:ext cx="1171575" cy="1171575"/>
          </a:xfrm>
          <a:prstGeom prst="rect">
            <a:avLst/>
          </a:prstGeom>
          <a:no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8156838" y="2436026"/>
            <a:ext cx="824466" cy="824466"/>
          </a:xfrm>
          <a:prstGeom prst="rect">
            <a:avLst/>
          </a:prstGeom>
          <a:solidFill>
            <a:srgbClr val="F15337"/>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8" name="图形 17"/>
          <p:cNvPicPr>
            <a:picLocks noChangeAspect="1"/>
          </p:cNvPicPr>
          <p:nvPr/>
        </p:nvPicPr>
        <p:blipFill>
          <a:blip r:embed="rId3"/>
          <a:stretch>
            <a:fillRect/>
          </a:stretch>
        </p:blipFill>
        <p:spPr>
          <a:xfrm>
            <a:off x="5614098" y="2627245"/>
            <a:ext cx="350330" cy="445014"/>
          </a:xfrm>
          <a:prstGeom prst="rect">
            <a:avLst/>
          </a:prstGeom>
        </p:spPr>
      </p:pic>
      <p:pic>
        <p:nvPicPr>
          <p:cNvPr id="19" name="图形 18"/>
          <p:cNvPicPr>
            <a:picLocks noChangeAspect="1"/>
          </p:cNvPicPr>
          <p:nvPr/>
        </p:nvPicPr>
        <p:blipFill>
          <a:blip r:embed="rId4"/>
          <a:stretch>
            <a:fillRect/>
          </a:stretch>
        </p:blipFill>
        <p:spPr>
          <a:xfrm>
            <a:off x="8346254" y="2626626"/>
            <a:ext cx="445633" cy="445633"/>
          </a:xfrm>
          <a:prstGeom prst="rect">
            <a:avLst/>
          </a:prstGeom>
        </p:spPr>
      </p:pic>
      <p:pic>
        <p:nvPicPr>
          <p:cNvPr id="20" name="图形 19"/>
          <p:cNvPicPr>
            <a:picLocks noChangeAspect="1"/>
          </p:cNvPicPr>
          <p:nvPr/>
        </p:nvPicPr>
        <p:blipFill>
          <a:blip r:embed="rId5"/>
          <a:stretch>
            <a:fillRect/>
          </a:stretch>
        </p:blipFill>
        <p:spPr>
          <a:xfrm>
            <a:off x="2779259" y="2664109"/>
            <a:ext cx="416480" cy="40815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down)">
                                      <p:cBhvr>
                                        <p:cTn id="10" dur="500"/>
                                        <p:tgtEl>
                                          <p:spTgt spid="2"/>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00"/>
                                        <p:tgtEl>
                                          <p:spTgt spid="6"/>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down)">
                                      <p:cBhvr>
                                        <p:cTn id="16" dur="500"/>
                                        <p:tgtEl>
                                          <p:spTgt spid="7"/>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down)">
                                      <p:cBhvr>
                                        <p:cTn id="19" dur="500"/>
                                        <p:tgtEl>
                                          <p:spTgt spid="9"/>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down)">
                                      <p:cBhvr>
                                        <p:cTn id="22" dur="500"/>
                                        <p:tgtEl>
                                          <p:spTgt spid="10"/>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down)">
                                      <p:cBhvr>
                                        <p:cTn id="25" dur="500"/>
                                        <p:tgtEl>
                                          <p:spTgt spid="11"/>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wipe(down)">
                                      <p:cBhvr>
                                        <p:cTn id="28" dur="500"/>
                                        <p:tgtEl>
                                          <p:spTgt spid="13"/>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down)">
                                      <p:cBhvr>
                                        <p:cTn id="31" dur="500"/>
                                        <p:tgtEl>
                                          <p:spTgt spid="14"/>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wipe(down)">
                                      <p:cBhvr>
                                        <p:cTn id="34" dur="500"/>
                                        <p:tgtEl>
                                          <p:spTgt spid="15"/>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down)">
                                      <p:cBhvr>
                                        <p:cTn id="37" dur="500"/>
                                        <p:tgtEl>
                                          <p:spTgt spid="16"/>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wipe(down)">
                                      <p:cBhvr>
                                        <p:cTn id="40" dur="500"/>
                                        <p:tgtEl>
                                          <p:spTgt spid="17"/>
                                        </p:tgtEl>
                                      </p:cBhvr>
                                    </p:animEffect>
                                  </p:childTnLst>
                                </p:cTn>
                              </p:par>
                              <p:par>
                                <p:cTn id="41" presetID="22" presetClass="entr" presetSubtype="4" fill="hold"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wipe(down)">
                                      <p:cBhvr>
                                        <p:cTn id="43" dur="500"/>
                                        <p:tgtEl>
                                          <p:spTgt spid="18"/>
                                        </p:tgtEl>
                                      </p:cBhvr>
                                    </p:animEffect>
                                  </p:childTnLst>
                                </p:cTn>
                              </p:par>
                              <p:par>
                                <p:cTn id="44" presetID="22" presetClass="entr" presetSubtype="4" fill="hold"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wipe(down)">
                                      <p:cBhvr>
                                        <p:cTn id="46" dur="500"/>
                                        <p:tgtEl>
                                          <p:spTgt spid="19"/>
                                        </p:tgtEl>
                                      </p:cBhvr>
                                    </p:animEffect>
                                  </p:childTnLst>
                                </p:cTn>
                              </p:par>
                              <p:par>
                                <p:cTn id="47" presetID="22" presetClass="entr" presetSubtype="4" fill="hold"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wipe(down)">
                                      <p:cBhvr>
                                        <p:cTn id="4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animBg="1"/>
      <p:bldP spid="6" grpId="0"/>
      <p:bldP spid="7" grpId="0"/>
      <p:bldP spid="9" grpId="0"/>
      <p:bldP spid="10" grpId="0"/>
      <p:bldP spid="11" grpId="0"/>
      <p:bldP spid="13" grpId="0"/>
      <p:bldP spid="14" grpId="0" animBg="1"/>
      <p:bldP spid="15" grpId="0" animBg="1"/>
      <p:bldP spid="16" grpId="0" animBg="1"/>
      <p:bldP spid="1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0" y="0"/>
            <a:ext cx="12192000" cy="6857999"/>
          </a:xfrm>
          <a:prstGeom prst="rect">
            <a:avLst/>
          </a:prstGeom>
        </p:spPr>
      </p:pic>
      <p:pic>
        <p:nvPicPr>
          <p:cNvPr id="12" name="图片 11"/>
          <p:cNvPicPr>
            <a:picLocks noChangeAspect="1"/>
          </p:cNvPicPr>
          <p:nvPr/>
        </p:nvPicPr>
        <p:blipFill>
          <a:blip r:embed="rId2"/>
          <a:stretch>
            <a:fillRect/>
          </a:stretch>
        </p:blipFill>
        <p:spPr>
          <a:xfrm>
            <a:off x="756321" y="556261"/>
            <a:ext cx="10679358" cy="5745479"/>
          </a:xfrm>
          <a:prstGeom prst="rect">
            <a:avLst/>
          </a:prstGeom>
        </p:spPr>
      </p:pic>
      <p:sp>
        <p:nvSpPr>
          <p:cNvPr id="4" name="椭圆 3"/>
          <p:cNvSpPr/>
          <p:nvPr/>
        </p:nvSpPr>
        <p:spPr>
          <a:xfrm>
            <a:off x="4632960" y="2423160"/>
            <a:ext cx="2423160" cy="2423160"/>
          </a:xfrm>
          <a:prstGeom prst="ellipse">
            <a:avLst/>
          </a:prstGeom>
          <a:solidFill>
            <a:schemeClr val="bg1"/>
          </a:solidFill>
          <a:ln w="34925">
            <a:solidFill>
              <a:srgbClr val="F15337"/>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431441" y="1862575"/>
            <a:ext cx="2178186" cy="400110"/>
          </a:xfrm>
          <a:prstGeom prst="rect">
            <a:avLst/>
          </a:prstGeom>
          <a:noFill/>
        </p:spPr>
        <p:txBody>
          <a:bodyPr wrap="square" rtlCol="0">
            <a:spAutoFit/>
          </a:bodyPr>
          <a:lstStyle/>
          <a:p>
            <a:r>
              <a:rPr lang="zh-CN" altLang="en-US" sz="2000" dirty="0">
                <a:latin typeface="思源黑体 CN Medium" panose="020B0600000000000000" pitchFamily="34" charset="-122"/>
                <a:ea typeface="思源黑体 CN Medium" panose="020B0600000000000000" pitchFamily="34" charset="-122"/>
              </a:rPr>
              <a:t>填加文本题目</a:t>
            </a:r>
            <a:endParaRPr lang="zh-CN" altLang="en-US" sz="2000" dirty="0">
              <a:latin typeface="思源黑体 CN Medium" panose="020B0600000000000000" pitchFamily="34" charset="-122"/>
              <a:ea typeface="思源黑体 CN Medium" panose="020B0600000000000000" pitchFamily="34" charset="-122"/>
            </a:endParaRPr>
          </a:p>
        </p:txBody>
      </p:sp>
      <p:sp>
        <p:nvSpPr>
          <p:cNvPr id="9" name="文本框 8"/>
          <p:cNvSpPr txBox="1"/>
          <p:nvPr/>
        </p:nvSpPr>
        <p:spPr>
          <a:xfrm>
            <a:off x="7431441" y="2249037"/>
            <a:ext cx="2178186" cy="592085"/>
          </a:xfrm>
          <a:prstGeom prst="rect">
            <a:avLst/>
          </a:prstGeom>
          <a:noFill/>
        </p:spPr>
        <p:txBody>
          <a:bodyPr wrap="square" rtlCol="0">
            <a:spAutoFit/>
          </a:bodyPr>
          <a:lstStyle/>
          <a:p>
            <a:pP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此处填加您的内容填加您的内容填加您的内容填 </a:t>
            </a:r>
            <a:endParaRPr lang="zh-CN" altLang="en-US" sz="1400" dirty="0">
              <a:latin typeface="思源黑体 CN Normal" panose="020B0400000000000000" pitchFamily="34" charset="-122"/>
              <a:ea typeface="思源黑体 CN Normal" panose="020B0400000000000000" pitchFamily="34" charset="-122"/>
            </a:endParaRPr>
          </a:p>
        </p:txBody>
      </p:sp>
      <p:sp>
        <p:nvSpPr>
          <p:cNvPr id="10" name="文本框 9"/>
          <p:cNvSpPr txBox="1"/>
          <p:nvPr/>
        </p:nvSpPr>
        <p:spPr>
          <a:xfrm>
            <a:off x="8210146" y="3042538"/>
            <a:ext cx="2178186" cy="400110"/>
          </a:xfrm>
          <a:prstGeom prst="rect">
            <a:avLst/>
          </a:prstGeom>
          <a:noFill/>
        </p:spPr>
        <p:txBody>
          <a:bodyPr wrap="square" rtlCol="0">
            <a:spAutoFit/>
          </a:bodyPr>
          <a:lstStyle/>
          <a:p>
            <a:r>
              <a:rPr lang="zh-CN" altLang="en-US" sz="2000" dirty="0">
                <a:latin typeface="思源黑体 CN Medium" panose="020B0600000000000000" pitchFamily="34" charset="-122"/>
                <a:ea typeface="思源黑体 CN Medium" panose="020B0600000000000000" pitchFamily="34" charset="-122"/>
              </a:rPr>
              <a:t>填加文本题目</a:t>
            </a:r>
            <a:endParaRPr lang="zh-CN" altLang="en-US" sz="2000" dirty="0">
              <a:latin typeface="思源黑体 CN Medium" panose="020B0600000000000000" pitchFamily="34" charset="-122"/>
              <a:ea typeface="思源黑体 CN Medium" panose="020B0600000000000000" pitchFamily="34" charset="-122"/>
            </a:endParaRPr>
          </a:p>
        </p:txBody>
      </p:sp>
      <p:sp>
        <p:nvSpPr>
          <p:cNvPr id="11" name="文本框 10"/>
          <p:cNvSpPr txBox="1"/>
          <p:nvPr/>
        </p:nvSpPr>
        <p:spPr>
          <a:xfrm>
            <a:off x="8210146" y="3429000"/>
            <a:ext cx="2178186" cy="592085"/>
          </a:xfrm>
          <a:prstGeom prst="rect">
            <a:avLst/>
          </a:prstGeom>
          <a:noFill/>
        </p:spPr>
        <p:txBody>
          <a:bodyPr wrap="square" rtlCol="0">
            <a:spAutoFit/>
          </a:bodyPr>
          <a:lstStyle/>
          <a:p>
            <a:pP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此处填加您的内容填加您的内容填加您的内容填 </a:t>
            </a:r>
            <a:endParaRPr lang="zh-CN" altLang="en-US" sz="1400" dirty="0">
              <a:latin typeface="思源黑体 CN Normal" panose="020B0400000000000000" pitchFamily="34" charset="-122"/>
              <a:ea typeface="思源黑体 CN Normal" panose="020B0400000000000000" pitchFamily="34" charset="-122"/>
            </a:endParaRPr>
          </a:p>
        </p:txBody>
      </p:sp>
      <p:sp>
        <p:nvSpPr>
          <p:cNvPr id="13" name="文本框 12"/>
          <p:cNvSpPr txBox="1"/>
          <p:nvPr/>
        </p:nvSpPr>
        <p:spPr>
          <a:xfrm>
            <a:off x="7431441" y="4362500"/>
            <a:ext cx="2178186" cy="400110"/>
          </a:xfrm>
          <a:prstGeom prst="rect">
            <a:avLst/>
          </a:prstGeom>
          <a:noFill/>
        </p:spPr>
        <p:txBody>
          <a:bodyPr wrap="square" rtlCol="0">
            <a:spAutoFit/>
          </a:bodyPr>
          <a:lstStyle/>
          <a:p>
            <a:r>
              <a:rPr lang="zh-CN" altLang="en-US" sz="2000" dirty="0">
                <a:latin typeface="思源黑体 CN Medium" panose="020B0600000000000000" pitchFamily="34" charset="-122"/>
                <a:ea typeface="思源黑体 CN Medium" panose="020B0600000000000000" pitchFamily="34" charset="-122"/>
              </a:rPr>
              <a:t>填加文本题目</a:t>
            </a:r>
            <a:endParaRPr lang="zh-CN" altLang="en-US" sz="2000" dirty="0">
              <a:latin typeface="思源黑体 CN Medium" panose="020B0600000000000000" pitchFamily="34" charset="-122"/>
              <a:ea typeface="思源黑体 CN Medium" panose="020B0600000000000000" pitchFamily="34" charset="-122"/>
            </a:endParaRPr>
          </a:p>
        </p:txBody>
      </p:sp>
      <p:sp>
        <p:nvSpPr>
          <p:cNvPr id="14" name="文本框 13"/>
          <p:cNvSpPr txBox="1"/>
          <p:nvPr/>
        </p:nvSpPr>
        <p:spPr>
          <a:xfrm>
            <a:off x="7431441" y="4748962"/>
            <a:ext cx="2178186" cy="592085"/>
          </a:xfrm>
          <a:prstGeom prst="rect">
            <a:avLst/>
          </a:prstGeom>
          <a:noFill/>
        </p:spPr>
        <p:txBody>
          <a:bodyPr wrap="square" rtlCol="0">
            <a:spAutoFit/>
          </a:bodyPr>
          <a:lstStyle/>
          <a:p>
            <a:pP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此处填加您的内容填加您的内容填加您的内容填 </a:t>
            </a:r>
            <a:endParaRPr lang="zh-CN" altLang="en-US" sz="1400" dirty="0">
              <a:latin typeface="思源黑体 CN Normal" panose="020B0400000000000000" pitchFamily="34" charset="-122"/>
              <a:ea typeface="思源黑体 CN Normal" panose="020B0400000000000000" pitchFamily="34" charset="-122"/>
            </a:endParaRPr>
          </a:p>
        </p:txBody>
      </p:sp>
      <p:sp>
        <p:nvSpPr>
          <p:cNvPr id="15" name="文本框 14"/>
          <p:cNvSpPr txBox="1"/>
          <p:nvPr/>
        </p:nvSpPr>
        <p:spPr>
          <a:xfrm>
            <a:off x="2076614" y="1862575"/>
            <a:ext cx="2178186" cy="400110"/>
          </a:xfrm>
          <a:prstGeom prst="rect">
            <a:avLst/>
          </a:prstGeom>
          <a:noFill/>
        </p:spPr>
        <p:txBody>
          <a:bodyPr wrap="square" rtlCol="0">
            <a:spAutoFit/>
          </a:bodyPr>
          <a:lstStyle/>
          <a:p>
            <a:pPr algn="r"/>
            <a:r>
              <a:rPr lang="zh-CN" altLang="en-US" sz="2000" dirty="0">
                <a:latin typeface="思源黑体 CN Medium" panose="020B0600000000000000" pitchFamily="34" charset="-122"/>
                <a:ea typeface="思源黑体 CN Medium" panose="020B0600000000000000" pitchFamily="34" charset="-122"/>
              </a:rPr>
              <a:t>填加文本题目</a:t>
            </a:r>
            <a:endParaRPr lang="zh-CN" altLang="en-US" sz="2000" dirty="0">
              <a:latin typeface="思源黑体 CN Medium" panose="020B0600000000000000" pitchFamily="34" charset="-122"/>
              <a:ea typeface="思源黑体 CN Medium" panose="020B0600000000000000" pitchFamily="34" charset="-122"/>
            </a:endParaRPr>
          </a:p>
        </p:txBody>
      </p:sp>
      <p:sp>
        <p:nvSpPr>
          <p:cNvPr id="16" name="文本框 15"/>
          <p:cNvSpPr txBox="1"/>
          <p:nvPr/>
        </p:nvSpPr>
        <p:spPr>
          <a:xfrm>
            <a:off x="2076614" y="2249037"/>
            <a:ext cx="2178186" cy="592085"/>
          </a:xfrm>
          <a:prstGeom prst="rect">
            <a:avLst/>
          </a:prstGeom>
          <a:noFill/>
        </p:spPr>
        <p:txBody>
          <a:bodyPr wrap="square" rtlCol="0">
            <a:spAutoFit/>
          </a:bodyPr>
          <a:lstStyle/>
          <a:p>
            <a:pPr algn="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此处填加您的内容填加您的内容填加您的内容填 </a:t>
            </a:r>
            <a:endParaRPr lang="zh-CN" altLang="en-US" sz="1400" dirty="0">
              <a:latin typeface="思源黑体 CN Normal" panose="020B0400000000000000" pitchFamily="34" charset="-122"/>
              <a:ea typeface="思源黑体 CN Normal" panose="020B0400000000000000" pitchFamily="34" charset="-122"/>
            </a:endParaRPr>
          </a:p>
        </p:txBody>
      </p:sp>
      <p:sp>
        <p:nvSpPr>
          <p:cNvPr id="17" name="文本框 16"/>
          <p:cNvSpPr txBox="1"/>
          <p:nvPr/>
        </p:nvSpPr>
        <p:spPr>
          <a:xfrm>
            <a:off x="2076614" y="4362500"/>
            <a:ext cx="2178186" cy="400110"/>
          </a:xfrm>
          <a:prstGeom prst="rect">
            <a:avLst/>
          </a:prstGeom>
          <a:noFill/>
        </p:spPr>
        <p:txBody>
          <a:bodyPr wrap="square" rtlCol="0">
            <a:spAutoFit/>
          </a:bodyPr>
          <a:lstStyle/>
          <a:p>
            <a:pPr algn="r"/>
            <a:r>
              <a:rPr lang="zh-CN" altLang="en-US" sz="2000" dirty="0">
                <a:latin typeface="思源黑体 CN Medium" panose="020B0600000000000000" pitchFamily="34" charset="-122"/>
                <a:ea typeface="思源黑体 CN Medium" panose="020B0600000000000000" pitchFamily="34" charset="-122"/>
              </a:rPr>
              <a:t>填加文本题目</a:t>
            </a:r>
            <a:endParaRPr lang="zh-CN" altLang="en-US" sz="2000" dirty="0">
              <a:latin typeface="思源黑体 CN Medium" panose="020B0600000000000000" pitchFamily="34" charset="-122"/>
              <a:ea typeface="思源黑体 CN Medium" panose="020B0600000000000000" pitchFamily="34" charset="-122"/>
            </a:endParaRPr>
          </a:p>
        </p:txBody>
      </p:sp>
      <p:sp>
        <p:nvSpPr>
          <p:cNvPr id="18" name="文本框 17"/>
          <p:cNvSpPr txBox="1"/>
          <p:nvPr/>
        </p:nvSpPr>
        <p:spPr>
          <a:xfrm>
            <a:off x="2076614" y="4748962"/>
            <a:ext cx="2178186" cy="592085"/>
          </a:xfrm>
          <a:prstGeom prst="rect">
            <a:avLst/>
          </a:prstGeom>
          <a:noFill/>
        </p:spPr>
        <p:txBody>
          <a:bodyPr wrap="square" rtlCol="0">
            <a:spAutoFit/>
          </a:bodyPr>
          <a:lstStyle/>
          <a:p>
            <a:pPr algn="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此处填加您的内容填加您的内容填加您的内容填 </a:t>
            </a:r>
            <a:endParaRPr lang="zh-CN" altLang="en-US" sz="1400" dirty="0">
              <a:latin typeface="思源黑体 CN Normal" panose="020B0400000000000000" pitchFamily="34" charset="-122"/>
              <a:ea typeface="思源黑体 CN Normal" panose="020B0400000000000000" pitchFamily="34" charset="-122"/>
            </a:endParaRPr>
          </a:p>
        </p:txBody>
      </p:sp>
      <p:sp>
        <p:nvSpPr>
          <p:cNvPr id="19" name="文本框 18"/>
          <p:cNvSpPr txBox="1"/>
          <p:nvPr/>
        </p:nvSpPr>
        <p:spPr>
          <a:xfrm>
            <a:off x="1300747" y="3042538"/>
            <a:ext cx="2178186" cy="400110"/>
          </a:xfrm>
          <a:prstGeom prst="rect">
            <a:avLst/>
          </a:prstGeom>
          <a:noFill/>
        </p:spPr>
        <p:txBody>
          <a:bodyPr wrap="square" rtlCol="0">
            <a:spAutoFit/>
          </a:bodyPr>
          <a:lstStyle/>
          <a:p>
            <a:pPr algn="r"/>
            <a:r>
              <a:rPr lang="zh-CN" altLang="en-US" sz="2000" dirty="0">
                <a:latin typeface="思源黑体 CN Medium" panose="020B0600000000000000" pitchFamily="34" charset="-122"/>
                <a:ea typeface="思源黑体 CN Medium" panose="020B0600000000000000" pitchFamily="34" charset="-122"/>
              </a:rPr>
              <a:t>填加文本题目</a:t>
            </a:r>
            <a:endParaRPr lang="zh-CN" altLang="en-US" sz="2000" dirty="0">
              <a:latin typeface="思源黑体 CN Medium" panose="020B0600000000000000" pitchFamily="34" charset="-122"/>
              <a:ea typeface="思源黑体 CN Medium" panose="020B0600000000000000" pitchFamily="34" charset="-122"/>
            </a:endParaRPr>
          </a:p>
        </p:txBody>
      </p:sp>
      <p:sp>
        <p:nvSpPr>
          <p:cNvPr id="20" name="文本框 19"/>
          <p:cNvSpPr txBox="1"/>
          <p:nvPr/>
        </p:nvSpPr>
        <p:spPr>
          <a:xfrm>
            <a:off x="1300747" y="3429000"/>
            <a:ext cx="2178186" cy="592085"/>
          </a:xfrm>
          <a:prstGeom prst="rect">
            <a:avLst/>
          </a:prstGeom>
          <a:noFill/>
        </p:spPr>
        <p:txBody>
          <a:bodyPr wrap="square" rtlCol="0">
            <a:spAutoFit/>
          </a:bodyPr>
          <a:lstStyle/>
          <a:p>
            <a:pPr algn="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此处填加您的内容填加您的内容填加您的内容填 </a:t>
            </a:r>
            <a:endParaRPr lang="zh-CN" altLang="en-US" sz="1400" dirty="0">
              <a:latin typeface="思源黑体 CN Normal" panose="020B0400000000000000" pitchFamily="34" charset="-122"/>
              <a:ea typeface="思源黑体 CN Normal" panose="020B0400000000000000" pitchFamily="34" charset="-122"/>
            </a:endParaRPr>
          </a:p>
        </p:txBody>
      </p:sp>
      <p:sp>
        <p:nvSpPr>
          <p:cNvPr id="21" name="椭圆 20"/>
          <p:cNvSpPr/>
          <p:nvPr/>
        </p:nvSpPr>
        <p:spPr>
          <a:xfrm>
            <a:off x="6751842" y="1862575"/>
            <a:ext cx="602878" cy="602878"/>
          </a:xfrm>
          <a:prstGeom prst="ellipse">
            <a:avLst/>
          </a:prstGeom>
          <a:solidFill>
            <a:schemeClr val="bg1"/>
          </a:solidFill>
          <a:ln w="34925">
            <a:solidFill>
              <a:srgbClr val="F15337"/>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2">
                    <a:lumMod val="25000"/>
                  </a:schemeClr>
                </a:solidFill>
                <a:latin typeface="思源黑体 CN Medium" panose="020B0600000000000000" pitchFamily="34" charset="-122"/>
                <a:ea typeface="思源黑体 CN Medium" panose="020B0600000000000000" pitchFamily="34" charset="-122"/>
              </a:rPr>
              <a:t>03</a:t>
            </a:r>
            <a:endParaRPr lang="zh-CN" altLang="en-US" sz="1600" dirty="0">
              <a:solidFill>
                <a:schemeClr val="bg2">
                  <a:lumMod val="25000"/>
                </a:schemeClr>
              </a:solidFill>
              <a:latin typeface="思源黑体 CN Medium" panose="020B0600000000000000" pitchFamily="34" charset="-122"/>
              <a:ea typeface="思源黑体 CN Medium" panose="020B0600000000000000" pitchFamily="34" charset="-122"/>
            </a:endParaRPr>
          </a:p>
        </p:txBody>
      </p:sp>
      <p:sp>
        <p:nvSpPr>
          <p:cNvPr id="22" name="椭圆 21"/>
          <p:cNvSpPr/>
          <p:nvPr/>
        </p:nvSpPr>
        <p:spPr>
          <a:xfrm>
            <a:off x="7332197" y="3004097"/>
            <a:ext cx="786572" cy="786572"/>
          </a:xfrm>
          <a:prstGeom prst="ellipse">
            <a:avLst/>
          </a:prstGeom>
          <a:solidFill>
            <a:schemeClr val="bg1"/>
          </a:solidFill>
          <a:ln w="34925">
            <a:solidFill>
              <a:srgbClr val="F15337"/>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2">
                    <a:lumMod val="25000"/>
                  </a:schemeClr>
                </a:solidFill>
                <a:latin typeface="思源黑体 CN Medium" panose="020B0600000000000000" pitchFamily="34" charset="-122"/>
                <a:ea typeface="思源黑体 CN Medium" panose="020B0600000000000000" pitchFamily="34" charset="-122"/>
              </a:rPr>
              <a:t>02</a:t>
            </a:r>
            <a:endParaRPr lang="zh-CN" altLang="en-US" dirty="0">
              <a:solidFill>
                <a:schemeClr val="bg2">
                  <a:lumMod val="25000"/>
                </a:schemeClr>
              </a:solidFill>
              <a:latin typeface="思源黑体 CN Medium" panose="020B0600000000000000" pitchFamily="34" charset="-122"/>
              <a:ea typeface="思源黑体 CN Medium" panose="020B0600000000000000" pitchFamily="34" charset="-122"/>
            </a:endParaRPr>
          </a:p>
        </p:txBody>
      </p:sp>
      <p:sp>
        <p:nvSpPr>
          <p:cNvPr id="23" name="椭圆 22"/>
          <p:cNvSpPr/>
          <p:nvPr/>
        </p:nvSpPr>
        <p:spPr>
          <a:xfrm>
            <a:off x="7014920" y="4465320"/>
            <a:ext cx="381000" cy="381000"/>
          </a:xfrm>
          <a:prstGeom prst="ellipse">
            <a:avLst/>
          </a:prstGeom>
          <a:solidFill>
            <a:srgbClr val="F15337"/>
          </a:solidFill>
          <a:ln w="34925">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Medium" panose="020B0600000000000000" pitchFamily="34" charset="-122"/>
                <a:ea typeface="思源黑体 CN Medium" panose="020B0600000000000000" pitchFamily="34" charset="-122"/>
              </a:rPr>
              <a:t>1</a:t>
            </a:r>
            <a:endParaRPr lang="zh-CN" altLang="en-US" dirty="0">
              <a:solidFill>
                <a:schemeClr val="bg1"/>
              </a:solidFill>
              <a:latin typeface="思源黑体 CN Medium" panose="020B0600000000000000" pitchFamily="34" charset="-122"/>
              <a:ea typeface="思源黑体 CN Medium" panose="020B0600000000000000" pitchFamily="34" charset="-122"/>
            </a:endParaRPr>
          </a:p>
        </p:txBody>
      </p:sp>
      <p:sp>
        <p:nvSpPr>
          <p:cNvPr id="24" name="椭圆 23"/>
          <p:cNvSpPr/>
          <p:nvPr/>
        </p:nvSpPr>
        <p:spPr>
          <a:xfrm>
            <a:off x="4305527" y="4381609"/>
            <a:ext cx="458977" cy="458977"/>
          </a:xfrm>
          <a:prstGeom prst="ellipse">
            <a:avLst/>
          </a:prstGeom>
          <a:solidFill>
            <a:schemeClr val="bg1"/>
          </a:solidFill>
          <a:ln w="34925">
            <a:solidFill>
              <a:srgbClr val="F15337"/>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2">
                    <a:lumMod val="25000"/>
                  </a:schemeClr>
                </a:solidFill>
                <a:latin typeface="思源黑体 CN Medium" panose="020B0600000000000000" pitchFamily="34" charset="-122"/>
                <a:ea typeface="思源黑体 CN Medium" panose="020B0600000000000000" pitchFamily="34" charset="-122"/>
              </a:rPr>
              <a:t>6</a:t>
            </a:r>
            <a:endParaRPr lang="zh-CN" altLang="en-US" dirty="0">
              <a:solidFill>
                <a:schemeClr val="bg2">
                  <a:lumMod val="25000"/>
                </a:schemeClr>
              </a:solidFill>
              <a:latin typeface="思源黑体 CN Medium" panose="020B0600000000000000" pitchFamily="34" charset="-122"/>
              <a:ea typeface="思源黑体 CN Medium" panose="020B0600000000000000" pitchFamily="34" charset="-122"/>
            </a:endParaRPr>
          </a:p>
        </p:txBody>
      </p:sp>
      <p:sp>
        <p:nvSpPr>
          <p:cNvPr id="25" name="椭圆 24"/>
          <p:cNvSpPr/>
          <p:nvPr/>
        </p:nvSpPr>
        <p:spPr>
          <a:xfrm>
            <a:off x="3556310" y="3013104"/>
            <a:ext cx="555895" cy="555895"/>
          </a:xfrm>
          <a:prstGeom prst="ellipse">
            <a:avLst/>
          </a:prstGeom>
          <a:solidFill>
            <a:schemeClr val="bg1"/>
          </a:solidFill>
          <a:ln w="34925">
            <a:solidFill>
              <a:srgbClr val="F15337"/>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2">
                    <a:lumMod val="25000"/>
                  </a:schemeClr>
                </a:solidFill>
                <a:latin typeface="思源黑体 CN Medium" panose="020B0600000000000000" pitchFamily="34" charset="-122"/>
                <a:ea typeface="思源黑体 CN Medium" panose="020B0600000000000000" pitchFamily="34" charset="-122"/>
              </a:rPr>
              <a:t>05</a:t>
            </a:r>
            <a:endParaRPr lang="zh-CN" altLang="en-US" sz="1400" dirty="0">
              <a:solidFill>
                <a:schemeClr val="bg2">
                  <a:lumMod val="25000"/>
                </a:schemeClr>
              </a:solidFill>
              <a:latin typeface="思源黑体 CN Medium" panose="020B0600000000000000" pitchFamily="34" charset="-122"/>
              <a:ea typeface="思源黑体 CN Medium" panose="020B0600000000000000" pitchFamily="34" charset="-122"/>
            </a:endParaRPr>
          </a:p>
        </p:txBody>
      </p:sp>
      <p:sp>
        <p:nvSpPr>
          <p:cNvPr id="26" name="椭圆 25"/>
          <p:cNvSpPr/>
          <p:nvPr/>
        </p:nvSpPr>
        <p:spPr>
          <a:xfrm>
            <a:off x="4420851" y="1714922"/>
            <a:ext cx="679418" cy="679418"/>
          </a:xfrm>
          <a:prstGeom prst="ellipse">
            <a:avLst/>
          </a:prstGeom>
          <a:solidFill>
            <a:srgbClr val="F15337"/>
          </a:solidFill>
          <a:ln w="34925">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Medium" panose="020B0600000000000000" pitchFamily="34" charset="-122"/>
                <a:ea typeface="思源黑体 CN Medium" panose="020B0600000000000000" pitchFamily="34" charset="-122"/>
              </a:rPr>
              <a:t>04</a:t>
            </a:r>
            <a:endParaRPr lang="zh-CN" altLang="en-US" dirty="0">
              <a:solidFill>
                <a:schemeClr val="bg1"/>
              </a:solidFill>
              <a:latin typeface="思源黑体 CN Medium" panose="020B0600000000000000" pitchFamily="34" charset="-122"/>
              <a:ea typeface="思源黑体 CN Medium" panose="020B0600000000000000" pitchFamily="34" charset="-122"/>
            </a:endParaRPr>
          </a:p>
        </p:txBody>
      </p:sp>
      <p:sp>
        <p:nvSpPr>
          <p:cNvPr id="27" name="文本框 26"/>
          <p:cNvSpPr txBox="1"/>
          <p:nvPr/>
        </p:nvSpPr>
        <p:spPr>
          <a:xfrm>
            <a:off x="4751290" y="3617422"/>
            <a:ext cx="2178186" cy="584775"/>
          </a:xfrm>
          <a:prstGeom prst="rect">
            <a:avLst/>
          </a:prstGeom>
          <a:noFill/>
        </p:spPr>
        <p:txBody>
          <a:bodyPr wrap="square" rtlCol="0">
            <a:spAutoFit/>
          </a:bodyPr>
          <a:lstStyle/>
          <a:p>
            <a:pPr algn="ctr"/>
            <a:r>
              <a:rPr lang="zh-CN" altLang="en-US" sz="3200" dirty="0">
                <a:latin typeface="思源黑体 CN Medium" panose="020B0600000000000000" pitchFamily="34" charset="-122"/>
                <a:ea typeface="思源黑体 CN Medium" panose="020B0600000000000000" pitchFamily="34" charset="-122"/>
              </a:rPr>
              <a:t>关键词</a:t>
            </a:r>
            <a:endParaRPr lang="zh-CN" altLang="en-US" sz="3200" dirty="0">
              <a:latin typeface="思源黑体 CN Medium" panose="020B0600000000000000" pitchFamily="34" charset="-122"/>
              <a:ea typeface="思源黑体 CN Medium" panose="020B0600000000000000" pitchFamily="34" charset="-122"/>
            </a:endParaRPr>
          </a:p>
        </p:txBody>
      </p:sp>
      <p:pic>
        <p:nvPicPr>
          <p:cNvPr id="28" name="图形 2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85465" y="2989634"/>
            <a:ext cx="509836" cy="49963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 calcmode="lin" valueType="num">
                                      <p:cBhvr additive="base">
                                        <p:cTn id="35" dur="500" fill="hold"/>
                                        <p:tgtEl>
                                          <p:spTgt spid="15"/>
                                        </p:tgtEl>
                                        <p:attrNameLst>
                                          <p:attrName>ppt_x</p:attrName>
                                        </p:attrNameLst>
                                      </p:cBhvr>
                                      <p:tavLst>
                                        <p:tav tm="0">
                                          <p:val>
                                            <p:strVal val="#ppt_x"/>
                                          </p:val>
                                        </p:tav>
                                        <p:tav tm="100000">
                                          <p:val>
                                            <p:strVal val="#ppt_x"/>
                                          </p:val>
                                        </p:tav>
                                      </p:tavLst>
                                    </p:anim>
                                    <p:anim calcmode="lin" valueType="num">
                                      <p:cBhvr additive="base">
                                        <p:cTn id="36" dur="500" fill="hold"/>
                                        <p:tgtEl>
                                          <p:spTgt spid="15"/>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additive="base">
                                        <p:cTn id="39" dur="500" fill="hold"/>
                                        <p:tgtEl>
                                          <p:spTgt spid="16"/>
                                        </p:tgtEl>
                                        <p:attrNameLst>
                                          <p:attrName>ppt_x</p:attrName>
                                        </p:attrNameLst>
                                      </p:cBhvr>
                                      <p:tavLst>
                                        <p:tav tm="0">
                                          <p:val>
                                            <p:strVal val="#ppt_x"/>
                                          </p:val>
                                        </p:tav>
                                        <p:tav tm="100000">
                                          <p:val>
                                            <p:strVal val="#ppt_x"/>
                                          </p:val>
                                        </p:tav>
                                      </p:tavLst>
                                    </p:anim>
                                    <p:anim calcmode="lin" valueType="num">
                                      <p:cBhvr additive="base">
                                        <p:cTn id="40" dur="500" fill="hold"/>
                                        <p:tgtEl>
                                          <p:spTgt spid="16"/>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additive="base">
                                        <p:cTn id="43" dur="500" fill="hold"/>
                                        <p:tgtEl>
                                          <p:spTgt spid="17"/>
                                        </p:tgtEl>
                                        <p:attrNameLst>
                                          <p:attrName>ppt_x</p:attrName>
                                        </p:attrNameLst>
                                      </p:cBhvr>
                                      <p:tavLst>
                                        <p:tav tm="0">
                                          <p:val>
                                            <p:strVal val="#ppt_x"/>
                                          </p:val>
                                        </p:tav>
                                        <p:tav tm="100000">
                                          <p:val>
                                            <p:strVal val="#ppt_x"/>
                                          </p:val>
                                        </p:tav>
                                      </p:tavLst>
                                    </p:anim>
                                    <p:anim calcmode="lin" valueType="num">
                                      <p:cBhvr additive="base">
                                        <p:cTn id="44" dur="500" fill="hold"/>
                                        <p:tgtEl>
                                          <p:spTgt spid="17"/>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 calcmode="lin" valueType="num">
                                      <p:cBhvr additive="base">
                                        <p:cTn id="47" dur="500" fill="hold"/>
                                        <p:tgtEl>
                                          <p:spTgt spid="18"/>
                                        </p:tgtEl>
                                        <p:attrNameLst>
                                          <p:attrName>ppt_x</p:attrName>
                                        </p:attrNameLst>
                                      </p:cBhvr>
                                      <p:tavLst>
                                        <p:tav tm="0">
                                          <p:val>
                                            <p:strVal val="#ppt_x"/>
                                          </p:val>
                                        </p:tav>
                                        <p:tav tm="100000">
                                          <p:val>
                                            <p:strVal val="#ppt_x"/>
                                          </p:val>
                                        </p:tav>
                                      </p:tavLst>
                                    </p:anim>
                                    <p:anim calcmode="lin" valueType="num">
                                      <p:cBhvr additive="base">
                                        <p:cTn id="48" dur="500" fill="hold"/>
                                        <p:tgtEl>
                                          <p:spTgt spid="18"/>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 calcmode="lin" valueType="num">
                                      <p:cBhvr additive="base">
                                        <p:cTn id="51" dur="500" fill="hold"/>
                                        <p:tgtEl>
                                          <p:spTgt spid="19"/>
                                        </p:tgtEl>
                                        <p:attrNameLst>
                                          <p:attrName>ppt_x</p:attrName>
                                        </p:attrNameLst>
                                      </p:cBhvr>
                                      <p:tavLst>
                                        <p:tav tm="0">
                                          <p:val>
                                            <p:strVal val="#ppt_x"/>
                                          </p:val>
                                        </p:tav>
                                        <p:tav tm="100000">
                                          <p:val>
                                            <p:strVal val="#ppt_x"/>
                                          </p:val>
                                        </p:tav>
                                      </p:tavLst>
                                    </p:anim>
                                    <p:anim calcmode="lin" valueType="num">
                                      <p:cBhvr additive="base">
                                        <p:cTn id="52" dur="500" fill="hold"/>
                                        <p:tgtEl>
                                          <p:spTgt spid="19"/>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 calcmode="lin" valueType="num">
                                      <p:cBhvr additive="base">
                                        <p:cTn id="55" dur="500" fill="hold"/>
                                        <p:tgtEl>
                                          <p:spTgt spid="20"/>
                                        </p:tgtEl>
                                        <p:attrNameLst>
                                          <p:attrName>ppt_x</p:attrName>
                                        </p:attrNameLst>
                                      </p:cBhvr>
                                      <p:tavLst>
                                        <p:tav tm="0">
                                          <p:val>
                                            <p:strVal val="#ppt_x"/>
                                          </p:val>
                                        </p:tav>
                                        <p:tav tm="100000">
                                          <p:val>
                                            <p:strVal val="#ppt_x"/>
                                          </p:val>
                                        </p:tav>
                                      </p:tavLst>
                                    </p:anim>
                                    <p:anim calcmode="lin" valueType="num">
                                      <p:cBhvr additive="base">
                                        <p:cTn id="56" dur="500" fill="hold"/>
                                        <p:tgtEl>
                                          <p:spTgt spid="20"/>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 calcmode="lin" valueType="num">
                                      <p:cBhvr additive="base">
                                        <p:cTn id="59" dur="500" fill="hold"/>
                                        <p:tgtEl>
                                          <p:spTgt spid="21"/>
                                        </p:tgtEl>
                                        <p:attrNameLst>
                                          <p:attrName>ppt_x</p:attrName>
                                        </p:attrNameLst>
                                      </p:cBhvr>
                                      <p:tavLst>
                                        <p:tav tm="0">
                                          <p:val>
                                            <p:strVal val="#ppt_x"/>
                                          </p:val>
                                        </p:tav>
                                        <p:tav tm="100000">
                                          <p:val>
                                            <p:strVal val="#ppt_x"/>
                                          </p:val>
                                        </p:tav>
                                      </p:tavLst>
                                    </p:anim>
                                    <p:anim calcmode="lin" valueType="num">
                                      <p:cBhvr additive="base">
                                        <p:cTn id="60" dur="500" fill="hold"/>
                                        <p:tgtEl>
                                          <p:spTgt spid="21"/>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 calcmode="lin" valueType="num">
                                      <p:cBhvr additive="base">
                                        <p:cTn id="63" dur="500" fill="hold"/>
                                        <p:tgtEl>
                                          <p:spTgt spid="22"/>
                                        </p:tgtEl>
                                        <p:attrNameLst>
                                          <p:attrName>ppt_x</p:attrName>
                                        </p:attrNameLst>
                                      </p:cBhvr>
                                      <p:tavLst>
                                        <p:tav tm="0">
                                          <p:val>
                                            <p:strVal val="#ppt_x"/>
                                          </p:val>
                                        </p:tav>
                                        <p:tav tm="100000">
                                          <p:val>
                                            <p:strVal val="#ppt_x"/>
                                          </p:val>
                                        </p:tav>
                                      </p:tavLst>
                                    </p:anim>
                                    <p:anim calcmode="lin" valueType="num">
                                      <p:cBhvr additive="base">
                                        <p:cTn id="64" dur="500" fill="hold"/>
                                        <p:tgtEl>
                                          <p:spTgt spid="22"/>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 calcmode="lin" valueType="num">
                                      <p:cBhvr additive="base">
                                        <p:cTn id="67" dur="500" fill="hold"/>
                                        <p:tgtEl>
                                          <p:spTgt spid="23"/>
                                        </p:tgtEl>
                                        <p:attrNameLst>
                                          <p:attrName>ppt_x</p:attrName>
                                        </p:attrNameLst>
                                      </p:cBhvr>
                                      <p:tavLst>
                                        <p:tav tm="0">
                                          <p:val>
                                            <p:strVal val="#ppt_x"/>
                                          </p:val>
                                        </p:tav>
                                        <p:tav tm="100000">
                                          <p:val>
                                            <p:strVal val="#ppt_x"/>
                                          </p:val>
                                        </p:tav>
                                      </p:tavLst>
                                    </p:anim>
                                    <p:anim calcmode="lin" valueType="num">
                                      <p:cBhvr additive="base">
                                        <p:cTn id="68" dur="500" fill="hold"/>
                                        <p:tgtEl>
                                          <p:spTgt spid="23"/>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24"/>
                                        </p:tgtEl>
                                        <p:attrNameLst>
                                          <p:attrName>style.visibility</p:attrName>
                                        </p:attrNameLst>
                                      </p:cBhvr>
                                      <p:to>
                                        <p:strVal val="visible"/>
                                      </p:to>
                                    </p:set>
                                    <p:anim calcmode="lin" valueType="num">
                                      <p:cBhvr additive="base">
                                        <p:cTn id="71" dur="500" fill="hold"/>
                                        <p:tgtEl>
                                          <p:spTgt spid="24"/>
                                        </p:tgtEl>
                                        <p:attrNameLst>
                                          <p:attrName>ppt_x</p:attrName>
                                        </p:attrNameLst>
                                      </p:cBhvr>
                                      <p:tavLst>
                                        <p:tav tm="0">
                                          <p:val>
                                            <p:strVal val="#ppt_x"/>
                                          </p:val>
                                        </p:tav>
                                        <p:tav tm="100000">
                                          <p:val>
                                            <p:strVal val="#ppt_x"/>
                                          </p:val>
                                        </p:tav>
                                      </p:tavLst>
                                    </p:anim>
                                    <p:anim calcmode="lin" valueType="num">
                                      <p:cBhvr additive="base">
                                        <p:cTn id="72" dur="500" fill="hold"/>
                                        <p:tgtEl>
                                          <p:spTgt spid="24"/>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25"/>
                                        </p:tgtEl>
                                        <p:attrNameLst>
                                          <p:attrName>style.visibility</p:attrName>
                                        </p:attrNameLst>
                                      </p:cBhvr>
                                      <p:to>
                                        <p:strVal val="visible"/>
                                      </p:to>
                                    </p:set>
                                    <p:anim calcmode="lin" valueType="num">
                                      <p:cBhvr additive="base">
                                        <p:cTn id="75" dur="500" fill="hold"/>
                                        <p:tgtEl>
                                          <p:spTgt spid="25"/>
                                        </p:tgtEl>
                                        <p:attrNameLst>
                                          <p:attrName>ppt_x</p:attrName>
                                        </p:attrNameLst>
                                      </p:cBhvr>
                                      <p:tavLst>
                                        <p:tav tm="0">
                                          <p:val>
                                            <p:strVal val="#ppt_x"/>
                                          </p:val>
                                        </p:tav>
                                        <p:tav tm="100000">
                                          <p:val>
                                            <p:strVal val="#ppt_x"/>
                                          </p:val>
                                        </p:tav>
                                      </p:tavLst>
                                    </p:anim>
                                    <p:anim calcmode="lin" valueType="num">
                                      <p:cBhvr additive="base">
                                        <p:cTn id="76" dur="500" fill="hold"/>
                                        <p:tgtEl>
                                          <p:spTgt spid="25"/>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26"/>
                                        </p:tgtEl>
                                        <p:attrNameLst>
                                          <p:attrName>style.visibility</p:attrName>
                                        </p:attrNameLst>
                                      </p:cBhvr>
                                      <p:to>
                                        <p:strVal val="visible"/>
                                      </p:to>
                                    </p:set>
                                    <p:anim calcmode="lin" valueType="num">
                                      <p:cBhvr additive="base">
                                        <p:cTn id="79" dur="500" fill="hold"/>
                                        <p:tgtEl>
                                          <p:spTgt spid="26"/>
                                        </p:tgtEl>
                                        <p:attrNameLst>
                                          <p:attrName>ppt_x</p:attrName>
                                        </p:attrNameLst>
                                      </p:cBhvr>
                                      <p:tavLst>
                                        <p:tav tm="0">
                                          <p:val>
                                            <p:strVal val="#ppt_x"/>
                                          </p:val>
                                        </p:tav>
                                        <p:tav tm="100000">
                                          <p:val>
                                            <p:strVal val="#ppt_x"/>
                                          </p:val>
                                        </p:tav>
                                      </p:tavLst>
                                    </p:anim>
                                    <p:anim calcmode="lin" valueType="num">
                                      <p:cBhvr additive="base">
                                        <p:cTn id="80" dur="500" fill="hold"/>
                                        <p:tgtEl>
                                          <p:spTgt spid="26"/>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27"/>
                                        </p:tgtEl>
                                        <p:attrNameLst>
                                          <p:attrName>style.visibility</p:attrName>
                                        </p:attrNameLst>
                                      </p:cBhvr>
                                      <p:to>
                                        <p:strVal val="visible"/>
                                      </p:to>
                                    </p:set>
                                    <p:anim calcmode="lin" valueType="num">
                                      <p:cBhvr additive="base">
                                        <p:cTn id="83" dur="500" fill="hold"/>
                                        <p:tgtEl>
                                          <p:spTgt spid="27"/>
                                        </p:tgtEl>
                                        <p:attrNameLst>
                                          <p:attrName>ppt_x</p:attrName>
                                        </p:attrNameLst>
                                      </p:cBhvr>
                                      <p:tavLst>
                                        <p:tav tm="0">
                                          <p:val>
                                            <p:strVal val="#ppt_x"/>
                                          </p:val>
                                        </p:tav>
                                        <p:tav tm="100000">
                                          <p:val>
                                            <p:strVal val="#ppt_x"/>
                                          </p:val>
                                        </p:tav>
                                      </p:tavLst>
                                    </p:anim>
                                    <p:anim calcmode="lin" valueType="num">
                                      <p:cBhvr additive="base">
                                        <p:cTn id="84" dur="500" fill="hold"/>
                                        <p:tgtEl>
                                          <p:spTgt spid="27"/>
                                        </p:tgtEl>
                                        <p:attrNameLst>
                                          <p:attrName>ppt_y</p:attrName>
                                        </p:attrNameLst>
                                      </p:cBhvr>
                                      <p:tavLst>
                                        <p:tav tm="0">
                                          <p:val>
                                            <p:strVal val="1+#ppt_h/2"/>
                                          </p:val>
                                        </p:tav>
                                        <p:tav tm="100000">
                                          <p:val>
                                            <p:strVal val="#ppt_y"/>
                                          </p:val>
                                        </p:tav>
                                      </p:tavLst>
                                    </p:anim>
                                  </p:childTnLst>
                                </p:cTn>
                              </p:par>
                              <p:par>
                                <p:cTn id="85" presetID="2" presetClass="entr" presetSubtype="4" fill="hold" nodeType="withEffect">
                                  <p:stCondLst>
                                    <p:cond delay="0"/>
                                  </p:stCondLst>
                                  <p:childTnLst>
                                    <p:set>
                                      <p:cBhvr>
                                        <p:cTn id="86" dur="1" fill="hold">
                                          <p:stCondLst>
                                            <p:cond delay="0"/>
                                          </p:stCondLst>
                                        </p:cTn>
                                        <p:tgtEl>
                                          <p:spTgt spid="28"/>
                                        </p:tgtEl>
                                        <p:attrNameLst>
                                          <p:attrName>style.visibility</p:attrName>
                                        </p:attrNameLst>
                                      </p:cBhvr>
                                      <p:to>
                                        <p:strVal val="visible"/>
                                      </p:to>
                                    </p:set>
                                    <p:anim calcmode="lin" valueType="num">
                                      <p:cBhvr additive="base">
                                        <p:cTn id="87" dur="500" fill="hold"/>
                                        <p:tgtEl>
                                          <p:spTgt spid="28"/>
                                        </p:tgtEl>
                                        <p:attrNameLst>
                                          <p:attrName>ppt_x</p:attrName>
                                        </p:attrNameLst>
                                      </p:cBhvr>
                                      <p:tavLst>
                                        <p:tav tm="0">
                                          <p:val>
                                            <p:strVal val="#ppt_x"/>
                                          </p:val>
                                        </p:tav>
                                        <p:tav tm="100000">
                                          <p:val>
                                            <p:strVal val="#ppt_x"/>
                                          </p:val>
                                        </p:tav>
                                      </p:tavLst>
                                    </p:anim>
                                    <p:anim calcmode="lin" valueType="num">
                                      <p:cBhvr additive="base">
                                        <p:cTn id="88"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p:bldP spid="9" grpId="0"/>
      <p:bldP spid="10" grpId="0"/>
      <p:bldP spid="11" grpId="0"/>
      <p:bldP spid="13" grpId="0"/>
      <p:bldP spid="14" grpId="0"/>
      <p:bldP spid="15" grpId="0"/>
      <p:bldP spid="16" grpId="0"/>
      <p:bldP spid="17" grpId="0"/>
      <p:bldP spid="18" grpId="0"/>
      <p:bldP spid="19" grpId="0"/>
      <p:bldP spid="20" grpId="0"/>
      <p:bldP spid="21" grpId="0" animBg="1"/>
      <p:bldP spid="22" grpId="0" animBg="1"/>
      <p:bldP spid="23" grpId="0" animBg="1"/>
      <p:bldP spid="24" grpId="0" animBg="1"/>
      <p:bldP spid="25" grpId="0" animBg="1"/>
      <p:bldP spid="26" grpId="0" animBg="1"/>
      <p:bldP spid="2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0" y="0"/>
            <a:ext cx="12192000" cy="6857999"/>
          </a:xfrm>
          <a:prstGeom prst="rect">
            <a:avLst/>
          </a:prstGeom>
        </p:spPr>
      </p:pic>
      <p:pic>
        <p:nvPicPr>
          <p:cNvPr id="2" name="图片 1"/>
          <p:cNvPicPr>
            <a:picLocks noChangeAspect="1"/>
          </p:cNvPicPr>
          <p:nvPr/>
        </p:nvPicPr>
        <p:blipFill>
          <a:blip r:embed="rId2"/>
          <a:stretch>
            <a:fillRect/>
          </a:stretch>
        </p:blipFill>
        <p:spPr>
          <a:xfrm>
            <a:off x="0" y="182755"/>
            <a:ext cx="3307080" cy="3133725"/>
          </a:xfrm>
          <a:prstGeom prst="rect">
            <a:avLst/>
          </a:prstGeom>
        </p:spPr>
      </p:pic>
      <p:pic>
        <p:nvPicPr>
          <p:cNvPr id="6" name="图片 5"/>
          <p:cNvPicPr>
            <a:picLocks noChangeAspect="1"/>
          </p:cNvPicPr>
          <p:nvPr/>
        </p:nvPicPr>
        <p:blipFill>
          <a:blip r:embed="rId3"/>
          <a:stretch>
            <a:fillRect/>
          </a:stretch>
        </p:blipFill>
        <p:spPr>
          <a:xfrm>
            <a:off x="7049106" y="0"/>
            <a:ext cx="5142894" cy="2162354"/>
          </a:xfrm>
          <a:prstGeom prst="rect">
            <a:avLst/>
          </a:prstGeom>
        </p:spPr>
      </p:pic>
      <p:pic>
        <p:nvPicPr>
          <p:cNvPr id="7" name="图片 6"/>
          <p:cNvPicPr>
            <a:picLocks noChangeAspect="1"/>
          </p:cNvPicPr>
          <p:nvPr/>
        </p:nvPicPr>
        <p:blipFill>
          <a:blip r:embed="rId4"/>
          <a:stretch>
            <a:fillRect/>
          </a:stretch>
        </p:blipFill>
        <p:spPr>
          <a:xfrm>
            <a:off x="10241280" y="3918468"/>
            <a:ext cx="1950720" cy="2162354"/>
          </a:xfrm>
          <a:prstGeom prst="rect">
            <a:avLst/>
          </a:prstGeom>
        </p:spPr>
      </p:pic>
      <p:pic>
        <p:nvPicPr>
          <p:cNvPr id="12" name="图片 11"/>
          <p:cNvPicPr>
            <a:picLocks noChangeAspect="1"/>
          </p:cNvPicPr>
          <p:nvPr/>
        </p:nvPicPr>
        <p:blipFill>
          <a:blip r:embed="rId5"/>
          <a:stretch>
            <a:fillRect/>
          </a:stretch>
        </p:blipFill>
        <p:spPr>
          <a:xfrm>
            <a:off x="756321" y="556261"/>
            <a:ext cx="10679358" cy="5745479"/>
          </a:xfrm>
          <a:prstGeom prst="rect">
            <a:avLst/>
          </a:prstGeom>
        </p:spPr>
      </p:pic>
      <p:pic>
        <p:nvPicPr>
          <p:cNvPr id="26" name="图片 2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289774" y="4811050"/>
            <a:ext cx="1915843" cy="2120668"/>
          </a:xfrm>
          <a:prstGeom prst="rect">
            <a:avLst/>
          </a:prstGeom>
        </p:spPr>
      </p:pic>
      <p:pic>
        <p:nvPicPr>
          <p:cNvPr id="17" name="图片 16"/>
          <p:cNvPicPr>
            <a:picLocks noChangeAspect="1"/>
          </p:cNvPicPr>
          <p:nvPr/>
        </p:nvPicPr>
        <p:blipFill>
          <a:blip r:embed="rId7"/>
          <a:stretch>
            <a:fillRect/>
          </a:stretch>
        </p:blipFill>
        <p:spPr>
          <a:xfrm>
            <a:off x="9485141" y="4449871"/>
            <a:ext cx="2706859" cy="2408129"/>
          </a:xfrm>
          <a:prstGeom prst="rect">
            <a:avLst/>
          </a:prstGeom>
        </p:spPr>
      </p:pic>
      <p:pic>
        <p:nvPicPr>
          <p:cNvPr id="18" name="图片 17"/>
          <p:cNvPicPr>
            <a:picLocks noChangeAspect="1"/>
          </p:cNvPicPr>
          <p:nvPr/>
        </p:nvPicPr>
        <p:blipFill>
          <a:blip r:embed="rId8"/>
          <a:stretch>
            <a:fillRect/>
          </a:stretch>
        </p:blipFill>
        <p:spPr>
          <a:xfrm>
            <a:off x="-1" y="4602481"/>
            <a:ext cx="3110243" cy="2255520"/>
          </a:xfrm>
          <a:prstGeom prst="rect">
            <a:avLst/>
          </a:prstGeom>
        </p:spPr>
      </p:pic>
      <p:sp>
        <p:nvSpPr>
          <p:cNvPr id="11" name="文本框 10"/>
          <p:cNvSpPr txBox="1"/>
          <p:nvPr/>
        </p:nvSpPr>
        <p:spPr>
          <a:xfrm>
            <a:off x="1999063" y="3665980"/>
            <a:ext cx="8193874" cy="1015663"/>
          </a:xfrm>
          <a:prstGeom prst="rect">
            <a:avLst/>
          </a:prstGeom>
          <a:noFill/>
        </p:spPr>
        <p:txBody>
          <a:bodyPr wrap="square" rtlCol="0">
            <a:spAutoFit/>
          </a:bodyPr>
          <a:lstStyle>
            <a:defPPr>
              <a:defRPr lang="zh-CN"/>
            </a:defPPr>
            <a:lvl1pPr algn="ctr">
              <a:defRPr sz="6000">
                <a:latin typeface="思源黑体 CN Bold" panose="020B0800000000000000" pitchFamily="34" charset="-122"/>
                <a:ea typeface="思源黑体 CN Bold" panose="020B0800000000000000" pitchFamily="34" charset="-122"/>
              </a:defRPr>
            </a:lvl1pPr>
          </a:lstStyle>
          <a:p>
            <a:r>
              <a:rPr lang="zh-CN" altLang="en-US" dirty="0"/>
              <a:t>媒体宣传报道</a:t>
            </a:r>
            <a:endParaRPr lang="zh-CN" altLang="en-US" dirty="0"/>
          </a:p>
        </p:txBody>
      </p:sp>
      <p:pic>
        <p:nvPicPr>
          <p:cNvPr id="13" name="图片 1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667548" y="1628778"/>
            <a:ext cx="2856902" cy="1823648"/>
          </a:xfrm>
          <a:prstGeom prst="rect">
            <a:avLst/>
          </a:prstGeom>
        </p:spPr>
      </p:pic>
      <p:sp>
        <p:nvSpPr>
          <p:cNvPr id="16" name="文本框 15"/>
          <p:cNvSpPr txBox="1"/>
          <p:nvPr/>
        </p:nvSpPr>
        <p:spPr>
          <a:xfrm>
            <a:off x="4972635" y="2121739"/>
            <a:ext cx="2246731" cy="769441"/>
          </a:xfrm>
          <a:prstGeom prst="rect">
            <a:avLst/>
          </a:prstGeom>
          <a:noFill/>
        </p:spPr>
        <p:txBody>
          <a:bodyPr vert="horz" wrap="square" rtlCol="0">
            <a:spAutoFit/>
          </a:bodyPr>
          <a:lstStyle/>
          <a:p>
            <a:pPr algn="ctr"/>
            <a:r>
              <a:rPr lang="en-US" altLang="zh-CN" sz="4400" dirty="0">
                <a:gradFill>
                  <a:gsLst>
                    <a:gs pos="0">
                      <a:srgbClr val="FEAE08"/>
                    </a:gs>
                    <a:gs pos="100000">
                      <a:srgbClr val="A81E14"/>
                    </a:gs>
                  </a:gsLst>
                  <a:lin ang="10800000" scaled="1"/>
                </a:gradFill>
                <a:latin typeface="思源黑体 CN Heavy" panose="020B0A00000000000000" pitchFamily="34" charset="-122"/>
                <a:ea typeface="思源黑体 CN Heavy" panose="020B0A00000000000000" pitchFamily="34" charset="-122"/>
              </a:rPr>
              <a:t>0 4</a:t>
            </a:r>
            <a:endParaRPr lang="zh-CN" altLang="en-US" sz="4400" dirty="0">
              <a:gradFill>
                <a:gsLst>
                  <a:gs pos="0">
                    <a:srgbClr val="FEAE08"/>
                  </a:gs>
                  <a:gs pos="100000">
                    <a:srgbClr val="A81E14"/>
                  </a:gs>
                </a:gsLst>
                <a:lin ang="10800000" scaled="1"/>
              </a:gradFill>
              <a:latin typeface="思源黑体 CN Heavy" panose="020B0A00000000000000" pitchFamily="34" charset="-122"/>
              <a:ea typeface="思源黑体 CN Heavy" panose="020B0A00000000000000" pitchFamily="34" charset="-122"/>
            </a:endParaRPr>
          </a:p>
        </p:txBody>
      </p:sp>
      <p:pic>
        <p:nvPicPr>
          <p:cNvPr id="22" name="图片 21"/>
          <p:cNvPicPr>
            <a:picLocks noChangeAspect="1"/>
          </p:cNvPicPr>
          <p:nvPr/>
        </p:nvPicPr>
        <p:blipFill>
          <a:blip r:embed="rId10"/>
          <a:stretch>
            <a:fillRect/>
          </a:stretch>
        </p:blipFill>
        <p:spPr>
          <a:xfrm>
            <a:off x="7448248" y="4378186"/>
            <a:ext cx="2553001" cy="270890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arn(inVertical)">
                                      <p:cBhvr>
                                        <p:cTn id="7" dur="500"/>
                                        <p:tgtEl>
                                          <p:spTgt spid="16"/>
                                        </p:tgtEl>
                                      </p:cBhvr>
                                    </p:animEffect>
                                  </p:childTnLst>
                                </p:cTn>
                              </p:par>
                              <p:par>
                                <p:cTn id="8" presetID="16" presetClass="entr" presetSubtype="21"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barn(inVertical)">
                                      <p:cBhvr>
                                        <p:cTn id="10" dur="500"/>
                                        <p:tgtEl>
                                          <p:spTgt spid="13"/>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arn(inVertical)">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0" y="0"/>
            <a:ext cx="12192000" cy="6857999"/>
          </a:xfrm>
          <a:prstGeom prst="rect">
            <a:avLst/>
          </a:prstGeom>
        </p:spPr>
      </p:pic>
      <p:pic>
        <p:nvPicPr>
          <p:cNvPr id="12" name="图片 11"/>
          <p:cNvPicPr>
            <a:picLocks noChangeAspect="1"/>
          </p:cNvPicPr>
          <p:nvPr/>
        </p:nvPicPr>
        <p:blipFill>
          <a:blip r:embed="rId2"/>
          <a:stretch>
            <a:fillRect/>
          </a:stretch>
        </p:blipFill>
        <p:spPr>
          <a:xfrm>
            <a:off x="756321" y="556261"/>
            <a:ext cx="10679358" cy="5745479"/>
          </a:xfrm>
          <a:prstGeom prst="rect">
            <a:avLst/>
          </a:prstGeom>
        </p:spPr>
      </p:pic>
      <p:grpSp>
        <p:nvGrpSpPr>
          <p:cNvPr id="4" name="组合 3"/>
          <p:cNvGrpSpPr/>
          <p:nvPr/>
        </p:nvGrpSpPr>
        <p:grpSpPr>
          <a:xfrm>
            <a:off x="2878667" y="1794936"/>
            <a:ext cx="6112932" cy="1998133"/>
            <a:chOff x="2878667" y="1947333"/>
            <a:chExt cx="6112932" cy="1998133"/>
          </a:xfrm>
        </p:grpSpPr>
        <p:sp>
          <p:nvSpPr>
            <p:cNvPr id="10" name="任意多边形: 形状 9"/>
            <p:cNvSpPr/>
            <p:nvPr/>
          </p:nvSpPr>
          <p:spPr>
            <a:xfrm>
              <a:off x="3983567" y="2467235"/>
              <a:ext cx="1320800" cy="958329"/>
            </a:xfrm>
            <a:custGeom>
              <a:avLst/>
              <a:gdLst>
                <a:gd name="connsiteX0" fmla="*/ 0 w 1320800"/>
                <a:gd name="connsiteY0" fmla="*/ 0 h 958329"/>
                <a:gd name="connsiteX1" fmla="*/ 122978 w 1320800"/>
                <a:gd name="connsiteY1" fmla="*/ 112383 h 958329"/>
                <a:gd name="connsiteX2" fmla="*/ 681566 w 1320800"/>
                <a:gd name="connsiteY2" fmla="*/ 301365 h 958329"/>
                <a:gd name="connsiteX3" fmla="*/ 1240154 w 1320800"/>
                <a:gd name="connsiteY3" fmla="*/ 112383 h 958329"/>
                <a:gd name="connsiteX4" fmla="*/ 1320800 w 1320800"/>
                <a:gd name="connsiteY4" fmla="*/ 38685 h 958329"/>
                <a:gd name="connsiteX5" fmla="*/ 1320800 w 1320800"/>
                <a:gd name="connsiteY5" fmla="*/ 919644 h 958329"/>
                <a:gd name="connsiteX6" fmla="*/ 1240154 w 1320800"/>
                <a:gd name="connsiteY6" fmla="*/ 845946 h 958329"/>
                <a:gd name="connsiteX7" fmla="*/ 681566 w 1320800"/>
                <a:gd name="connsiteY7" fmla="*/ 656964 h 958329"/>
                <a:gd name="connsiteX8" fmla="*/ 122978 w 1320800"/>
                <a:gd name="connsiteY8" fmla="*/ 845946 h 958329"/>
                <a:gd name="connsiteX9" fmla="*/ 0 w 1320800"/>
                <a:gd name="connsiteY9" fmla="*/ 958329 h 958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20800" h="958329">
                  <a:moveTo>
                    <a:pt x="0" y="0"/>
                  </a:moveTo>
                  <a:lnTo>
                    <a:pt x="122978" y="112383"/>
                  </a:lnTo>
                  <a:cubicBezTo>
                    <a:pt x="282431" y="231697"/>
                    <a:pt x="474653" y="301365"/>
                    <a:pt x="681566" y="301365"/>
                  </a:cubicBezTo>
                  <a:cubicBezTo>
                    <a:pt x="888480" y="301365"/>
                    <a:pt x="1080702" y="231697"/>
                    <a:pt x="1240154" y="112383"/>
                  </a:cubicBezTo>
                  <a:lnTo>
                    <a:pt x="1320800" y="38685"/>
                  </a:lnTo>
                  <a:lnTo>
                    <a:pt x="1320800" y="919644"/>
                  </a:lnTo>
                  <a:lnTo>
                    <a:pt x="1240154" y="845946"/>
                  </a:lnTo>
                  <a:cubicBezTo>
                    <a:pt x="1080702" y="726633"/>
                    <a:pt x="888480" y="656964"/>
                    <a:pt x="681566" y="656964"/>
                  </a:cubicBezTo>
                  <a:cubicBezTo>
                    <a:pt x="474653" y="656964"/>
                    <a:pt x="282431" y="726633"/>
                    <a:pt x="122978" y="845946"/>
                  </a:cubicBezTo>
                  <a:lnTo>
                    <a:pt x="0" y="958329"/>
                  </a:ln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3200" dirty="0">
                <a:latin typeface="思源黑体 CN Heavy" panose="020B0A00000000000000" pitchFamily="34" charset="-122"/>
                <a:ea typeface="思源黑体 CN Heavy" panose="020B0A00000000000000" pitchFamily="34" charset="-122"/>
              </a:endParaRPr>
            </a:p>
          </p:txBody>
        </p:sp>
        <p:sp>
          <p:nvSpPr>
            <p:cNvPr id="11" name="任意多边形: 形状 10"/>
            <p:cNvSpPr/>
            <p:nvPr/>
          </p:nvSpPr>
          <p:spPr>
            <a:xfrm>
              <a:off x="6565900" y="2467235"/>
              <a:ext cx="1320800" cy="958329"/>
            </a:xfrm>
            <a:custGeom>
              <a:avLst/>
              <a:gdLst>
                <a:gd name="connsiteX0" fmla="*/ 0 w 1320800"/>
                <a:gd name="connsiteY0" fmla="*/ 0 h 958329"/>
                <a:gd name="connsiteX1" fmla="*/ 122978 w 1320800"/>
                <a:gd name="connsiteY1" fmla="*/ 112383 h 958329"/>
                <a:gd name="connsiteX2" fmla="*/ 681566 w 1320800"/>
                <a:gd name="connsiteY2" fmla="*/ 301365 h 958329"/>
                <a:gd name="connsiteX3" fmla="*/ 1240154 w 1320800"/>
                <a:gd name="connsiteY3" fmla="*/ 112383 h 958329"/>
                <a:gd name="connsiteX4" fmla="*/ 1320800 w 1320800"/>
                <a:gd name="connsiteY4" fmla="*/ 38685 h 958329"/>
                <a:gd name="connsiteX5" fmla="*/ 1320800 w 1320800"/>
                <a:gd name="connsiteY5" fmla="*/ 919644 h 958329"/>
                <a:gd name="connsiteX6" fmla="*/ 1240154 w 1320800"/>
                <a:gd name="connsiteY6" fmla="*/ 845946 h 958329"/>
                <a:gd name="connsiteX7" fmla="*/ 681566 w 1320800"/>
                <a:gd name="connsiteY7" fmla="*/ 656964 h 958329"/>
                <a:gd name="connsiteX8" fmla="*/ 122978 w 1320800"/>
                <a:gd name="connsiteY8" fmla="*/ 845946 h 958329"/>
                <a:gd name="connsiteX9" fmla="*/ 0 w 1320800"/>
                <a:gd name="connsiteY9" fmla="*/ 958329 h 958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20800" h="958329">
                  <a:moveTo>
                    <a:pt x="0" y="0"/>
                  </a:moveTo>
                  <a:lnTo>
                    <a:pt x="122978" y="112383"/>
                  </a:lnTo>
                  <a:cubicBezTo>
                    <a:pt x="282431" y="231697"/>
                    <a:pt x="474653" y="301365"/>
                    <a:pt x="681566" y="301365"/>
                  </a:cubicBezTo>
                  <a:cubicBezTo>
                    <a:pt x="888480" y="301365"/>
                    <a:pt x="1080702" y="231697"/>
                    <a:pt x="1240154" y="112383"/>
                  </a:cubicBezTo>
                  <a:lnTo>
                    <a:pt x="1320800" y="38685"/>
                  </a:lnTo>
                  <a:lnTo>
                    <a:pt x="1320800" y="919644"/>
                  </a:lnTo>
                  <a:lnTo>
                    <a:pt x="1240154" y="845946"/>
                  </a:lnTo>
                  <a:cubicBezTo>
                    <a:pt x="1080702" y="726633"/>
                    <a:pt x="888480" y="656964"/>
                    <a:pt x="681566" y="656964"/>
                  </a:cubicBezTo>
                  <a:cubicBezTo>
                    <a:pt x="474653" y="656964"/>
                    <a:pt x="282431" y="726633"/>
                    <a:pt x="122978" y="845946"/>
                  </a:cubicBezTo>
                  <a:lnTo>
                    <a:pt x="0" y="958329"/>
                  </a:ln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3200" dirty="0">
                <a:latin typeface="思源黑体 CN Heavy" panose="020B0A00000000000000" pitchFamily="34" charset="-122"/>
                <a:ea typeface="思源黑体 CN Heavy" panose="020B0A00000000000000" pitchFamily="34" charset="-122"/>
              </a:endParaRPr>
            </a:p>
          </p:txBody>
        </p:sp>
        <p:sp>
          <p:nvSpPr>
            <p:cNvPr id="6" name="椭圆 5"/>
            <p:cNvSpPr/>
            <p:nvPr/>
          </p:nvSpPr>
          <p:spPr>
            <a:xfrm>
              <a:off x="2878667" y="2209799"/>
              <a:ext cx="1473200" cy="1473200"/>
            </a:xfrm>
            <a:prstGeom prst="ellipse">
              <a:avLst/>
            </a:prstGeom>
            <a:solidFill>
              <a:srgbClr val="028C7C"/>
            </a:solidFill>
            <a:ln w="38100">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思源黑体 CN Heavy" panose="020B0A00000000000000" pitchFamily="34" charset="-122"/>
                  <a:ea typeface="思源黑体 CN Heavy" panose="020B0A00000000000000" pitchFamily="34" charset="-122"/>
                </a:rPr>
                <a:t>02</a:t>
              </a:r>
              <a:endParaRPr lang="zh-CN" altLang="en-US" sz="3200" dirty="0">
                <a:latin typeface="思源黑体 CN Heavy" panose="020B0A00000000000000" pitchFamily="34" charset="-122"/>
                <a:ea typeface="思源黑体 CN Heavy" panose="020B0A00000000000000" pitchFamily="34" charset="-122"/>
              </a:endParaRPr>
            </a:p>
          </p:txBody>
        </p:sp>
        <p:sp>
          <p:nvSpPr>
            <p:cNvPr id="7" name="椭圆 6"/>
            <p:cNvSpPr/>
            <p:nvPr/>
          </p:nvSpPr>
          <p:spPr>
            <a:xfrm>
              <a:off x="7518399" y="2209799"/>
              <a:ext cx="1473200" cy="1473200"/>
            </a:xfrm>
            <a:prstGeom prst="ellipse">
              <a:avLst/>
            </a:prstGeom>
            <a:solidFill>
              <a:srgbClr val="028C7C"/>
            </a:solidFill>
            <a:ln w="38100">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思源黑体 CN Heavy" panose="020B0A00000000000000" pitchFamily="34" charset="-122"/>
                  <a:ea typeface="思源黑体 CN Heavy" panose="020B0A00000000000000" pitchFamily="34" charset="-122"/>
                </a:rPr>
                <a:t>03</a:t>
              </a:r>
              <a:endParaRPr lang="zh-CN" altLang="en-US" sz="3200" dirty="0">
                <a:latin typeface="思源黑体 CN Heavy" panose="020B0A00000000000000" pitchFamily="34" charset="-122"/>
                <a:ea typeface="思源黑体 CN Heavy" panose="020B0A00000000000000" pitchFamily="34" charset="-122"/>
              </a:endParaRPr>
            </a:p>
          </p:txBody>
        </p:sp>
        <p:sp>
          <p:nvSpPr>
            <p:cNvPr id="9" name="椭圆 8"/>
            <p:cNvSpPr/>
            <p:nvPr/>
          </p:nvSpPr>
          <p:spPr>
            <a:xfrm>
              <a:off x="4936067" y="1947333"/>
              <a:ext cx="1998133" cy="1998133"/>
            </a:xfrm>
            <a:prstGeom prst="ellipse">
              <a:avLst/>
            </a:prstGeom>
            <a:solidFill>
              <a:schemeClr val="bg1"/>
            </a:solidFill>
            <a:ln w="38100">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2">
                      <a:lumMod val="25000"/>
                    </a:schemeClr>
                  </a:solidFill>
                  <a:latin typeface="思源黑体 CN Heavy" panose="020B0A00000000000000" pitchFamily="34" charset="-122"/>
                  <a:ea typeface="思源黑体 CN Heavy" panose="020B0A00000000000000" pitchFamily="34" charset="-122"/>
                </a:rPr>
                <a:t>01</a:t>
              </a:r>
              <a:endParaRPr lang="zh-CN" altLang="en-US" sz="3200" dirty="0">
                <a:solidFill>
                  <a:schemeClr val="bg2">
                    <a:lumMod val="25000"/>
                  </a:schemeClr>
                </a:solidFill>
                <a:latin typeface="思源黑体 CN Heavy" panose="020B0A00000000000000" pitchFamily="34" charset="-122"/>
                <a:ea typeface="思源黑体 CN Heavy" panose="020B0A00000000000000" pitchFamily="34" charset="-122"/>
              </a:endParaRPr>
            </a:p>
          </p:txBody>
        </p:sp>
      </p:grpSp>
      <p:sp>
        <p:nvSpPr>
          <p:cNvPr id="13" name="文本框 12"/>
          <p:cNvSpPr txBox="1"/>
          <p:nvPr/>
        </p:nvSpPr>
        <p:spPr>
          <a:xfrm>
            <a:off x="4851402" y="4219973"/>
            <a:ext cx="2178186" cy="400110"/>
          </a:xfrm>
          <a:prstGeom prst="rect">
            <a:avLst/>
          </a:prstGeom>
          <a:noFill/>
        </p:spPr>
        <p:txBody>
          <a:bodyPr wrap="square" rtlCol="0">
            <a:spAutoFit/>
          </a:bodyPr>
          <a:lstStyle/>
          <a:p>
            <a:pPr algn="ctr"/>
            <a:r>
              <a:rPr lang="zh-CN" altLang="en-US" sz="2000" dirty="0">
                <a:latin typeface="思源黑体 CN Medium" panose="020B0600000000000000" pitchFamily="34" charset="-122"/>
                <a:ea typeface="思源黑体 CN Medium" panose="020B0600000000000000" pitchFamily="34" charset="-122"/>
              </a:rPr>
              <a:t>填加文本题目</a:t>
            </a:r>
            <a:endParaRPr lang="zh-CN" altLang="en-US" sz="2000" dirty="0">
              <a:latin typeface="思源黑体 CN Medium" panose="020B0600000000000000" pitchFamily="34" charset="-122"/>
              <a:ea typeface="思源黑体 CN Medium" panose="020B0600000000000000" pitchFamily="34" charset="-122"/>
            </a:endParaRPr>
          </a:p>
        </p:txBody>
      </p:sp>
      <p:sp>
        <p:nvSpPr>
          <p:cNvPr id="14" name="文本框 13"/>
          <p:cNvSpPr txBox="1"/>
          <p:nvPr/>
        </p:nvSpPr>
        <p:spPr>
          <a:xfrm>
            <a:off x="4851402" y="4606435"/>
            <a:ext cx="2178186" cy="850617"/>
          </a:xfrm>
          <a:prstGeom prst="rect">
            <a:avLst/>
          </a:prstGeom>
          <a:noFill/>
        </p:spPr>
        <p:txBody>
          <a:bodyPr wrap="square" rtlCol="0">
            <a:spAutoFit/>
          </a:bodyPr>
          <a:lstStyle/>
          <a:p>
            <a:pPr algn="ct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此处填加您的内容填加您的内容填加您的内容填加您的内容填 </a:t>
            </a:r>
            <a:endParaRPr lang="zh-CN" altLang="en-US" sz="1400" dirty="0">
              <a:latin typeface="思源黑体 CN Normal" panose="020B0400000000000000" pitchFamily="34" charset="-122"/>
              <a:ea typeface="思源黑体 CN Normal" panose="020B0400000000000000" pitchFamily="34" charset="-122"/>
            </a:endParaRPr>
          </a:p>
        </p:txBody>
      </p:sp>
      <p:sp>
        <p:nvSpPr>
          <p:cNvPr id="15" name="文本框 14"/>
          <p:cNvSpPr txBox="1"/>
          <p:nvPr/>
        </p:nvSpPr>
        <p:spPr>
          <a:xfrm>
            <a:off x="7518399" y="3700401"/>
            <a:ext cx="2178186" cy="400110"/>
          </a:xfrm>
          <a:prstGeom prst="rect">
            <a:avLst/>
          </a:prstGeom>
          <a:noFill/>
        </p:spPr>
        <p:txBody>
          <a:bodyPr wrap="square" rtlCol="0">
            <a:spAutoFit/>
          </a:bodyPr>
          <a:lstStyle/>
          <a:p>
            <a:pPr algn="ctr"/>
            <a:r>
              <a:rPr lang="zh-CN" altLang="en-US" sz="2000" dirty="0">
                <a:latin typeface="思源黑体 CN Medium" panose="020B0600000000000000" pitchFamily="34" charset="-122"/>
                <a:ea typeface="思源黑体 CN Medium" panose="020B0600000000000000" pitchFamily="34" charset="-122"/>
              </a:rPr>
              <a:t>填加文本题目</a:t>
            </a:r>
            <a:endParaRPr lang="zh-CN" altLang="en-US" sz="2000" dirty="0">
              <a:latin typeface="思源黑体 CN Medium" panose="020B0600000000000000" pitchFamily="34" charset="-122"/>
              <a:ea typeface="思源黑体 CN Medium" panose="020B0600000000000000" pitchFamily="34" charset="-122"/>
            </a:endParaRPr>
          </a:p>
        </p:txBody>
      </p:sp>
      <p:sp>
        <p:nvSpPr>
          <p:cNvPr id="16" name="文本框 15"/>
          <p:cNvSpPr txBox="1"/>
          <p:nvPr/>
        </p:nvSpPr>
        <p:spPr>
          <a:xfrm>
            <a:off x="7518399" y="4086863"/>
            <a:ext cx="2178186" cy="850617"/>
          </a:xfrm>
          <a:prstGeom prst="rect">
            <a:avLst/>
          </a:prstGeom>
          <a:noFill/>
        </p:spPr>
        <p:txBody>
          <a:bodyPr wrap="square" rtlCol="0">
            <a:spAutoFit/>
          </a:bodyPr>
          <a:lstStyle/>
          <a:p>
            <a:pPr algn="ct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此处填加您的内容填加您的内容填加您的内容填加您的内容填 </a:t>
            </a:r>
            <a:endParaRPr lang="zh-CN" altLang="en-US" sz="1400" dirty="0">
              <a:latin typeface="思源黑体 CN Normal" panose="020B0400000000000000" pitchFamily="34" charset="-122"/>
              <a:ea typeface="思源黑体 CN Normal" panose="020B0400000000000000" pitchFamily="34" charset="-122"/>
            </a:endParaRPr>
          </a:p>
        </p:txBody>
      </p:sp>
      <p:sp>
        <p:nvSpPr>
          <p:cNvPr id="17" name="文本框 16"/>
          <p:cNvSpPr txBox="1"/>
          <p:nvPr/>
        </p:nvSpPr>
        <p:spPr>
          <a:xfrm>
            <a:off x="2184405" y="3700401"/>
            <a:ext cx="2178186" cy="400110"/>
          </a:xfrm>
          <a:prstGeom prst="rect">
            <a:avLst/>
          </a:prstGeom>
          <a:noFill/>
        </p:spPr>
        <p:txBody>
          <a:bodyPr wrap="square" rtlCol="0">
            <a:spAutoFit/>
          </a:bodyPr>
          <a:lstStyle/>
          <a:p>
            <a:pPr algn="ctr"/>
            <a:r>
              <a:rPr lang="zh-CN" altLang="en-US" sz="2000" dirty="0">
                <a:latin typeface="思源黑体 CN Medium" panose="020B0600000000000000" pitchFamily="34" charset="-122"/>
                <a:ea typeface="思源黑体 CN Medium" panose="020B0600000000000000" pitchFamily="34" charset="-122"/>
              </a:rPr>
              <a:t>填加文本题目</a:t>
            </a:r>
            <a:endParaRPr lang="zh-CN" altLang="en-US" sz="2000" dirty="0">
              <a:latin typeface="思源黑体 CN Medium" panose="020B0600000000000000" pitchFamily="34" charset="-122"/>
              <a:ea typeface="思源黑体 CN Medium" panose="020B0600000000000000" pitchFamily="34" charset="-122"/>
            </a:endParaRPr>
          </a:p>
        </p:txBody>
      </p:sp>
      <p:sp>
        <p:nvSpPr>
          <p:cNvPr id="18" name="文本框 17"/>
          <p:cNvSpPr txBox="1"/>
          <p:nvPr/>
        </p:nvSpPr>
        <p:spPr>
          <a:xfrm>
            <a:off x="2184405" y="4086863"/>
            <a:ext cx="2178186" cy="850617"/>
          </a:xfrm>
          <a:prstGeom prst="rect">
            <a:avLst/>
          </a:prstGeom>
          <a:noFill/>
        </p:spPr>
        <p:txBody>
          <a:bodyPr wrap="square" rtlCol="0">
            <a:spAutoFit/>
          </a:bodyPr>
          <a:lstStyle/>
          <a:p>
            <a:pPr algn="ct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此处填加您的内容填加您的内容填加您的内容填加您的内容填 </a:t>
            </a:r>
            <a:endParaRPr lang="zh-CN" altLang="en-US" sz="1400" dirty="0">
              <a:latin typeface="思源黑体 CN Normal" panose="020B0400000000000000" pitchFamily="34" charset="-122"/>
              <a:ea typeface="思源黑体 CN Normal" panose="020B0400000000000000"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barn(inVertical)">
                                      <p:cBhvr>
                                        <p:cTn id="10" dur="500"/>
                                        <p:tgtEl>
                                          <p:spTgt spid="13"/>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barn(inVertical)">
                                      <p:cBhvr>
                                        <p:cTn id="13" dur="500"/>
                                        <p:tgtEl>
                                          <p:spTgt spid="14"/>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barn(inVertical)">
                                      <p:cBhvr>
                                        <p:cTn id="16" dur="500"/>
                                        <p:tgtEl>
                                          <p:spTgt spid="15"/>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barn(inVertical)">
                                      <p:cBhvr>
                                        <p:cTn id="19" dur="500"/>
                                        <p:tgtEl>
                                          <p:spTgt spid="16"/>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barn(inVertical)">
                                      <p:cBhvr>
                                        <p:cTn id="22" dur="500"/>
                                        <p:tgtEl>
                                          <p:spTgt spid="17"/>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barn(inVertical)">
                                      <p:cBhvr>
                                        <p:cTn id="2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P spid="1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0" y="0"/>
            <a:ext cx="12192000" cy="6857999"/>
          </a:xfrm>
          <a:prstGeom prst="rect">
            <a:avLst/>
          </a:prstGeom>
        </p:spPr>
      </p:pic>
      <p:pic>
        <p:nvPicPr>
          <p:cNvPr id="7" name="图片 6"/>
          <p:cNvPicPr>
            <a:picLocks noChangeAspect="1"/>
          </p:cNvPicPr>
          <p:nvPr/>
        </p:nvPicPr>
        <p:blipFill>
          <a:blip r:embed="rId2"/>
          <a:stretch>
            <a:fillRect/>
          </a:stretch>
        </p:blipFill>
        <p:spPr>
          <a:xfrm>
            <a:off x="756321" y="556261"/>
            <a:ext cx="10679358" cy="5745479"/>
          </a:xfrm>
          <a:prstGeom prst="rect">
            <a:avLst/>
          </a:prstGeom>
        </p:spPr>
      </p:pic>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07061" y="1540934"/>
            <a:ext cx="4055538" cy="4055538"/>
          </a:xfrm>
          <a:prstGeom prst="rect">
            <a:avLst/>
          </a:prstGeom>
        </p:spPr>
      </p:pic>
      <p:sp>
        <p:nvSpPr>
          <p:cNvPr id="6" name="矩形 5"/>
          <p:cNvSpPr/>
          <p:nvPr/>
        </p:nvSpPr>
        <p:spPr>
          <a:xfrm>
            <a:off x="6096000" y="2091441"/>
            <a:ext cx="3691467" cy="461665"/>
          </a:xfrm>
          <a:prstGeom prst="rect">
            <a:avLst/>
          </a:prstGeom>
          <a:solidFill>
            <a:srgbClr val="F153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5702714" y="1988099"/>
            <a:ext cx="668349" cy="668349"/>
          </a:xfrm>
          <a:prstGeom prst="ellipse">
            <a:avLst/>
          </a:prstGeom>
          <a:solidFill>
            <a:srgbClr val="F15337"/>
          </a:solidFill>
          <a:ln w="34925">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2">
                  <a:lumMod val="25000"/>
                </a:schemeClr>
              </a:solidFill>
              <a:latin typeface="思源黑体 CN Medium" panose="020B0600000000000000" pitchFamily="34" charset="-122"/>
              <a:ea typeface="思源黑体 CN Medium" panose="020B0600000000000000" pitchFamily="34" charset="-122"/>
            </a:endParaRPr>
          </a:p>
        </p:txBody>
      </p:sp>
      <p:sp>
        <p:nvSpPr>
          <p:cNvPr id="10" name="文本框 9"/>
          <p:cNvSpPr txBox="1"/>
          <p:nvPr/>
        </p:nvSpPr>
        <p:spPr>
          <a:xfrm>
            <a:off x="6736501" y="2106870"/>
            <a:ext cx="2178186" cy="461665"/>
          </a:xfrm>
          <a:prstGeom prst="rect">
            <a:avLst/>
          </a:prstGeom>
          <a:noFill/>
        </p:spPr>
        <p:txBody>
          <a:bodyPr wrap="square" rtlCol="0">
            <a:spAutoFit/>
          </a:bodyPr>
          <a:lstStyle/>
          <a:p>
            <a:r>
              <a:rPr lang="zh-CN" altLang="en-US" sz="2400" dirty="0">
                <a:solidFill>
                  <a:schemeClr val="bg1"/>
                </a:solidFill>
                <a:latin typeface="思源黑体 CN Medium" panose="020B0600000000000000" pitchFamily="34" charset="-122"/>
                <a:ea typeface="思源黑体 CN Medium" panose="020B0600000000000000" pitchFamily="34" charset="-122"/>
              </a:rPr>
              <a:t>填加文本题目</a:t>
            </a:r>
            <a:endParaRPr lang="zh-CN" altLang="en-US" sz="2400" dirty="0">
              <a:solidFill>
                <a:schemeClr val="bg1"/>
              </a:solidFill>
              <a:latin typeface="思源黑体 CN Medium" panose="020B0600000000000000" pitchFamily="34" charset="-122"/>
              <a:ea typeface="思源黑体 CN Medium" panose="020B0600000000000000" pitchFamily="34" charset="-122"/>
            </a:endParaRPr>
          </a:p>
        </p:txBody>
      </p:sp>
      <p:sp>
        <p:nvSpPr>
          <p:cNvPr id="11" name="文本框 10"/>
          <p:cNvSpPr txBox="1"/>
          <p:nvPr/>
        </p:nvSpPr>
        <p:spPr>
          <a:xfrm>
            <a:off x="6736501" y="2714838"/>
            <a:ext cx="3050965" cy="850617"/>
          </a:xfrm>
          <a:prstGeom prst="rect">
            <a:avLst/>
          </a:prstGeom>
          <a:noFill/>
        </p:spPr>
        <p:txBody>
          <a:bodyPr wrap="square" rtlCol="0">
            <a:spAutoFit/>
          </a:bodyPr>
          <a:lstStyle/>
          <a:p>
            <a:pP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此处填加您的内容填加您的内容填加您的内容填加您的内容填加您的内容填加您的内容填 </a:t>
            </a:r>
            <a:endParaRPr lang="zh-CN" altLang="en-US" sz="1400" dirty="0">
              <a:latin typeface="思源黑体 CN Normal" panose="020B0400000000000000" pitchFamily="34" charset="-122"/>
              <a:ea typeface="思源黑体 CN Normal" panose="020B0400000000000000" pitchFamily="34" charset="-122"/>
            </a:endParaRPr>
          </a:p>
        </p:txBody>
      </p:sp>
      <p:sp>
        <p:nvSpPr>
          <p:cNvPr id="12" name="矩形 11"/>
          <p:cNvSpPr/>
          <p:nvPr/>
        </p:nvSpPr>
        <p:spPr>
          <a:xfrm>
            <a:off x="6096000" y="3914087"/>
            <a:ext cx="3691467" cy="461665"/>
          </a:xfrm>
          <a:prstGeom prst="rect">
            <a:avLst/>
          </a:prstGeom>
          <a:solidFill>
            <a:srgbClr val="028C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5702714" y="3810745"/>
            <a:ext cx="668349" cy="668349"/>
          </a:xfrm>
          <a:prstGeom prst="ellipse">
            <a:avLst/>
          </a:prstGeom>
          <a:solidFill>
            <a:srgbClr val="028C7C"/>
          </a:solidFill>
          <a:ln w="34925">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2">
                  <a:lumMod val="25000"/>
                </a:schemeClr>
              </a:solidFill>
              <a:latin typeface="思源黑体 CN Medium" panose="020B0600000000000000" pitchFamily="34" charset="-122"/>
              <a:ea typeface="思源黑体 CN Medium" panose="020B0600000000000000" pitchFamily="34" charset="-122"/>
            </a:endParaRPr>
          </a:p>
        </p:txBody>
      </p:sp>
      <p:sp>
        <p:nvSpPr>
          <p:cNvPr id="14" name="文本框 13"/>
          <p:cNvSpPr txBox="1"/>
          <p:nvPr/>
        </p:nvSpPr>
        <p:spPr>
          <a:xfrm>
            <a:off x="6736501" y="3929516"/>
            <a:ext cx="2178186" cy="461665"/>
          </a:xfrm>
          <a:prstGeom prst="rect">
            <a:avLst/>
          </a:prstGeom>
          <a:noFill/>
        </p:spPr>
        <p:txBody>
          <a:bodyPr wrap="square" rtlCol="0">
            <a:spAutoFit/>
          </a:bodyPr>
          <a:lstStyle/>
          <a:p>
            <a:r>
              <a:rPr lang="zh-CN" altLang="en-US" sz="2400" dirty="0">
                <a:solidFill>
                  <a:schemeClr val="bg1"/>
                </a:solidFill>
                <a:latin typeface="思源黑体 CN Medium" panose="020B0600000000000000" pitchFamily="34" charset="-122"/>
                <a:ea typeface="思源黑体 CN Medium" panose="020B0600000000000000" pitchFamily="34" charset="-122"/>
              </a:rPr>
              <a:t>填加文本题目</a:t>
            </a:r>
            <a:endParaRPr lang="zh-CN" altLang="en-US" sz="2400" dirty="0">
              <a:solidFill>
                <a:schemeClr val="bg1"/>
              </a:solidFill>
              <a:latin typeface="思源黑体 CN Medium" panose="020B0600000000000000" pitchFamily="34" charset="-122"/>
              <a:ea typeface="思源黑体 CN Medium" panose="020B0600000000000000" pitchFamily="34" charset="-122"/>
            </a:endParaRPr>
          </a:p>
        </p:txBody>
      </p:sp>
      <p:sp>
        <p:nvSpPr>
          <p:cNvPr id="15" name="文本框 14"/>
          <p:cNvSpPr txBox="1"/>
          <p:nvPr/>
        </p:nvSpPr>
        <p:spPr>
          <a:xfrm>
            <a:off x="6736501" y="4537484"/>
            <a:ext cx="3050965" cy="850617"/>
          </a:xfrm>
          <a:prstGeom prst="rect">
            <a:avLst/>
          </a:prstGeom>
          <a:noFill/>
        </p:spPr>
        <p:txBody>
          <a:bodyPr wrap="square" rtlCol="0">
            <a:spAutoFit/>
          </a:bodyPr>
          <a:lstStyle/>
          <a:p>
            <a:pP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此处填加您的内容填加您的内容填加您的内容填加您的内容填加您的内容填加您的内容填 </a:t>
            </a:r>
            <a:endParaRPr lang="zh-CN" altLang="en-US" sz="1400" dirty="0">
              <a:latin typeface="思源黑体 CN Normal" panose="020B0400000000000000" pitchFamily="34" charset="-122"/>
              <a:ea typeface="思源黑体 CN Normal" panose="020B0400000000000000" pitchFamily="34" charset="-122"/>
            </a:endParaRPr>
          </a:p>
        </p:txBody>
      </p:sp>
      <p:pic>
        <p:nvPicPr>
          <p:cNvPr id="16" name="图形 15"/>
          <p:cNvPicPr>
            <a:picLocks noChangeAspect="1"/>
          </p:cNvPicPr>
          <p:nvPr/>
        </p:nvPicPr>
        <p:blipFill>
          <a:blip r:embed="rId4"/>
          <a:stretch>
            <a:fillRect/>
          </a:stretch>
        </p:blipFill>
        <p:spPr>
          <a:xfrm>
            <a:off x="5848215" y="3965422"/>
            <a:ext cx="358993" cy="358993"/>
          </a:xfrm>
          <a:prstGeom prst="rect">
            <a:avLst/>
          </a:prstGeom>
        </p:spPr>
      </p:pic>
      <p:pic>
        <p:nvPicPr>
          <p:cNvPr id="17" name="图形 16"/>
          <p:cNvPicPr>
            <a:picLocks noChangeAspect="1"/>
          </p:cNvPicPr>
          <p:nvPr/>
        </p:nvPicPr>
        <p:blipFill>
          <a:blip r:embed="rId5"/>
          <a:stretch>
            <a:fillRect/>
          </a:stretch>
        </p:blipFill>
        <p:spPr>
          <a:xfrm>
            <a:off x="5871701" y="2137250"/>
            <a:ext cx="335507" cy="32879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
                                        <p:tgtEl>
                                          <p:spTgt spid="9"/>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ipe(left)">
                                      <p:cBhvr>
                                        <p:cTn id="18" dur="500"/>
                                        <p:tgtEl>
                                          <p:spTgt spid="10"/>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left)">
                                      <p:cBhvr>
                                        <p:cTn id="21" dur="500"/>
                                        <p:tgtEl>
                                          <p:spTgt spid="11"/>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wipe(left)">
                                      <p:cBhvr>
                                        <p:cTn id="24" dur="500"/>
                                        <p:tgtEl>
                                          <p:spTgt spid="12"/>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left)">
                                      <p:cBhvr>
                                        <p:cTn id="27" dur="500"/>
                                        <p:tgtEl>
                                          <p:spTgt spid="13"/>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wipe(left)">
                                      <p:cBhvr>
                                        <p:cTn id="30" dur="500"/>
                                        <p:tgtEl>
                                          <p:spTgt spid="14"/>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wipe(left)">
                                      <p:cBhvr>
                                        <p:cTn id="33" dur="500"/>
                                        <p:tgtEl>
                                          <p:spTgt spid="15"/>
                                        </p:tgtEl>
                                      </p:cBhvr>
                                    </p:animEffect>
                                  </p:childTnLst>
                                </p:cTn>
                              </p:par>
                              <p:par>
                                <p:cTn id="34" presetID="22" presetClass="entr" presetSubtype="8" fill="hold"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left)">
                                      <p:cBhvr>
                                        <p:cTn id="36" dur="500"/>
                                        <p:tgtEl>
                                          <p:spTgt spid="16"/>
                                        </p:tgtEl>
                                      </p:cBhvr>
                                    </p:animEffect>
                                  </p:childTnLst>
                                </p:cTn>
                              </p:par>
                              <p:par>
                                <p:cTn id="37" presetID="22" presetClass="entr" presetSubtype="8" fill="hold"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wipe(left)">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p:bldP spid="11" grpId="0"/>
      <p:bldP spid="12" grpId="0" animBg="1"/>
      <p:bldP spid="13" grpId="0" animBg="1"/>
      <p:bldP spid="14" grpId="0"/>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0" y="0"/>
            <a:ext cx="12192000" cy="6857999"/>
          </a:xfrm>
          <a:prstGeom prst="rect">
            <a:avLst/>
          </a:prstGeom>
        </p:spPr>
      </p:pic>
      <p:pic>
        <p:nvPicPr>
          <p:cNvPr id="12" name="图片 11"/>
          <p:cNvPicPr>
            <a:picLocks noChangeAspect="1"/>
          </p:cNvPicPr>
          <p:nvPr/>
        </p:nvPicPr>
        <p:blipFill>
          <a:blip r:embed="rId2"/>
          <a:stretch>
            <a:fillRect/>
          </a:stretch>
        </p:blipFill>
        <p:spPr>
          <a:xfrm>
            <a:off x="756321" y="556261"/>
            <a:ext cx="10679358" cy="5745479"/>
          </a:xfrm>
          <a:prstGeom prst="rect">
            <a:avLst/>
          </a:prstGeom>
        </p:spPr>
      </p:pic>
      <p:sp>
        <p:nvSpPr>
          <p:cNvPr id="4" name="矩形 3"/>
          <p:cNvSpPr/>
          <p:nvPr/>
        </p:nvSpPr>
        <p:spPr>
          <a:xfrm>
            <a:off x="1704241" y="1716504"/>
            <a:ext cx="1006875" cy="1006875"/>
          </a:xfrm>
          <a:prstGeom prst="rect">
            <a:avLst/>
          </a:prstGeom>
          <a:solidFill>
            <a:srgbClr val="E50037"/>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704241" y="3009097"/>
            <a:ext cx="1006875" cy="1006875"/>
          </a:xfrm>
          <a:prstGeom prst="rect">
            <a:avLst/>
          </a:prstGeom>
          <a:solidFill>
            <a:srgbClr val="E50037"/>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704241" y="4301690"/>
            <a:ext cx="1006875" cy="1006875"/>
          </a:xfrm>
          <a:prstGeom prst="rect">
            <a:avLst/>
          </a:prstGeom>
          <a:solidFill>
            <a:srgbClr val="E50037"/>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1786110" y="1786467"/>
            <a:ext cx="3566045" cy="8522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786110" y="3079060"/>
            <a:ext cx="3566045" cy="8522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786110" y="4371653"/>
            <a:ext cx="3566045" cy="8522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6026607" y="1716504"/>
            <a:ext cx="1006875" cy="1006875"/>
          </a:xfrm>
          <a:prstGeom prst="rect">
            <a:avLst/>
          </a:prstGeom>
          <a:solidFill>
            <a:srgbClr val="F15337"/>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6026607" y="3009097"/>
            <a:ext cx="1006875" cy="1006875"/>
          </a:xfrm>
          <a:prstGeom prst="rect">
            <a:avLst/>
          </a:prstGeom>
          <a:solidFill>
            <a:srgbClr val="F15337"/>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6026607" y="4301690"/>
            <a:ext cx="1006875" cy="1006875"/>
          </a:xfrm>
          <a:prstGeom prst="rect">
            <a:avLst/>
          </a:prstGeom>
          <a:solidFill>
            <a:srgbClr val="F15337"/>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6108476" y="1786467"/>
            <a:ext cx="3566045" cy="8522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6108476" y="3079060"/>
            <a:ext cx="3566045" cy="8522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6108476" y="4371653"/>
            <a:ext cx="3566045" cy="8522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7088497" y="1946062"/>
            <a:ext cx="2586024" cy="592085"/>
          </a:xfrm>
          <a:prstGeom prst="rect">
            <a:avLst/>
          </a:prstGeom>
          <a:noFill/>
        </p:spPr>
        <p:txBody>
          <a:bodyPr wrap="square" rtlCol="0">
            <a:spAutoFit/>
          </a:bodyPr>
          <a:lstStyle/>
          <a:p>
            <a:pP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此处填加您的内容填加您的内容填加您的内容填加您的</a:t>
            </a:r>
            <a:endParaRPr lang="zh-CN" altLang="en-US" sz="1400" dirty="0">
              <a:latin typeface="思源黑体 CN Normal" panose="020B0400000000000000" pitchFamily="34" charset="-122"/>
              <a:ea typeface="思源黑体 CN Normal" panose="020B0400000000000000" pitchFamily="34" charset="-122"/>
            </a:endParaRPr>
          </a:p>
        </p:txBody>
      </p:sp>
      <p:sp>
        <p:nvSpPr>
          <p:cNvPr id="22" name="文本框 21"/>
          <p:cNvSpPr txBox="1"/>
          <p:nvPr/>
        </p:nvSpPr>
        <p:spPr>
          <a:xfrm>
            <a:off x="7088497" y="4509084"/>
            <a:ext cx="2586024" cy="592085"/>
          </a:xfrm>
          <a:prstGeom prst="rect">
            <a:avLst/>
          </a:prstGeom>
          <a:noFill/>
        </p:spPr>
        <p:txBody>
          <a:bodyPr wrap="square" rtlCol="0">
            <a:spAutoFit/>
          </a:bodyPr>
          <a:lstStyle/>
          <a:p>
            <a:pP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此处填加您的内容填加您的内容填加您的内容填加您的</a:t>
            </a:r>
            <a:endParaRPr lang="zh-CN" altLang="en-US" sz="1400" dirty="0">
              <a:latin typeface="思源黑体 CN Normal" panose="020B0400000000000000" pitchFamily="34" charset="-122"/>
              <a:ea typeface="思源黑体 CN Normal" panose="020B0400000000000000" pitchFamily="34" charset="-122"/>
            </a:endParaRPr>
          </a:p>
        </p:txBody>
      </p:sp>
      <p:sp>
        <p:nvSpPr>
          <p:cNvPr id="23" name="文本框 22"/>
          <p:cNvSpPr txBox="1"/>
          <p:nvPr/>
        </p:nvSpPr>
        <p:spPr>
          <a:xfrm>
            <a:off x="7088497" y="3227573"/>
            <a:ext cx="2586024" cy="592085"/>
          </a:xfrm>
          <a:prstGeom prst="rect">
            <a:avLst/>
          </a:prstGeom>
          <a:noFill/>
        </p:spPr>
        <p:txBody>
          <a:bodyPr wrap="square" rtlCol="0">
            <a:spAutoFit/>
          </a:bodyPr>
          <a:lstStyle/>
          <a:p>
            <a:pP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此处填加您的内容填加您的内容填加您的内容填加您的</a:t>
            </a:r>
            <a:endParaRPr lang="zh-CN" altLang="en-US" sz="1400" dirty="0">
              <a:latin typeface="思源黑体 CN Normal" panose="020B0400000000000000" pitchFamily="34" charset="-122"/>
              <a:ea typeface="思源黑体 CN Normal" panose="020B0400000000000000" pitchFamily="34" charset="-122"/>
            </a:endParaRPr>
          </a:p>
        </p:txBody>
      </p:sp>
      <p:sp>
        <p:nvSpPr>
          <p:cNvPr id="24" name="文本框 23"/>
          <p:cNvSpPr txBox="1"/>
          <p:nvPr/>
        </p:nvSpPr>
        <p:spPr>
          <a:xfrm>
            <a:off x="2753672" y="1946062"/>
            <a:ext cx="2586024" cy="592085"/>
          </a:xfrm>
          <a:prstGeom prst="rect">
            <a:avLst/>
          </a:prstGeom>
          <a:noFill/>
        </p:spPr>
        <p:txBody>
          <a:bodyPr wrap="square" rtlCol="0">
            <a:spAutoFit/>
          </a:bodyPr>
          <a:lstStyle/>
          <a:p>
            <a:pP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此处填加您的内容填加您的内容填加您的内容填加您的</a:t>
            </a:r>
            <a:endParaRPr lang="zh-CN" altLang="en-US" sz="1400" dirty="0">
              <a:latin typeface="思源黑体 CN Normal" panose="020B0400000000000000" pitchFamily="34" charset="-122"/>
              <a:ea typeface="思源黑体 CN Normal" panose="020B0400000000000000" pitchFamily="34" charset="-122"/>
            </a:endParaRPr>
          </a:p>
        </p:txBody>
      </p:sp>
      <p:sp>
        <p:nvSpPr>
          <p:cNvPr id="25" name="文本框 24"/>
          <p:cNvSpPr txBox="1"/>
          <p:nvPr/>
        </p:nvSpPr>
        <p:spPr>
          <a:xfrm>
            <a:off x="2753672" y="4509084"/>
            <a:ext cx="2586024" cy="592085"/>
          </a:xfrm>
          <a:prstGeom prst="rect">
            <a:avLst/>
          </a:prstGeom>
          <a:noFill/>
        </p:spPr>
        <p:txBody>
          <a:bodyPr wrap="square" rtlCol="0">
            <a:spAutoFit/>
          </a:bodyPr>
          <a:lstStyle/>
          <a:p>
            <a:pP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此处填加您的内容填加您的内容填加您的内容填加您的</a:t>
            </a:r>
            <a:endParaRPr lang="zh-CN" altLang="en-US" sz="1400" dirty="0">
              <a:latin typeface="思源黑体 CN Normal" panose="020B0400000000000000" pitchFamily="34" charset="-122"/>
              <a:ea typeface="思源黑体 CN Normal" panose="020B0400000000000000" pitchFamily="34" charset="-122"/>
            </a:endParaRPr>
          </a:p>
        </p:txBody>
      </p:sp>
      <p:sp>
        <p:nvSpPr>
          <p:cNvPr id="26" name="文本框 25"/>
          <p:cNvSpPr txBox="1"/>
          <p:nvPr/>
        </p:nvSpPr>
        <p:spPr>
          <a:xfrm>
            <a:off x="2753672" y="3227573"/>
            <a:ext cx="2586024" cy="592085"/>
          </a:xfrm>
          <a:prstGeom prst="rect">
            <a:avLst/>
          </a:prstGeom>
          <a:noFill/>
        </p:spPr>
        <p:txBody>
          <a:bodyPr wrap="square" rtlCol="0">
            <a:spAutoFit/>
          </a:bodyPr>
          <a:lstStyle/>
          <a:p>
            <a:pPr>
              <a:lnSpc>
                <a:spcPct val="120000"/>
              </a:lnSpc>
            </a:pPr>
            <a:r>
              <a:rPr lang="zh-CN" altLang="en-US" sz="1400" dirty="0">
                <a:latin typeface="思源黑体 CN Normal" panose="020B0400000000000000" pitchFamily="34" charset="-122"/>
                <a:ea typeface="思源黑体 CN Normal" panose="020B0400000000000000" pitchFamily="34" charset="-122"/>
              </a:rPr>
              <a:t>此处填加您的内容填加您的内容填加您的内容填加您的</a:t>
            </a:r>
            <a:endParaRPr lang="zh-CN" altLang="en-US" sz="1400" dirty="0">
              <a:latin typeface="思源黑体 CN Normal" panose="020B0400000000000000" pitchFamily="34" charset="-122"/>
              <a:ea typeface="思源黑体 CN Normal" panose="020B0400000000000000" pitchFamily="34" charset="-122"/>
            </a:endParaRPr>
          </a:p>
        </p:txBody>
      </p:sp>
      <p:pic>
        <p:nvPicPr>
          <p:cNvPr id="6" name="图形 5"/>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7416" y="1986578"/>
            <a:ext cx="476250" cy="466725"/>
          </a:xfrm>
          <a:prstGeom prst="rect">
            <a:avLst/>
          </a:prstGeom>
        </p:spPr>
      </p:pic>
      <p:pic>
        <p:nvPicPr>
          <p:cNvPr id="28" name="图形 27"/>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36011" y="3244475"/>
            <a:ext cx="495300" cy="466725"/>
          </a:xfrm>
          <a:prstGeom prst="rect">
            <a:avLst/>
          </a:prstGeom>
        </p:spPr>
      </p:pic>
      <p:pic>
        <p:nvPicPr>
          <p:cNvPr id="30" name="图形 29"/>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017416" y="4572233"/>
            <a:ext cx="523875" cy="466725"/>
          </a:xfrm>
          <a:prstGeom prst="rect">
            <a:avLst/>
          </a:prstGeom>
        </p:spPr>
      </p:pic>
      <p:pic>
        <p:nvPicPr>
          <p:cNvPr id="32" name="图形 31"/>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060279" y="3244475"/>
            <a:ext cx="457200" cy="476250"/>
          </a:xfrm>
          <a:prstGeom prst="rect">
            <a:avLst/>
          </a:prstGeom>
        </p:spPr>
      </p:pic>
      <p:pic>
        <p:nvPicPr>
          <p:cNvPr id="34" name="图形 33"/>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332176" y="1945069"/>
            <a:ext cx="561975" cy="561975"/>
          </a:xfrm>
          <a:prstGeom prst="rect">
            <a:avLst/>
          </a:prstGeom>
        </p:spPr>
      </p:pic>
      <p:pic>
        <p:nvPicPr>
          <p:cNvPr id="36" name="图形 35"/>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399957" y="4607292"/>
            <a:ext cx="419100" cy="3810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p:cTn id="17" dur="500" fill="hold"/>
                                        <p:tgtEl>
                                          <p:spTgt spid="9"/>
                                        </p:tgtEl>
                                        <p:attrNameLst>
                                          <p:attrName>ppt_w</p:attrName>
                                        </p:attrNameLst>
                                      </p:cBhvr>
                                      <p:tavLst>
                                        <p:tav tm="0">
                                          <p:val>
                                            <p:fltVal val="0"/>
                                          </p:val>
                                        </p:tav>
                                        <p:tav tm="100000">
                                          <p:val>
                                            <p:strVal val="#ppt_w"/>
                                          </p:val>
                                        </p:tav>
                                      </p:tavLst>
                                    </p:anim>
                                    <p:anim calcmode="lin" valueType="num">
                                      <p:cBhvr>
                                        <p:cTn id="18" dur="500" fill="hold"/>
                                        <p:tgtEl>
                                          <p:spTgt spid="9"/>
                                        </p:tgtEl>
                                        <p:attrNameLst>
                                          <p:attrName>ppt_h</p:attrName>
                                        </p:attrNameLst>
                                      </p:cBhvr>
                                      <p:tavLst>
                                        <p:tav tm="0">
                                          <p:val>
                                            <p:fltVal val="0"/>
                                          </p:val>
                                        </p:tav>
                                        <p:tav tm="100000">
                                          <p:val>
                                            <p:strVal val="#ppt_h"/>
                                          </p:val>
                                        </p:tav>
                                      </p:tavLst>
                                    </p:anim>
                                    <p:animEffect transition="in" filter="fade">
                                      <p:cBhvr>
                                        <p:cTn id="19" dur="500"/>
                                        <p:tgtEl>
                                          <p:spTgt spid="9"/>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p:cTn id="22" dur="500" fill="hold"/>
                                        <p:tgtEl>
                                          <p:spTgt spid="10"/>
                                        </p:tgtEl>
                                        <p:attrNameLst>
                                          <p:attrName>ppt_w</p:attrName>
                                        </p:attrNameLst>
                                      </p:cBhvr>
                                      <p:tavLst>
                                        <p:tav tm="0">
                                          <p:val>
                                            <p:fltVal val="0"/>
                                          </p:val>
                                        </p:tav>
                                        <p:tav tm="100000">
                                          <p:val>
                                            <p:strVal val="#ppt_w"/>
                                          </p:val>
                                        </p:tav>
                                      </p:tavLst>
                                    </p:anim>
                                    <p:anim calcmode="lin" valueType="num">
                                      <p:cBhvr>
                                        <p:cTn id="23" dur="500" fill="hold"/>
                                        <p:tgtEl>
                                          <p:spTgt spid="10"/>
                                        </p:tgtEl>
                                        <p:attrNameLst>
                                          <p:attrName>ppt_h</p:attrName>
                                        </p:attrNameLst>
                                      </p:cBhvr>
                                      <p:tavLst>
                                        <p:tav tm="0">
                                          <p:val>
                                            <p:fltVal val="0"/>
                                          </p:val>
                                        </p:tav>
                                        <p:tav tm="100000">
                                          <p:val>
                                            <p:strVal val="#ppt_h"/>
                                          </p:val>
                                        </p:tav>
                                      </p:tavLst>
                                    </p:anim>
                                    <p:animEffect transition="in" filter="fade">
                                      <p:cBhvr>
                                        <p:cTn id="24" dur="500"/>
                                        <p:tgtEl>
                                          <p:spTgt spid="10"/>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p:cTn id="27" dur="500" fill="hold"/>
                                        <p:tgtEl>
                                          <p:spTgt spid="11"/>
                                        </p:tgtEl>
                                        <p:attrNameLst>
                                          <p:attrName>ppt_w</p:attrName>
                                        </p:attrNameLst>
                                      </p:cBhvr>
                                      <p:tavLst>
                                        <p:tav tm="0">
                                          <p:val>
                                            <p:fltVal val="0"/>
                                          </p:val>
                                        </p:tav>
                                        <p:tav tm="100000">
                                          <p:val>
                                            <p:strVal val="#ppt_w"/>
                                          </p:val>
                                        </p:tav>
                                      </p:tavLst>
                                    </p:anim>
                                    <p:anim calcmode="lin" valueType="num">
                                      <p:cBhvr>
                                        <p:cTn id="28" dur="500" fill="hold"/>
                                        <p:tgtEl>
                                          <p:spTgt spid="11"/>
                                        </p:tgtEl>
                                        <p:attrNameLst>
                                          <p:attrName>ppt_h</p:attrName>
                                        </p:attrNameLst>
                                      </p:cBhvr>
                                      <p:tavLst>
                                        <p:tav tm="0">
                                          <p:val>
                                            <p:fltVal val="0"/>
                                          </p:val>
                                        </p:tav>
                                        <p:tav tm="100000">
                                          <p:val>
                                            <p:strVal val="#ppt_h"/>
                                          </p:val>
                                        </p:tav>
                                      </p:tavLst>
                                    </p:anim>
                                    <p:animEffect transition="in" filter="fade">
                                      <p:cBhvr>
                                        <p:cTn id="29" dur="500"/>
                                        <p:tgtEl>
                                          <p:spTgt spid="11"/>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p:cTn id="32" dur="500" fill="hold"/>
                                        <p:tgtEl>
                                          <p:spTgt spid="13"/>
                                        </p:tgtEl>
                                        <p:attrNameLst>
                                          <p:attrName>ppt_w</p:attrName>
                                        </p:attrNameLst>
                                      </p:cBhvr>
                                      <p:tavLst>
                                        <p:tav tm="0">
                                          <p:val>
                                            <p:fltVal val="0"/>
                                          </p:val>
                                        </p:tav>
                                        <p:tav tm="100000">
                                          <p:val>
                                            <p:strVal val="#ppt_w"/>
                                          </p:val>
                                        </p:tav>
                                      </p:tavLst>
                                    </p:anim>
                                    <p:anim calcmode="lin" valueType="num">
                                      <p:cBhvr>
                                        <p:cTn id="33" dur="500" fill="hold"/>
                                        <p:tgtEl>
                                          <p:spTgt spid="13"/>
                                        </p:tgtEl>
                                        <p:attrNameLst>
                                          <p:attrName>ppt_h</p:attrName>
                                        </p:attrNameLst>
                                      </p:cBhvr>
                                      <p:tavLst>
                                        <p:tav tm="0">
                                          <p:val>
                                            <p:fltVal val="0"/>
                                          </p:val>
                                        </p:tav>
                                        <p:tav tm="100000">
                                          <p:val>
                                            <p:strVal val="#ppt_h"/>
                                          </p:val>
                                        </p:tav>
                                      </p:tavLst>
                                    </p:anim>
                                    <p:animEffect transition="in" filter="fade">
                                      <p:cBhvr>
                                        <p:cTn id="34" dur="500"/>
                                        <p:tgtEl>
                                          <p:spTgt spid="13"/>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p:cTn id="37" dur="500" fill="hold"/>
                                        <p:tgtEl>
                                          <p:spTgt spid="14"/>
                                        </p:tgtEl>
                                        <p:attrNameLst>
                                          <p:attrName>ppt_w</p:attrName>
                                        </p:attrNameLst>
                                      </p:cBhvr>
                                      <p:tavLst>
                                        <p:tav tm="0">
                                          <p:val>
                                            <p:fltVal val="0"/>
                                          </p:val>
                                        </p:tav>
                                        <p:tav tm="100000">
                                          <p:val>
                                            <p:strVal val="#ppt_w"/>
                                          </p:val>
                                        </p:tav>
                                      </p:tavLst>
                                    </p:anim>
                                    <p:anim calcmode="lin" valueType="num">
                                      <p:cBhvr>
                                        <p:cTn id="38" dur="500" fill="hold"/>
                                        <p:tgtEl>
                                          <p:spTgt spid="14"/>
                                        </p:tgtEl>
                                        <p:attrNameLst>
                                          <p:attrName>ppt_h</p:attrName>
                                        </p:attrNameLst>
                                      </p:cBhvr>
                                      <p:tavLst>
                                        <p:tav tm="0">
                                          <p:val>
                                            <p:fltVal val="0"/>
                                          </p:val>
                                        </p:tav>
                                        <p:tav tm="100000">
                                          <p:val>
                                            <p:strVal val="#ppt_h"/>
                                          </p:val>
                                        </p:tav>
                                      </p:tavLst>
                                    </p:anim>
                                    <p:animEffect transition="in" filter="fade">
                                      <p:cBhvr>
                                        <p:cTn id="39" dur="500"/>
                                        <p:tgtEl>
                                          <p:spTgt spid="14"/>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 calcmode="lin" valueType="num">
                                      <p:cBhvr>
                                        <p:cTn id="42" dur="500" fill="hold"/>
                                        <p:tgtEl>
                                          <p:spTgt spid="15"/>
                                        </p:tgtEl>
                                        <p:attrNameLst>
                                          <p:attrName>ppt_w</p:attrName>
                                        </p:attrNameLst>
                                      </p:cBhvr>
                                      <p:tavLst>
                                        <p:tav tm="0">
                                          <p:val>
                                            <p:fltVal val="0"/>
                                          </p:val>
                                        </p:tav>
                                        <p:tav tm="100000">
                                          <p:val>
                                            <p:strVal val="#ppt_w"/>
                                          </p:val>
                                        </p:tav>
                                      </p:tavLst>
                                    </p:anim>
                                    <p:anim calcmode="lin" valueType="num">
                                      <p:cBhvr>
                                        <p:cTn id="43" dur="500" fill="hold"/>
                                        <p:tgtEl>
                                          <p:spTgt spid="15"/>
                                        </p:tgtEl>
                                        <p:attrNameLst>
                                          <p:attrName>ppt_h</p:attrName>
                                        </p:attrNameLst>
                                      </p:cBhvr>
                                      <p:tavLst>
                                        <p:tav tm="0">
                                          <p:val>
                                            <p:fltVal val="0"/>
                                          </p:val>
                                        </p:tav>
                                        <p:tav tm="100000">
                                          <p:val>
                                            <p:strVal val="#ppt_h"/>
                                          </p:val>
                                        </p:tav>
                                      </p:tavLst>
                                    </p:anim>
                                    <p:animEffect transition="in" filter="fade">
                                      <p:cBhvr>
                                        <p:cTn id="44" dur="500"/>
                                        <p:tgtEl>
                                          <p:spTgt spid="15"/>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p:cTn id="47" dur="500" fill="hold"/>
                                        <p:tgtEl>
                                          <p:spTgt spid="16"/>
                                        </p:tgtEl>
                                        <p:attrNameLst>
                                          <p:attrName>ppt_w</p:attrName>
                                        </p:attrNameLst>
                                      </p:cBhvr>
                                      <p:tavLst>
                                        <p:tav tm="0">
                                          <p:val>
                                            <p:fltVal val="0"/>
                                          </p:val>
                                        </p:tav>
                                        <p:tav tm="100000">
                                          <p:val>
                                            <p:strVal val="#ppt_w"/>
                                          </p:val>
                                        </p:tav>
                                      </p:tavLst>
                                    </p:anim>
                                    <p:anim calcmode="lin" valueType="num">
                                      <p:cBhvr>
                                        <p:cTn id="48" dur="500" fill="hold"/>
                                        <p:tgtEl>
                                          <p:spTgt spid="16"/>
                                        </p:tgtEl>
                                        <p:attrNameLst>
                                          <p:attrName>ppt_h</p:attrName>
                                        </p:attrNameLst>
                                      </p:cBhvr>
                                      <p:tavLst>
                                        <p:tav tm="0">
                                          <p:val>
                                            <p:fltVal val="0"/>
                                          </p:val>
                                        </p:tav>
                                        <p:tav tm="100000">
                                          <p:val>
                                            <p:strVal val="#ppt_h"/>
                                          </p:val>
                                        </p:tav>
                                      </p:tavLst>
                                    </p:anim>
                                    <p:animEffect transition="in" filter="fade">
                                      <p:cBhvr>
                                        <p:cTn id="49" dur="500"/>
                                        <p:tgtEl>
                                          <p:spTgt spid="16"/>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 calcmode="lin" valueType="num">
                                      <p:cBhvr>
                                        <p:cTn id="52" dur="500" fill="hold"/>
                                        <p:tgtEl>
                                          <p:spTgt spid="17"/>
                                        </p:tgtEl>
                                        <p:attrNameLst>
                                          <p:attrName>ppt_w</p:attrName>
                                        </p:attrNameLst>
                                      </p:cBhvr>
                                      <p:tavLst>
                                        <p:tav tm="0">
                                          <p:val>
                                            <p:fltVal val="0"/>
                                          </p:val>
                                        </p:tav>
                                        <p:tav tm="100000">
                                          <p:val>
                                            <p:strVal val="#ppt_w"/>
                                          </p:val>
                                        </p:tav>
                                      </p:tavLst>
                                    </p:anim>
                                    <p:anim calcmode="lin" valueType="num">
                                      <p:cBhvr>
                                        <p:cTn id="53" dur="500" fill="hold"/>
                                        <p:tgtEl>
                                          <p:spTgt spid="17"/>
                                        </p:tgtEl>
                                        <p:attrNameLst>
                                          <p:attrName>ppt_h</p:attrName>
                                        </p:attrNameLst>
                                      </p:cBhvr>
                                      <p:tavLst>
                                        <p:tav tm="0">
                                          <p:val>
                                            <p:fltVal val="0"/>
                                          </p:val>
                                        </p:tav>
                                        <p:tav tm="100000">
                                          <p:val>
                                            <p:strVal val="#ppt_h"/>
                                          </p:val>
                                        </p:tav>
                                      </p:tavLst>
                                    </p:anim>
                                    <p:animEffect transition="in" filter="fade">
                                      <p:cBhvr>
                                        <p:cTn id="54" dur="500"/>
                                        <p:tgtEl>
                                          <p:spTgt spid="17"/>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18"/>
                                        </p:tgtEl>
                                        <p:attrNameLst>
                                          <p:attrName>style.visibility</p:attrName>
                                        </p:attrNameLst>
                                      </p:cBhvr>
                                      <p:to>
                                        <p:strVal val="visible"/>
                                      </p:to>
                                    </p:set>
                                    <p:anim calcmode="lin" valueType="num">
                                      <p:cBhvr>
                                        <p:cTn id="57" dur="500" fill="hold"/>
                                        <p:tgtEl>
                                          <p:spTgt spid="18"/>
                                        </p:tgtEl>
                                        <p:attrNameLst>
                                          <p:attrName>ppt_w</p:attrName>
                                        </p:attrNameLst>
                                      </p:cBhvr>
                                      <p:tavLst>
                                        <p:tav tm="0">
                                          <p:val>
                                            <p:fltVal val="0"/>
                                          </p:val>
                                        </p:tav>
                                        <p:tav tm="100000">
                                          <p:val>
                                            <p:strVal val="#ppt_w"/>
                                          </p:val>
                                        </p:tav>
                                      </p:tavLst>
                                    </p:anim>
                                    <p:anim calcmode="lin" valueType="num">
                                      <p:cBhvr>
                                        <p:cTn id="58" dur="500" fill="hold"/>
                                        <p:tgtEl>
                                          <p:spTgt spid="18"/>
                                        </p:tgtEl>
                                        <p:attrNameLst>
                                          <p:attrName>ppt_h</p:attrName>
                                        </p:attrNameLst>
                                      </p:cBhvr>
                                      <p:tavLst>
                                        <p:tav tm="0">
                                          <p:val>
                                            <p:fltVal val="0"/>
                                          </p:val>
                                        </p:tav>
                                        <p:tav tm="100000">
                                          <p:val>
                                            <p:strVal val="#ppt_h"/>
                                          </p:val>
                                        </p:tav>
                                      </p:tavLst>
                                    </p:anim>
                                    <p:animEffect transition="in" filter="fade">
                                      <p:cBhvr>
                                        <p:cTn id="59" dur="500"/>
                                        <p:tgtEl>
                                          <p:spTgt spid="18"/>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19"/>
                                        </p:tgtEl>
                                        <p:attrNameLst>
                                          <p:attrName>style.visibility</p:attrName>
                                        </p:attrNameLst>
                                      </p:cBhvr>
                                      <p:to>
                                        <p:strVal val="visible"/>
                                      </p:to>
                                    </p:set>
                                    <p:anim calcmode="lin" valueType="num">
                                      <p:cBhvr>
                                        <p:cTn id="62" dur="500" fill="hold"/>
                                        <p:tgtEl>
                                          <p:spTgt spid="19"/>
                                        </p:tgtEl>
                                        <p:attrNameLst>
                                          <p:attrName>ppt_w</p:attrName>
                                        </p:attrNameLst>
                                      </p:cBhvr>
                                      <p:tavLst>
                                        <p:tav tm="0">
                                          <p:val>
                                            <p:fltVal val="0"/>
                                          </p:val>
                                        </p:tav>
                                        <p:tav tm="100000">
                                          <p:val>
                                            <p:strVal val="#ppt_w"/>
                                          </p:val>
                                        </p:tav>
                                      </p:tavLst>
                                    </p:anim>
                                    <p:anim calcmode="lin" valueType="num">
                                      <p:cBhvr>
                                        <p:cTn id="63" dur="500" fill="hold"/>
                                        <p:tgtEl>
                                          <p:spTgt spid="19"/>
                                        </p:tgtEl>
                                        <p:attrNameLst>
                                          <p:attrName>ppt_h</p:attrName>
                                        </p:attrNameLst>
                                      </p:cBhvr>
                                      <p:tavLst>
                                        <p:tav tm="0">
                                          <p:val>
                                            <p:fltVal val="0"/>
                                          </p:val>
                                        </p:tav>
                                        <p:tav tm="100000">
                                          <p:val>
                                            <p:strVal val="#ppt_h"/>
                                          </p:val>
                                        </p:tav>
                                      </p:tavLst>
                                    </p:anim>
                                    <p:animEffect transition="in" filter="fade">
                                      <p:cBhvr>
                                        <p:cTn id="64" dur="500"/>
                                        <p:tgtEl>
                                          <p:spTgt spid="19"/>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 calcmode="lin" valueType="num">
                                      <p:cBhvr>
                                        <p:cTn id="67" dur="500" fill="hold"/>
                                        <p:tgtEl>
                                          <p:spTgt spid="21"/>
                                        </p:tgtEl>
                                        <p:attrNameLst>
                                          <p:attrName>ppt_w</p:attrName>
                                        </p:attrNameLst>
                                      </p:cBhvr>
                                      <p:tavLst>
                                        <p:tav tm="0">
                                          <p:val>
                                            <p:fltVal val="0"/>
                                          </p:val>
                                        </p:tav>
                                        <p:tav tm="100000">
                                          <p:val>
                                            <p:strVal val="#ppt_w"/>
                                          </p:val>
                                        </p:tav>
                                      </p:tavLst>
                                    </p:anim>
                                    <p:anim calcmode="lin" valueType="num">
                                      <p:cBhvr>
                                        <p:cTn id="68" dur="500" fill="hold"/>
                                        <p:tgtEl>
                                          <p:spTgt spid="21"/>
                                        </p:tgtEl>
                                        <p:attrNameLst>
                                          <p:attrName>ppt_h</p:attrName>
                                        </p:attrNameLst>
                                      </p:cBhvr>
                                      <p:tavLst>
                                        <p:tav tm="0">
                                          <p:val>
                                            <p:fltVal val="0"/>
                                          </p:val>
                                        </p:tav>
                                        <p:tav tm="100000">
                                          <p:val>
                                            <p:strVal val="#ppt_h"/>
                                          </p:val>
                                        </p:tav>
                                      </p:tavLst>
                                    </p:anim>
                                    <p:animEffect transition="in" filter="fade">
                                      <p:cBhvr>
                                        <p:cTn id="69" dur="500"/>
                                        <p:tgtEl>
                                          <p:spTgt spid="21"/>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22"/>
                                        </p:tgtEl>
                                        <p:attrNameLst>
                                          <p:attrName>style.visibility</p:attrName>
                                        </p:attrNameLst>
                                      </p:cBhvr>
                                      <p:to>
                                        <p:strVal val="visible"/>
                                      </p:to>
                                    </p:set>
                                    <p:anim calcmode="lin" valueType="num">
                                      <p:cBhvr>
                                        <p:cTn id="72" dur="500" fill="hold"/>
                                        <p:tgtEl>
                                          <p:spTgt spid="22"/>
                                        </p:tgtEl>
                                        <p:attrNameLst>
                                          <p:attrName>ppt_w</p:attrName>
                                        </p:attrNameLst>
                                      </p:cBhvr>
                                      <p:tavLst>
                                        <p:tav tm="0">
                                          <p:val>
                                            <p:fltVal val="0"/>
                                          </p:val>
                                        </p:tav>
                                        <p:tav tm="100000">
                                          <p:val>
                                            <p:strVal val="#ppt_w"/>
                                          </p:val>
                                        </p:tav>
                                      </p:tavLst>
                                    </p:anim>
                                    <p:anim calcmode="lin" valueType="num">
                                      <p:cBhvr>
                                        <p:cTn id="73" dur="500" fill="hold"/>
                                        <p:tgtEl>
                                          <p:spTgt spid="22"/>
                                        </p:tgtEl>
                                        <p:attrNameLst>
                                          <p:attrName>ppt_h</p:attrName>
                                        </p:attrNameLst>
                                      </p:cBhvr>
                                      <p:tavLst>
                                        <p:tav tm="0">
                                          <p:val>
                                            <p:fltVal val="0"/>
                                          </p:val>
                                        </p:tav>
                                        <p:tav tm="100000">
                                          <p:val>
                                            <p:strVal val="#ppt_h"/>
                                          </p:val>
                                        </p:tav>
                                      </p:tavLst>
                                    </p:anim>
                                    <p:animEffect transition="in" filter="fade">
                                      <p:cBhvr>
                                        <p:cTn id="74" dur="500"/>
                                        <p:tgtEl>
                                          <p:spTgt spid="22"/>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23"/>
                                        </p:tgtEl>
                                        <p:attrNameLst>
                                          <p:attrName>style.visibility</p:attrName>
                                        </p:attrNameLst>
                                      </p:cBhvr>
                                      <p:to>
                                        <p:strVal val="visible"/>
                                      </p:to>
                                    </p:set>
                                    <p:anim calcmode="lin" valueType="num">
                                      <p:cBhvr>
                                        <p:cTn id="77" dur="500" fill="hold"/>
                                        <p:tgtEl>
                                          <p:spTgt spid="23"/>
                                        </p:tgtEl>
                                        <p:attrNameLst>
                                          <p:attrName>ppt_w</p:attrName>
                                        </p:attrNameLst>
                                      </p:cBhvr>
                                      <p:tavLst>
                                        <p:tav tm="0">
                                          <p:val>
                                            <p:fltVal val="0"/>
                                          </p:val>
                                        </p:tav>
                                        <p:tav tm="100000">
                                          <p:val>
                                            <p:strVal val="#ppt_w"/>
                                          </p:val>
                                        </p:tav>
                                      </p:tavLst>
                                    </p:anim>
                                    <p:anim calcmode="lin" valueType="num">
                                      <p:cBhvr>
                                        <p:cTn id="78" dur="500" fill="hold"/>
                                        <p:tgtEl>
                                          <p:spTgt spid="23"/>
                                        </p:tgtEl>
                                        <p:attrNameLst>
                                          <p:attrName>ppt_h</p:attrName>
                                        </p:attrNameLst>
                                      </p:cBhvr>
                                      <p:tavLst>
                                        <p:tav tm="0">
                                          <p:val>
                                            <p:fltVal val="0"/>
                                          </p:val>
                                        </p:tav>
                                        <p:tav tm="100000">
                                          <p:val>
                                            <p:strVal val="#ppt_h"/>
                                          </p:val>
                                        </p:tav>
                                      </p:tavLst>
                                    </p:anim>
                                    <p:animEffect transition="in" filter="fade">
                                      <p:cBhvr>
                                        <p:cTn id="79" dur="500"/>
                                        <p:tgtEl>
                                          <p:spTgt spid="23"/>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24"/>
                                        </p:tgtEl>
                                        <p:attrNameLst>
                                          <p:attrName>style.visibility</p:attrName>
                                        </p:attrNameLst>
                                      </p:cBhvr>
                                      <p:to>
                                        <p:strVal val="visible"/>
                                      </p:to>
                                    </p:set>
                                    <p:anim calcmode="lin" valueType="num">
                                      <p:cBhvr>
                                        <p:cTn id="82" dur="500" fill="hold"/>
                                        <p:tgtEl>
                                          <p:spTgt spid="24"/>
                                        </p:tgtEl>
                                        <p:attrNameLst>
                                          <p:attrName>ppt_w</p:attrName>
                                        </p:attrNameLst>
                                      </p:cBhvr>
                                      <p:tavLst>
                                        <p:tav tm="0">
                                          <p:val>
                                            <p:fltVal val="0"/>
                                          </p:val>
                                        </p:tav>
                                        <p:tav tm="100000">
                                          <p:val>
                                            <p:strVal val="#ppt_w"/>
                                          </p:val>
                                        </p:tav>
                                      </p:tavLst>
                                    </p:anim>
                                    <p:anim calcmode="lin" valueType="num">
                                      <p:cBhvr>
                                        <p:cTn id="83" dur="500" fill="hold"/>
                                        <p:tgtEl>
                                          <p:spTgt spid="24"/>
                                        </p:tgtEl>
                                        <p:attrNameLst>
                                          <p:attrName>ppt_h</p:attrName>
                                        </p:attrNameLst>
                                      </p:cBhvr>
                                      <p:tavLst>
                                        <p:tav tm="0">
                                          <p:val>
                                            <p:fltVal val="0"/>
                                          </p:val>
                                        </p:tav>
                                        <p:tav tm="100000">
                                          <p:val>
                                            <p:strVal val="#ppt_h"/>
                                          </p:val>
                                        </p:tav>
                                      </p:tavLst>
                                    </p:anim>
                                    <p:animEffect transition="in" filter="fade">
                                      <p:cBhvr>
                                        <p:cTn id="84" dur="500"/>
                                        <p:tgtEl>
                                          <p:spTgt spid="24"/>
                                        </p:tgtEl>
                                      </p:cBhvr>
                                    </p:animEffect>
                                  </p:childTnLst>
                                </p:cTn>
                              </p:par>
                              <p:par>
                                <p:cTn id="85" presetID="53" presetClass="entr" presetSubtype="16" fill="hold" grpId="0" nodeType="withEffect">
                                  <p:stCondLst>
                                    <p:cond delay="0"/>
                                  </p:stCondLst>
                                  <p:childTnLst>
                                    <p:set>
                                      <p:cBhvr>
                                        <p:cTn id="86" dur="1" fill="hold">
                                          <p:stCondLst>
                                            <p:cond delay="0"/>
                                          </p:stCondLst>
                                        </p:cTn>
                                        <p:tgtEl>
                                          <p:spTgt spid="25"/>
                                        </p:tgtEl>
                                        <p:attrNameLst>
                                          <p:attrName>style.visibility</p:attrName>
                                        </p:attrNameLst>
                                      </p:cBhvr>
                                      <p:to>
                                        <p:strVal val="visible"/>
                                      </p:to>
                                    </p:set>
                                    <p:anim calcmode="lin" valueType="num">
                                      <p:cBhvr>
                                        <p:cTn id="87" dur="500" fill="hold"/>
                                        <p:tgtEl>
                                          <p:spTgt spid="25"/>
                                        </p:tgtEl>
                                        <p:attrNameLst>
                                          <p:attrName>ppt_w</p:attrName>
                                        </p:attrNameLst>
                                      </p:cBhvr>
                                      <p:tavLst>
                                        <p:tav tm="0">
                                          <p:val>
                                            <p:fltVal val="0"/>
                                          </p:val>
                                        </p:tav>
                                        <p:tav tm="100000">
                                          <p:val>
                                            <p:strVal val="#ppt_w"/>
                                          </p:val>
                                        </p:tav>
                                      </p:tavLst>
                                    </p:anim>
                                    <p:anim calcmode="lin" valueType="num">
                                      <p:cBhvr>
                                        <p:cTn id="88" dur="500" fill="hold"/>
                                        <p:tgtEl>
                                          <p:spTgt spid="25"/>
                                        </p:tgtEl>
                                        <p:attrNameLst>
                                          <p:attrName>ppt_h</p:attrName>
                                        </p:attrNameLst>
                                      </p:cBhvr>
                                      <p:tavLst>
                                        <p:tav tm="0">
                                          <p:val>
                                            <p:fltVal val="0"/>
                                          </p:val>
                                        </p:tav>
                                        <p:tav tm="100000">
                                          <p:val>
                                            <p:strVal val="#ppt_h"/>
                                          </p:val>
                                        </p:tav>
                                      </p:tavLst>
                                    </p:anim>
                                    <p:animEffect transition="in" filter="fade">
                                      <p:cBhvr>
                                        <p:cTn id="89" dur="500"/>
                                        <p:tgtEl>
                                          <p:spTgt spid="25"/>
                                        </p:tgtEl>
                                      </p:cBhvr>
                                    </p:animEffect>
                                  </p:childTnLst>
                                </p:cTn>
                              </p:par>
                              <p:par>
                                <p:cTn id="90" presetID="53" presetClass="entr" presetSubtype="16" fill="hold" grpId="0" nodeType="withEffect">
                                  <p:stCondLst>
                                    <p:cond delay="0"/>
                                  </p:stCondLst>
                                  <p:childTnLst>
                                    <p:set>
                                      <p:cBhvr>
                                        <p:cTn id="91" dur="1" fill="hold">
                                          <p:stCondLst>
                                            <p:cond delay="0"/>
                                          </p:stCondLst>
                                        </p:cTn>
                                        <p:tgtEl>
                                          <p:spTgt spid="26"/>
                                        </p:tgtEl>
                                        <p:attrNameLst>
                                          <p:attrName>style.visibility</p:attrName>
                                        </p:attrNameLst>
                                      </p:cBhvr>
                                      <p:to>
                                        <p:strVal val="visible"/>
                                      </p:to>
                                    </p:set>
                                    <p:anim calcmode="lin" valueType="num">
                                      <p:cBhvr>
                                        <p:cTn id="92" dur="500" fill="hold"/>
                                        <p:tgtEl>
                                          <p:spTgt spid="26"/>
                                        </p:tgtEl>
                                        <p:attrNameLst>
                                          <p:attrName>ppt_w</p:attrName>
                                        </p:attrNameLst>
                                      </p:cBhvr>
                                      <p:tavLst>
                                        <p:tav tm="0">
                                          <p:val>
                                            <p:fltVal val="0"/>
                                          </p:val>
                                        </p:tav>
                                        <p:tav tm="100000">
                                          <p:val>
                                            <p:strVal val="#ppt_w"/>
                                          </p:val>
                                        </p:tav>
                                      </p:tavLst>
                                    </p:anim>
                                    <p:anim calcmode="lin" valueType="num">
                                      <p:cBhvr>
                                        <p:cTn id="93" dur="500" fill="hold"/>
                                        <p:tgtEl>
                                          <p:spTgt spid="26"/>
                                        </p:tgtEl>
                                        <p:attrNameLst>
                                          <p:attrName>ppt_h</p:attrName>
                                        </p:attrNameLst>
                                      </p:cBhvr>
                                      <p:tavLst>
                                        <p:tav tm="0">
                                          <p:val>
                                            <p:fltVal val="0"/>
                                          </p:val>
                                        </p:tav>
                                        <p:tav tm="100000">
                                          <p:val>
                                            <p:strVal val="#ppt_h"/>
                                          </p:val>
                                        </p:tav>
                                      </p:tavLst>
                                    </p:anim>
                                    <p:animEffect transition="in" filter="fade">
                                      <p:cBhvr>
                                        <p:cTn id="94" dur="500"/>
                                        <p:tgtEl>
                                          <p:spTgt spid="26"/>
                                        </p:tgtEl>
                                      </p:cBhvr>
                                    </p:animEffect>
                                  </p:childTnLst>
                                </p:cTn>
                              </p:par>
                              <p:par>
                                <p:cTn id="95" presetID="53" presetClass="entr" presetSubtype="16" fill="hold" nodeType="withEffect">
                                  <p:stCondLst>
                                    <p:cond delay="0"/>
                                  </p:stCondLst>
                                  <p:childTnLst>
                                    <p:set>
                                      <p:cBhvr>
                                        <p:cTn id="96" dur="1" fill="hold">
                                          <p:stCondLst>
                                            <p:cond delay="0"/>
                                          </p:stCondLst>
                                        </p:cTn>
                                        <p:tgtEl>
                                          <p:spTgt spid="6"/>
                                        </p:tgtEl>
                                        <p:attrNameLst>
                                          <p:attrName>style.visibility</p:attrName>
                                        </p:attrNameLst>
                                      </p:cBhvr>
                                      <p:to>
                                        <p:strVal val="visible"/>
                                      </p:to>
                                    </p:set>
                                    <p:anim calcmode="lin" valueType="num">
                                      <p:cBhvr>
                                        <p:cTn id="97" dur="500" fill="hold"/>
                                        <p:tgtEl>
                                          <p:spTgt spid="6"/>
                                        </p:tgtEl>
                                        <p:attrNameLst>
                                          <p:attrName>ppt_w</p:attrName>
                                        </p:attrNameLst>
                                      </p:cBhvr>
                                      <p:tavLst>
                                        <p:tav tm="0">
                                          <p:val>
                                            <p:fltVal val="0"/>
                                          </p:val>
                                        </p:tav>
                                        <p:tav tm="100000">
                                          <p:val>
                                            <p:strVal val="#ppt_w"/>
                                          </p:val>
                                        </p:tav>
                                      </p:tavLst>
                                    </p:anim>
                                    <p:anim calcmode="lin" valueType="num">
                                      <p:cBhvr>
                                        <p:cTn id="98" dur="500" fill="hold"/>
                                        <p:tgtEl>
                                          <p:spTgt spid="6"/>
                                        </p:tgtEl>
                                        <p:attrNameLst>
                                          <p:attrName>ppt_h</p:attrName>
                                        </p:attrNameLst>
                                      </p:cBhvr>
                                      <p:tavLst>
                                        <p:tav tm="0">
                                          <p:val>
                                            <p:fltVal val="0"/>
                                          </p:val>
                                        </p:tav>
                                        <p:tav tm="100000">
                                          <p:val>
                                            <p:strVal val="#ppt_h"/>
                                          </p:val>
                                        </p:tav>
                                      </p:tavLst>
                                    </p:anim>
                                    <p:animEffect transition="in" filter="fade">
                                      <p:cBhvr>
                                        <p:cTn id="99" dur="500"/>
                                        <p:tgtEl>
                                          <p:spTgt spid="6"/>
                                        </p:tgtEl>
                                      </p:cBhvr>
                                    </p:animEffect>
                                  </p:childTnLst>
                                </p:cTn>
                              </p:par>
                              <p:par>
                                <p:cTn id="100" presetID="53" presetClass="entr" presetSubtype="16" fill="hold" nodeType="withEffect">
                                  <p:stCondLst>
                                    <p:cond delay="0"/>
                                  </p:stCondLst>
                                  <p:childTnLst>
                                    <p:set>
                                      <p:cBhvr>
                                        <p:cTn id="101" dur="1" fill="hold">
                                          <p:stCondLst>
                                            <p:cond delay="0"/>
                                          </p:stCondLst>
                                        </p:cTn>
                                        <p:tgtEl>
                                          <p:spTgt spid="28"/>
                                        </p:tgtEl>
                                        <p:attrNameLst>
                                          <p:attrName>style.visibility</p:attrName>
                                        </p:attrNameLst>
                                      </p:cBhvr>
                                      <p:to>
                                        <p:strVal val="visible"/>
                                      </p:to>
                                    </p:set>
                                    <p:anim calcmode="lin" valueType="num">
                                      <p:cBhvr>
                                        <p:cTn id="102" dur="500" fill="hold"/>
                                        <p:tgtEl>
                                          <p:spTgt spid="28"/>
                                        </p:tgtEl>
                                        <p:attrNameLst>
                                          <p:attrName>ppt_w</p:attrName>
                                        </p:attrNameLst>
                                      </p:cBhvr>
                                      <p:tavLst>
                                        <p:tav tm="0">
                                          <p:val>
                                            <p:fltVal val="0"/>
                                          </p:val>
                                        </p:tav>
                                        <p:tav tm="100000">
                                          <p:val>
                                            <p:strVal val="#ppt_w"/>
                                          </p:val>
                                        </p:tav>
                                      </p:tavLst>
                                    </p:anim>
                                    <p:anim calcmode="lin" valueType="num">
                                      <p:cBhvr>
                                        <p:cTn id="103" dur="500" fill="hold"/>
                                        <p:tgtEl>
                                          <p:spTgt spid="28"/>
                                        </p:tgtEl>
                                        <p:attrNameLst>
                                          <p:attrName>ppt_h</p:attrName>
                                        </p:attrNameLst>
                                      </p:cBhvr>
                                      <p:tavLst>
                                        <p:tav tm="0">
                                          <p:val>
                                            <p:fltVal val="0"/>
                                          </p:val>
                                        </p:tav>
                                        <p:tav tm="100000">
                                          <p:val>
                                            <p:strVal val="#ppt_h"/>
                                          </p:val>
                                        </p:tav>
                                      </p:tavLst>
                                    </p:anim>
                                    <p:animEffect transition="in" filter="fade">
                                      <p:cBhvr>
                                        <p:cTn id="104" dur="500"/>
                                        <p:tgtEl>
                                          <p:spTgt spid="28"/>
                                        </p:tgtEl>
                                      </p:cBhvr>
                                    </p:animEffect>
                                  </p:childTnLst>
                                </p:cTn>
                              </p:par>
                              <p:par>
                                <p:cTn id="105" presetID="53" presetClass="entr" presetSubtype="16" fill="hold" nodeType="withEffect">
                                  <p:stCondLst>
                                    <p:cond delay="0"/>
                                  </p:stCondLst>
                                  <p:childTnLst>
                                    <p:set>
                                      <p:cBhvr>
                                        <p:cTn id="106" dur="1" fill="hold">
                                          <p:stCondLst>
                                            <p:cond delay="0"/>
                                          </p:stCondLst>
                                        </p:cTn>
                                        <p:tgtEl>
                                          <p:spTgt spid="30"/>
                                        </p:tgtEl>
                                        <p:attrNameLst>
                                          <p:attrName>style.visibility</p:attrName>
                                        </p:attrNameLst>
                                      </p:cBhvr>
                                      <p:to>
                                        <p:strVal val="visible"/>
                                      </p:to>
                                    </p:set>
                                    <p:anim calcmode="lin" valueType="num">
                                      <p:cBhvr>
                                        <p:cTn id="107" dur="500" fill="hold"/>
                                        <p:tgtEl>
                                          <p:spTgt spid="30"/>
                                        </p:tgtEl>
                                        <p:attrNameLst>
                                          <p:attrName>ppt_w</p:attrName>
                                        </p:attrNameLst>
                                      </p:cBhvr>
                                      <p:tavLst>
                                        <p:tav tm="0">
                                          <p:val>
                                            <p:fltVal val="0"/>
                                          </p:val>
                                        </p:tav>
                                        <p:tav tm="100000">
                                          <p:val>
                                            <p:strVal val="#ppt_w"/>
                                          </p:val>
                                        </p:tav>
                                      </p:tavLst>
                                    </p:anim>
                                    <p:anim calcmode="lin" valueType="num">
                                      <p:cBhvr>
                                        <p:cTn id="108" dur="500" fill="hold"/>
                                        <p:tgtEl>
                                          <p:spTgt spid="30"/>
                                        </p:tgtEl>
                                        <p:attrNameLst>
                                          <p:attrName>ppt_h</p:attrName>
                                        </p:attrNameLst>
                                      </p:cBhvr>
                                      <p:tavLst>
                                        <p:tav tm="0">
                                          <p:val>
                                            <p:fltVal val="0"/>
                                          </p:val>
                                        </p:tav>
                                        <p:tav tm="100000">
                                          <p:val>
                                            <p:strVal val="#ppt_h"/>
                                          </p:val>
                                        </p:tav>
                                      </p:tavLst>
                                    </p:anim>
                                    <p:animEffect transition="in" filter="fade">
                                      <p:cBhvr>
                                        <p:cTn id="109" dur="500"/>
                                        <p:tgtEl>
                                          <p:spTgt spid="30"/>
                                        </p:tgtEl>
                                      </p:cBhvr>
                                    </p:animEffect>
                                  </p:childTnLst>
                                </p:cTn>
                              </p:par>
                              <p:par>
                                <p:cTn id="110" presetID="53" presetClass="entr" presetSubtype="16" fill="hold" nodeType="withEffect">
                                  <p:stCondLst>
                                    <p:cond delay="0"/>
                                  </p:stCondLst>
                                  <p:childTnLst>
                                    <p:set>
                                      <p:cBhvr>
                                        <p:cTn id="111" dur="1" fill="hold">
                                          <p:stCondLst>
                                            <p:cond delay="0"/>
                                          </p:stCondLst>
                                        </p:cTn>
                                        <p:tgtEl>
                                          <p:spTgt spid="32"/>
                                        </p:tgtEl>
                                        <p:attrNameLst>
                                          <p:attrName>style.visibility</p:attrName>
                                        </p:attrNameLst>
                                      </p:cBhvr>
                                      <p:to>
                                        <p:strVal val="visible"/>
                                      </p:to>
                                    </p:set>
                                    <p:anim calcmode="lin" valueType="num">
                                      <p:cBhvr>
                                        <p:cTn id="112" dur="500" fill="hold"/>
                                        <p:tgtEl>
                                          <p:spTgt spid="32"/>
                                        </p:tgtEl>
                                        <p:attrNameLst>
                                          <p:attrName>ppt_w</p:attrName>
                                        </p:attrNameLst>
                                      </p:cBhvr>
                                      <p:tavLst>
                                        <p:tav tm="0">
                                          <p:val>
                                            <p:fltVal val="0"/>
                                          </p:val>
                                        </p:tav>
                                        <p:tav tm="100000">
                                          <p:val>
                                            <p:strVal val="#ppt_w"/>
                                          </p:val>
                                        </p:tav>
                                      </p:tavLst>
                                    </p:anim>
                                    <p:anim calcmode="lin" valueType="num">
                                      <p:cBhvr>
                                        <p:cTn id="113" dur="500" fill="hold"/>
                                        <p:tgtEl>
                                          <p:spTgt spid="32"/>
                                        </p:tgtEl>
                                        <p:attrNameLst>
                                          <p:attrName>ppt_h</p:attrName>
                                        </p:attrNameLst>
                                      </p:cBhvr>
                                      <p:tavLst>
                                        <p:tav tm="0">
                                          <p:val>
                                            <p:fltVal val="0"/>
                                          </p:val>
                                        </p:tav>
                                        <p:tav tm="100000">
                                          <p:val>
                                            <p:strVal val="#ppt_h"/>
                                          </p:val>
                                        </p:tav>
                                      </p:tavLst>
                                    </p:anim>
                                    <p:animEffect transition="in" filter="fade">
                                      <p:cBhvr>
                                        <p:cTn id="114" dur="500"/>
                                        <p:tgtEl>
                                          <p:spTgt spid="32"/>
                                        </p:tgtEl>
                                      </p:cBhvr>
                                    </p:animEffect>
                                  </p:childTnLst>
                                </p:cTn>
                              </p:par>
                              <p:par>
                                <p:cTn id="115" presetID="53" presetClass="entr" presetSubtype="16" fill="hold" nodeType="withEffect">
                                  <p:stCondLst>
                                    <p:cond delay="0"/>
                                  </p:stCondLst>
                                  <p:childTnLst>
                                    <p:set>
                                      <p:cBhvr>
                                        <p:cTn id="116" dur="1" fill="hold">
                                          <p:stCondLst>
                                            <p:cond delay="0"/>
                                          </p:stCondLst>
                                        </p:cTn>
                                        <p:tgtEl>
                                          <p:spTgt spid="34"/>
                                        </p:tgtEl>
                                        <p:attrNameLst>
                                          <p:attrName>style.visibility</p:attrName>
                                        </p:attrNameLst>
                                      </p:cBhvr>
                                      <p:to>
                                        <p:strVal val="visible"/>
                                      </p:to>
                                    </p:set>
                                    <p:anim calcmode="lin" valueType="num">
                                      <p:cBhvr>
                                        <p:cTn id="117" dur="500" fill="hold"/>
                                        <p:tgtEl>
                                          <p:spTgt spid="34"/>
                                        </p:tgtEl>
                                        <p:attrNameLst>
                                          <p:attrName>ppt_w</p:attrName>
                                        </p:attrNameLst>
                                      </p:cBhvr>
                                      <p:tavLst>
                                        <p:tav tm="0">
                                          <p:val>
                                            <p:fltVal val="0"/>
                                          </p:val>
                                        </p:tav>
                                        <p:tav tm="100000">
                                          <p:val>
                                            <p:strVal val="#ppt_w"/>
                                          </p:val>
                                        </p:tav>
                                      </p:tavLst>
                                    </p:anim>
                                    <p:anim calcmode="lin" valueType="num">
                                      <p:cBhvr>
                                        <p:cTn id="118" dur="500" fill="hold"/>
                                        <p:tgtEl>
                                          <p:spTgt spid="34"/>
                                        </p:tgtEl>
                                        <p:attrNameLst>
                                          <p:attrName>ppt_h</p:attrName>
                                        </p:attrNameLst>
                                      </p:cBhvr>
                                      <p:tavLst>
                                        <p:tav tm="0">
                                          <p:val>
                                            <p:fltVal val="0"/>
                                          </p:val>
                                        </p:tav>
                                        <p:tav tm="100000">
                                          <p:val>
                                            <p:strVal val="#ppt_h"/>
                                          </p:val>
                                        </p:tav>
                                      </p:tavLst>
                                    </p:anim>
                                    <p:animEffect transition="in" filter="fade">
                                      <p:cBhvr>
                                        <p:cTn id="119" dur="500"/>
                                        <p:tgtEl>
                                          <p:spTgt spid="34"/>
                                        </p:tgtEl>
                                      </p:cBhvr>
                                    </p:animEffect>
                                  </p:childTnLst>
                                </p:cTn>
                              </p:par>
                              <p:par>
                                <p:cTn id="120" presetID="53" presetClass="entr" presetSubtype="16" fill="hold" nodeType="withEffect">
                                  <p:stCondLst>
                                    <p:cond delay="0"/>
                                  </p:stCondLst>
                                  <p:childTnLst>
                                    <p:set>
                                      <p:cBhvr>
                                        <p:cTn id="121" dur="1" fill="hold">
                                          <p:stCondLst>
                                            <p:cond delay="0"/>
                                          </p:stCondLst>
                                        </p:cTn>
                                        <p:tgtEl>
                                          <p:spTgt spid="36"/>
                                        </p:tgtEl>
                                        <p:attrNameLst>
                                          <p:attrName>style.visibility</p:attrName>
                                        </p:attrNameLst>
                                      </p:cBhvr>
                                      <p:to>
                                        <p:strVal val="visible"/>
                                      </p:to>
                                    </p:set>
                                    <p:anim calcmode="lin" valueType="num">
                                      <p:cBhvr>
                                        <p:cTn id="122" dur="500" fill="hold"/>
                                        <p:tgtEl>
                                          <p:spTgt spid="36"/>
                                        </p:tgtEl>
                                        <p:attrNameLst>
                                          <p:attrName>ppt_w</p:attrName>
                                        </p:attrNameLst>
                                      </p:cBhvr>
                                      <p:tavLst>
                                        <p:tav tm="0">
                                          <p:val>
                                            <p:fltVal val="0"/>
                                          </p:val>
                                        </p:tav>
                                        <p:tav tm="100000">
                                          <p:val>
                                            <p:strVal val="#ppt_w"/>
                                          </p:val>
                                        </p:tav>
                                      </p:tavLst>
                                    </p:anim>
                                    <p:anim calcmode="lin" valueType="num">
                                      <p:cBhvr>
                                        <p:cTn id="123" dur="500" fill="hold"/>
                                        <p:tgtEl>
                                          <p:spTgt spid="36"/>
                                        </p:tgtEl>
                                        <p:attrNameLst>
                                          <p:attrName>ppt_h</p:attrName>
                                        </p:attrNameLst>
                                      </p:cBhvr>
                                      <p:tavLst>
                                        <p:tav tm="0">
                                          <p:val>
                                            <p:fltVal val="0"/>
                                          </p:val>
                                        </p:tav>
                                        <p:tav tm="100000">
                                          <p:val>
                                            <p:strVal val="#ppt_h"/>
                                          </p:val>
                                        </p:tav>
                                      </p:tavLst>
                                    </p:anim>
                                    <p:animEffect transition="in" filter="fade">
                                      <p:cBhvr>
                                        <p:cTn id="124"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9" grpId="0" animBg="1"/>
      <p:bldP spid="10" grpId="0" animBg="1"/>
      <p:bldP spid="11" grpId="0" animBg="1"/>
      <p:bldP spid="13" grpId="0" animBg="1"/>
      <p:bldP spid="14" grpId="0" animBg="1"/>
      <p:bldP spid="15" grpId="0" animBg="1"/>
      <p:bldP spid="16" grpId="0" animBg="1"/>
      <p:bldP spid="17" grpId="0" animBg="1"/>
      <p:bldP spid="18" grpId="0" animBg="1"/>
      <p:bldP spid="19" grpId="0" animBg="1"/>
      <p:bldP spid="21" grpId="0"/>
      <p:bldP spid="22" grpId="0"/>
      <p:bldP spid="23" grpId="0"/>
      <p:bldP spid="24" grpId="0"/>
      <p:bldP spid="25" grpId="0"/>
      <p:bldP spid="2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0" y="0"/>
            <a:ext cx="12192000" cy="6857999"/>
          </a:xfrm>
          <a:prstGeom prst="rect">
            <a:avLst/>
          </a:prstGeom>
        </p:spPr>
      </p:pic>
      <p:pic>
        <p:nvPicPr>
          <p:cNvPr id="2" name="图片 1"/>
          <p:cNvPicPr>
            <a:picLocks noChangeAspect="1"/>
          </p:cNvPicPr>
          <p:nvPr/>
        </p:nvPicPr>
        <p:blipFill>
          <a:blip r:embed="rId2"/>
          <a:stretch>
            <a:fillRect/>
          </a:stretch>
        </p:blipFill>
        <p:spPr>
          <a:xfrm>
            <a:off x="0" y="182755"/>
            <a:ext cx="3307080" cy="3133725"/>
          </a:xfrm>
          <a:prstGeom prst="rect">
            <a:avLst/>
          </a:prstGeom>
        </p:spPr>
      </p:pic>
      <p:pic>
        <p:nvPicPr>
          <p:cNvPr id="6" name="图片 5"/>
          <p:cNvPicPr>
            <a:picLocks noChangeAspect="1"/>
          </p:cNvPicPr>
          <p:nvPr/>
        </p:nvPicPr>
        <p:blipFill>
          <a:blip r:embed="rId3"/>
          <a:stretch>
            <a:fillRect/>
          </a:stretch>
        </p:blipFill>
        <p:spPr>
          <a:xfrm>
            <a:off x="7049106" y="0"/>
            <a:ext cx="5142894" cy="2162354"/>
          </a:xfrm>
          <a:prstGeom prst="rect">
            <a:avLst/>
          </a:prstGeom>
        </p:spPr>
      </p:pic>
      <p:pic>
        <p:nvPicPr>
          <p:cNvPr id="7" name="图片 6"/>
          <p:cNvPicPr>
            <a:picLocks noChangeAspect="1"/>
          </p:cNvPicPr>
          <p:nvPr/>
        </p:nvPicPr>
        <p:blipFill>
          <a:blip r:embed="rId4"/>
          <a:stretch>
            <a:fillRect/>
          </a:stretch>
        </p:blipFill>
        <p:spPr>
          <a:xfrm>
            <a:off x="10241280" y="3918468"/>
            <a:ext cx="1950720" cy="2162354"/>
          </a:xfrm>
          <a:prstGeom prst="rect">
            <a:avLst/>
          </a:prstGeom>
        </p:spPr>
      </p:pic>
      <p:pic>
        <p:nvPicPr>
          <p:cNvPr id="12" name="图片 11"/>
          <p:cNvPicPr>
            <a:picLocks noChangeAspect="1"/>
          </p:cNvPicPr>
          <p:nvPr/>
        </p:nvPicPr>
        <p:blipFill>
          <a:blip r:embed="rId5"/>
          <a:stretch>
            <a:fillRect/>
          </a:stretch>
        </p:blipFill>
        <p:spPr>
          <a:xfrm>
            <a:off x="756321" y="556261"/>
            <a:ext cx="10679358" cy="5745479"/>
          </a:xfrm>
          <a:prstGeom prst="rect">
            <a:avLst/>
          </a:prstGeom>
        </p:spPr>
      </p:pic>
      <p:pic>
        <p:nvPicPr>
          <p:cNvPr id="14" name="图片 13"/>
          <p:cNvPicPr>
            <a:picLocks noChangeAspect="1"/>
          </p:cNvPicPr>
          <p:nvPr/>
        </p:nvPicPr>
        <p:blipFill>
          <a:blip r:embed="rId6" cstate="print">
            <a:extLst>
              <a:ext uri="{28A0092B-C50C-407E-A947-70E740481C1C}">
                <a14:useLocalDpi xmlns:a14="http://schemas.microsoft.com/office/drawing/2010/main" val="0"/>
              </a:ext>
            </a:extLst>
          </a:blip>
          <a:srcRect t="44444" r="9329"/>
          <a:stretch>
            <a:fillRect/>
          </a:stretch>
        </p:blipFill>
        <p:spPr>
          <a:xfrm>
            <a:off x="587589" y="2917481"/>
            <a:ext cx="4533142" cy="4164328"/>
          </a:xfrm>
          <a:custGeom>
            <a:avLst/>
            <a:gdLst>
              <a:gd name="connsiteX0" fmla="*/ 0 w 4147432"/>
              <a:gd name="connsiteY0" fmla="*/ 0 h 3810000"/>
              <a:gd name="connsiteX1" fmla="*/ 4147432 w 4147432"/>
              <a:gd name="connsiteY1" fmla="*/ 0 h 3810000"/>
              <a:gd name="connsiteX2" fmla="*/ 4147432 w 4147432"/>
              <a:gd name="connsiteY2" fmla="*/ 3810000 h 3810000"/>
              <a:gd name="connsiteX3" fmla="*/ 0 w 4147432"/>
              <a:gd name="connsiteY3" fmla="*/ 3810000 h 3810000"/>
            </a:gdLst>
            <a:ahLst/>
            <a:cxnLst>
              <a:cxn ang="0">
                <a:pos x="connsiteX0" y="connsiteY0"/>
              </a:cxn>
              <a:cxn ang="0">
                <a:pos x="connsiteX1" y="connsiteY1"/>
              </a:cxn>
              <a:cxn ang="0">
                <a:pos x="connsiteX2" y="connsiteY2"/>
              </a:cxn>
              <a:cxn ang="0">
                <a:pos x="connsiteX3" y="connsiteY3"/>
              </a:cxn>
            </a:cxnLst>
            <a:rect l="l" t="t" r="r" b="b"/>
            <a:pathLst>
              <a:path w="4147432" h="3810000">
                <a:moveTo>
                  <a:pt x="0" y="0"/>
                </a:moveTo>
                <a:lnTo>
                  <a:pt x="4147432" y="0"/>
                </a:lnTo>
                <a:lnTo>
                  <a:pt x="4147432" y="3810000"/>
                </a:lnTo>
                <a:lnTo>
                  <a:pt x="0" y="3810000"/>
                </a:lnTo>
                <a:close/>
              </a:path>
            </a:pathLst>
          </a:custGeom>
        </p:spPr>
      </p:pic>
      <p:pic>
        <p:nvPicPr>
          <p:cNvPr id="17" name="图片 16"/>
          <p:cNvPicPr>
            <a:picLocks noChangeAspect="1"/>
          </p:cNvPicPr>
          <p:nvPr/>
        </p:nvPicPr>
        <p:blipFill>
          <a:blip r:embed="rId7"/>
          <a:stretch>
            <a:fillRect/>
          </a:stretch>
        </p:blipFill>
        <p:spPr>
          <a:xfrm>
            <a:off x="9485141" y="4449871"/>
            <a:ext cx="2706859" cy="2408129"/>
          </a:xfrm>
          <a:prstGeom prst="rect">
            <a:avLst/>
          </a:prstGeom>
        </p:spPr>
      </p:pic>
      <p:pic>
        <p:nvPicPr>
          <p:cNvPr id="18" name="图片 17"/>
          <p:cNvPicPr>
            <a:picLocks noChangeAspect="1"/>
          </p:cNvPicPr>
          <p:nvPr/>
        </p:nvPicPr>
        <p:blipFill>
          <a:blip r:embed="rId8"/>
          <a:stretch>
            <a:fillRect/>
          </a:stretch>
        </p:blipFill>
        <p:spPr>
          <a:xfrm>
            <a:off x="-1" y="4602481"/>
            <a:ext cx="3110243" cy="2255520"/>
          </a:xfrm>
          <a:prstGeom prst="rect">
            <a:avLst/>
          </a:prstGeom>
        </p:spPr>
      </p:pic>
      <p:pic>
        <p:nvPicPr>
          <p:cNvPr id="30" name="图片 29"/>
          <p:cNvPicPr>
            <a:picLocks noChangeAspect="1"/>
          </p:cNvPicPr>
          <p:nvPr/>
        </p:nvPicPr>
        <p:blipFill>
          <a:blip r:embed="rId9"/>
          <a:stretch>
            <a:fillRect/>
          </a:stretch>
        </p:blipFill>
        <p:spPr>
          <a:xfrm>
            <a:off x="2396708" y="1691432"/>
            <a:ext cx="7473142" cy="2911049"/>
          </a:xfrm>
          <a:prstGeom prst="rect">
            <a:avLst/>
          </a:prstGeom>
          <a:effectLst>
            <a:outerShdw blurRad="12700" dist="12700" dir="2700000" algn="tl" rotWithShape="0">
              <a:prstClr val="black">
                <a:alpha val="40000"/>
              </a:prstClr>
            </a:outerShdw>
          </a:effectLst>
        </p:spPr>
      </p:pic>
      <p:pic>
        <p:nvPicPr>
          <p:cNvPr id="37" name="图片 36"/>
          <p:cNvPicPr>
            <a:picLocks noChangeAspect="1"/>
          </p:cNvPicPr>
          <p:nvPr/>
        </p:nvPicPr>
        <p:blipFill>
          <a:blip r:embed="rId10"/>
          <a:stretch>
            <a:fillRect/>
          </a:stretch>
        </p:blipFill>
        <p:spPr>
          <a:xfrm>
            <a:off x="5647728" y="5608354"/>
            <a:ext cx="2005758" cy="1066892"/>
          </a:xfrm>
          <a:prstGeom prst="rect">
            <a:avLst/>
          </a:prstGeom>
        </p:spPr>
      </p:pic>
      <p:sp>
        <p:nvSpPr>
          <p:cNvPr id="38" name="文本框 37"/>
          <p:cNvSpPr txBox="1"/>
          <p:nvPr/>
        </p:nvSpPr>
        <p:spPr>
          <a:xfrm>
            <a:off x="4742571" y="4666649"/>
            <a:ext cx="2706859" cy="460375"/>
          </a:xfrm>
          <a:prstGeom prst="rect">
            <a:avLst/>
          </a:prstGeom>
          <a:noFill/>
        </p:spPr>
        <p:txBody>
          <a:bodyPr wrap="square" rtlCol="0">
            <a:spAutoFit/>
          </a:bodyPr>
          <a:lstStyle/>
          <a:p>
            <a:pPr algn="ctr"/>
            <a:r>
              <a:rPr lang="zh-CN" altLang="en-US" sz="2400" dirty="0">
                <a:latin typeface="思源黑体 CN Bold" panose="020B0800000000000000" pitchFamily="34" charset="-122"/>
                <a:ea typeface="思源黑体 CN Bold" panose="020B0800000000000000" pitchFamily="34" charset="-122"/>
              </a:rPr>
              <a:t>汇报人：</a:t>
            </a:r>
            <a:endParaRPr lang="zh-CN" altLang="en-US" sz="2400" dirty="0">
              <a:latin typeface="思源黑体 CN Bold" panose="020B0800000000000000" pitchFamily="34" charset="-122"/>
              <a:ea typeface="思源黑体 CN Bold" panose="020B0800000000000000"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500"/>
                                        <p:tgtEl>
                                          <p:spTgt spid="14"/>
                                        </p:tgtEl>
                                      </p:cBhvr>
                                    </p:animEffect>
                                  </p:childTnLst>
                                </p:cTn>
                              </p:par>
                              <p:par>
                                <p:cTn id="8" presetID="22" presetClass="entr" presetSubtype="4" fill="hold"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wipe(down)">
                                      <p:cBhvr>
                                        <p:cTn id="10" dur="500"/>
                                        <p:tgtEl>
                                          <p:spTgt spid="37"/>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randombar(horizontal)">
                                      <p:cBhvr>
                                        <p:cTn id="15" dur="500"/>
                                        <p:tgtEl>
                                          <p:spTgt spid="30"/>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wipe(down)">
                                      <p:cBhvr>
                                        <p:cTn id="20" dur="500"/>
                                        <p:tgtEl>
                                          <p:spTgt spid="38"/>
                                        </p:tgtEl>
                                      </p:cBhvr>
                                    </p:animEffect>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p:cTn id="25" dur="500" fill="hold"/>
                                        <p:tgtEl>
                                          <p:spTgt spid="12"/>
                                        </p:tgtEl>
                                        <p:attrNameLst>
                                          <p:attrName>ppt_w</p:attrName>
                                        </p:attrNameLst>
                                      </p:cBhvr>
                                      <p:tavLst>
                                        <p:tav tm="0">
                                          <p:val>
                                            <p:fltVal val="0"/>
                                          </p:val>
                                        </p:tav>
                                        <p:tav tm="100000">
                                          <p:val>
                                            <p:strVal val="#ppt_w"/>
                                          </p:val>
                                        </p:tav>
                                      </p:tavLst>
                                    </p:anim>
                                    <p:anim calcmode="lin" valueType="num">
                                      <p:cBhvr>
                                        <p:cTn id="26" dur="500" fill="hold"/>
                                        <p:tgtEl>
                                          <p:spTgt spid="12"/>
                                        </p:tgtEl>
                                        <p:attrNameLst>
                                          <p:attrName>ppt_h</p:attrName>
                                        </p:attrNameLst>
                                      </p:cBhvr>
                                      <p:tavLst>
                                        <p:tav tm="0">
                                          <p:val>
                                            <p:fltVal val="0"/>
                                          </p:val>
                                        </p:tav>
                                        <p:tav tm="100000">
                                          <p:val>
                                            <p:strVal val="#ppt_h"/>
                                          </p:val>
                                        </p:tav>
                                      </p:tavLst>
                                    </p:anim>
                                    <p:animEffect transition="in" filter="fade">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1543</Words>
  <Application>WPS 演示</Application>
  <PresentationFormat>宽屏</PresentationFormat>
  <Paragraphs>244</Paragraphs>
  <Slides>20</Slides>
  <Notes>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20</vt:i4>
      </vt:variant>
    </vt:vector>
  </HeadingPairs>
  <TitlesOfParts>
    <vt:vector size="33" baseType="lpstr">
      <vt:lpstr>Arial</vt:lpstr>
      <vt:lpstr>宋体</vt:lpstr>
      <vt:lpstr>Wingdings</vt:lpstr>
      <vt:lpstr>思源黑体 CN Bold</vt:lpstr>
      <vt:lpstr>思源黑体 CN Medium</vt:lpstr>
      <vt:lpstr>思源黑体 CN Heavy</vt:lpstr>
      <vt:lpstr>思源黑体 CN Normal</vt:lpstr>
      <vt:lpstr>微软雅黑</vt:lpstr>
      <vt:lpstr>Arial Unicode MS</vt:lpstr>
      <vt:lpstr>Calibri</vt:lpstr>
      <vt:lpstr>等线</vt:lpstr>
      <vt:lpstr>字魂36号-正文宋楷</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criss LI</dc:creator>
  <cp:lastModifiedBy>鲤鱼旗</cp:lastModifiedBy>
  <cp:revision>142</cp:revision>
  <dcterms:created xsi:type="dcterms:W3CDTF">2020-12-18T11:03:00Z</dcterms:created>
  <dcterms:modified xsi:type="dcterms:W3CDTF">2021-03-27T08:08:14Z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FBD2F840513D40978C92CE99759F967A</vt:lpwstr>
  </property>
  <property fmtid="{D5CDD505-2E9C-101B-9397-08002B2CF9AE}" pid="3" name="KSOProductBuildVer">
    <vt:lpwstr>2052-11.1.0.10356</vt:lpwstr>
  </property>
</Properties>
</file>