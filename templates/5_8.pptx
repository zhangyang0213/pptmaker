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18" r:id="rId3"/>
    <p:sldId id="320" r:id="rId5"/>
    <p:sldId id="319" r:id="rId6"/>
    <p:sldId id="282" r:id="rId7"/>
    <p:sldId id="314" r:id="rId8"/>
    <p:sldId id="280" r:id="rId9"/>
    <p:sldId id="285" r:id="rId10"/>
    <p:sldId id="321" r:id="rId11"/>
    <p:sldId id="286" r:id="rId12"/>
    <p:sldId id="304" r:id="rId13"/>
    <p:sldId id="289" r:id="rId14"/>
    <p:sldId id="273" r:id="rId15"/>
    <p:sldId id="322" r:id="rId16"/>
    <p:sldId id="271" r:id="rId17"/>
    <p:sldId id="302" r:id="rId18"/>
    <p:sldId id="290" r:id="rId19"/>
    <p:sldId id="278" r:id="rId20"/>
    <p:sldId id="323" r:id="rId21"/>
    <p:sldId id="313" r:id="rId22"/>
    <p:sldId id="291" r:id="rId23"/>
    <p:sldId id="311" r:id="rId24"/>
    <p:sldId id="293" r:id="rId25"/>
    <p:sldId id="324" r:id="rId26"/>
    <p:sldId id="279" r:id="rId27"/>
    <p:sldId id="315" r:id="rId28"/>
    <p:sldId id="294" r:id="rId29"/>
    <p:sldId id="309" r:id="rId30"/>
    <p:sldId id="325" r:id="rId31"/>
  </p:sldIdLst>
  <p:sldSz cx="12192000" cy="6858000"/>
  <p:notesSz cx="6858000" cy="9144000"/>
  <p:custDataLst>
    <p:tags r:id="rId35"/>
  </p:custDataLst>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609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1219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2438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3048000" algn="l" defTabSz="12192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3657600" algn="l" defTabSz="12192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4267200" algn="l" defTabSz="12192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4876800" algn="l" defTabSz="12192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5665"/>
    <a:srgbClr val="D23245"/>
    <a:srgbClr val="FB8989"/>
    <a:srgbClr val="FA6E6E"/>
    <a:srgbClr val="FEDEDE"/>
    <a:srgbClr val="FDC1C1"/>
    <a:srgbClr val="A62125"/>
    <a:srgbClr val="725F42"/>
    <a:srgbClr val="957B5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67" autoAdjust="0"/>
    <p:restoredTop sz="96424" autoAdjust="0"/>
  </p:normalViewPr>
  <p:slideViewPr>
    <p:cSldViewPr>
      <p:cViewPr>
        <p:scale>
          <a:sx n="100" d="100"/>
          <a:sy n="100" d="100"/>
        </p:scale>
        <p:origin x="894" y="444"/>
      </p:cViewPr>
      <p:guideLst>
        <p:guide orient="horz" pos="2916"/>
        <p:guide pos="3840"/>
        <p:guide pos="1280"/>
        <p:guide pos="5120"/>
        <p:guide pos="6393"/>
      </p:guideLst>
    </p:cSldViewPr>
  </p:slideViewPr>
  <p:notesTextViewPr>
    <p:cViewPr>
      <p:scale>
        <a:sx n="1" d="1"/>
        <a:sy n="1" d="1"/>
      </p:scale>
      <p:origin x="0" y="0"/>
    </p:cViewPr>
  </p:notesTextViewPr>
  <p:sorterViewPr>
    <p:cViewPr>
      <p:scale>
        <a:sx n="36" d="100"/>
        <a:sy n="36" d="100"/>
      </p:scale>
      <p:origin x="0" y="0"/>
    </p:cViewPr>
  </p:sorterViewPr>
  <p:gridSpacing cx="76198" cy="7619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tags" Target="tags/tag1.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C4637C0-1F94-4FE6-A671-110DD2A1381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357DB20-2E87-4E5B-9441-63DB909E25D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rgbClr val="FEDEDE"/>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a:defRPr/>
            </a:pPr>
            <a:endParaRPr lang="zh-CN" altLang="zh-CN"/>
          </a:p>
        </p:txBody>
      </p:sp>
      <p:sp>
        <p:nvSpPr>
          <p:cNvPr id="4" name="页脚占位符 3"/>
          <p:cNvSpPr>
            <a:spLocks noGrp="1"/>
          </p:cNvSpPr>
          <p:nvPr>
            <p:ph type="ftr" sz="quarter" idx="11"/>
          </p:nvPr>
        </p:nvSpPr>
        <p:spPr/>
        <p:txBody>
          <a:bodyPr/>
          <a:lstStyle/>
          <a:p>
            <a:pPr>
              <a:defRPr/>
            </a:pPr>
            <a:endParaRPr lang="zh-CN" altLang="zh-CN"/>
          </a:p>
        </p:txBody>
      </p:sp>
      <p:sp>
        <p:nvSpPr>
          <p:cNvPr id="5" name="灯片编号占位符 4"/>
          <p:cNvSpPr>
            <a:spLocks noGrp="1"/>
          </p:cNvSpPr>
          <p:nvPr>
            <p:ph type="sldNum" sz="quarter" idx="12"/>
          </p:nvPr>
        </p:nvSpPr>
        <p:spPr/>
        <p:txBody>
          <a:bodyPr/>
          <a:lstStyle/>
          <a:p>
            <a:pPr>
              <a:defRPr/>
            </a:pPr>
            <a:fld id="{F7E3AAC6-B715-4F06-991C-2803DC77D751}" type="slidenum">
              <a:rPr lang="zh-CN" altLang="zh-CN" smtClean="0"/>
            </a:fld>
            <a:endParaRPr lang="zh-CN" altLang="zh-CN"/>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自定义版式">
    <p:bg>
      <p:bgPr>
        <a:solidFill>
          <a:srgbClr val="FDC1C1"/>
        </a:solidFill>
        <a:effectLst/>
      </p:bgPr>
    </p:bg>
    <p:spTree>
      <p:nvGrpSpPr>
        <p:cNvPr id="1" name=""/>
        <p:cNvGrpSpPr/>
        <p:nvPr/>
      </p:nvGrpSpPr>
      <p:grpSpPr>
        <a:xfrm>
          <a:off x="0" y="0"/>
          <a:ext cx="0" cy="0"/>
          <a:chOff x="0" y="0"/>
          <a:chExt cx="0" cy="0"/>
        </a:xfrm>
      </p:grpSpPr>
      <p:pic>
        <p:nvPicPr>
          <p:cNvPr id="14" name="图片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20162" t="15777" r="21193" b="32388"/>
          <a:stretch>
            <a:fillRect/>
          </a:stretch>
        </p:blipFill>
        <p:spPr>
          <a:xfrm>
            <a:off x="7494" y="-76108"/>
            <a:ext cx="12191680" cy="7010216"/>
          </a:xfrm>
          <a:prstGeom prst="rect">
            <a:avLst/>
          </a:prstGeom>
        </p:spPr>
      </p:pic>
      <p:sp>
        <p:nvSpPr>
          <p:cNvPr id="15" name="Rectangle 4"/>
          <p:cNvSpPr>
            <a:spLocks noGrp="1" noChangeArrowheads="1"/>
          </p:cNvSpPr>
          <p:nvPr>
            <p:ph type="dt" sz="half" idx="10"/>
          </p:nvPr>
        </p:nvSpPr>
        <p:spPr>
          <a:xfrm>
            <a:off x="609600" y="6246094"/>
            <a:ext cx="2844800" cy="476398"/>
          </a:xfrm>
        </p:spPr>
        <p:txBody>
          <a:bodyPr/>
          <a:lstStyle>
            <a:lvl1pPr>
              <a:defRPr/>
            </a:lvl1pPr>
          </a:lstStyle>
          <a:p>
            <a:pPr>
              <a:defRPr/>
            </a:pPr>
            <a:endParaRPr lang="zh-CN" altLang="zh-CN"/>
          </a:p>
        </p:txBody>
      </p:sp>
      <p:sp>
        <p:nvSpPr>
          <p:cNvPr id="16" name="Rectangle 5"/>
          <p:cNvSpPr>
            <a:spLocks noGrp="1" noChangeArrowheads="1"/>
          </p:cNvSpPr>
          <p:nvPr>
            <p:ph type="ftr" sz="quarter" idx="11"/>
          </p:nvPr>
        </p:nvSpPr>
        <p:spPr>
          <a:xfrm>
            <a:off x="4165600" y="6246094"/>
            <a:ext cx="3860800" cy="476398"/>
          </a:xfrm>
        </p:spPr>
        <p:txBody>
          <a:bodyPr/>
          <a:lstStyle>
            <a:lvl1pPr>
              <a:defRPr/>
            </a:lvl1pPr>
          </a:lstStyle>
          <a:p>
            <a:pPr>
              <a:defRPr/>
            </a:pPr>
            <a:endParaRPr lang="zh-CN" altLang="zh-CN"/>
          </a:p>
        </p:txBody>
      </p:sp>
      <p:sp>
        <p:nvSpPr>
          <p:cNvPr id="17" name="Rectangle 6"/>
          <p:cNvSpPr>
            <a:spLocks noGrp="1" noChangeArrowheads="1"/>
          </p:cNvSpPr>
          <p:nvPr>
            <p:ph type="sldNum" sz="quarter" idx="12"/>
          </p:nvPr>
        </p:nvSpPr>
        <p:spPr>
          <a:xfrm>
            <a:off x="8737600" y="6246094"/>
            <a:ext cx="2844800" cy="476398"/>
          </a:xfrm>
        </p:spPr>
        <p:txBody>
          <a:bodyPr/>
          <a:lstStyle>
            <a:lvl1pPr>
              <a:defRPr/>
            </a:lvl1pPr>
          </a:lstStyle>
          <a:p>
            <a:pPr>
              <a:defRPr/>
            </a:pPr>
            <a:fld id="{07D04115-C947-4B3B-8BC9-A0E76F31C3BF}" type="slidenum">
              <a:rPr lang="zh-CN" altLang="zh-CN"/>
            </a:fld>
            <a:endParaRPr lang="zh-CN" altLang="zh-CN"/>
          </a:p>
        </p:txBody>
      </p:sp>
      <p:pic>
        <p:nvPicPr>
          <p:cNvPr id="18" name="图片 17"/>
          <p:cNvPicPr>
            <a:picLocks noChangeAspect="1"/>
          </p:cNvPicPr>
          <p:nvPr userDrawn="1"/>
        </p:nvPicPr>
        <p:blipFill rotWithShape="1">
          <a:blip r:embed="rId3" cstate="print">
            <a:extLst>
              <a:ext uri="{28A0092B-C50C-407E-A947-70E740481C1C}">
                <a14:useLocalDpi xmlns:a14="http://schemas.microsoft.com/office/drawing/2010/main" val="0"/>
              </a:ext>
            </a:extLst>
          </a:blip>
          <a:srcRect b="72651"/>
          <a:stretch>
            <a:fillRect/>
          </a:stretch>
        </p:blipFill>
        <p:spPr>
          <a:xfrm>
            <a:off x="160" y="3674472"/>
            <a:ext cx="12192000" cy="3342892"/>
          </a:xfrm>
          <a:prstGeom prst="rect">
            <a:avLst/>
          </a:prstGeom>
        </p:spPr>
      </p:pic>
      <p:pic>
        <p:nvPicPr>
          <p:cNvPr id="19" name="图片 1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2089866" y="0"/>
            <a:ext cx="61784" cy="6858000"/>
          </a:xfrm>
          <a:prstGeom prst="rect">
            <a:avLst/>
          </a:prstGeom>
        </p:spPr>
      </p:pic>
      <p:pic>
        <p:nvPicPr>
          <p:cNvPr id="21" name="图片 2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49334" y="2188674"/>
            <a:ext cx="4894160" cy="4426312"/>
          </a:xfrm>
          <a:prstGeom prst="rect">
            <a:avLst/>
          </a:prstGeom>
        </p:spPr>
      </p:pic>
      <p:pic>
        <p:nvPicPr>
          <p:cNvPr id="22" name="图片 21"/>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60" y="5400737"/>
            <a:ext cx="12192000" cy="1624224"/>
          </a:xfrm>
          <a:prstGeom prst="rect">
            <a:avLst/>
          </a:prstGeom>
        </p:spPr>
      </p:pic>
      <p:pic>
        <p:nvPicPr>
          <p:cNvPr id="23" name="图片 22"/>
          <p:cNvPicPr>
            <a:picLocks noChangeAspect="1"/>
          </p:cNvPicPr>
          <p:nvPr userDrawn="1"/>
        </p:nvPicPr>
        <p:blipFill rotWithShape="1">
          <a:blip r:embed="rId7">
            <a:extLst>
              <a:ext uri="{28A0092B-C50C-407E-A947-70E740481C1C}">
                <a14:useLocalDpi xmlns:a14="http://schemas.microsoft.com/office/drawing/2010/main" val="0"/>
              </a:ext>
            </a:extLst>
          </a:blip>
          <a:srcRect l="66114"/>
          <a:stretch>
            <a:fillRect/>
          </a:stretch>
        </p:blipFill>
        <p:spPr>
          <a:xfrm>
            <a:off x="5503760" y="702456"/>
            <a:ext cx="6324434" cy="575493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自定义版式">
    <p:bg>
      <p:bgPr>
        <a:solidFill>
          <a:srgbClr val="FEDEDE"/>
        </a:solidFill>
        <a:effectLst/>
      </p:bgPr>
    </p:bg>
    <p:spTree>
      <p:nvGrpSpPr>
        <p:cNvPr id="1" name=""/>
        <p:cNvGrpSpPr/>
        <p:nvPr/>
      </p:nvGrpSpPr>
      <p:grpSpPr>
        <a:xfrm>
          <a:off x="0" y="0"/>
          <a:ext cx="0" cy="0"/>
          <a:chOff x="0" y="0"/>
          <a:chExt cx="0" cy="0"/>
        </a:xfrm>
      </p:grpSpPr>
      <p:sp>
        <p:nvSpPr>
          <p:cNvPr id="7" name="Rectangle 4"/>
          <p:cNvSpPr>
            <a:spLocks noGrp="1" noChangeArrowheads="1"/>
          </p:cNvSpPr>
          <p:nvPr>
            <p:ph type="dt" sz="half" idx="10"/>
          </p:nvPr>
        </p:nvSpPr>
        <p:spPr>
          <a:xfrm>
            <a:off x="609600" y="6246094"/>
            <a:ext cx="2844800" cy="476398"/>
          </a:xfrm>
        </p:spPr>
        <p:txBody>
          <a:bodyPr/>
          <a:lstStyle>
            <a:lvl1pPr>
              <a:defRPr/>
            </a:lvl1pPr>
          </a:lstStyle>
          <a:p>
            <a:pPr>
              <a:defRPr/>
            </a:pPr>
            <a:endParaRPr lang="zh-CN" altLang="zh-CN"/>
          </a:p>
        </p:txBody>
      </p:sp>
      <p:sp>
        <p:nvSpPr>
          <p:cNvPr id="8" name="Rectangle 5"/>
          <p:cNvSpPr>
            <a:spLocks noGrp="1" noChangeArrowheads="1"/>
          </p:cNvSpPr>
          <p:nvPr>
            <p:ph type="ftr" sz="quarter" idx="11"/>
          </p:nvPr>
        </p:nvSpPr>
        <p:spPr>
          <a:xfrm>
            <a:off x="4165600" y="6246094"/>
            <a:ext cx="3860800" cy="476398"/>
          </a:xfrm>
        </p:spPr>
        <p:txBody>
          <a:bodyPr/>
          <a:lstStyle>
            <a:lvl1pPr>
              <a:defRPr/>
            </a:lvl1pPr>
          </a:lstStyle>
          <a:p>
            <a:pPr>
              <a:defRPr/>
            </a:pPr>
            <a:endParaRPr lang="zh-CN" altLang="zh-CN"/>
          </a:p>
        </p:txBody>
      </p:sp>
      <p:sp>
        <p:nvSpPr>
          <p:cNvPr id="9" name="Rectangle 6"/>
          <p:cNvSpPr>
            <a:spLocks noGrp="1" noChangeArrowheads="1"/>
          </p:cNvSpPr>
          <p:nvPr>
            <p:ph type="sldNum" sz="quarter" idx="12"/>
          </p:nvPr>
        </p:nvSpPr>
        <p:spPr>
          <a:xfrm>
            <a:off x="8737600" y="6246094"/>
            <a:ext cx="2844800" cy="476398"/>
          </a:xfrm>
        </p:spPr>
        <p:txBody>
          <a:bodyPr/>
          <a:lstStyle>
            <a:lvl1pPr>
              <a:defRPr/>
            </a:lvl1pPr>
          </a:lstStyle>
          <a:p>
            <a:pPr>
              <a:defRPr/>
            </a:pPr>
            <a:fld id="{07D04115-C947-4B3B-8BC9-A0E76F31C3BF}" type="slidenum">
              <a:rPr lang="zh-CN" altLang="zh-CN"/>
            </a:fld>
            <a:endParaRPr lang="zh-CN" altLang="zh-CN"/>
          </a:p>
        </p:txBody>
      </p:sp>
      <p:pic>
        <p:nvPicPr>
          <p:cNvPr id="10" name="图片 9"/>
          <p:cNvPicPr>
            <a:picLocks noChangeAspect="1"/>
          </p:cNvPicPr>
          <p:nvPr userDrawn="1"/>
        </p:nvPicPr>
        <p:blipFill rotWithShape="1">
          <a:blip r:embed="rId2" cstate="print">
            <a:extLst>
              <a:ext uri="{28A0092B-C50C-407E-A947-70E740481C1C}">
                <a14:useLocalDpi xmlns:a14="http://schemas.microsoft.com/office/drawing/2010/main" val="0"/>
              </a:ext>
            </a:extLst>
          </a:blip>
          <a:srcRect b="72651"/>
          <a:stretch>
            <a:fillRect/>
          </a:stretch>
        </p:blipFill>
        <p:spPr>
          <a:xfrm>
            <a:off x="160" y="3674472"/>
            <a:ext cx="12192000" cy="3342892"/>
          </a:xfrm>
          <a:prstGeom prst="rect">
            <a:avLst/>
          </a:prstGeom>
        </p:spPr>
      </p:pic>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2089866" y="0"/>
            <a:ext cx="61784" cy="685800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showMasterSp="0">
  <p:cSld name="空白">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5251"/>
            <a:ext cx="10972800" cy="1143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t>单击此处编辑母版标题样式</a:t>
            </a:r>
            <a:endParaRPr lang="zh-CN"/>
          </a:p>
        </p:txBody>
      </p:sp>
      <p:sp>
        <p:nvSpPr>
          <p:cNvPr id="1027" name="Rectangle 3"/>
          <p:cNvSpPr>
            <a:spLocks noGrp="1" noChangeArrowheads="1"/>
          </p:cNvSpPr>
          <p:nvPr>
            <p:ph type="body" idx="1"/>
          </p:nvPr>
        </p:nvSpPr>
        <p:spPr bwMode="auto">
          <a:xfrm>
            <a:off x="609600" y="1600694"/>
            <a:ext cx="10972800" cy="452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
        <p:nvSpPr>
          <p:cNvPr id="1028" name="Rectangle 4"/>
          <p:cNvSpPr>
            <a:spLocks noGrp="1" noChangeArrowheads="1"/>
          </p:cNvSpPr>
          <p:nvPr>
            <p:ph type="dt" sz="half" idx="2"/>
          </p:nvPr>
        </p:nvSpPr>
        <p:spPr bwMode="auto">
          <a:xfrm>
            <a:off x="609600" y="6246094"/>
            <a:ext cx="2844800" cy="476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buFont typeface="Arial" panose="020B0604020202020204" pitchFamily="34" charset="0"/>
              <a:buNone/>
              <a:defRPr sz="1865" smtClean="0">
                <a:latin typeface="Arial" panose="020B0604020202020204" pitchFamily="34" charset="0"/>
                <a:ea typeface="宋体" panose="02010600030101010101" pitchFamily="2" charset="-122"/>
              </a:defRPr>
            </a:lvl1pPr>
          </a:lstStyle>
          <a:p>
            <a:pPr>
              <a:defRPr/>
            </a:pPr>
            <a:endParaRPr lang="zh-CN" altLang="zh-CN"/>
          </a:p>
        </p:txBody>
      </p:sp>
      <p:sp>
        <p:nvSpPr>
          <p:cNvPr id="1029" name="Rectangle 5"/>
          <p:cNvSpPr>
            <a:spLocks noGrp="1" noChangeArrowheads="1"/>
          </p:cNvSpPr>
          <p:nvPr>
            <p:ph type="ftr" sz="quarter" idx="3"/>
          </p:nvPr>
        </p:nvSpPr>
        <p:spPr bwMode="auto">
          <a:xfrm>
            <a:off x="4165600" y="6246094"/>
            <a:ext cx="3860800" cy="476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buFont typeface="Arial" panose="020B0604020202020204" pitchFamily="34" charset="0"/>
              <a:buNone/>
              <a:defRPr sz="1865" smtClean="0">
                <a:latin typeface="Arial" panose="020B0604020202020204" pitchFamily="34" charset="0"/>
                <a:ea typeface="宋体" panose="02010600030101010101" pitchFamily="2" charset="-122"/>
              </a:defRPr>
            </a:lvl1pPr>
          </a:lstStyle>
          <a:p>
            <a:pPr>
              <a:defRPr/>
            </a:pPr>
            <a:endParaRPr lang="zh-CN" altLang="zh-CN"/>
          </a:p>
        </p:txBody>
      </p:sp>
      <p:sp>
        <p:nvSpPr>
          <p:cNvPr id="1030" name="Rectangle 6"/>
          <p:cNvSpPr>
            <a:spLocks noGrp="1" noChangeArrowheads="1"/>
          </p:cNvSpPr>
          <p:nvPr>
            <p:ph type="sldNum" sz="quarter" idx="4"/>
          </p:nvPr>
        </p:nvSpPr>
        <p:spPr bwMode="auto">
          <a:xfrm>
            <a:off x="8737600" y="6246094"/>
            <a:ext cx="2844800" cy="476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buFont typeface="Arial" panose="020B0604020202020204" pitchFamily="34" charset="0"/>
              <a:buNone/>
              <a:defRPr sz="1865" smtClean="0">
                <a:latin typeface="Arial" panose="020B0604020202020204" pitchFamily="34" charset="0"/>
                <a:ea typeface="宋体" panose="02010600030101010101" pitchFamily="2" charset="-122"/>
              </a:defRPr>
            </a:lvl1pPr>
          </a:lstStyle>
          <a:p>
            <a:pPr>
              <a:defRPr/>
            </a:pPr>
            <a:fld id="{F7E3AAC6-B715-4F06-991C-2803DC77D751}" type="slidenum">
              <a:rPr lang="zh-CN" altLang="zh-CN"/>
            </a:fld>
            <a:endParaRPr lang="zh-CN"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xStyles>
    <p:titleStyle>
      <a:lvl1pPr algn="ctr" rtl="0" eaLnBrk="0" fontAlgn="base" hangingPunct="0">
        <a:spcBef>
          <a:spcPct val="0"/>
        </a:spcBef>
        <a:spcAft>
          <a:spcPct val="0"/>
        </a:spcAft>
        <a:defRPr sz="5865">
          <a:solidFill>
            <a:schemeClr val="tx2"/>
          </a:solidFill>
          <a:latin typeface="+mj-lt"/>
          <a:ea typeface="+mj-ea"/>
          <a:cs typeface="+mj-cs"/>
        </a:defRPr>
      </a:lvl1pPr>
      <a:lvl2pPr algn="ctr" rtl="0" eaLnBrk="0" fontAlgn="base" hangingPunct="0">
        <a:spcBef>
          <a:spcPct val="0"/>
        </a:spcBef>
        <a:spcAft>
          <a:spcPct val="0"/>
        </a:spcAft>
        <a:defRPr sz="5865">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5865">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5865">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5865">
          <a:solidFill>
            <a:schemeClr val="tx2"/>
          </a:solidFill>
          <a:latin typeface="Arial" panose="020B0604020202020204" pitchFamily="34" charset="0"/>
          <a:ea typeface="宋体" panose="02010600030101010101" pitchFamily="2" charset="-122"/>
        </a:defRPr>
      </a:lvl5pPr>
      <a:lvl6pPr marL="609600" algn="ctr" rtl="0" fontAlgn="base">
        <a:spcBef>
          <a:spcPct val="0"/>
        </a:spcBef>
        <a:spcAft>
          <a:spcPct val="0"/>
        </a:spcAft>
        <a:defRPr sz="5865">
          <a:solidFill>
            <a:schemeClr val="tx2"/>
          </a:solidFill>
          <a:latin typeface="Arial" panose="020B0604020202020204" pitchFamily="34" charset="0"/>
          <a:ea typeface="宋体" panose="02010600030101010101" pitchFamily="2" charset="-122"/>
        </a:defRPr>
      </a:lvl6pPr>
      <a:lvl7pPr marL="1219200" algn="ctr" rtl="0" fontAlgn="base">
        <a:spcBef>
          <a:spcPct val="0"/>
        </a:spcBef>
        <a:spcAft>
          <a:spcPct val="0"/>
        </a:spcAft>
        <a:defRPr sz="5865">
          <a:solidFill>
            <a:schemeClr val="tx2"/>
          </a:solidFill>
          <a:latin typeface="Arial" panose="020B0604020202020204" pitchFamily="34" charset="0"/>
          <a:ea typeface="宋体" panose="02010600030101010101" pitchFamily="2" charset="-122"/>
        </a:defRPr>
      </a:lvl7pPr>
      <a:lvl8pPr marL="1828800" algn="ctr" rtl="0" fontAlgn="base">
        <a:spcBef>
          <a:spcPct val="0"/>
        </a:spcBef>
        <a:spcAft>
          <a:spcPct val="0"/>
        </a:spcAft>
        <a:defRPr sz="5865">
          <a:solidFill>
            <a:schemeClr val="tx2"/>
          </a:solidFill>
          <a:latin typeface="Arial" panose="020B0604020202020204" pitchFamily="34" charset="0"/>
          <a:ea typeface="宋体" panose="02010600030101010101" pitchFamily="2" charset="-122"/>
        </a:defRPr>
      </a:lvl8pPr>
      <a:lvl9pPr marL="2438400" algn="ctr" rtl="0" fontAlgn="base">
        <a:spcBef>
          <a:spcPct val="0"/>
        </a:spcBef>
        <a:spcAft>
          <a:spcPct val="0"/>
        </a:spcAft>
        <a:defRPr sz="5865">
          <a:solidFill>
            <a:schemeClr val="tx2"/>
          </a:solidFill>
          <a:latin typeface="Arial" panose="020B060402020202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Char char="•"/>
        <a:defRPr sz="4265">
          <a:solidFill>
            <a:schemeClr val="tx1"/>
          </a:solidFill>
          <a:latin typeface="+mn-lt"/>
          <a:ea typeface="+mn-ea"/>
          <a:cs typeface="+mn-cs"/>
        </a:defRPr>
      </a:lvl1pPr>
      <a:lvl2pPr marL="990600" indent="-381000" algn="l" rtl="0" eaLnBrk="0" fontAlgn="base" hangingPunct="0">
        <a:spcBef>
          <a:spcPct val="20000"/>
        </a:spcBef>
        <a:spcAft>
          <a:spcPct val="0"/>
        </a:spcAft>
        <a:buChar char="–"/>
        <a:defRPr sz="3735">
          <a:solidFill>
            <a:schemeClr val="tx1"/>
          </a:solidFill>
          <a:latin typeface="+mn-lt"/>
          <a:ea typeface="+mn-ea"/>
        </a:defRPr>
      </a:lvl2pPr>
      <a:lvl3pPr marL="1524000" indent="-304800" algn="l" rtl="0" eaLnBrk="0" fontAlgn="base" hangingPunct="0">
        <a:spcBef>
          <a:spcPct val="20000"/>
        </a:spcBef>
        <a:spcAft>
          <a:spcPct val="0"/>
        </a:spcAft>
        <a:buChar char="•"/>
        <a:defRPr sz="3200">
          <a:solidFill>
            <a:schemeClr val="tx1"/>
          </a:solidFill>
          <a:latin typeface="+mn-lt"/>
          <a:ea typeface="+mn-ea"/>
        </a:defRPr>
      </a:lvl3pPr>
      <a:lvl4pPr marL="2133600" indent="-304800" algn="l" rtl="0" eaLnBrk="0" fontAlgn="base" hangingPunct="0">
        <a:spcBef>
          <a:spcPct val="20000"/>
        </a:spcBef>
        <a:spcAft>
          <a:spcPct val="0"/>
        </a:spcAft>
        <a:buChar char="–"/>
        <a:defRPr sz="2665">
          <a:solidFill>
            <a:schemeClr val="tx1"/>
          </a:solidFill>
          <a:latin typeface="+mn-lt"/>
          <a:ea typeface="+mn-ea"/>
        </a:defRPr>
      </a:lvl4pPr>
      <a:lvl5pPr marL="2743200" indent="-304800" algn="l" rtl="0" eaLnBrk="0" fontAlgn="base" hangingPunct="0">
        <a:spcBef>
          <a:spcPct val="20000"/>
        </a:spcBef>
        <a:spcAft>
          <a:spcPct val="0"/>
        </a:spcAft>
        <a:buChar char="»"/>
        <a:defRPr sz="2665">
          <a:solidFill>
            <a:schemeClr val="tx1"/>
          </a:solidFill>
          <a:latin typeface="+mn-lt"/>
          <a:ea typeface="+mn-ea"/>
        </a:defRPr>
      </a:lvl5pPr>
      <a:lvl6pPr marL="3352800" indent="-304800" algn="l" rtl="0" fontAlgn="base">
        <a:spcBef>
          <a:spcPct val="20000"/>
        </a:spcBef>
        <a:spcAft>
          <a:spcPct val="0"/>
        </a:spcAft>
        <a:buChar char="»"/>
        <a:defRPr sz="2665">
          <a:solidFill>
            <a:schemeClr val="tx1"/>
          </a:solidFill>
          <a:latin typeface="+mn-lt"/>
          <a:ea typeface="+mn-ea"/>
        </a:defRPr>
      </a:lvl6pPr>
      <a:lvl7pPr marL="3962400" indent="-304800" algn="l" rtl="0" fontAlgn="base">
        <a:spcBef>
          <a:spcPct val="20000"/>
        </a:spcBef>
        <a:spcAft>
          <a:spcPct val="0"/>
        </a:spcAft>
        <a:buChar char="»"/>
        <a:defRPr sz="2665">
          <a:solidFill>
            <a:schemeClr val="tx1"/>
          </a:solidFill>
          <a:latin typeface="+mn-lt"/>
          <a:ea typeface="+mn-ea"/>
        </a:defRPr>
      </a:lvl7pPr>
      <a:lvl8pPr marL="4572000" indent="-304800" algn="l" rtl="0" fontAlgn="base">
        <a:spcBef>
          <a:spcPct val="20000"/>
        </a:spcBef>
        <a:spcAft>
          <a:spcPct val="0"/>
        </a:spcAft>
        <a:buChar char="»"/>
        <a:defRPr sz="2665">
          <a:solidFill>
            <a:schemeClr val="tx1"/>
          </a:solidFill>
          <a:latin typeface="+mn-lt"/>
          <a:ea typeface="+mn-ea"/>
        </a:defRPr>
      </a:lvl8pPr>
      <a:lvl9pPr marL="5181600" indent="-304800" algn="l" rtl="0" fontAlgn="base">
        <a:spcBef>
          <a:spcPct val="20000"/>
        </a:spcBef>
        <a:spcAft>
          <a:spcPct val="0"/>
        </a:spcAft>
        <a:buChar char="»"/>
        <a:defRPr sz="2665">
          <a:solidFill>
            <a:schemeClr val="tx1"/>
          </a:solidFill>
          <a:latin typeface="+mn-lt"/>
          <a:ea typeface="+mn-ea"/>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3.xml"/><Relationship Id="rId2" Type="http://schemas.openxmlformats.org/officeDocument/2006/relationships/image" Target="../media/image8.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9.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4.xml"/><Relationship Id="rId2" Type="http://schemas.openxmlformats.org/officeDocument/2006/relationships/image" Target="../media/image11.jpe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3.xml"/><Relationship Id="rId2" Type="http://schemas.openxmlformats.org/officeDocument/2006/relationships/image" Target="../media/image8.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4.xml"/><Relationship Id="rId2" Type="http://schemas.openxmlformats.org/officeDocument/2006/relationships/image" Target="../media/image13.jpeg"/><Relationship Id="rId1" Type="http://schemas.openxmlformats.org/officeDocument/2006/relationships/image" Target="../media/image12.jpe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4.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3.xml"/><Relationship Id="rId2" Type="http://schemas.openxmlformats.org/officeDocument/2006/relationships/image" Target="../media/image8.png"/><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4.xml"/><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1.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3.xml"/><Relationship Id="rId2" Type="http://schemas.openxmlformats.org/officeDocument/2006/relationships/image" Target="../media/image8.png"/><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4.xml"/><Relationship Id="rId2" Type="http://schemas.openxmlformats.org/officeDocument/2006/relationships/image" Target="../media/image20.jpeg"/><Relationship Id="rId1" Type="http://schemas.openxmlformats.org/officeDocument/2006/relationships/image" Target="../media/image13.jpe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4.xml"/><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4.xml"/><Relationship Id="rId2" Type="http://schemas.openxmlformats.org/officeDocument/2006/relationships/image" Target="../media/image25.jpeg"/><Relationship Id="rId1" Type="http://schemas.openxmlformats.org/officeDocument/2006/relationships/image" Target="../media/image24.jpe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4.xml"/><Relationship Id="rId2" Type="http://schemas.openxmlformats.org/officeDocument/2006/relationships/image" Target="../media/image27.jpeg"/><Relationship Id="rId1" Type="http://schemas.openxmlformats.org/officeDocument/2006/relationships/image" Target="../media/image26.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3.xml"/><Relationship Id="rId2" Type="http://schemas.openxmlformats.org/officeDocument/2006/relationships/image" Target="../media/image8.png"/><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4.xml"/><Relationship Id="rId2" Type="http://schemas.openxmlformats.org/officeDocument/2006/relationships/image" Target="../media/image29.jpeg"/><Relationship Id="rId1" Type="http://schemas.openxmlformats.org/officeDocument/2006/relationships/image" Target="../media/image28.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4.xml"/><Relationship Id="rId2" Type="http://schemas.openxmlformats.org/officeDocument/2006/relationships/image" Target="../media/image30.jpeg"/><Relationship Id="rId1" Type="http://schemas.openxmlformats.org/officeDocument/2006/relationships/image" Target="../media/image23.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image" Target="../media/image31.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181624" y="1219258"/>
            <a:ext cx="5943444" cy="3106381"/>
          </a:xfrm>
          <a:prstGeom prst="rect">
            <a:avLst/>
          </a:prstGeom>
        </p:spPr>
      </p:pic>
      <p:sp>
        <p:nvSpPr>
          <p:cNvPr id="3" name="文本框 2"/>
          <p:cNvSpPr txBox="1"/>
          <p:nvPr/>
        </p:nvSpPr>
        <p:spPr>
          <a:xfrm>
            <a:off x="6248396" y="4510679"/>
            <a:ext cx="4343286" cy="369332"/>
          </a:xfrm>
          <a:prstGeom prst="rect">
            <a:avLst/>
          </a:prstGeom>
          <a:noFill/>
        </p:spPr>
        <p:txBody>
          <a:bodyPr wrap="square" rtlCol="0">
            <a:spAutoFit/>
          </a:bodyPr>
          <a:lstStyle/>
          <a:p>
            <a:pPr algn="dist"/>
            <a:r>
              <a:rPr lang="zh-CN" altLang="en-US" dirty="0">
                <a:solidFill>
                  <a:srgbClr val="A62125"/>
                </a:solidFill>
                <a:latin typeface="字魂105号-简雅黑" panose="00000500000000000000" pitchFamily="2" charset="-122"/>
                <a:ea typeface="字魂105号-简雅黑" panose="00000500000000000000" pitchFamily="2" charset="-122"/>
              </a:rPr>
              <a:t>我爱</a:t>
            </a:r>
            <a:r>
              <a:rPr lang="zh-CN" altLang="en-US" dirty="0" smtClean="0">
                <a:solidFill>
                  <a:srgbClr val="A62125"/>
                </a:solidFill>
                <a:latin typeface="字魂105号-简雅黑" panose="00000500000000000000" pitchFamily="2" charset="-122"/>
                <a:ea typeface="字魂105号-简雅黑" panose="00000500000000000000" pitchFamily="2" charset="-122"/>
              </a:rPr>
              <a:t>读书</a:t>
            </a:r>
            <a:r>
              <a:rPr lang="en-US" altLang="zh-CN" dirty="0" smtClean="0">
                <a:solidFill>
                  <a:srgbClr val="A62125"/>
                </a:solidFill>
                <a:latin typeface="字魂105号-简雅黑" panose="00000500000000000000" pitchFamily="2" charset="-122"/>
                <a:ea typeface="字魂105号-简雅黑" panose="00000500000000000000" pitchFamily="2" charset="-122"/>
              </a:rPr>
              <a:t>/</a:t>
            </a:r>
            <a:r>
              <a:rPr lang="zh-CN" altLang="en-US" dirty="0" smtClean="0">
                <a:solidFill>
                  <a:srgbClr val="A62125"/>
                </a:solidFill>
                <a:latin typeface="字魂105号-简雅黑" panose="00000500000000000000" pitchFamily="2" charset="-122"/>
                <a:ea typeface="字魂105号-简雅黑" panose="00000500000000000000" pitchFamily="2" charset="-122"/>
              </a:rPr>
              <a:t>我爱生活</a:t>
            </a:r>
            <a:endParaRPr lang="zh-CN" altLang="en-US" dirty="0">
              <a:solidFill>
                <a:srgbClr val="A62125"/>
              </a:solidFill>
              <a:latin typeface="字魂105号-简雅黑" panose="00000500000000000000" pitchFamily="2" charset="-122"/>
              <a:ea typeface="字魂105号-简雅黑" panose="00000500000000000000" pitchFamily="2" charset="-122"/>
            </a:endParaRPr>
          </a:p>
        </p:txBody>
      </p:sp>
      <p:sp>
        <p:nvSpPr>
          <p:cNvPr id="4" name="文本框 3"/>
          <p:cNvSpPr txBox="1"/>
          <p:nvPr/>
        </p:nvSpPr>
        <p:spPr>
          <a:xfrm>
            <a:off x="76358" y="228684"/>
            <a:ext cx="461665" cy="3124118"/>
          </a:xfrm>
          <a:prstGeom prst="rect">
            <a:avLst/>
          </a:prstGeom>
          <a:noFill/>
        </p:spPr>
        <p:txBody>
          <a:bodyPr vert="eaVert" wrap="square" rtlCol="0">
            <a:spAutoFit/>
          </a:bodyPr>
          <a:lstStyle/>
          <a:p>
            <a:pPr algn="dist"/>
            <a:r>
              <a:rPr lang="zh-CN" altLang="en-US" dirty="0" smtClean="0">
                <a:solidFill>
                  <a:srgbClr val="FB8989"/>
                </a:solidFill>
                <a:latin typeface="字魂105号-简雅黑" panose="00000500000000000000" pitchFamily="2" charset="-122"/>
                <a:ea typeface="字魂105号-简雅黑" panose="00000500000000000000" pitchFamily="2" charset="-122"/>
              </a:rPr>
              <a:t>读万卷书</a:t>
            </a:r>
            <a:r>
              <a:rPr lang="en-US" altLang="zh-CN" dirty="0" smtClean="0">
                <a:solidFill>
                  <a:srgbClr val="FB8989"/>
                </a:solidFill>
                <a:latin typeface="字魂105号-简雅黑" panose="00000500000000000000" pitchFamily="2" charset="-122"/>
                <a:ea typeface="字魂105号-简雅黑" panose="00000500000000000000" pitchFamily="2" charset="-122"/>
              </a:rPr>
              <a:t>·</a:t>
            </a:r>
            <a:r>
              <a:rPr lang="zh-CN" altLang="en-US" dirty="0" smtClean="0">
                <a:solidFill>
                  <a:srgbClr val="FB8989"/>
                </a:solidFill>
                <a:latin typeface="字魂105号-简雅黑" panose="00000500000000000000" pitchFamily="2" charset="-122"/>
                <a:ea typeface="字魂105号-简雅黑" panose="00000500000000000000" pitchFamily="2" charset="-122"/>
              </a:rPr>
              <a:t>行万里路</a:t>
            </a:r>
            <a:endParaRPr lang="zh-CN" altLang="en-US" dirty="0">
              <a:solidFill>
                <a:srgbClr val="FB8989"/>
              </a:solidFill>
              <a:latin typeface="字魂105号-简雅黑" panose="00000500000000000000" pitchFamily="2" charset="-122"/>
              <a:ea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DEDE"/>
        </a:solidFill>
        <a:effectLst/>
      </p:bgPr>
    </p:bg>
    <p:spTree>
      <p:nvGrpSpPr>
        <p:cNvPr id="1" name=""/>
        <p:cNvGrpSpPr/>
        <p:nvPr/>
      </p:nvGrpSpPr>
      <p:grpSpPr>
        <a:xfrm>
          <a:off x="0" y="0"/>
          <a:ext cx="0" cy="0"/>
          <a:chOff x="0" y="0"/>
          <a:chExt cx="0" cy="0"/>
        </a:xfrm>
      </p:grpSpPr>
      <p:sp>
        <p:nvSpPr>
          <p:cNvPr id="2" name="矩形 1"/>
          <p:cNvSpPr/>
          <p:nvPr/>
        </p:nvSpPr>
        <p:spPr>
          <a:xfrm>
            <a:off x="-5028" y="-1"/>
            <a:ext cx="4881860" cy="7024961"/>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60" y="5400737"/>
            <a:ext cx="12192000" cy="1624224"/>
          </a:xfrm>
          <a:prstGeom prst="rect">
            <a:avLst/>
          </a:prstGeom>
        </p:spPr>
      </p:pic>
      <p:sp>
        <p:nvSpPr>
          <p:cNvPr id="11" name="Line 29"/>
          <p:cNvSpPr>
            <a:spLocks noChangeShapeType="1"/>
          </p:cNvSpPr>
          <p:nvPr/>
        </p:nvSpPr>
        <p:spPr bwMode="auto">
          <a:xfrm>
            <a:off x="762140" y="1651027"/>
            <a:ext cx="3048000" cy="0"/>
          </a:xfrm>
          <a:prstGeom prst="line">
            <a:avLst/>
          </a:prstGeom>
          <a:noFill/>
          <a:ln w="635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480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 name="Line 32"/>
          <p:cNvSpPr>
            <a:spLocks noChangeShapeType="1"/>
          </p:cNvSpPr>
          <p:nvPr/>
        </p:nvSpPr>
        <p:spPr bwMode="auto">
          <a:xfrm>
            <a:off x="762140" y="5285887"/>
            <a:ext cx="3048000" cy="0"/>
          </a:xfrm>
          <a:prstGeom prst="line">
            <a:avLst/>
          </a:prstGeom>
          <a:noFill/>
          <a:ln w="635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480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TextBox 32"/>
          <p:cNvSpPr txBox="1"/>
          <p:nvPr/>
        </p:nvSpPr>
        <p:spPr>
          <a:xfrm>
            <a:off x="605417" y="1951153"/>
            <a:ext cx="3204723" cy="1323439"/>
          </a:xfrm>
          <a:prstGeom prst="rect">
            <a:avLst/>
          </a:prstGeom>
          <a:noFill/>
        </p:spPr>
        <p:txBody>
          <a:bodyPr wrap="none" rtlCol="0">
            <a:spAutoFit/>
          </a:bodyPr>
          <a:lstStyle>
            <a:defPPr>
              <a:defRPr lang="zh-CN"/>
            </a:defPPr>
            <a:lvl1pPr>
              <a:defRPr sz="4000" b="1">
                <a:solidFill>
                  <a:schemeClr val="bg1"/>
                </a:solidFill>
                <a:latin typeface="微软雅黑" panose="020B0503020204020204" charset="-122"/>
                <a:ea typeface="微软雅黑" panose="020B0503020204020204" charset="-122"/>
              </a:defRPr>
            </a:lvl1pPr>
          </a:lstStyle>
          <a:p>
            <a:r>
              <a:rPr lang="zh-CN" altLang="en-US" sz="8000" dirty="0">
                <a:latin typeface="字魂105号-简雅黑" panose="00000500000000000000" pitchFamily="2" charset="-122"/>
                <a:ea typeface="字魂105号-简雅黑" panose="00000500000000000000" pitchFamily="2" charset="-122"/>
                <a:sym typeface="字魂105号-简雅黑" panose="00000500000000000000" pitchFamily="2" charset="-122"/>
              </a:rPr>
              <a:t>目录页</a:t>
            </a:r>
            <a:endParaRPr lang="zh-CN" altLang="en-US" sz="80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TextBox 33"/>
          <p:cNvSpPr txBox="1"/>
          <p:nvPr/>
        </p:nvSpPr>
        <p:spPr>
          <a:xfrm rot="21560070">
            <a:off x="678659" y="3898015"/>
            <a:ext cx="4213323"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l"/>
            <a:r>
              <a:rPr lang="en-US" altLang="zh-CN" sz="48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CONTENTS   PAGE </a:t>
            </a:r>
            <a:endParaRPr lang="en-US" altLang="zh-CN" sz="48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5" name="组合 14"/>
          <p:cNvGrpSpPr/>
          <p:nvPr/>
        </p:nvGrpSpPr>
        <p:grpSpPr>
          <a:xfrm>
            <a:off x="6192618" y="954379"/>
            <a:ext cx="622756" cy="618845"/>
            <a:chOff x="4965079" y="546100"/>
            <a:chExt cx="584697" cy="581025"/>
          </a:xfrm>
        </p:grpSpPr>
        <p:sp>
          <p:nvSpPr>
            <p:cNvPr id="16" name="Oval 6"/>
            <p:cNvSpPr>
              <a:spLocks noChangeArrowheads="1"/>
            </p:cNvSpPr>
            <p:nvPr/>
          </p:nvSpPr>
          <p:spPr bwMode="auto">
            <a:xfrm>
              <a:off x="4968752" y="546100"/>
              <a:ext cx="581024" cy="581025"/>
            </a:xfrm>
            <a:prstGeom prst="ellipse">
              <a:avLst/>
            </a:prstGeom>
            <a:solidFill>
              <a:srgbClr val="FB8989"/>
            </a:solidFill>
            <a:ln w="12700">
              <a:noFill/>
              <a:round/>
            </a:ln>
          </p:spPr>
          <p:txBody>
            <a:bodyPr/>
            <a:lstStyle/>
            <a:p>
              <a:endParaRPr lang="zh-CN" altLang="en-US">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Text Box 24"/>
            <p:cNvSpPr txBox="1">
              <a:spLocks noChangeArrowheads="1"/>
            </p:cNvSpPr>
            <p:nvPr/>
          </p:nvSpPr>
          <p:spPr bwMode="auto">
            <a:xfrm>
              <a:off x="4965079" y="586175"/>
              <a:ext cx="539105" cy="472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66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01</a:t>
              </a:r>
              <a:endParaRPr lang="zh-CN" altLang="zh-CN" sz="266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8" name="TextBox 30"/>
          <p:cNvSpPr txBox="1"/>
          <p:nvPr/>
        </p:nvSpPr>
        <p:spPr>
          <a:xfrm>
            <a:off x="7010376" y="1038099"/>
            <a:ext cx="2458753" cy="584775"/>
          </a:xfrm>
          <a:prstGeom prst="rect">
            <a:avLst/>
          </a:prstGeom>
          <a:noFill/>
          <a:effectLst/>
        </p:spPr>
        <p:txBody>
          <a:bodyPr wrap="square" rtlCol="0">
            <a:spAutoFit/>
          </a:bodyPr>
          <a:lstStyle/>
          <a:p>
            <a:pPr>
              <a:defRPr/>
            </a:pPr>
            <a:r>
              <a:rPr lang="zh-CN" altLang="en-US" sz="3200" b="1" dirty="0" smtClean="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分享书目</a:t>
            </a:r>
            <a:endParaRPr lang="zh-CN" altLang="en-US" sz="3200" b="1"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9" name="组合 18"/>
          <p:cNvGrpSpPr/>
          <p:nvPr/>
        </p:nvGrpSpPr>
        <p:grpSpPr>
          <a:xfrm>
            <a:off x="6192618" y="1867432"/>
            <a:ext cx="622756" cy="618845"/>
            <a:chOff x="4965079" y="546100"/>
            <a:chExt cx="584697" cy="581025"/>
          </a:xfrm>
        </p:grpSpPr>
        <p:sp>
          <p:nvSpPr>
            <p:cNvPr id="20" name="Oval 6"/>
            <p:cNvSpPr>
              <a:spLocks noChangeArrowheads="1"/>
            </p:cNvSpPr>
            <p:nvPr/>
          </p:nvSpPr>
          <p:spPr bwMode="auto">
            <a:xfrm>
              <a:off x="4968752" y="546100"/>
              <a:ext cx="581024" cy="581025"/>
            </a:xfrm>
            <a:prstGeom prst="ellipse">
              <a:avLst/>
            </a:prstGeom>
            <a:solidFill>
              <a:srgbClr val="FB8989"/>
            </a:solidFill>
            <a:ln w="12700">
              <a:noFill/>
              <a:round/>
            </a:ln>
          </p:spPr>
          <p:txBody>
            <a:bodyPr/>
            <a:lstStyle/>
            <a:p>
              <a:endParaRPr lang="zh-CN" altLang="en-US">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Text Box 24"/>
            <p:cNvSpPr txBox="1">
              <a:spLocks noChangeArrowheads="1"/>
            </p:cNvSpPr>
            <p:nvPr/>
          </p:nvSpPr>
          <p:spPr bwMode="auto">
            <a:xfrm>
              <a:off x="4965079" y="586175"/>
              <a:ext cx="539105" cy="472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6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02</a:t>
              </a:r>
              <a:endParaRPr lang="zh-CN" altLang="zh-CN" sz="266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22" name="TextBox 45"/>
          <p:cNvSpPr txBox="1"/>
          <p:nvPr/>
        </p:nvSpPr>
        <p:spPr>
          <a:xfrm>
            <a:off x="7010376" y="1951153"/>
            <a:ext cx="2458753" cy="584775"/>
          </a:xfrm>
          <a:prstGeom prst="rect">
            <a:avLst/>
          </a:prstGeom>
          <a:noFill/>
          <a:effectLst/>
        </p:spPr>
        <p:txBody>
          <a:bodyPr wrap="square" rtlCol="0">
            <a:spAutoFit/>
          </a:bodyPr>
          <a:lstStyle/>
          <a:p>
            <a:pPr>
              <a:defRPr/>
            </a:pPr>
            <a:r>
              <a:rPr lang="zh-CN" altLang="en-US" sz="3200" b="1" dirty="0" smtClean="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作者简介</a:t>
            </a:r>
            <a:endParaRPr lang="zh-CN" altLang="en-US" sz="3200" b="1"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3" name="组合 22"/>
          <p:cNvGrpSpPr/>
          <p:nvPr/>
        </p:nvGrpSpPr>
        <p:grpSpPr>
          <a:xfrm>
            <a:off x="6192618" y="2828638"/>
            <a:ext cx="622756" cy="618845"/>
            <a:chOff x="4965079" y="546100"/>
            <a:chExt cx="584697" cy="581025"/>
          </a:xfrm>
        </p:grpSpPr>
        <p:sp>
          <p:nvSpPr>
            <p:cNvPr id="24" name="Oval 6"/>
            <p:cNvSpPr>
              <a:spLocks noChangeArrowheads="1"/>
            </p:cNvSpPr>
            <p:nvPr/>
          </p:nvSpPr>
          <p:spPr bwMode="auto">
            <a:xfrm>
              <a:off x="4968752" y="546100"/>
              <a:ext cx="581024" cy="581025"/>
            </a:xfrm>
            <a:prstGeom prst="ellipse">
              <a:avLst/>
            </a:prstGeom>
            <a:solidFill>
              <a:srgbClr val="FB8989"/>
            </a:solidFill>
            <a:ln w="12700">
              <a:noFill/>
              <a:round/>
            </a:ln>
          </p:spPr>
          <p:txBody>
            <a:bodyPr/>
            <a:lstStyle/>
            <a:p>
              <a:endParaRPr lang="zh-CN" altLang="en-US">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Text Box 24"/>
            <p:cNvSpPr txBox="1">
              <a:spLocks noChangeArrowheads="1"/>
            </p:cNvSpPr>
            <p:nvPr/>
          </p:nvSpPr>
          <p:spPr bwMode="auto">
            <a:xfrm>
              <a:off x="4965079" y="586175"/>
              <a:ext cx="531580" cy="472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66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a:t>
              </a:r>
              <a:r>
                <a:rPr lang="en-US" altLang="zh-CN" sz="266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3</a:t>
              </a:r>
              <a:endParaRPr lang="zh-CN" altLang="zh-CN" sz="266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26" name="TextBox 49"/>
          <p:cNvSpPr txBox="1"/>
          <p:nvPr/>
        </p:nvSpPr>
        <p:spPr>
          <a:xfrm>
            <a:off x="7010376" y="2912358"/>
            <a:ext cx="2458753" cy="584775"/>
          </a:xfrm>
          <a:prstGeom prst="rect">
            <a:avLst/>
          </a:prstGeom>
          <a:noFill/>
          <a:effectLst/>
        </p:spPr>
        <p:txBody>
          <a:bodyPr wrap="square" rtlCol="0">
            <a:spAutoFit/>
          </a:bodyPr>
          <a:lstStyle/>
          <a:p>
            <a:pPr>
              <a:defRPr/>
            </a:pPr>
            <a:r>
              <a:rPr lang="zh-CN" altLang="en-US" sz="3200" b="1" dirty="0" smtClean="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内容解析</a:t>
            </a:r>
            <a:endParaRPr lang="zh-CN" altLang="en-US" sz="3200" b="1"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7" name="组合 26"/>
          <p:cNvGrpSpPr/>
          <p:nvPr/>
        </p:nvGrpSpPr>
        <p:grpSpPr>
          <a:xfrm>
            <a:off x="6192618" y="3789843"/>
            <a:ext cx="622756" cy="618845"/>
            <a:chOff x="4965079" y="546100"/>
            <a:chExt cx="584697" cy="581025"/>
          </a:xfrm>
        </p:grpSpPr>
        <p:sp>
          <p:nvSpPr>
            <p:cNvPr id="28" name="Oval 6"/>
            <p:cNvSpPr>
              <a:spLocks noChangeArrowheads="1"/>
            </p:cNvSpPr>
            <p:nvPr/>
          </p:nvSpPr>
          <p:spPr bwMode="auto">
            <a:xfrm>
              <a:off x="4968752" y="546100"/>
              <a:ext cx="581024" cy="581025"/>
            </a:xfrm>
            <a:prstGeom prst="ellipse">
              <a:avLst/>
            </a:prstGeom>
            <a:solidFill>
              <a:srgbClr val="FB8989"/>
            </a:solidFill>
            <a:ln w="12700">
              <a:noFill/>
              <a:round/>
            </a:ln>
          </p:spPr>
          <p:txBody>
            <a:bodyPr/>
            <a:lstStyle/>
            <a:p>
              <a:endParaRPr lang="zh-CN" altLang="en-US">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 name="Text Box 24"/>
            <p:cNvSpPr txBox="1">
              <a:spLocks noChangeArrowheads="1"/>
            </p:cNvSpPr>
            <p:nvPr/>
          </p:nvSpPr>
          <p:spPr bwMode="auto">
            <a:xfrm>
              <a:off x="4965079" y="586175"/>
              <a:ext cx="551145" cy="472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6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04</a:t>
              </a:r>
              <a:endParaRPr lang="zh-CN" altLang="zh-CN" sz="266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30" name="TextBox 53"/>
          <p:cNvSpPr txBox="1"/>
          <p:nvPr/>
        </p:nvSpPr>
        <p:spPr>
          <a:xfrm>
            <a:off x="7010376" y="3873563"/>
            <a:ext cx="2458753" cy="584775"/>
          </a:xfrm>
          <a:prstGeom prst="rect">
            <a:avLst/>
          </a:prstGeom>
          <a:noFill/>
          <a:effectLst/>
        </p:spPr>
        <p:txBody>
          <a:bodyPr wrap="square" rtlCol="0">
            <a:spAutoFit/>
          </a:bodyPr>
          <a:lstStyle/>
          <a:p>
            <a:pPr>
              <a:defRPr/>
            </a:pPr>
            <a:r>
              <a:rPr lang="zh-CN" altLang="en-US" sz="3200" b="1" dirty="0" smtClean="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精彩语句</a:t>
            </a:r>
            <a:endParaRPr lang="zh-CN" altLang="en-US" sz="3200" b="1"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31" name="组合 30"/>
          <p:cNvGrpSpPr/>
          <p:nvPr/>
        </p:nvGrpSpPr>
        <p:grpSpPr>
          <a:xfrm>
            <a:off x="6192618" y="4751048"/>
            <a:ext cx="622756" cy="618845"/>
            <a:chOff x="4965079" y="546100"/>
            <a:chExt cx="584697" cy="581025"/>
          </a:xfrm>
        </p:grpSpPr>
        <p:sp>
          <p:nvSpPr>
            <p:cNvPr id="32" name="Oval 6"/>
            <p:cNvSpPr>
              <a:spLocks noChangeArrowheads="1"/>
            </p:cNvSpPr>
            <p:nvPr/>
          </p:nvSpPr>
          <p:spPr bwMode="auto">
            <a:xfrm>
              <a:off x="4968752" y="546100"/>
              <a:ext cx="581024" cy="581025"/>
            </a:xfrm>
            <a:prstGeom prst="ellipse">
              <a:avLst/>
            </a:prstGeom>
            <a:solidFill>
              <a:srgbClr val="FB8989"/>
            </a:solidFill>
            <a:ln w="12700">
              <a:noFill/>
              <a:round/>
            </a:ln>
          </p:spPr>
          <p:txBody>
            <a:bodyPr/>
            <a:lstStyle/>
            <a:p>
              <a:endParaRPr lang="zh-CN" altLang="en-US">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Text Box 24"/>
            <p:cNvSpPr txBox="1">
              <a:spLocks noChangeArrowheads="1"/>
            </p:cNvSpPr>
            <p:nvPr/>
          </p:nvSpPr>
          <p:spPr bwMode="auto">
            <a:xfrm>
              <a:off x="4965079" y="586175"/>
              <a:ext cx="540610" cy="472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6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05</a:t>
              </a:r>
              <a:endParaRPr lang="zh-CN" altLang="zh-CN" sz="266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34" name="TextBox 57"/>
          <p:cNvSpPr txBox="1"/>
          <p:nvPr/>
        </p:nvSpPr>
        <p:spPr>
          <a:xfrm>
            <a:off x="7010376" y="4834769"/>
            <a:ext cx="2458753" cy="584775"/>
          </a:xfrm>
          <a:prstGeom prst="rect">
            <a:avLst/>
          </a:prstGeom>
          <a:noFill/>
          <a:effectLst/>
        </p:spPr>
        <p:txBody>
          <a:bodyPr wrap="square" rtlCol="0">
            <a:spAutoFit/>
          </a:bodyPr>
          <a:lstStyle/>
          <a:p>
            <a:pPr>
              <a:defRPr/>
            </a:pPr>
            <a:r>
              <a:rPr lang="zh-CN" altLang="en-US" sz="3200" b="1" dirty="0" smtClean="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书籍附注</a:t>
            </a:r>
            <a:endParaRPr lang="zh-CN" altLang="en-US" sz="3200" b="1"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childTnLst>
                          </p:cTn>
                        </p:par>
                        <p:par>
                          <p:cTn id="8" fill="hold">
                            <p:stCondLst>
                              <p:cond delay="700"/>
                            </p:stCondLst>
                            <p:childTnLst>
                              <p:par>
                                <p:cTn id="9" presetID="2" presetClass="entr" presetSubtype="2"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1+#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1200"/>
                            </p:stCondLst>
                            <p:childTnLst>
                              <p:par>
                                <p:cTn id="18" presetID="2" presetClass="entr" presetSubtype="1" fill="hold" grpId="0" nodeType="afterEffect">
                                  <p:stCondLst>
                                    <p:cond delay="0"/>
                                  </p:stCondLst>
                                  <p:iterate type="lt">
                                    <p:tmPct val="10000"/>
                                  </p:iterate>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500" fill="hold"/>
                                        <p:tgtEl>
                                          <p:spTgt spid="13"/>
                                        </p:tgtEl>
                                        <p:attrNameLst>
                                          <p:attrName>ppt_x</p:attrName>
                                        </p:attrNameLst>
                                      </p:cBhvr>
                                      <p:tavLst>
                                        <p:tav tm="0">
                                          <p:val>
                                            <p:strVal val="#ppt_x"/>
                                          </p:val>
                                        </p:tav>
                                        <p:tav tm="100000">
                                          <p:val>
                                            <p:strVal val="#ppt_x"/>
                                          </p:val>
                                        </p:tav>
                                      </p:tavLst>
                                    </p:anim>
                                    <p:anim calcmode="lin" valueType="num">
                                      <p:cBhvr additive="base">
                                        <p:cTn id="21" dur="500" fill="hold"/>
                                        <p:tgtEl>
                                          <p:spTgt spid="13"/>
                                        </p:tgtEl>
                                        <p:attrNameLst>
                                          <p:attrName>ppt_y</p:attrName>
                                        </p:attrNameLst>
                                      </p:cBhvr>
                                      <p:tavLst>
                                        <p:tav tm="0">
                                          <p:val>
                                            <p:strVal val="0-#ppt_h/2"/>
                                          </p:val>
                                        </p:tav>
                                        <p:tav tm="100000">
                                          <p:val>
                                            <p:strVal val="#ppt_y"/>
                                          </p:val>
                                        </p:tav>
                                      </p:tavLst>
                                    </p:anim>
                                  </p:childTnLst>
                                </p:cTn>
                              </p:par>
                            </p:childTnLst>
                          </p:cTn>
                        </p:par>
                        <p:par>
                          <p:cTn id="22" fill="hold">
                            <p:stCondLst>
                              <p:cond delay="1100"/>
                            </p:stCondLst>
                            <p:childTnLst>
                              <p:par>
                                <p:cTn id="23" presetID="2" presetClass="entr" presetSubtype="9" fill="hold" grpId="0" nodeType="afterEffect">
                                  <p:stCondLst>
                                    <p:cond delay="0"/>
                                  </p:stCondLst>
                                  <p:iterate type="lt">
                                    <p:tmPct val="10000"/>
                                  </p:iterate>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0-#ppt_w/2"/>
                                          </p:val>
                                        </p:tav>
                                        <p:tav tm="100000">
                                          <p:val>
                                            <p:strVal val="#ppt_x"/>
                                          </p:val>
                                        </p:tav>
                                      </p:tavLst>
                                    </p:anim>
                                    <p:anim calcmode="lin" valueType="num">
                                      <p:cBhvr additive="base">
                                        <p:cTn id="26" dur="500" fill="hold"/>
                                        <p:tgtEl>
                                          <p:spTgt spid="14"/>
                                        </p:tgtEl>
                                        <p:attrNameLst>
                                          <p:attrName>ppt_y</p:attrName>
                                        </p:attrNameLst>
                                      </p:cBhvr>
                                      <p:tavLst>
                                        <p:tav tm="0">
                                          <p:val>
                                            <p:strVal val="0-#ppt_h/2"/>
                                          </p:val>
                                        </p:tav>
                                        <p:tav tm="100000">
                                          <p:val>
                                            <p:strVal val="#ppt_y"/>
                                          </p:val>
                                        </p:tav>
                                      </p:tavLst>
                                    </p:anim>
                                  </p:childTnLst>
                                </p:cTn>
                              </p:par>
                            </p:childTnLst>
                          </p:cTn>
                        </p:par>
                        <p:par>
                          <p:cTn id="27" fill="hold">
                            <p:stCondLst>
                              <p:cond delay="2349"/>
                            </p:stCondLst>
                            <p:childTnLst>
                              <p:par>
                                <p:cTn id="28" presetID="2" presetClass="entr" presetSubtype="4" fill="hold" nodeType="after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additive="base">
                                        <p:cTn id="30" dur="500" fill="hold"/>
                                        <p:tgtEl>
                                          <p:spTgt spid="15"/>
                                        </p:tgtEl>
                                        <p:attrNameLst>
                                          <p:attrName>ppt_x</p:attrName>
                                        </p:attrNameLst>
                                      </p:cBhvr>
                                      <p:tavLst>
                                        <p:tav tm="0">
                                          <p:val>
                                            <p:strVal val="#ppt_x"/>
                                          </p:val>
                                        </p:tav>
                                        <p:tav tm="100000">
                                          <p:val>
                                            <p:strVal val="#ppt_x"/>
                                          </p:val>
                                        </p:tav>
                                      </p:tavLst>
                                    </p:anim>
                                    <p:anim calcmode="lin" valueType="num">
                                      <p:cBhvr additive="base">
                                        <p:cTn id="31" dur="500" fill="hold"/>
                                        <p:tgtEl>
                                          <p:spTgt spid="15"/>
                                        </p:tgtEl>
                                        <p:attrNameLst>
                                          <p:attrName>ppt_y</p:attrName>
                                        </p:attrNameLst>
                                      </p:cBhvr>
                                      <p:tavLst>
                                        <p:tav tm="0">
                                          <p:val>
                                            <p:strVal val="1+#ppt_h/2"/>
                                          </p:val>
                                        </p:tav>
                                        <p:tav tm="100000">
                                          <p:val>
                                            <p:strVal val="#ppt_y"/>
                                          </p:val>
                                        </p:tav>
                                      </p:tavLst>
                                    </p:anim>
                                  </p:childTnLst>
                                </p:cTn>
                              </p:par>
                            </p:childTnLst>
                          </p:cTn>
                        </p:par>
                        <p:par>
                          <p:cTn id="32" fill="hold">
                            <p:stCondLst>
                              <p:cond delay="2849"/>
                            </p:stCondLst>
                            <p:childTnLst>
                              <p:par>
                                <p:cTn id="33" presetID="2" presetClass="entr" presetSubtype="2"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additive="base">
                                        <p:cTn id="35" dur="500" fill="hold"/>
                                        <p:tgtEl>
                                          <p:spTgt spid="18"/>
                                        </p:tgtEl>
                                        <p:attrNameLst>
                                          <p:attrName>ppt_x</p:attrName>
                                        </p:attrNameLst>
                                      </p:cBhvr>
                                      <p:tavLst>
                                        <p:tav tm="0">
                                          <p:val>
                                            <p:strVal val="1+#ppt_w/2"/>
                                          </p:val>
                                        </p:tav>
                                        <p:tav tm="100000">
                                          <p:val>
                                            <p:strVal val="#ppt_x"/>
                                          </p:val>
                                        </p:tav>
                                      </p:tavLst>
                                    </p:anim>
                                    <p:anim calcmode="lin" valueType="num">
                                      <p:cBhvr additive="base">
                                        <p:cTn id="36" dur="500" fill="hold"/>
                                        <p:tgtEl>
                                          <p:spTgt spid="18"/>
                                        </p:tgtEl>
                                        <p:attrNameLst>
                                          <p:attrName>ppt_y</p:attrName>
                                        </p:attrNameLst>
                                      </p:cBhvr>
                                      <p:tavLst>
                                        <p:tav tm="0">
                                          <p:val>
                                            <p:strVal val="#ppt_y"/>
                                          </p:val>
                                        </p:tav>
                                        <p:tav tm="100000">
                                          <p:val>
                                            <p:strVal val="#ppt_y"/>
                                          </p:val>
                                        </p:tav>
                                      </p:tavLst>
                                    </p:anim>
                                  </p:childTnLst>
                                </p:cTn>
                              </p:par>
                            </p:childTnLst>
                          </p:cTn>
                        </p:par>
                        <p:par>
                          <p:cTn id="37" fill="hold">
                            <p:stCondLst>
                              <p:cond delay="3349"/>
                            </p:stCondLst>
                            <p:childTnLst>
                              <p:par>
                                <p:cTn id="38" presetID="2" presetClass="entr" presetSubtype="4" fill="hold" nodeType="after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additive="base">
                                        <p:cTn id="40" dur="500" fill="hold"/>
                                        <p:tgtEl>
                                          <p:spTgt spid="19"/>
                                        </p:tgtEl>
                                        <p:attrNameLst>
                                          <p:attrName>ppt_x</p:attrName>
                                        </p:attrNameLst>
                                      </p:cBhvr>
                                      <p:tavLst>
                                        <p:tav tm="0">
                                          <p:val>
                                            <p:strVal val="#ppt_x"/>
                                          </p:val>
                                        </p:tav>
                                        <p:tav tm="100000">
                                          <p:val>
                                            <p:strVal val="#ppt_x"/>
                                          </p:val>
                                        </p:tav>
                                      </p:tavLst>
                                    </p:anim>
                                    <p:anim calcmode="lin" valueType="num">
                                      <p:cBhvr additive="base">
                                        <p:cTn id="41" dur="500" fill="hold"/>
                                        <p:tgtEl>
                                          <p:spTgt spid="19"/>
                                        </p:tgtEl>
                                        <p:attrNameLst>
                                          <p:attrName>ppt_y</p:attrName>
                                        </p:attrNameLst>
                                      </p:cBhvr>
                                      <p:tavLst>
                                        <p:tav tm="0">
                                          <p:val>
                                            <p:strVal val="1+#ppt_h/2"/>
                                          </p:val>
                                        </p:tav>
                                        <p:tav tm="100000">
                                          <p:val>
                                            <p:strVal val="#ppt_y"/>
                                          </p:val>
                                        </p:tav>
                                      </p:tavLst>
                                    </p:anim>
                                  </p:childTnLst>
                                </p:cTn>
                              </p:par>
                            </p:childTnLst>
                          </p:cTn>
                        </p:par>
                        <p:par>
                          <p:cTn id="42" fill="hold">
                            <p:stCondLst>
                              <p:cond delay="3849"/>
                            </p:stCondLst>
                            <p:childTnLst>
                              <p:par>
                                <p:cTn id="43" presetID="2" presetClass="entr" presetSubtype="2" fill="hold" grpId="0" nodeType="afterEffect">
                                  <p:stCondLst>
                                    <p:cond delay="0"/>
                                  </p:stCondLst>
                                  <p:childTnLst>
                                    <p:set>
                                      <p:cBhvr>
                                        <p:cTn id="44" dur="1" fill="hold">
                                          <p:stCondLst>
                                            <p:cond delay="0"/>
                                          </p:stCondLst>
                                        </p:cTn>
                                        <p:tgtEl>
                                          <p:spTgt spid="22"/>
                                        </p:tgtEl>
                                        <p:attrNameLst>
                                          <p:attrName>style.visibility</p:attrName>
                                        </p:attrNameLst>
                                      </p:cBhvr>
                                      <p:to>
                                        <p:strVal val="visible"/>
                                      </p:to>
                                    </p:set>
                                    <p:anim calcmode="lin" valueType="num">
                                      <p:cBhvr additive="base">
                                        <p:cTn id="45" dur="500" fill="hold"/>
                                        <p:tgtEl>
                                          <p:spTgt spid="22"/>
                                        </p:tgtEl>
                                        <p:attrNameLst>
                                          <p:attrName>ppt_x</p:attrName>
                                        </p:attrNameLst>
                                      </p:cBhvr>
                                      <p:tavLst>
                                        <p:tav tm="0">
                                          <p:val>
                                            <p:strVal val="1+#ppt_w/2"/>
                                          </p:val>
                                        </p:tav>
                                        <p:tav tm="100000">
                                          <p:val>
                                            <p:strVal val="#ppt_x"/>
                                          </p:val>
                                        </p:tav>
                                      </p:tavLst>
                                    </p:anim>
                                    <p:anim calcmode="lin" valueType="num">
                                      <p:cBhvr additive="base">
                                        <p:cTn id="46" dur="500" fill="hold"/>
                                        <p:tgtEl>
                                          <p:spTgt spid="22"/>
                                        </p:tgtEl>
                                        <p:attrNameLst>
                                          <p:attrName>ppt_y</p:attrName>
                                        </p:attrNameLst>
                                      </p:cBhvr>
                                      <p:tavLst>
                                        <p:tav tm="0">
                                          <p:val>
                                            <p:strVal val="#ppt_y"/>
                                          </p:val>
                                        </p:tav>
                                        <p:tav tm="100000">
                                          <p:val>
                                            <p:strVal val="#ppt_y"/>
                                          </p:val>
                                        </p:tav>
                                      </p:tavLst>
                                    </p:anim>
                                  </p:childTnLst>
                                </p:cTn>
                              </p:par>
                            </p:childTnLst>
                          </p:cTn>
                        </p:par>
                        <p:par>
                          <p:cTn id="47" fill="hold">
                            <p:stCondLst>
                              <p:cond delay="4349"/>
                            </p:stCondLst>
                            <p:childTnLst>
                              <p:par>
                                <p:cTn id="48" presetID="2" presetClass="entr" presetSubtype="4" fill="hold" nodeType="afterEffect">
                                  <p:stCondLst>
                                    <p:cond delay="0"/>
                                  </p:stCondLst>
                                  <p:childTnLst>
                                    <p:set>
                                      <p:cBhvr>
                                        <p:cTn id="49" dur="1" fill="hold">
                                          <p:stCondLst>
                                            <p:cond delay="0"/>
                                          </p:stCondLst>
                                        </p:cTn>
                                        <p:tgtEl>
                                          <p:spTgt spid="23"/>
                                        </p:tgtEl>
                                        <p:attrNameLst>
                                          <p:attrName>style.visibility</p:attrName>
                                        </p:attrNameLst>
                                      </p:cBhvr>
                                      <p:to>
                                        <p:strVal val="visible"/>
                                      </p:to>
                                    </p:set>
                                    <p:anim calcmode="lin" valueType="num">
                                      <p:cBhvr additive="base">
                                        <p:cTn id="50" dur="500" fill="hold"/>
                                        <p:tgtEl>
                                          <p:spTgt spid="23"/>
                                        </p:tgtEl>
                                        <p:attrNameLst>
                                          <p:attrName>ppt_x</p:attrName>
                                        </p:attrNameLst>
                                      </p:cBhvr>
                                      <p:tavLst>
                                        <p:tav tm="0">
                                          <p:val>
                                            <p:strVal val="#ppt_x"/>
                                          </p:val>
                                        </p:tav>
                                        <p:tav tm="100000">
                                          <p:val>
                                            <p:strVal val="#ppt_x"/>
                                          </p:val>
                                        </p:tav>
                                      </p:tavLst>
                                    </p:anim>
                                    <p:anim calcmode="lin" valueType="num">
                                      <p:cBhvr additive="base">
                                        <p:cTn id="51" dur="500" fill="hold"/>
                                        <p:tgtEl>
                                          <p:spTgt spid="23"/>
                                        </p:tgtEl>
                                        <p:attrNameLst>
                                          <p:attrName>ppt_y</p:attrName>
                                        </p:attrNameLst>
                                      </p:cBhvr>
                                      <p:tavLst>
                                        <p:tav tm="0">
                                          <p:val>
                                            <p:strVal val="1+#ppt_h/2"/>
                                          </p:val>
                                        </p:tav>
                                        <p:tav tm="100000">
                                          <p:val>
                                            <p:strVal val="#ppt_y"/>
                                          </p:val>
                                        </p:tav>
                                      </p:tavLst>
                                    </p:anim>
                                  </p:childTnLst>
                                </p:cTn>
                              </p:par>
                            </p:childTnLst>
                          </p:cTn>
                        </p:par>
                        <p:par>
                          <p:cTn id="52" fill="hold">
                            <p:stCondLst>
                              <p:cond delay="4849"/>
                            </p:stCondLst>
                            <p:childTnLst>
                              <p:par>
                                <p:cTn id="53" presetID="2" presetClass="entr" presetSubtype="2" fill="hold" grpId="0" nodeType="after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additive="base">
                                        <p:cTn id="55" dur="500" fill="hold"/>
                                        <p:tgtEl>
                                          <p:spTgt spid="26"/>
                                        </p:tgtEl>
                                        <p:attrNameLst>
                                          <p:attrName>ppt_x</p:attrName>
                                        </p:attrNameLst>
                                      </p:cBhvr>
                                      <p:tavLst>
                                        <p:tav tm="0">
                                          <p:val>
                                            <p:strVal val="1+#ppt_w/2"/>
                                          </p:val>
                                        </p:tav>
                                        <p:tav tm="100000">
                                          <p:val>
                                            <p:strVal val="#ppt_x"/>
                                          </p:val>
                                        </p:tav>
                                      </p:tavLst>
                                    </p:anim>
                                    <p:anim calcmode="lin" valueType="num">
                                      <p:cBhvr additive="base">
                                        <p:cTn id="56" dur="500" fill="hold"/>
                                        <p:tgtEl>
                                          <p:spTgt spid="26"/>
                                        </p:tgtEl>
                                        <p:attrNameLst>
                                          <p:attrName>ppt_y</p:attrName>
                                        </p:attrNameLst>
                                      </p:cBhvr>
                                      <p:tavLst>
                                        <p:tav tm="0">
                                          <p:val>
                                            <p:strVal val="#ppt_y"/>
                                          </p:val>
                                        </p:tav>
                                        <p:tav tm="100000">
                                          <p:val>
                                            <p:strVal val="#ppt_y"/>
                                          </p:val>
                                        </p:tav>
                                      </p:tavLst>
                                    </p:anim>
                                  </p:childTnLst>
                                </p:cTn>
                              </p:par>
                            </p:childTnLst>
                          </p:cTn>
                        </p:par>
                        <p:par>
                          <p:cTn id="57" fill="hold">
                            <p:stCondLst>
                              <p:cond delay="5349"/>
                            </p:stCondLst>
                            <p:childTnLst>
                              <p:par>
                                <p:cTn id="58" presetID="2" presetClass="entr" presetSubtype="4" fill="hold" nodeType="afterEffect">
                                  <p:stCondLst>
                                    <p:cond delay="0"/>
                                  </p:stCondLst>
                                  <p:childTnLst>
                                    <p:set>
                                      <p:cBhvr>
                                        <p:cTn id="59" dur="1" fill="hold">
                                          <p:stCondLst>
                                            <p:cond delay="0"/>
                                          </p:stCondLst>
                                        </p:cTn>
                                        <p:tgtEl>
                                          <p:spTgt spid="27"/>
                                        </p:tgtEl>
                                        <p:attrNameLst>
                                          <p:attrName>style.visibility</p:attrName>
                                        </p:attrNameLst>
                                      </p:cBhvr>
                                      <p:to>
                                        <p:strVal val="visible"/>
                                      </p:to>
                                    </p:set>
                                    <p:anim calcmode="lin" valueType="num">
                                      <p:cBhvr additive="base">
                                        <p:cTn id="60" dur="500" fill="hold"/>
                                        <p:tgtEl>
                                          <p:spTgt spid="27"/>
                                        </p:tgtEl>
                                        <p:attrNameLst>
                                          <p:attrName>ppt_x</p:attrName>
                                        </p:attrNameLst>
                                      </p:cBhvr>
                                      <p:tavLst>
                                        <p:tav tm="0">
                                          <p:val>
                                            <p:strVal val="#ppt_x"/>
                                          </p:val>
                                        </p:tav>
                                        <p:tav tm="100000">
                                          <p:val>
                                            <p:strVal val="#ppt_x"/>
                                          </p:val>
                                        </p:tav>
                                      </p:tavLst>
                                    </p:anim>
                                    <p:anim calcmode="lin" valueType="num">
                                      <p:cBhvr additive="base">
                                        <p:cTn id="61" dur="500" fill="hold"/>
                                        <p:tgtEl>
                                          <p:spTgt spid="27"/>
                                        </p:tgtEl>
                                        <p:attrNameLst>
                                          <p:attrName>ppt_y</p:attrName>
                                        </p:attrNameLst>
                                      </p:cBhvr>
                                      <p:tavLst>
                                        <p:tav tm="0">
                                          <p:val>
                                            <p:strVal val="1+#ppt_h/2"/>
                                          </p:val>
                                        </p:tav>
                                        <p:tav tm="100000">
                                          <p:val>
                                            <p:strVal val="#ppt_y"/>
                                          </p:val>
                                        </p:tav>
                                      </p:tavLst>
                                    </p:anim>
                                  </p:childTnLst>
                                </p:cTn>
                              </p:par>
                            </p:childTnLst>
                          </p:cTn>
                        </p:par>
                        <p:par>
                          <p:cTn id="62" fill="hold">
                            <p:stCondLst>
                              <p:cond delay="5849"/>
                            </p:stCondLst>
                            <p:childTnLst>
                              <p:par>
                                <p:cTn id="63" presetID="2" presetClass="entr" presetSubtype="2" fill="hold" grpId="0" nodeType="afterEffect">
                                  <p:stCondLst>
                                    <p:cond delay="0"/>
                                  </p:stCondLst>
                                  <p:childTnLst>
                                    <p:set>
                                      <p:cBhvr>
                                        <p:cTn id="64" dur="1" fill="hold">
                                          <p:stCondLst>
                                            <p:cond delay="0"/>
                                          </p:stCondLst>
                                        </p:cTn>
                                        <p:tgtEl>
                                          <p:spTgt spid="30"/>
                                        </p:tgtEl>
                                        <p:attrNameLst>
                                          <p:attrName>style.visibility</p:attrName>
                                        </p:attrNameLst>
                                      </p:cBhvr>
                                      <p:to>
                                        <p:strVal val="visible"/>
                                      </p:to>
                                    </p:set>
                                    <p:anim calcmode="lin" valueType="num">
                                      <p:cBhvr additive="base">
                                        <p:cTn id="65" dur="500" fill="hold"/>
                                        <p:tgtEl>
                                          <p:spTgt spid="30"/>
                                        </p:tgtEl>
                                        <p:attrNameLst>
                                          <p:attrName>ppt_x</p:attrName>
                                        </p:attrNameLst>
                                      </p:cBhvr>
                                      <p:tavLst>
                                        <p:tav tm="0">
                                          <p:val>
                                            <p:strVal val="1+#ppt_w/2"/>
                                          </p:val>
                                        </p:tav>
                                        <p:tav tm="100000">
                                          <p:val>
                                            <p:strVal val="#ppt_x"/>
                                          </p:val>
                                        </p:tav>
                                      </p:tavLst>
                                    </p:anim>
                                    <p:anim calcmode="lin" valueType="num">
                                      <p:cBhvr additive="base">
                                        <p:cTn id="66" dur="500" fill="hold"/>
                                        <p:tgtEl>
                                          <p:spTgt spid="30"/>
                                        </p:tgtEl>
                                        <p:attrNameLst>
                                          <p:attrName>ppt_y</p:attrName>
                                        </p:attrNameLst>
                                      </p:cBhvr>
                                      <p:tavLst>
                                        <p:tav tm="0">
                                          <p:val>
                                            <p:strVal val="#ppt_y"/>
                                          </p:val>
                                        </p:tav>
                                        <p:tav tm="100000">
                                          <p:val>
                                            <p:strVal val="#ppt_y"/>
                                          </p:val>
                                        </p:tav>
                                      </p:tavLst>
                                    </p:anim>
                                  </p:childTnLst>
                                </p:cTn>
                              </p:par>
                            </p:childTnLst>
                          </p:cTn>
                        </p:par>
                        <p:par>
                          <p:cTn id="67" fill="hold">
                            <p:stCondLst>
                              <p:cond delay="6349"/>
                            </p:stCondLst>
                            <p:childTnLst>
                              <p:par>
                                <p:cTn id="68" presetID="2" presetClass="entr" presetSubtype="4" fill="hold" nodeType="afterEffect">
                                  <p:stCondLst>
                                    <p:cond delay="0"/>
                                  </p:stCondLst>
                                  <p:childTnLst>
                                    <p:set>
                                      <p:cBhvr>
                                        <p:cTn id="69" dur="1" fill="hold">
                                          <p:stCondLst>
                                            <p:cond delay="0"/>
                                          </p:stCondLst>
                                        </p:cTn>
                                        <p:tgtEl>
                                          <p:spTgt spid="31"/>
                                        </p:tgtEl>
                                        <p:attrNameLst>
                                          <p:attrName>style.visibility</p:attrName>
                                        </p:attrNameLst>
                                      </p:cBhvr>
                                      <p:to>
                                        <p:strVal val="visible"/>
                                      </p:to>
                                    </p:set>
                                    <p:anim calcmode="lin" valueType="num">
                                      <p:cBhvr additive="base">
                                        <p:cTn id="70" dur="500" fill="hold"/>
                                        <p:tgtEl>
                                          <p:spTgt spid="31"/>
                                        </p:tgtEl>
                                        <p:attrNameLst>
                                          <p:attrName>ppt_x</p:attrName>
                                        </p:attrNameLst>
                                      </p:cBhvr>
                                      <p:tavLst>
                                        <p:tav tm="0">
                                          <p:val>
                                            <p:strVal val="#ppt_x"/>
                                          </p:val>
                                        </p:tav>
                                        <p:tav tm="100000">
                                          <p:val>
                                            <p:strVal val="#ppt_x"/>
                                          </p:val>
                                        </p:tav>
                                      </p:tavLst>
                                    </p:anim>
                                    <p:anim calcmode="lin" valueType="num">
                                      <p:cBhvr additive="base">
                                        <p:cTn id="71" dur="500" fill="hold"/>
                                        <p:tgtEl>
                                          <p:spTgt spid="31"/>
                                        </p:tgtEl>
                                        <p:attrNameLst>
                                          <p:attrName>ppt_y</p:attrName>
                                        </p:attrNameLst>
                                      </p:cBhvr>
                                      <p:tavLst>
                                        <p:tav tm="0">
                                          <p:val>
                                            <p:strVal val="1+#ppt_h/2"/>
                                          </p:val>
                                        </p:tav>
                                        <p:tav tm="100000">
                                          <p:val>
                                            <p:strVal val="#ppt_y"/>
                                          </p:val>
                                        </p:tav>
                                      </p:tavLst>
                                    </p:anim>
                                  </p:childTnLst>
                                </p:cTn>
                              </p:par>
                            </p:childTnLst>
                          </p:cTn>
                        </p:par>
                        <p:par>
                          <p:cTn id="72" fill="hold">
                            <p:stCondLst>
                              <p:cond delay="6849"/>
                            </p:stCondLst>
                            <p:childTnLst>
                              <p:par>
                                <p:cTn id="73" presetID="2" presetClass="entr" presetSubtype="2" fill="hold" grpId="0" nodeType="afterEffect">
                                  <p:stCondLst>
                                    <p:cond delay="0"/>
                                  </p:stCondLst>
                                  <p:childTnLst>
                                    <p:set>
                                      <p:cBhvr>
                                        <p:cTn id="74" dur="1" fill="hold">
                                          <p:stCondLst>
                                            <p:cond delay="0"/>
                                          </p:stCondLst>
                                        </p:cTn>
                                        <p:tgtEl>
                                          <p:spTgt spid="34"/>
                                        </p:tgtEl>
                                        <p:attrNameLst>
                                          <p:attrName>style.visibility</p:attrName>
                                        </p:attrNameLst>
                                      </p:cBhvr>
                                      <p:to>
                                        <p:strVal val="visible"/>
                                      </p:to>
                                    </p:set>
                                    <p:anim calcmode="lin" valueType="num">
                                      <p:cBhvr additive="base">
                                        <p:cTn id="75" dur="500" fill="hold"/>
                                        <p:tgtEl>
                                          <p:spTgt spid="34"/>
                                        </p:tgtEl>
                                        <p:attrNameLst>
                                          <p:attrName>ppt_x</p:attrName>
                                        </p:attrNameLst>
                                      </p:cBhvr>
                                      <p:tavLst>
                                        <p:tav tm="0">
                                          <p:val>
                                            <p:strVal val="1+#ppt_w/2"/>
                                          </p:val>
                                        </p:tav>
                                        <p:tav tm="100000">
                                          <p:val>
                                            <p:strVal val="#ppt_x"/>
                                          </p:val>
                                        </p:tav>
                                      </p:tavLst>
                                    </p:anim>
                                    <p:anim calcmode="lin" valueType="num">
                                      <p:cBhvr additive="base">
                                        <p:cTn id="76" dur="5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12" grpId="0" animBg="1"/>
      <p:bldP spid="13" grpId="0"/>
      <p:bldP spid="14" grpId="0"/>
      <p:bldP spid="18" grpId="0"/>
      <p:bldP spid="22" grpId="0"/>
      <p:bldP spid="26" grpId="0"/>
      <p:bldP spid="30" grpId="0"/>
      <p:bldP spid="3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DEDE"/>
        </a:solidFill>
        <a:effectLst/>
      </p:bgPr>
    </p:bg>
    <p:spTree>
      <p:nvGrpSpPr>
        <p:cNvPr id="1" name=""/>
        <p:cNvGrpSpPr/>
        <p:nvPr/>
      </p:nvGrpSpPr>
      <p:grpSpPr>
        <a:xfrm>
          <a:off x="0" y="0"/>
          <a:ext cx="0" cy="0"/>
          <a:chOff x="0" y="0"/>
          <a:chExt cx="0" cy="0"/>
        </a:xfrm>
      </p:grpSpPr>
      <p:sp>
        <p:nvSpPr>
          <p:cNvPr id="2" name="矩形 1"/>
          <p:cNvSpPr/>
          <p:nvPr/>
        </p:nvSpPr>
        <p:spPr>
          <a:xfrm>
            <a:off x="-5028" y="1934824"/>
            <a:ext cx="5748028" cy="2876826"/>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 name="矩形 2"/>
          <p:cNvSpPr/>
          <p:nvPr/>
        </p:nvSpPr>
        <p:spPr>
          <a:xfrm>
            <a:off x="5806787" y="2269402"/>
            <a:ext cx="383943" cy="2207671"/>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 name="TextBox 11"/>
          <p:cNvSpPr txBox="1"/>
          <p:nvPr/>
        </p:nvSpPr>
        <p:spPr>
          <a:xfrm>
            <a:off x="3373740" y="2191753"/>
            <a:ext cx="2058577" cy="2062103"/>
          </a:xfrm>
          <a:prstGeom prst="rect">
            <a:avLst/>
          </a:prstGeom>
          <a:noFill/>
        </p:spPr>
        <p:txBody>
          <a:bodyPr wrap="none" rtlCol="0">
            <a:spAutoFit/>
          </a:bodyPr>
          <a:lstStyle/>
          <a:p>
            <a:pPr algn="r" defTabSz="1218565"/>
            <a:r>
              <a:rPr lang="en-US" altLang="zh-CN" sz="128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01</a:t>
            </a:r>
            <a:endParaRPr lang="zh-CN" altLang="en-US" sz="128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文本占位符 3"/>
          <p:cNvSpPr txBox="1"/>
          <p:nvPr/>
        </p:nvSpPr>
        <p:spPr>
          <a:xfrm>
            <a:off x="6629386" y="2171591"/>
            <a:ext cx="3124118" cy="749787"/>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4800" dirty="0" smtClean="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分享书籍</a:t>
            </a:r>
            <a:endParaRPr lang="zh-CN" altLang="en-US" sz="4800"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 name="矩形 5"/>
          <p:cNvSpPr/>
          <p:nvPr/>
        </p:nvSpPr>
        <p:spPr>
          <a:xfrm>
            <a:off x="6384034" y="3046017"/>
            <a:ext cx="5376597" cy="60959"/>
          </a:xfrm>
          <a:prstGeom prst="rect">
            <a:avLst/>
          </a:prstGeom>
          <a:solidFill>
            <a:srgbClr val="DA5665"/>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矩形 6"/>
          <p:cNvSpPr/>
          <p:nvPr/>
        </p:nvSpPr>
        <p:spPr>
          <a:xfrm>
            <a:off x="6445878" y="3046016"/>
            <a:ext cx="4796623" cy="1823728"/>
          </a:xfrm>
          <a:prstGeom prst="rect">
            <a:avLst/>
          </a:prstGeom>
        </p:spPr>
        <p:txBody>
          <a:bodyPr vert="horz" lIns="121888" tIns="60944" rIns="121888" bIns="60944" rtlCol="0" anchor="ctr">
            <a:noAutofit/>
          </a:bodyPr>
          <a:lstStyle/>
          <a:p>
            <a:pPr>
              <a:lnSpc>
                <a:spcPct val="150000"/>
              </a:lnSpc>
              <a:spcBef>
                <a:spcPct val="20000"/>
              </a:spcBef>
              <a:buFont typeface="Arial" panose="020B0604020202020204" pitchFamily="34" charset="0"/>
              <a:buNone/>
            </a:pPr>
            <a:r>
              <a:rPr lang="en-US" altLang="zh-CN"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1</a:t>
            </a:r>
            <a:r>
              <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、点击添加文字标题</a:t>
            </a:r>
            <a:endParaRPr lang="en-US" altLang="zh-CN"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spcBef>
                <a:spcPct val="20000"/>
              </a:spcBef>
            </a:pPr>
            <a:r>
              <a:rPr lang="en-US" altLang="zh-CN"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2</a:t>
            </a:r>
            <a:r>
              <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、点击添加相关文字标题</a:t>
            </a:r>
            <a:endPar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spcBef>
                <a:spcPct val="20000"/>
              </a:spcBef>
              <a:buFont typeface="Arial" panose="020B0604020202020204" pitchFamily="34" charset="0"/>
              <a:buNone/>
            </a:pPr>
            <a:r>
              <a:rPr lang="en-US" altLang="zh-CN"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3</a:t>
            </a:r>
            <a:r>
              <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、点击添加文字标题</a:t>
            </a:r>
            <a:endPar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60" y="5400737"/>
            <a:ext cx="12192000" cy="1624224"/>
          </a:xfrm>
          <a:prstGeom prst="rect">
            <a:avLst/>
          </a:prstGeom>
        </p:spPr>
      </p:pic>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flipH="1">
            <a:off x="3547702" y="-3223270"/>
            <a:ext cx="67348" cy="6858000"/>
          </a:xfrm>
          <a:prstGeom prst="rect">
            <a:avLst/>
          </a:prstGeom>
        </p:spPr>
      </p:pic>
      <p:sp>
        <p:nvSpPr>
          <p:cNvPr id="12" name="文本框 11"/>
          <p:cNvSpPr txBox="1"/>
          <p:nvPr/>
        </p:nvSpPr>
        <p:spPr>
          <a:xfrm>
            <a:off x="7155840" y="-12611"/>
            <a:ext cx="4426416" cy="369332"/>
          </a:xfrm>
          <a:prstGeom prst="rect">
            <a:avLst/>
          </a:prstGeom>
          <a:noFill/>
        </p:spPr>
        <p:txBody>
          <a:bodyPr vert="horz" wrap="square" rtlCol="0">
            <a:spAutoFit/>
          </a:bodyPr>
          <a:lstStyle/>
          <a:p>
            <a:pPr algn="dist"/>
            <a:r>
              <a:rPr lang="zh-CN" altLang="en-US" dirty="0" smtClean="0">
                <a:solidFill>
                  <a:srgbClr val="FB8989"/>
                </a:solidFill>
                <a:latin typeface="字魂105号-简雅黑" panose="00000500000000000000" pitchFamily="2" charset="-122"/>
                <a:ea typeface="字魂105号-简雅黑" panose="00000500000000000000" pitchFamily="2" charset="-122"/>
              </a:rPr>
              <a:t>读万卷书</a:t>
            </a:r>
            <a:r>
              <a:rPr lang="en-US" altLang="zh-CN" dirty="0" smtClean="0">
                <a:solidFill>
                  <a:srgbClr val="FB8989"/>
                </a:solidFill>
                <a:latin typeface="字魂105号-简雅黑" panose="00000500000000000000" pitchFamily="2" charset="-122"/>
                <a:ea typeface="字魂105号-简雅黑" panose="00000500000000000000" pitchFamily="2" charset="-122"/>
              </a:rPr>
              <a:t>·</a:t>
            </a:r>
            <a:r>
              <a:rPr lang="zh-CN" altLang="en-US" dirty="0" smtClean="0">
                <a:solidFill>
                  <a:srgbClr val="FB8989"/>
                </a:solidFill>
                <a:latin typeface="字魂105号-简雅黑" panose="00000500000000000000" pitchFamily="2" charset="-122"/>
                <a:ea typeface="字魂105号-简雅黑" panose="00000500000000000000" pitchFamily="2" charset="-122"/>
              </a:rPr>
              <a:t>行万里路</a:t>
            </a:r>
            <a:endParaRPr lang="zh-CN" altLang="en-US" dirty="0">
              <a:solidFill>
                <a:srgbClr val="FB8989"/>
              </a:solidFill>
              <a:latin typeface="字魂105号-简雅黑" panose="00000500000000000000" pitchFamily="2" charset="-122"/>
              <a:ea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400"/>
                                        <p:tgtEl>
                                          <p:spTgt spid="3"/>
                                        </p:tgtEl>
                                      </p:cBhvr>
                                    </p:animEffect>
                                  </p:childTnLst>
                                </p:cTn>
                              </p:par>
                              <p:par>
                                <p:cTn id="8" presetID="22" presetClass="entr" presetSubtype="2" fill="hold" grpId="0" nodeType="withEffect">
                                  <p:stCondLst>
                                    <p:cond delay="200"/>
                                  </p:stCondLst>
                                  <p:childTnLst>
                                    <p:set>
                                      <p:cBhvr>
                                        <p:cTn id="9" dur="1" fill="hold">
                                          <p:stCondLst>
                                            <p:cond delay="0"/>
                                          </p:stCondLst>
                                        </p:cTn>
                                        <p:tgtEl>
                                          <p:spTgt spid="2"/>
                                        </p:tgtEl>
                                        <p:attrNameLst>
                                          <p:attrName>style.visibility</p:attrName>
                                        </p:attrNameLst>
                                      </p:cBhvr>
                                      <p:to>
                                        <p:strVal val="visible"/>
                                      </p:to>
                                    </p:set>
                                    <p:animEffect transition="in" filter="wipe(right)">
                                      <p:cBhvr>
                                        <p:cTn id="10" dur="500"/>
                                        <p:tgtEl>
                                          <p:spTgt spid="2"/>
                                        </p:tgtEl>
                                      </p:cBhvr>
                                    </p:animEffect>
                                  </p:childTnLst>
                                </p:cTn>
                              </p:par>
                              <p:par>
                                <p:cTn id="11" presetID="15" presetClass="entr" presetSubtype="0" fill="hold" grpId="0" nodeType="withEffect">
                                  <p:stCondLst>
                                    <p:cond delay="200"/>
                                  </p:stCondLst>
                                  <p:iterate type="lt">
                                    <p:tmPct val="10000"/>
                                  </p:iterate>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par>
                          <p:cTn id="17" fill="hold">
                            <p:stCondLst>
                              <p:cond delay="0"/>
                            </p:stCondLst>
                            <p:childTnLst>
                              <p:par>
                                <p:cTn id="18" presetID="22" presetClass="entr" presetSubtype="8"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400"/>
                                        <p:tgtEl>
                                          <p:spTgt spid="5"/>
                                        </p:tgtEl>
                                      </p:cBhvr>
                                    </p:animEffect>
                                  </p:childTnLst>
                                </p:cTn>
                              </p:par>
                              <p:par>
                                <p:cTn id="21" presetID="22" presetClass="entr" presetSubtype="8" fill="hold" grpId="0" nodeType="withEffect">
                                  <p:stCondLst>
                                    <p:cond delay="20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400"/>
                                        <p:tgtEl>
                                          <p:spTgt spid="6"/>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P spid="6" grpId="0" animBg="1"/>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六边形 24"/>
          <p:cNvSpPr/>
          <p:nvPr/>
        </p:nvSpPr>
        <p:spPr>
          <a:xfrm rot="16200000">
            <a:off x="784147" y="1878832"/>
            <a:ext cx="1063155" cy="1000616"/>
          </a:xfrm>
          <a:prstGeom prst="hexagon">
            <a:avLst/>
          </a:prstGeom>
          <a:solidFill>
            <a:srgbClr val="FB8989"/>
          </a:solidFill>
          <a:ln w="1587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 name="TextBox 25"/>
          <p:cNvSpPr txBox="1"/>
          <p:nvPr/>
        </p:nvSpPr>
        <p:spPr>
          <a:xfrm>
            <a:off x="890398" y="2027971"/>
            <a:ext cx="825867" cy="748988"/>
          </a:xfrm>
          <a:prstGeom prst="rect">
            <a:avLst/>
          </a:prstGeom>
          <a:noFill/>
        </p:spPr>
        <p:txBody>
          <a:bodyPr wrap="none" rtlCol="0">
            <a:spAutoFit/>
          </a:bodyPr>
          <a:lstStyle/>
          <a:p>
            <a:r>
              <a:rPr lang="en-US" altLang="zh-CN" sz="4265"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01</a:t>
            </a:r>
            <a:endParaRPr lang="zh-CN" altLang="en-US" sz="4265"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TextBox 26"/>
          <p:cNvSpPr txBox="1"/>
          <p:nvPr/>
        </p:nvSpPr>
        <p:spPr bwMode="auto">
          <a:xfrm>
            <a:off x="1967546" y="2526676"/>
            <a:ext cx="3936437" cy="607859"/>
          </a:xfrm>
          <a:prstGeom prst="rect">
            <a:avLst/>
          </a:prstGeom>
          <a:noFill/>
        </p:spPr>
        <p:txBody>
          <a:bodyPr wrap="square">
            <a:spAutoFit/>
          </a:bodyPr>
          <a:lstStyle/>
          <a:p>
            <a:pPr>
              <a:lnSpc>
                <a:spcPct val="150000"/>
              </a:lnSpc>
            </a:pPr>
            <a:r>
              <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这里输入简单的文字概述这里输入简单文字概述简单的文字概述这里输入简单的文字概述这里输入</a:t>
            </a:r>
            <a:endPar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 name="矩形 27"/>
          <p:cNvSpPr/>
          <p:nvPr/>
        </p:nvSpPr>
        <p:spPr bwMode="auto">
          <a:xfrm>
            <a:off x="1967545" y="2064465"/>
            <a:ext cx="2694516" cy="369332"/>
          </a:xfrm>
          <a:prstGeom prst="rect">
            <a:avLst/>
          </a:prstGeom>
        </p:spPr>
        <p:txBody>
          <a:bodyPr>
            <a:spAutoFit/>
          </a:bodyPr>
          <a:lstStyle/>
          <a:p>
            <a:pPr>
              <a:defRPr/>
            </a:pPr>
            <a:r>
              <a:rPr lang="zh-CN" altLang="en-US" b="1"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输入相关标题</a:t>
            </a:r>
            <a:endParaRPr lang="zh-CN" altLang="en-US" b="1"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 name="六边形 28"/>
          <p:cNvSpPr/>
          <p:nvPr/>
        </p:nvSpPr>
        <p:spPr>
          <a:xfrm rot="16200000">
            <a:off x="784145" y="4286137"/>
            <a:ext cx="1063155" cy="1000616"/>
          </a:xfrm>
          <a:prstGeom prst="hexagon">
            <a:avLst/>
          </a:prstGeom>
          <a:solidFill>
            <a:srgbClr val="FB8989"/>
          </a:solidFill>
          <a:ln w="1587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TextBox 29"/>
          <p:cNvSpPr txBox="1"/>
          <p:nvPr/>
        </p:nvSpPr>
        <p:spPr>
          <a:xfrm>
            <a:off x="890397" y="4435276"/>
            <a:ext cx="825867" cy="748988"/>
          </a:xfrm>
          <a:prstGeom prst="rect">
            <a:avLst/>
          </a:prstGeom>
          <a:noFill/>
        </p:spPr>
        <p:txBody>
          <a:bodyPr wrap="none" rtlCol="0">
            <a:spAutoFit/>
          </a:bodyPr>
          <a:lstStyle/>
          <a:p>
            <a:r>
              <a:rPr lang="en-US" altLang="zh-CN" sz="4265"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03</a:t>
            </a:r>
            <a:endParaRPr lang="zh-CN" altLang="en-US" sz="4265"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TextBox 30"/>
          <p:cNvSpPr txBox="1"/>
          <p:nvPr/>
        </p:nvSpPr>
        <p:spPr bwMode="auto">
          <a:xfrm>
            <a:off x="1967544" y="4933981"/>
            <a:ext cx="3936437" cy="607859"/>
          </a:xfrm>
          <a:prstGeom prst="rect">
            <a:avLst/>
          </a:prstGeom>
          <a:noFill/>
        </p:spPr>
        <p:txBody>
          <a:bodyPr wrap="square">
            <a:spAutoFit/>
          </a:bodyPr>
          <a:lstStyle/>
          <a:p>
            <a:pPr>
              <a:lnSpc>
                <a:spcPct val="150000"/>
              </a:lnSpc>
            </a:pPr>
            <a:r>
              <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这里输入简单的文字概述这里输入简单文字概述简单的文字概述这里输入简单的文字概述这里输入</a:t>
            </a:r>
            <a:endPar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矩形 31"/>
          <p:cNvSpPr/>
          <p:nvPr/>
        </p:nvSpPr>
        <p:spPr bwMode="auto">
          <a:xfrm>
            <a:off x="1967543" y="4471771"/>
            <a:ext cx="2694516" cy="369332"/>
          </a:xfrm>
          <a:prstGeom prst="rect">
            <a:avLst/>
          </a:prstGeom>
        </p:spPr>
        <p:txBody>
          <a:bodyPr>
            <a:spAutoFit/>
          </a:bodyPr>
          <a:lstStyle/>
          <a:p>
            <a:pPr>
              <a:defRPr/>
            </a:pPr>
            <a:r>
              <a:rPr lang="zh-CN" altLang="en-US" b="1"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输入相关标题</a:t>
            </a:r>
            <a:endParaRPr lang="zh-CN" altLang="en-US" b="1"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六边形 32"/>
          <p:cNvSpPr/>
          <p:nvPr/>
        </p:nvSpPr>
        <p:spPr>
          <a:xfrm rot="16200000">
            <a:off x="6352767" y="1885872"/>
            <a:ext cx="1063155" cy="1000616"/>
          </a:xfrm>
          <a:prstGeom prst="hexagon">
            <a:avLst/>
          </a:prstGeom>
          <a:solidFill>
            <a:srgbClr val="FB8989"/>
          </a:solidFill>
          <a:ln w="1587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4" name="TextBox 33"/>
          <p:cNvSpPr txBox="1"/>
          <p:nvPr/>
        </p:nvSpPr>
        <p:spPr>
          <a:xfrm>
            <a:off x="6459018" y="2035011"/>
            <a:ext cx="825867" cy="748988"/>
          </a:xfrm>
          <a:prstGeom prst="rect">
            <a:avLst/>
          </a:prstGeom>
          <a:noFill/>
        </p:spPr>
        <p:txBody>
          <a:bodyPr wrap="none" rtlCol="0">
            <a:spAutoFit/>
          </a:bodyPr>
          <a:lstStyle/>
          <a:p>
            <a:r>
              <a:rPr lang="en-US" altLang="zh-CN" sz="4265"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02</a:t>
            </a:r>
            <a:endParaRPr lang="zh-CN" altLang="en-US" sz="4265"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TextBox 34"/>
          <p:cNvSpPr txBox="1"/>
          <p:nvPr/>
        </p:nvSpPr>
        <p:spPr bwMode="auto">
          <a:xfrm>
            <a:off x="7536166" y="2533716"/>
            <a:ext cx="3936437" cy="607859"/>
          </a:xfrm>
          <a:prstGeom prst="rect">
            <a:avLst/>
          </a:prstGeom>
          <a:noFill/>
        </p:spPr>
        <p:txBody>
          <a:bodyPr wrap="square">
            <a:spAutoFit/>
          </a:bodyPr>
          <a:lstStyle/>
          <a:p>
            <a:pPr>
              <a:lnSpc>
                <a:spcPct val="150000"/>
              </a:lnSpc>
            </a:pPr>
            <a:r>
              <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这里输入简单的文字概述这里输入简单文字概述简单的文字概述这里输入简单的文字概述这里输入</a:t>
            </a:r>
            <a:endPar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6" name="矩形 35"/>
          <p:cNvSpPr/>
          <p:nvPr/>
        </p:nvSpPr>
        <p:spPr bwMode="auto">
          <a:xfrm>
            <a:off x="7536165" y="2071505"/>
            <a:ext cx="2694516" cy="369332"/>
          </a:xfrm>
          <a:prstGeom prst="rect">
            <a:avLst/>
          </a:prstGeom>
        </p:spPr>
        <p:txBody>
          <a:bodyPr>
            <a:spAutoFit/>
          </a:bodyPr>
          <a:lstStyle/>
          <a:p>
            <a:pPr>
              <a:defRPr/>
            </a:pPr>
            <a:r>
              <a:rPr lang="zh-CN" altLang="en-US" b="1"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输入相关标题</a:t>
            </a:r>
            <a:endParaRPr lang="zh-CN" altLang="en-US" b="1"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7" name="六边形 36"/>
          <p:cNvSpPr/>
          <p:nvPr/>
        </p:nvSpPr>
        <p:spPr>
          <a:xfrm rot="16200000">
            <a:off x="6352765" y="4293177"/>
            <a:ext cx="1063155" cy="1000616"/>
          </a:xfrm>
          <a:prstGeom prst="hexagon">
            <a:avLst/>
          </a:prstGeom>
          <a:solidFill>
            <a:srgbClr val="FB8989"/>
          </a:solidFill>
          <a:ln w="1587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TextBox 37"/>
          <p:cNvSpPr txBox="1"/>
          <p:nvPr/>
        </p:nvSpPr>
        <p:spPr>
          <a:xfrm>
            <a:off x="6459017" y="4442316"/>
            <a:ext cx="840295" cy="748988"/>
          </a:xfrm>
          <a:prstGeom prst="rect">
            <a:avLst/>
          </a:prstGeom>
          <a:noFill/>
        </p:spPr>
        <p:txBody>
          <a:bodyPr wrap="none" rtlCol="0">
            <a:spAutoFit/>
          </a:bodyPr>
          <a:lstStyle/>
          <a:p>
            <a:r>
              <a:rPr lang="en-US" altLang="zh-CN" sz="4265"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04</a:t>
            </a:r>
            <a:endParaRPr lang="zh-CN" altLang="en-US" sz="4265"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TextBox 38"/>
          <p:cNvSpPr txBox="1"/>
          <p:nvPr/>
        </p:nvSpPr>
        <p:spPr bwMode="auto">
          <a:xfrm>
            <a:off x="7536164" y="4941021"/>
            <a:ext cx="3936437" cy="607859"/>
          </a:xfrm>
          <a:prstGeom prst="rect">
            <a:avLst/>
          </a:prstGeom>
          <a:noFill/>
        </p:spPr>
        <p:txBody>
          <a:bodyPr wrap="square">
            <a:spAutoFit/>
          </a:bodyPr>
          <a:lstStyle/>
          <a:p>
            <a:pPr>
              <a:lnSpc>
                <a:spcPct val="150000"/>
              </a:lnSpc>
            </a:pPr>
            <a:r>
              <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这里输入简单的文字概述这里输入简单文字概述简单的文字概述这里输入简单的文字概述这里输入</a:t>
            </a:r>
            <a:endPar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0" name="矩形 39"/>
          <p:cNvSpPr/>
          <p:nvPr/>
        </p:nvSpPr>
        <p:spPr bwMode="auto">
          <a:xfrm>
            <a:off x="7536163" y="4478811"/>
            <a:ext cx="2694516" cy="369332"/>
          </a:xfrm>
          <a:prstGeom prst="rect">
            <a:avLst/>
          </a:prstGeom>
        </p:spPr>
        <p:txBody>
          <a:bodyPr>
            <a:spAutoFit/>
          </a:bodyPr>
          <a:lstStyle/>
          <a:p>
            <a:pPr>
              <a:defRPr/>
            </a:pPr>
            <a:r>
              <a:rPr lang="zh-CN" altLang="en-US" b="1"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输入相关标题</a:t>
            </a:r>
            <a:endParaRPr lang="zh-CN" altLang="en-US" b="1"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 name="组合 1"/>
          <p:cNvGrpSpPr/>
          <p:nvPr/>
        </p:nvGrpSpPr>
        <p:grpSpPr>
          <a:xfrm>
            <a:off x="0" y="1059"/>
            <a:ext cx="12192001" cy="989605"/>
            <a:chOff x="-1" y="0"/>
            <a:chExt cx="9144001" cy="742204"/>
          </a:xfrm>
        </p:grpSpPr>
        <p:sp>
          <p:nvSpPr>
            <p:cNvPr id="24" name="矩形 23"/>
            <p:cNvSpPr/>
            <p:nvPr/>
          </p:nvSpPr>
          <p:spPr>
            <a:xfrm>
              <a:off x="-1" y="0"/>
              <a:ext cx="762101" cy="742204"/>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1" name="矩形 40"/>
            <p:cNvSpPr/>
            <p:nvPr/>
          </p:nvSpPr>
          <p:spPr>
            <a:xfrm>
              <a:off x="816248" y="0"/>
              <a:ext cx="122807" cy="742204"/>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2" name="TextBox 8"/>
            <p:cNvSpPr txBox="1"/>
            <p:nvPr/>
          </p:nvSpPr>
          <p:spPr>
            <a:xfrm>
              <a:off x="38104" y="34318"/>
              <a:ext cx="723996" cy="684755"/>
            </a:xfrm>
            <a:prstGeom prst="rect">
              <a:avLst/>
            </a:prstGeom>
            <a:noFill/>
          </p:spPr>
          <p:txBody>
            <a:bodyPr wrap="none" rtlCol="0">
              <a:spAutoFit/>
            </a:bodyPr>
            <a:lstStyle/>
            <a:p>
              <a:pPr algn="r" defTabSz="1218565"/>
              <a:r>
                <a:rPr lang="en-US" altLang="zh-CN"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01</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3" name="文本占位符 3"/>
            <p:cNvSpPr txBox="1"/>
            <p:nvPr/>
          </p:nvSpPr>
          <p:spPr>
            <a:xfrm>
              <a:off x="976845" y="166078"/>
              <a:ext cx="4186412" cy="431935"/>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点击输入相关标题</a:t>
              </a:r>
              <a:endPar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4" name="矩形 43"/>
            <p:cNvSpPr/>
            <p:nvPr/>
          </p:nvSpPr>
          <p:spPr>
            <a:xfrm flipV="1">
              <a:off x="4033674" y="533830"/>
              <a:ext cx="5110326" cy="45719"/>
            </a:xfrm>
            <a:prstGeom prst="rect">
              <a:avLst/>
            </a:prstGeom>
            <a:solidFill>
              <a:srgbClr val="FB8989"/>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0-#ppt_w/2"/>
                                          </p:val>
                                        </p:tav>
                                        <p:tav tm="100000">
                                          <p:val>
                                            <p:strVal val="#ppt_x"/>
                                          </p:val>
                                        </p:tav>
                                      </p:tavLst>
                                    </p:anim>
                                    <p:anim calcmode="lin" valueType="num">
                                      <p:cBhvr additive="base">
                                        <p:cTn id="8" dur="500" fill="hold"/>
                                        <p:tgtEl>
                                          <p:spTgt spid="2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0-#ppt_w/2"/>
                                          </p:val>
                                        </p:tav>
                                        <p:tav tm="100000">
                                          <p:val>
                                            <p:strVal val="#ppt_x"/>
                                          </p:val>
                                        </p:tav>
                                      </p:tavLst>
                                    </p:anim>
                                    <p:anim calcmode="lin" valueType="num">
                                      <p:cBhvr additive="base">
                                        <p:cTn id="12" dur="500" fill="hold"/>
                                        <p:tgtEl>
                                          <p:spTgt spid="26"/>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1000"/>
                                        <p:tgtEl>
                                          <p:spTgt spid="28"/>
                                        </p:tgtEl>
                                      </p:cBhvr>
                                    </p:animEffect>
                                    <p:anim calcmode="lin" valueType="num">
                                      <p:cBhvr>
                                        <p:cTn id="17" dur="1000" fill="hold"/>
                                        <p:tgtEl>
                                          <p:spTgt spid="28"/>
                                        </p:tgtEl>
                                        <p:attrNameLst>
                                          <p:attrName>ppt_x</p:attrName>
                                        </p:attrNameLst>
                                      </p:cBhvr>
                                      <p:tavLst>
                                        <p:tav tm="0">
                                          <p:val>
                                            <p:strVal val="#ppt_x"/>
                                          </p:val>
                                        </p:tav>
                                        <p:tav tm="100000">
                                          <p:val>
                                            <p:strVal val="#ppt_x"/>
                                          </p:val>
                                        </p:tav>
                                      </p:tavLst>
                                    </p:anim>
                                    <p:anim calcmode="lin" valueType="num">
                                      <p:cBhvr>
                                        <p:cTn id="18" dur="1000" fill="hold"/>
                                        <p:tgtEl>
                                          <p:spTgt spid="28"/>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1000"/>
                                        <p:tgtEl>
                                          <p:spTgt spid="27"/>
                                        </p:tgtEl>
                                      </p:cBhvr>
                                    </p:animEffect>
                                    <p:anim calcmode="lin" valueType="num">
                                      <p:cBhvr>
                                        <p:cTn id="22" dur="1000" fill="hold"/>
                                        <p:tgtEl>
                                          <p:spTgt spid="27"/>
                                        </p:tgtEl>
                                        <p:attrNameLst>
                                          <p:attrName>ppt_x</p:attrName>
                                        </p:attrNameLst>
                                      </p:cBhvr>
                                      <p:tavLst>
                                        <p:tav tm="0">
                                          <p:val>
                                            <p:strVal val="#ppt_x"/>
                                          </p:val>
                                        </p:tav>
                                        <p:tav tm="100000">
                                          <p:val>
                                            <p:strVal val="#ppt_x"/>
                                          </p:val>
                                        </p:tav>
                                      </p:tavLst>
                                    </p:anim>
                                    <p:anim calcmode="lin" valueType="num">
                                      <p:cBhvr>
                                        <p:cTn id="23" dur="1000" fill="hold"/>
                                        <p:tgtEl>
                                          <p:spTgt spid="27"/>
                                        </p:tgtEl>
                                        <p:attrNameLst>
                                          <p:attrName>ppt_y</p:attrName>
                                        </p:attrNameLst>
                                      </p:cBhvr>
                                      <p:tavLst>
                                        <p:tav tm="0">
                                          <p:val>
                                            <p:strVal val="#ppt_y+.1"/>
                                          </p:val>
                                        </p:tav>
                                        <p:tav tm="100000">
                                          <p:val>
                                            <p:strVal val="#ppt_y"/>
                                          </p:val>
                                        </p:tav>
                                      </p:tavLst>
                                    </p:anim>
                                  </p:childTnLst>
                                </p:cTn>
                              </p:par>
                            </p:childTnLst>
                          </p:cTn>
                        </p:par>
                        <p:par>
                          <p:cTn id="24" fill="hold">
                            <p:stCondLst>
                              <p:cond delay="1500"/>
                            </p:stCondLst>
                            <p:childTnLst>
                              <p:par>
                                <p:cTn id="25" presetID="2" presetClass="entr" presetSubtype="8" fill="hold" grpId="0" nodeType="afterEffect">
                                  <p:stCondLst>
                                    <p:cond delay="0"/>
                                  </p:stCondLst>
                                  <p:childTnLst>
                                    <p:set>
                                      <p:cBhvr>
                                        <p:cTn id="26" dur="1" fill="hold">
                                          <p:stCondLst>
                                            <p:cond delay="0"/>
                                          </p:stCondLst>
                                        </p:cTn>
                                        <p:tgtEl>
                                          <p:spTgt spid="34"/>
                                        </p:tgtEl>
                                        <p:attrNameLst>
                                          <p:attrName>style.visibility</p:attrName>
                                        </p:attrNameLst>
                                      </p:cBhvr>
                                      <p:to>
                                        <p:strVal val="visible"/>
                                      </p:to>
                                    </p:set>
                                    <p:anim calcmode="lin" valueType="num">
                                      <p:cBhvr additive="base">
                                        <p:cTn id="27" dur="500" fill="hold"/>
                                        <p:tgtEl>
                                          <p:spTgt spid="34"/>
                                        </p:tgtEl>
                                        <p:attrNameLst>
                                          <p:attrName>ppt_x</p:attrName>
                                        </p:attrNameLst>
                                      </p:cBhvr>
                                      <p:tavLst>
                                        <p:tav tm="0">
                                          <p:val>
                                            <p:strVal val="0-#ppt_w/2"/>
                                          </p:val>
                                        </p:tav>
                                        <p:tav tm="100000">
                                          <p:val>
                                            <p:strVal val="#ppt_x"/>
                                          </p:val>
                                        </p:tav>
                                      </p:tavLst>
                                    </p:anim>
                                    <p:anim calcmode="lin" valueType="num">
                                      <p:cBhvr additive="base">
                                        <p:cTn id="28" dur="500" fill="hold"/>
                                        <p:tgtEl>
                                          <p:spTgt spid="34"/>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 calcmode="lin" valueType="num">
                                      <p:cBhvr additive="base">
                                        <p:cTn id="31" dur="500" fill="hold"/>
                                        <p:tgtEl>
                                          <p:spTgt spid="33"/>
                                        </p:tgtEl>
                                        <p:attrNameLst>
                                          <p:attrName>ppt_x</p:attrName>
                                        </p:attrNameLst>
                                      </p:cBhvr>
                                      <p:tavLst>
                                        <p:tav tm="0">
                                          <p:val>
                                            <p:strVal val="0-#ppt_w/2"/>
                                          </p:val>
                                        </p:tav>
                                        <p:tav tm="100000">
                                          <p:val>
                                            <p:strVal val="#ppt_x"/>
                                          </p:val>
                                        </p:tav>
                                      </p:tavLst>
                                    </p:anim>
                                    <p:anim calcmode="lin" valueType="num">
                                      <p:cBhvr additive="base">
                                        <p:cTn id="32" dur="500" fill="hold"/>
                                        <p:tgtEl>
                                          <p:spTgt spid="33"/>
                                        </p:tgtEl>
                                        <p:attrNameLst>
                                          <p:attrName>ppt_y</p:attrName>
                                        </p:attrNameLst>
                                      </p:cBhvr>
                                      <p:tavLst>
                                        <p:tav tm="0">
                                          <p:val>
                                            <p:strVal val="#ppt_y"/>
                                          </p:val>
                                        </p:tav>
                                        <p:tav tm="100000">
                                          <p:val>
                                            <p:strVal val="#ppt_y"/>
                                          </p:val>
                                        </p:tav>
                                      </p:tavLst>
                                    </p:anim>
                                  </p:childTnLst>
                                </p:cTn>
                              </p:par>
                            </p:childTnLst>
                          </p:cTn>
                        </p:par>
                        <p:par>
                          <p:cTn id="33" fill="hold">
                            <p:stCondLst>
                              <p:cond delay="2000"/>
                            </p:stCondLst>
                            <p:childTnLst>
                              <p:par>
                                <p:cTn id="34" presetID="42" presetClass="entr" presetSubtype="0" fill="hold" grpId="0" nodeType="after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fade">
                                      <p:cBhvr>
                                        <p:cTn id="36" dur="1000"/>
                                        <p:tgtEl>
                                          <p:spTgt spid="36"/>
                                        </p:tgtEl>
                                      </p:cBhvr>
                                    </p:animEffect>
                                    <p:anim calcmode="lin" valueType="num">
                                      <p:cBhvr>
                                        <p:cTn id="37" dur="1000" fill="hold"/>
                                        <p:tgtEl>
                                          <p:spTgt spid="36"/>
                                        </p:tgtEl>
                                        <p:attrNameLst>
                                          <p:attrName>ppt_x</p:attrName>
                                        </p:attrNameLst>
                                      </p:cBhvr>
                                      <p:tavLst>
                                        <p:tav tm="0">
                                          <p:val>
                                            <p:strVal val="#ppt_x"/>
                                          </p:val>
                                        </p:tav>
                                        <p:tav tm="100000">
                                          <p:val>
                                            <p:strVal val="#ppt_x"/>
                                          </p:val>
                                        </p:tav>
                                      </p:tavLst>
                                    </p:anim>
                                    <p:anim calcmode="lin" valueType="num">
                                      <p:cBhvr>
                                        <p:cTn id="38" dur="1000" fill="hold"/>
                                        <p:tgtEl>
                                          <p:spTgt spid="36"/>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1000"/>
                                        <p:tgtEl>
                                          <p:spTgt spid="35"/>
                                        </p:tgtEl>
                                      </p:cBhvr>
                                    </p:animEffect>
                                    <p:anim calcmode="lin" valueType="num">
                                      <p:cBhvr>
                                        <p:cTn id="42" dur="1000" fill="hold"/>
                                        <p:tgtEl>
                                          <p:spTgt spid="35"/>
                                        </p:tgtEl>
                                        <p:attrNameLst>
                                          <p:attrName>ppt_x</p:attrName>
                                        </p:attrNameLst>
                                      </p:cBhvr>
                                      <p:tavLst>
                                        <p:tav tm="0">
                                          <p:val>
                                            <p:strVal val="#ppt_x"/>
                                          </p:val>
                                        </p:tav>
                                        <p:tav tm="100000">
                                          <p:val>
                                            <p:strVal val="#ppt_x"/>
                                          </p:val>
                                        </p:tav>
                                      </p:tavLst>
                                    </p:anim>
                                    <p:anim calcmode="lin" valueType="num">
                                      <p:cBhvr>
                                        <p:cTn id="43" dur="1000" fill="hold"/>
                                        <p:tgtEl>
                                          <p:spTgt spid="35"/>
                                        </p:tgtEl>
                                        <p:attrNameLst>
                                          <p:attrName>ppt_y</p:attrName>
                                        </p:attrNameLst>
                                      </p:cBhvr>
                                      <p:tavLst>
                                        <p:tav tm="0">
                                          <p:val>
                                            <p:strVal val="#ppt_y+.1"/>
                                          </p:val>
                                        </p:tav>
                                        <p:tav tm="100000">
                                          <p:val>
                                            <p:strVal val="#ppt_y"/>
                                          </p:val>
                                        </p:tav>
                                      </p:tavLst>
                                    </p:anim>
                                  </p:childTnLst>
                                </p:cTn>
                              </p:par>
                            </p:childTnLst>
                          </p:cTn>
                        </p:par>
                        <p:par>
                          <p:cTn id="44" fill="hold">
                            <p:stCondLst>
                              <p:cond delay="3000"/>
                            </p:stCondLst>
                            <p:childTnLst>
                              <p:par>
                                <p:cTn id="45" presetID="2" presetClass="entr" presetSubtype="8"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 calcmode="lin" valueType="num">
                                      <p:cBhvr additive="base">
                                        <p:cTn id="47" dur="500" fill="hold"/>
                                        <p:tgtEl>
                                          <p:spTgt spid="30"/>
                                        </p:tgtEl>
                                        <p:attrNameLst>
                                          <p:attrName>ppt_x</p:attrName>
                                        </p:attrNameLst>
                                      </p:cBhvr>
                                      <p:tavLst>
                                        <p:tav tm="0">
                                          <p:val>
                                            <p:strVal val="0-#ppt_w/2"/>
                                          </p:val>
                                        </p:tav>
                                        <p:tav tm="100000">
                                          <p:val>
                                            <p:strVal val="#ppt_x"/>
                                          </p:val>
                                        </p:tav>
                                      </p:tavLst>
                                    </p:anim>
                                    <p:anim calcmode="lin" valueType="num">
                                      <p:cBhvr additive="base">
                                        <p:cTn id="48" dur="500" fill="hold"/>
                                        <p:tgtEl>
                                          <p:spTgt spid="30"/>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anim calcmode="lin" valueType="num">
                                      <p:cBhvr additive="base">
                                        <p:cTn id="51" dur="500" fill="hold"/>
                                        <p:tgtEl>
                                          <p:spTgt spid="29"/>
                                        </p:tgtEl>
                                        <p:attrNameLst>
                                          <p:attrName>ppt_x</p:attrName>
                                        </p:attrNameLst>
                                      </p:cBhvr>
                                      <p:tavLst>
                                        <p:tav tm="0">
                                          <p:val>
                                            <p:strVal val="0-#ppt_w/2"/>
                                          </p:val>
                                        </p:tav>
                                        <p:tav tm="100000">
                                          <p:val>
                                            <p:strVal val="#ppt_x"/>
                                          </p:val>
                                        </p:tav>
                                      </p:tavLst>
                                    </p:anim>
                                    <p:anim calcmode="lin" valueType="num">
                                      <p:cBhvr additive="base">
                                        <p:cTn id="52" dur="500" fill="hold"/>
                                        <p:tgtEl>
                                          <p:spTgt spid="29"/>
                                        </p:tgtEl>
                                        <p:attrNameLst>
                                          <p:attrName>ppt_y</p:attrName>
                                        </p:attrNameLst>
                                      </p:cBhvr>
                                      <p:tavLst>
                                        <p:tav tm="0">
                                          <p:val>
                                            <p:strVal val="#ppt_y"/>
                                          </p:val>
                                        </p:tav>
                                        <p:tav tm="100000">
                                          <p:val>
                                            <p:strVal val="#ppt_y"/>
                                          </p:val>
                                        </p:tav>
                                      </p:tavLst>
                                    </p:anim>
                                  </p:childTnLst>
                                </p:cTn>
                              </p:par>
                            </p:childTnLst>
                          </p:cTn>
                        </p:par>
                        <p:par>
                          <p:cTn id="53" fill="hold">
                            <p:stCondLst>
                              <p:cond delay="3500"/>
                            </p:stCondLst>
                            <p:childTnLst>
                              <p:par>
                                <p:cTn id="54" presetID="42" presetClass="entr" presetSubtype="0" fill="hold" grpId="0" nodeType="after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1000"/>
                                        <p:tgtEl>
                                          <p:spTgt spid="32"/>
                                        </p:tgtEl>
                                      </p:cBhvr>
                                    </p:animEffect>
                                    <p:anim calcmode="lin" valueType="num">
                                      <p:cBhvr>
                                        <p:cTn id="57" dur="1000" fill="hold"/>
                                        <p:tgtEl>
                                          <p:spTgt spid="32"/>
                                        </p:tgtEl>
                                        <p:attrNameLst>
                                          <p:attrName>ppt_x</p:attrName>
                                        </p:attrNameLst>
                                      </p:cBhvr>
                                      <p:tavLst>
                                        <p:tav tm="0">
                                          <p:val>
                                            <p:strVal val="#ppt_x"/>
                                          </p:val>
                                        </p:tav>
                                        <p:tav tm="100000">
                                          <p:val>
                                            <p:strVal val="#ppt_x"/>
                                          </p:val>
                                        </p:tav>
                                      </p:tavLst>
                                    </p:anim>
                                    <p:anim calcmode="lin" valueType="num">
                                      <p:cBhvr>
                                        <p:cTn id="58" dur="1000" fill="hold"/>
                                        <p:tgtEl>
                                          <p:spTgt spid="32"/>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1000"/>
                                        <p:tgtEl>
                                          <p:spTgt spid="31"/>
                                        </p:tgtEl>
                                      </p:cBhvr>
                                    </p:animEffect>
                                    <p:anim calcmode="lin" valueType="num">
                                      <p:cBhvr>
                                        <p:cTn id="62" dur="1000" fill="hold"/>
                                        <p:tgtEl>
                                          <p:spTgt spid="31"/>
                                        </p:tgtEl>
                                        <p:attrNameLst>
                                          <p:attrName>ppt_x</p:attrName>
                                        </p:attrNameLst>
                                      </p:cBhvr>
                                      <p:tavLst>
                                        <p:tav tm="0">
                                          <p:val>
                                            <p:strVal val="#ppt_x"/>
                                          </p:val>
                                        </p:tav>
                                        <p:tav tm="100000">
                                          <p:val>
                                            <p:strVal val="#ppt_x"/>
                                          </p:val>
                                        </p:tav>
                                      </p:tavLst>
                                    </p:anim>
                                    <p:anim calcmode="lin" valueType="num">
                                      <p:cBhvr>
                                        <p:cTn id="63" dur="1000" fill="hold"/>
                                        <p:tgtEl>
                                          <p:spTgt spid="31"/>
                                        </p:tgtEl>
                                        <p:attrNameLst>
                                          <p:attrName>ppt_y</p:attrName>
                                        </p:attrNameLst>
                                      </p:cBhvr>
                                      <p:tavLst>
                                        <p:tav tm="0">
                                          <p:val>
                                            <p:strVal val="#ppt_y+.1"/>
                                          </p:val>
                                        </p:tav>
                                        <p:tav tm="100000">
                                          <p:val>
                                            <p:strVal val="#ppt_y"/>
                                          </p:val>
                                        </p:tav>
                                      </p:tavLst>
                                    </p:anim>
                                  </p:childTnLst>
                                </p:cTn>
                              </p:par>
                            </p:childTnLst>
                          </p:cTn>
                        </p:par>
                        <p:par>
                          <p:cTn id="64" fill="hold">
                            <p:stCondLst>
                              <p:cond delay="4500"/>
                            </p:stCondLst>
                            <p:childTnLst>
                              <p:par>
                                <p:cTn id="65" presetID="2" presetClass="entr" presetSubtype="8" fill="hold" grpId="0" nodeType="afterEffect">
                                  <p:stCondLst>
                                    <p:cond delay="0"/>
                                  </p:stCondLst>
                                  <p:childTnLst>
                                    <p:set>
                                      <p:cBhvr>
                                        <p:cTn id="66" dur="1" fill="hold">
                                          <p:stCondLst>
                                            <p:cond delay="0"/>
                                          </p:stCondLst>
                                        </p:cTn>
                                        <p:tgtEl>
                                          <p:spTgt spid="38"/>
                                        </p:tgtEl>
                                        <p:attrNameLst>
                                          <p:attrName>style.visibility</p:attrName>
                                        </p:attrNameLst>
                                      </p:cBhvr>
                                      <p:to>
                                        <p:strVal val="visible"/>
                                      </p:to>
                                    </p:set>
                                    <p:anim calcmode="lin" valueType="num">
                                      <p:cBhvr additive="base">
                                        <p:cTn id="67" dur="500" fill="hold"/>
                                        <p:tgtEl>
                                          <p:spTgt spid="38"/>
                                        </p:tgtEl>
                                        <p:attrNameLst>
                                          <p:attrName>ppt_x</p:attrName>
                                        </p:attrNameLst>
                                      </p:cBhvr>
                                      <p:tavLst>
                                        <p:tav tm="0">
                                          <p:val>
                                            <p:strVal val="0-#ppt_w/2"/>
                                          </p:val>
                                        </p:tav>
                                        <p:tav tm="100000">
                                          <p:val>
                                            <p:strVal val="#ppt_x"/>
                                          </p:val>
                                        </p:tav>
                                      </p:tavLst>
                                    </p:anim>
                                    <p:anim calcmode="lin" valueType="num">
                                      <p:cBhvr additive="base">
                                        <p:cTn id="68" dur="500" fill="hold"/>
                                        <p:tgtEl>
                                          <p:spTgt spid="38"/>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0"/>
                                  </p:stCondLst>
                                  <p:childTnLst>
                                    <p:set>
                                      <p:cBhvr>
                                        <p:cTn id="70" dur="1" fill="hold">
                                          <p:stCondLst>
                                            <p:cond delay="0"/>
                                          </p:stCondLst>
                                        </p:cTn>
                                        <p:tgtEl>
                                          <p:spTgt spid="37"/>
                                        </p:tgtEl>
                                        <p:attrNameLst>
                                          <p:attrName>style.visibility</p:attrName>
                                        </p:attrNameLst>
                                      </p:cBhvr>
                                      <p:to>
                                        <p:strVal val="visible"/>
                                      </p:to>
                                    </p:set>
                                    <p:anim calcmode="lin" valueType="num">
                                      <p:cBhvr additive="base">
                                        <p:cTn id="71" dur="500" fill="hold"/>
                                        <p:tgtEl>
                                          <p:spTgt spid="37"/>
                                        </p:tgtEl>
                                        <p:attrNameLst>
                                          <p:attrName>ppt_x</p:attrName>
                                        </p:attrNameLst>
                                      </p:cBhvr>
                                      <p:tavLst>
                                        <p:tav tm="0">
                                          <p:val>
                                            <p:strVal val="0-#ppt_w/2"/>
                                          </p:val>
                                        </p:tav>
                                        <p:tav tm="100000">
                                          <p:val>
                                            <p:strVal val="#ppt_x"/>
                                          </p:val>
                                        </p:tav>
                                      </p:tavLst>
                                    </p:anim>
                                    <p:anim calcmode="lin" valueType="num">
                                      <p:cBhvr additive="base">
                                        <p:cTn id="72" dur="500" fill="hold"/>
                                        <p:tgtEl>
                                          <p:spTgt spid="37"/>
                                        </p:tgtEl>
                                        <p:attrNameLst>
                                          <p:attrName>ppt_y</p:attrName>
                                        </p:attrNameLst>
                                      </p:cBhvr>
                                      <p:tavLst>
                                        <p:tav tm="0">
                                          <p:val>
                                            <p:strVal val="#ppt_y"/>
                                          </p:val>
                                        </p:tav>
                                        <p:tav tm="100000">
                                          <p:val>
                                            <p:strVal val="#ppt_y"/>
                                          </p:val>
                                        </p:tav>
                                      </p:tavLst>
                                    </p:anim>
                                  </p:childTnLst>
                                </p:cTn>
                              </p:par>
                            </p:childTnLst>
                          </p:cTn>
                        </p:par>
                        <p:par>
                          <p:cTn id="73" fill="hold">
                            <p:stCondLst>
                              <p:cond delay="5000"/>
                            </p:stCondLst>
                            <p:childTnLst>
                              <p:par>
                                <p:cTn id="74" presetID="42" presetClass="entr" presetSubtype="0" fill="hold" grpId="0" nodeType="afterEffect">
                                  <p:stCondLst>
                                    <p:cond delay="0"/>
                                  </p:stCondLst>
                                  <p:childTnLst>
                                    <p:set>
                                      <p:cBhvr>
                                        <p:cTn id="75" dur="1" fill="hold">
                                          <p:stCondLst>
                                            <p:cond delay="0"/>
                                          </p:stCondLst>
                                        </p:cTn>
                                        <p:tgtEl>
                                          <p:spTgt spid="40"/>
                                        </p:tgtEl>
                                        <p:attrNameLst>
                                          <p:attrName>style.visibility</p:attrName>
                                        </p:attrNameLst>
                                      </p:cBhvr>
                                      <p:to>
                                        <p:strVal val="visible"/>
                                      </p:to>
                                    </p:set>
                                    <p:animEffect transition="in" filter="fade">
                                      <p:cBhvr>
                                        <p:cTn id="76" dur="1000"/>
                                        <p:tgtEl>
                                          <p:spTgt spid="40"/>
                                        </p:tgtEl>
                                      </p:cBhvr>
                                    </p:animEffect>
                                    <p:anim calcmode="lin" valueType="num">
                                      <p:cBhvr>
                                        <p:cTn id="77" dur="1000" fill="hold"/>
                                        <p:tgtEl>
                                          <p:spTgt spid="40"/>
                                        </p:tgtEl>
                                        <p:attrNameLst>
                                          <p:attrName>ppt_x</p:attrName>
                                        </p:attrNameLst>
                                      </p:cBhvr>
                                      <p:tavLst>
                                        <p:tav tm="0">
                                          <p:val>
                                            <p:strVal val="#ppt_x"/>
                                          </p:val>
                                        </p:tav>
                                        <p:tav tm="100000">
                                          <p:val>
                                            <p:strVal val="#ppt_x"/>
                                          </p:val>
                                        </p:tav>
                                      </p:tavLst>
                                    </p:anim>
                                    <p:anim calcmode="lin" valueType="num">
                                      <p:cBhvr>
                                        <p:cTn id="78" dur="1000" fill="hold"/>
                                        <p:tgtEl>
                                          <p:spTgt spid="40"/>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39"/>
                                        </p:tgtEl>
                                        <p:attrNameLst>
                                          <p:attrName>style.visibility</p:attrName>
                                        </p:attrNameLst>
                                      </p:cBhvr>
                                      <p:to>
                                        <p:strVal val="visible"/>
                                      </p:to>
                                    </p:set>
                                    <p:animEffect transition="in" filter="fade">
                                      <p:cBhvr>
                                        <p:cTn id="81" dur="1000"/>
                                        <p:tgtEl>
                                          <p:spTgt spid="39"/>
                                        </p:tgtEl>
                                      </p:cBhvr>
                                    </p:animEffect>
                                    <p:anim calcmode="lin" valueType="num">
                                      <p:cBhvr>
                                        <p:cTn id="82" dur="1000" fill="hold"/>
                                        <p:tgtEl>
                                          <p:spTgt spid="39"/>
                                        </p:tgtEl>
                                        <p:attrNameLst>
                                          <p:attrName>ppt_x</p:attrName>
                                        </p:attrNameLst>
                                      </p:cBhvr>
                                      <p:tavLst>
                                        <p:tav tm="0">
                                          <p:val>
                                            <p:strVal val="#ppt_x"/>
                                          </p:val>
                                        </p:tav>
                                        <p:tav tm="100000">
                                          <p:val>
                                            <p:strVal val="#ppt_x"/>
                                          </p:val>
                                        </p:tav>
                                      </p:tavLst>
                                    </p:anim>
                                    <p:anim calcmode="lin" valueType="num">
                                      <p:cBhvr>
                                        <p:cTn id="83"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p:bldP spid="28" grpId="0"/>
      <p:bldP spid="29" grpId="0" animBg="1"/>
      <p:bldP spid="30" grpId="0"/>
      <p:bldP spid="31" grpId="0"/>
      <p:bldP spid="32" grpId="0"/>
      <p:bldP spid="33" grpId="0" animBg="1"/>
      <p:bldP spid="34" grpId="0"/>
      <p:bldP spid="35" grpId="0"/>
      <p:bldP spid="36" grpId="0"/>
      <p:bldP spid="37" grpId="0" animBg="1"/>
      <p:bldP spid="38" grpId="0"/>
      <p:bldP spid="39" grpId="0"/>
      <p:bldP spid="4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extLst>
              <a:ext uri="{28A0092B-C50C-407E-A947-70E740481C1C}">
                <a14:useLocalDpi xmlns:a14="http://schemas.microsoft.com/office/drawing/2010/main" val="0"/>
              </a:ext>
            </a:extLst>
          </a:blip>
          <a:srcRect l="93" r="-93" b="51195"/>
          <a:stretch>
            <a:fillRect/>
          </a:stretch>
        </p:blipFill>
        <p:spPr>
          <a:xfrm>
            <a:off x="924132" y="1219258"/>
            <a:ext cx="10277134" cy="2555614"/>
          </a:xfrm>
          <a:prstGeom prst="rect">
            <a:avLst/>
          </a:prstGeom>
        </p:spPr>
      </p:pic>
      <p:grpSp>
        <p:nvGrpSpPr>
          <p:cNvPr id="4" name="组合 3"/>
          <p:cNvGrpSpPr/>
          <p:nvPr/>
        </p:nvGrpSpPr>
        <p:grpSpPr>
          <a:xfrm>
            <a:off x="1373683" y="4091770"/>
            <a:ext cx="3661208" cy="1555887"/>
            <a:chOff x="4898843" y="1576758"/>
            <a:chExt cx="3662339" cy="1556367"/>
          </a:xfrm>
        </p:grpSpPr>
        <p:sp>
          <p:nvSpPr>
            <p:cNvPr id="5" name="矩形 4"/>
            <p:cNvSpPr/>
            <p:nvPr/>
          </p:nvSpPr>
          <p:spPr>
            <a:xfrm>
              <a:off x="4911769" y="1576758"/>
              <a:ext cx="2408441" cy="529757"/>
            </a:xfrm>
            <a:prstGeom prst="rect">
              <a:avLst/>
            </a:prstGeom>
          </p:spPr>
          <p:txBody>
            <a:bodyPr wrap="square" lIns="91403" tIns="45701" rIns="91403" bIns="45701">
              <a:spAutoFit/>
            </a:bodyPr>
            <a:lstStyle/>
            <a:p>
              <a:pPr>
                <a:lnSpc>
                  <a:spcPct val="150000"/>
                </a:lnSpc>
              </a:pPr>
              <a:r>
                <a:rPr lang="zh-CN" altLang="en-US"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 name="矩形 47"/>
            <p:cNvSpPr>
              <a:spLocks noChangeArrowheads="1"/>
            </p:cNvSpPr>
            <p:nvPr/>
          </p:nvSpPr>
          <p:spPr bwMode="auto">
            <a:xfrm>
              <a:off x="4898843" y="2209549"/>
              <a:ext cx="3662339" cy="923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lnSpc>
                  <a:spcPct val="150000"/>
                </a:lnSpc>
                <a:spcBef>
                  <a:spcPct val="0"/>
                </a:spcBef>
                <a:buNone/>
              </a:pPr>
              <a:r>
                <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在此录入上述图表的综合描述说明，在此录入上述图表的综合描述说明，在此录入上述图表的综合描述说明，在此录入上述图表的综合描述说明。</a:t>
              </a:r>
              <a:endPar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7" name="组合 6"/>
          <p:cNvGrpSpPr/>
          <p:nvPr/>
        </p:nvGrpSpPr>
        <p:grpSpPr>
          <a:xfrm>
            <a:off x="7133358" y="4081080"/>
            <a:ext cx="3661208" cy="1463575"/>
            <a:chOff x="4911769" y="1576758"/>
            <a:chExt cx="3662339" cy="1464027"/>
          </a:xfrm>
        </p:grpSpPr>
        <p:sp>
          <p:nvSpPr>
            <p:cNvPr id="8" name="矩形 7"/>
            <p:cNvSpPr/>
            <p:nvPr/>
          </p:nvSpPr>
          <p:spPr>
            <a:xfrm>
              <a:off x="4911769" y="1576758"/>
              <a:ext cx="2408441" cy="529757"/>
            </a:xfrm>
            <a:prstGeom prst="rect">
              <a:avLst/>
            </a:prstGeom>
          </p:spPr>
          <p:txBody>
            <a:bodyPr wrap="square" lIns="91403" tIns="45701" rIns="91403" bIns="45701">
              <a:spAutoFit/>
            </a:bodyPr>
            <a:lstStyle/>
            <a:p>
              <a:pPr>
                <a:lnSpc>
                  <a:spcPct val="150000"/>
                </a:lnSpc>
              </a:pPr>
              <a:r>
                <a:rPr lang="zh-CN" altLang="en-US"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47"/>
            <p:cNvSpPr>
              <a:spLocks noChangeArrowheads="1"/>
            </p:cNvSpPr>
            <p:nvPr/>
          </p:nvSpPr>
          <p:spPr bwMode="auto">
            <a:xfrm>
              <a:off x="4911769" y="2117209"/>
              <a:ext cx="3662339" cy="923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lnSpc>
                  <a:spcPct val="150000"/>
                </a:lnSpc>
                <a:spcBef>
                  <a:spcPct val="0"/>
                </a:spcBef>
                <a:buNone/>
              </a:pPr>
              <a:r>
                <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在此录入上述图表的综合描述说明，在此录入上述图表的综合描述说明，在此录入上述图表的综合描述说明，在此录入上述图表的综合描述说明。</a:t>
              </a:r>
              <a:endPar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10" name="组合 9"/>
          <p:cNvGrpSpPr/>
          <p:nvPr/>
        </p:nvGrpSpPr>
        <p:grpSpPr>
          <a:xfrm>
            <a:off x="0" y="1059"/>
            <a:ext cx="12192001" cy="989605"/>
            <a:chOff x="-1" y="0"/>
            <a:chExt cx="9144001" cy="742204"/>
          </a:xfrm>
        </p:grpSpPr>
        <p:sp>
          <p:nvSpPr>
            <p:cNvPr id="11" name="矩形 10"/>
            <p:cNvSpPr/>
            <p:nvPr/>
          </p:nvSpPr>
          <p:spPr>
            <a:xfrm>
              <a:off x="-1" y="0"/>
              <a:ext cx="762101" cy="742204"/>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 name="矩形 11"/>
            <p:cNvSpPr/>
            <p:nvPr/>
          </p:nvSpPr>
          <p:spPr>
            <a:xfrm>
              <a:off x="816248" y="0"/>
              <a:ext cx="122807" cy="742204"/>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TextBox 8"/>
            <p:cNvSpPr txBox="1"/>
            <p:nvPr/>
          </p:nvSpPr>
          <p:spPr>
            <a:xfrm>
              <a:off x="38104" y="34318"/>
              <a:ext cx="723996" cy="684755"/>
            </a:xfrm>
            <a:prstGeom prst="rect">
              <a:avLst/>
            </a:prstGeom>
            <a:noFill/>
          </p:spPr>
          <p:txBody>
            <a:bodyPr wrap="none" rtlCol="0">
              <a:spAutoFit/>
            </a:bodyPr>
            <a:lstStyle/>
            <a:p>
              <a:pPr algn="r" defTabSz="1218565"/>
              <a:r>
                <a:rPr lang="en-US" altLang="zh-CN"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01</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文本占位符 3"/>
            <p:cNvSpPr txBox="1"/>
            <p:nvPr/>
          </p:nvSpPr>
          <p:spPr>
            <a:xfrm>
              <a:off x="976845" y="166078"/>
              <a:ext cx="4186412" cy="431935"/>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点击输入相关标题</a:t>
              </a:r>
              <a:endPar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矩形 14"/>
            <p:cNvSpPr/>
            <p:nvPr/>
          </p:nvSpPr>
          <p:spPr>
            <a:xfrm flipV="1">
              <a:off x="4033674" y="533830"/>
              <a:ext cx="5110326" cy="45719"/>
            </a:xfrm>
            <a:prstGeom prst="rect">
              <a:avLst/>
            </a:prstGeom>
            <a:solidFill>
              <a:srgbClr val="FB8989"/>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par>
                          <p:cTn id="8" fill="hold">
                            <p:stCondLst>
                              <p:cond delay="500"/>
                            </p:stCondLst>
                            <p:childTnLst>
                              <p:par>
                                <p:cTn id="9" presetID="12" presetClass="entr" presetSubtype="2" fill="hold" nodeType="afterEffect">
                                  <p:stCondLst>
                                    <p:cond delay="1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p:tgtEl>
                                          <p:spTgt spid="4"/>
                                        </p:tgtEl>
                                        <p:attrNameLst>
                                          <p:attrName>ppt_x</p:attrName>
                                        </p:attrNameLst>
                                      </p:cBhvr>
                                      <p:tavLst>
                                        <p:tav tm="0">
                                          <p:val>
                                            <p:strVal val="#ppt_x+#ppt_w*1.125000"/>
                                          </p:val>
                                        </p:tav>
                                        <p:tav tm="100000">
                                          <p:val>
                                            <p:strVal val="#ppt_x"/>
                                          </p:val>
                                        </p:tav>
                                      </p:tavLst>
                                    </p:anim>
                                    <p:animEffect transition="in" filter="wipe(left)">
                                      <p:cBhvr>
                                        <p:cTn id="12" dur="500"/>
                                        <p:tgtEl>
                                          <p:spTgt spid="4"/>
                                        </p:tgtEl>
                                      </p:cBhvr>
                                    </p:animEffect>
                                  </p:childTnLst>
                                </p:cTn>
                              </p:par>
                            </p:childTnLst>
                          </p:cTn>
                        </p:par>
                        <p:par>
                          <p:cTn id="13" fill="hold">
                            <p:stCondLst>
                              <p:cond delay="1100"/>
                            </p:stCondLst>
                            <p:childTnLst>
                              <p:par>
                                <p:cTn id="14" presetID="12" presetClass="entr" presetSubtype="2" fill="hold" nodeType="afterEffect">
                                  <p:stCondLst>
                                    <p:cond delay="10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p:tgtEl>
                                          <p:spTgt spid="7"/>
                                        </p:tgtEl>
                                        <p:attrNameLst>
                                          <p:attrName>ppt_x</p:attrName>
                                        </p:attrNameLst>
                                      </p:cBhvr>
                                      <p:tavLst>
                                        <p:tav tm="0">
                                          <p:val>
                                            <p:strVal val="#ppt_x+#ppt_w*1.125000"/>
                                          </p:val>
                                        </p:tav>
                                        <p:tav tm="100000">
                                          <p:val>
                                            <p:strVal val="#ppt_x"/>
                                          </p:val>
                                        </p:tav>
                                      </p:tavLst>
                                    </p:anim>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22" name="Group 6"/>
          <p:cNvGrpSpPr/>
          <p:nvPr/>
        </p:nvGrpSpPr>
        <p:grpSpPr bwMode="auto">
          <a:xfrm>
            <a:off x="3503085" y="1804459"/>
            <a:ext cx="5183716" cy="4546600"/>
            <a:chOff x="0" y="0"/>
            <a:chExt cx="2449" cy="2148"/>
          </a:xfrm>
        </p:grpSpPr>
        <p:pic>
          <p:nvPicPr>
            <p:cNvPr id="9235" name="Picture 7" descr="iPhone_5S_freebi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2449" cy="2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8"/>
            <p:cNvSpPr>
              <a:spLocks noChangeArrowheads="1"/>
            </p:cNvSpPr>
            <p:nvPr/>
          </p:nvSpPr>
          <p:spPr bwMode="auto">
            <a:xfrm>
              <a:off x="825" y="294"/>
              <a:ext cx="807" cy="1424"/>
            </a:xfrm>
            <a:prstGeom prst="rect">
              <a:avLst/>
            </a:prstGeom>
            <a:blipFill dpi="0" rotWithShape="1">
              <a:blip r:embed="rId2"/>
              <a:srcRect/>
              <a:stretch>
                <a:fillRect r="-7874"/>
              </a:stretch>
            </a:blipFill>
            <a:ln w="6350" cmpd="sng">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Font typeface="Arial" panose="020B0604020202020204" pitchFamily="34" charset="0"/>
                <a:buNone/>
                <a:defRPr/>
              </a:pP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9223" name="Oval 9"/>
          <p:cNvSpPr>
            <a:spLocks noChangeArrowheads="1"/>
          </p:cNvSpPr>
          <p:nvPr/>
        </p:nvSpPr>
        <p:spPr bwMode="auto">
          <a:xfrm>
            <a:off x="7554384" y="2284943"/>
            <a:ext cx="728133" cy="723900"/>
          </a:xfrm>
          <a:prstGeom prst="ellipse">
            <a:avLst/>
          </a:prstGeom>
          <a:solidFill>
            <a:srgbClr val="DA5665"/>
          </a:solidFill>
          <a:ln>
            <a:noFill/>
          </a:ln>
        </p:spPr>
        <p:txBody>
          <a:bodyPr/>
          <a:lstStyle/>
          <a:p>
            <a:pPr algn="ctr"/>
            <a:r>
              <a:rPr lang="zh-CN" altLang="zh-CN" b="1">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4</a:t>
            </a:r>
            <a:endParaRPr lang="zh-CN" altLang="zh-CN" b="1">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24" name="Oval 10"/>
          <p:cNvSpPr>
            <a:spLocks noChangeArrowheads="1"/>
          </p:cNvSpPr>
          <p:nvPr/>
        </p:nvSpPr>
        <p:spPr bwMode="auto">
          <a:xfrm>
            <a:off x="7556500" y="3531659"/>
            <a:ext cx="728133" cy="723900"/>
          </a:xfrm>
          <a:prstGeom prst="ellipse">
            <a:avLst/>
          </a:prstGeom>
          <a:solidFill>
            <a:srgbClr val="FB8989"/>
          </a:solidFill>
          <a:ln>
            <a:noFill/>
          </a:ln>
        </p:spPr>
        <p:txBody>
          <a:bodyPr/>
          <a:lstStyle/>
          <a:p>
            <a:pPr algn="ctr"/>
            <a:r>
              <a:rPr lang="zh-CN" altLang="zh-CN" b="1">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5</a:t>
            </a:r>
            <a:endParaRPr lang="zh-CN" altLang="zh-CN" b="1">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25" name="Oval 11"/>
          <p:cNvSpPr>
            <a:spLocks noChangeArrowheads="1"/>
          </p:cNvSpPr>
          <p:nvPr/>
        </p:nvSpPr>
        <p:spPr bwMode="auto">
          <a:xfrm>
            <a:off x="7556500" y="4763559"/>
            <a:ext cx="728133" cy="723900"/>
          </a:xfrm>
          <a:prstGeom prst="ellipse">
            <a:avLst/>
          </a:prstGeom>
          <a:solidFill>
            <a:srgbClr val="DA5665"/>
          </a:solidFill>
          <a:ln>
            <a:noFill/>
          </a:ln>
        </p:spPr>
        <p:txBody>
          <a:bodyPr/>
          <a:lstStyle/>
          <a:p>
            <a:pPr algn="ctr"/>
            <a:r>
              <a:rPr lang="zh-CN" altLang="zh-CN" b="1">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6</a:t>
            </a:r>
            <a:endParaRPr lang="zh-CN" altLang="zh-CN" b="1">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29" name="Oval 15"/>
          <p:cNvSpPr>
            <a:spLocks noChangeArrowheads="1"/>
          </p:cNvSpPr>
          <p:nvPr/>
        </p:nvSpPr>
        <p:spPr bwMode="auto">
          <a:xfrm>
            <a:off x="3922184" y="2284943"/>
            <a:ext cx="728133" cy="723900"/>
          </a:xfrm>
          <a:prstGeom prst="ellipse">
            <a:avLst/>
          </a:prstGeom>
          <a:solidFill>
            <a:srgbClr val="FB8989"/>
          </a:solidFill>
          <a:ln>
            <a:noFill/>
          </a:ln>
        </p:spPr>
        <p:txBody>
          <a:bodyPr/>
          <a:lstStyle/>
          <a:p>
            <a:pPr algn="ctr"/>
            <a:r>
              <a:rPr lang="zh-CN"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1</a:t>
            </a:r>
            <a:endParaRPr lang="zh-CN"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30" name="Oval 16"/>
          <p:cNvSpPr>
            <a:spLocks noChangeArrowheads="1"/>
          </p:cNvSpPr>
          <p:nvPr/>
        </p:nvSpPr>
        <p:spPr bwMode="auto">
          <a:xfrm>
            <a:off x="3924300" y="3531659"/>
            <a:ext cx="728133" cy="723900"/>
          </a:xfrm>
          <a:prstGeom prst="ellipse">
            <a:avLst/>
          </a:prstGeom>
          <a:solidFill>
            <a:srgbClr val="DA5665"/>
          </a:solidFill>
          <a:ln>
            <a:noFill/>
          </a:ln>
        </p:spPr>
        <p:txBody>
          <a:bodyPr/>
          <a:lstStyle/>
          <a:p>
            <a:pPr algn="ctr"/>
            <a:r>
              <a:rPr lang="zh-CN" altLang="zh-CN" b="1">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2</a:t>
            </a:r>
            <a:endParaRPr lang="zh-CN" altLang="zh-CN" b="1">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31" name="Oval 17"/>
          <p:cNvSpPr>
            <a:spLocks noChangeArrowheads="1"/>
          </p:cNvSpPr>
          <p:nvPr/>
        </p:nvSpPr>
        <p:spPr bwMode="auto">
          <a:xfrm>
            <a:off x="3924300" y="4763559"/>
            <a:ext cx="728133" cy="723900"/>
          </a:xfrm>
          <a:prstGeom prst="ellipse">
            <a:avLst/>
          </a:prstGeom>
          <a:solidFill>
            <a:srgbClr val="FB8989"/>
          </a:solidFill>
          <a:ln>
            <a:noFill/>
          </a:ln>
        </p:spPr>
        <p:txBody>
          <a:bodyPr/>
          <a:lstStyle/>
          <a:p>
            <a:pPr algn="ctr"/>
            <a:r>
              <a:rPr lang="zh-CN" altLang="zh-CN" b="1">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3</a:t>
            </a:r>
            <a:endParaRPr lang="zh-CN" altLang="zh-CN" b="1">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3" name="组合 22"/>
          <p:cNvGrpSpPr/>
          <p:nvPr/>
        </p:nvGrpSpPr>
        <p:grpSpPr>
          <a:xfrm>
            <a:off x="0" y="1059"/>
            <a:ext cx="12192001" cy="989605"/>
            <a:chOff x="-1" y="0"/>
            <a:chExt cx="9144001" cy="742204"/>
          </a:xfrm>
        </p:grpSpPr>
        <p:sp>
          <p:nvSpPr>
            <p:cNvPr id="24" name="矩形 23"/>
            <p:cNvSpPr/>
            <p:nvPr/>
          </p:nvSpPr>
          <p:spPr>
            <a:xfrm>
              <a:off x="-1" y="0"/>
              <a:ext cx="762101" cy="742204"/>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矩形 24"/>
            <p:cNvSpPr/>
            <p:nvPr/>
          </p:nvSpPr>
          <p:spPr>
            <a:xfrm>
              <a:off x="816248" y="0"/>
              <a:ext cx="122807" cy="742204"/>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 name="TextBox 8"/>
            <p:cNvSpPr txBox="1"/>
            <p:nvPr/>
          </p:nvSpPr>
          <p:spPr>
            <a:xfrm>
              <a:off x="38104" y="34318"/>
              <a:ext cx="723996" cy="684755"/>
            </a:xfrm>
            <a:prstGeom prst="rect">
              <a:avLst/>
            </a:prstGeom>
            <a:noFill/>
          </p:spPr>
          <p:txBody>
            <a:bodyPr wrap="none" rtlCol="0">
              <a:spAutoFit/>
            </a:bodyPr>
            <a:lstStyle/>
            <a:p>
              <a:pPr algn="r" defTabSz="1218565"/>
              <a:r>
                <a:rPr lang="en-US" altLang="zh-CN"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01</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文本占位符 3"/>
            <p:cNvSpPr txBox="1"/>
            <p:nvPr/>
          </p:nvSpPr>
          <p:spPr>
            <a:xfrm>
              <a:off x="976845" y="166078"/>
              <a:ext cx="4186412" cy="431935"/>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点击输入相关标题</a:t>
              </a:r>
              <a:endPar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 name="矩形 27"/>
            <p:cNvSpPr/>
            <p:nvPr/>
          </p:nvSpPr>
          <p:spPr>
            <a:xfrm flipV="1">
              <a:off x="4033674" y="533830"/>
              <a:ext cx="5110326" cy="45719"/>
            </a:xfrm>
            <a:prstGeom prst="rect">
              <a:avLst/>
            </a:prstGeom>
            <a:solidFill>
              <a:srgbClr val="FB8989"/>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29" name="组合 28"/>
          <p:cNvGrpSpPr/>
          <p:nvPr/>
        </p:nvGrpSpPr>
        <p:grpSpPr>
          <a:xfrm>
            <a:off x="8391349" y="2115843"/>
            <a:ext cx="3208928" cy="1185177"/>
            <a:chOff x="4911768" y="1682553"/>
            <a:chExt cx="3209919" cy="1185543"/>
          </a:xfrm>
        </p:grpSpPr>
        <p:sp>
          <p:nvSpPr>
            <p:cNvPr id="30" name="矩形 29"/>
            <p:cNvSpPr/>
            <p:nvPr/>
          </p:nvSpPr>
          <p:spPr>
            <a:xfrm>
              <a:off x="4911768" y="1682553"/>
              <a:ext cx="2408441" cy="450224"/>
            </a:xfrm>
            <a:prstGeom prst="rect">
              <a:avLst/>
            </a:prstGeom>
          </p:spPr>
          <p:txBody>
            <a:bodyPr wrap="square" lIns="91403" tIns="45701" rIns="91403" bIns="45701">
              <a:spAutoFit/>
            </a:bodyPr>
            <a:lstStyle/>
            <a:p>
              <a:pPr>
                <a:lnSpc>
                  <a:spcPct val="150000"/>
                </a:lnSpc>
              </a:pPr>
              <a:r>
                <a:rPr lang="zh-CN" altLang="en-US"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矩形 47"/>
            <p:cNvSpPr>
              <a:spLocks noChangeArrowheads="1"/>
            </p:cNvSpPr>
            <p:nvPr/>
          </p:nvSpPr>
          <p:spPr bwMode="auto">
            <a:xfrm>
              <a:off x="4911768" y="2013791"/>
              <a:ext cx="3209919" cy="854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lnSpc>
                  <a:spcPct val="150000"/>
                </a:lnSpc>
                <a:spcBef>
                  <a:spcPct val="0"/>
                </a:spcBef>
                <a:buNone/>
              </a:pPr>
              <a:r>
                <a:rPr lang="zh-CN" altLang="en-US" sz="1100" dirty="0">
                  <a:solidFill>
                    <a:schemeClr val="tx1">
                      <a:lumMod val="65000"/>
                      <a:lumOff val="3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a:t>
              </a:r>
              <a:r>
                <a:rPr lang="zh-CN" altLang="en-US" sz="1100" dirty="0" smtClean="0">
                  <a:solidFill>
                    <a:schemeClr val="tx1">
                      <a:lumMod val="65000"/>
                      <a:lumOff val="3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说明。</a:t>
              </a:r>
              <a:endParaRPr lang="zh-CN" altLang="en-US" sz="1100" dirty="0">
                <a:solidFill>
                  <a:schemeClr val="tx1">
                    <a:lumMod val="65000"/>
                    <a:lumOff val="3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32" name="组合 31"/>
          <p:cNvGrpSpPr/>
          <p:nvPr/>
        </p:nvGrpSpPr>
        <p:grpSpPr>
          <a:xfrm>
            <a:off x="8381940" y="3301020"/>
            <a:ext cx="3208928" cy="1185177"/>
            <a:chOff x="4911768" y="1682553"/>
            <a:chExt cx="3209919" cy="1185543"/>
          </a:xfrm>
        </p:grpSpPr>
        <p:sp>
          <p:nvSpPr>
            <p:cNvPr id="33" name="矩形 32"/>
            <p:cNvSpPr/>
            <p:nvPr/>
          </p:nvSpPr>
          <p:spPr>
            <a:xfrm>
              <a:off x="4911768" y="1682553"/>
              <a:ext cx="2408441" cy="450224"/>
            </a:xfrm>
            <a:prstGeom prst="rect">
              <a:avLst/>
            </a:prstGeom>
          </p:spPr>
          <p:txBody>
            <a:bodyPr wrap="square" lIns="91403" tIns="45701" rIns="91403" bIns="45701">
              <a:spAutoFit/>
            </a:bodyPr>
            <a:lstStyle/>
            <a:p>
              <a:pPr>
                <a:lnSpc>
                  <a:spcPct val="150000"/>
                </a:lnSpc>
              </a:pPr>
              <a:r>
                <a:rPr lang="zh-CN" altLang="en-US"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4" name="矩形 47"/>
            <p:cNvSpPr>
              <a:spLocks noChangeArrowheads="1"/>
            </p:cNvSpPr>
            <p:nvPr/>
          </p:nvSpPr>
          <p:spPr bwMode="auto">
            <a:xfrm>
              <a:off x="4911768" y="2013791"/>
              <a:ext cx="3209919" cy="854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lnSpc>
                  <a:spcPct val="150000"/>
                </a:lnSpc>
                <a:spcBef>
                  <a:spcPct val="0"/>
                </a:spcBef>
                <a:buNone/>
              </a:pPr>
              <a:r>
                <a:rPr lang="zh-CN" altLang="en-US" sz="1100" dirty="0">
                  <a:solidFill>
                    <a:schemeClr val="tx1">
                      <a:lumMod val="65000"/>
                      <a:lumOff val="3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a:t>
              </a:r>
              <a:r>
                <a:rPr lang="zh-CN" altLang="en-US" sz="1100" dirty="0" smtClean="0">
                  <a:solidFill>
                    <a:schemeClr val="tx1">
                      <a:lumMod val="65000"/>
                      <a:lumOff val="3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说明。</a:t>
              </a:r>
              <a:endParaRPr lang="zh-CN" altLang="en-US" sz="1100" dirty="0">
                <a:solidFill>
                  <a:schemeClr val="tx1">
                    <a:lumMod val="65000"/>
                    <a:lumOff val="3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35" name="组合 34"/>
          <p:cNvGrpSpPr/>
          <p:nvPr/>
        </p:nvGrpSpPr>
        <p:grpSpPr>
          <a:xfrm>
            <a:off x="8381940" y="4486197"/>
            <a:ext cx="3208928" cy="1185177"/>
            <a:chOff x="4911768" y="1682553"/>
            <a:chExt cx="3209919" cy="1185543"/>
          </a:xfrm>
        </p:grpSpPr>
        <p:sp>
          <p:nvSpPr>
            <p:cNvPr id="36" name="矩形 35"/>
            <p:cNvSpPr/>
            <p:nvPr/>
          </p:nvSpPr>
          <p:spPr>
            <a:xfrm>
              <a:off x="4911768" y="1682553"/>
              <a:ext cx="2408441" cy="450224"/>
            </a:xfrm>
            <a:prstGeom prst="rect">
              <a:avLst/>
            </a:prstGeom>
          </p:spPr>
          <p:txBody>
            <a:bodyPr wrap="square" lIns="91403" tIns="45701" rIns="91403" bIns="45701">
              <a:spAutoFit/>
            </a:bodyPr>
            <a:lstStyle/>
            <a:p>
              <a:pPr>
                <a:lnSpc>
                  <a:spcPct val="150000"/>
                </a:lnSpc>
              </a:pPr>
              <a:r>
                <a:rPr lang="zh-CN" altLang="en-US"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7" name="矩形 47"/>
            <p:cNvSpPr>
              <a:spLocks noChangeArrowheads="1"/>
            </p:cNvSpPr>
            <p:nvPr/>
          </p:nvSpPr>
          <p:spPr bwMode="auto">
            <a:xfrm>
              <a:off x="4911768" y="2013791"/>
              <a:ext cx="3209919" cy="854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lnSpc>
                  <a:spcPct val="150000"/>
                </a:lnSpc>
                <a:spcBef>
                  <a:spcPct val="0"/>
                </a:spcBef>
                <a:buNone/>
              </a:pPr>
              <a:r>
                <a:rPr lang="zh-CN" altLang="en-US" sz="1100" dirty="0">
                  <a:solidFill>
                    <a:schemeClr val="tx1">
                      <a:lumMod val="65000"/>
                      <a:lumOff val="3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a:t>
              </a:r>
              <a:r>
                <a:rPr lang="zh-CN" altLang="en-US" sz="1100" dirty="0" smtClean="0">
                  <a:solidFill>
                    <a:schemeClr val="tx1">
                      <a:lumMod val="65000"/>
                      <a:lumOff val="3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说明。</a:t>
              </a:r>
              <a:endParaRPr lang="zh-CN" altLang="en-US" sz="1100" dirty="0">
                <a:solidFill>
                  <a:schemeClr val="tx1">
                    <a:lumMod val="65000"/>
                    <a:lumOff val="3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47" name="组合 46"/>
          <p:cNvGrpSpPr/>
          <p:nvPr/>
        </p:nvGrpSpPr>
        <p:grpSpPr>
          <a:xfrm>
            <a:off x="583669" y="2098087"/>
            <a:ext cx="3208928" cy="1202934"/>
            <a:chOff x="4911768" y="1664791"/>
            <a:chExt cx="3209919" cy="1203305"/>
          </a:xfrm>
        </p:grpSpPr>
        <p:sp>
          <p:nvSpPr>
            <p:cNvPr id="48" name="矩形 47"/>
            <p:cNvSpPr/>
            <p:nvPr/>
          </p:nvSpPr>
          <p:spPr>
            <a:xfrm>
              <a:off x="5665553" y="1664791"/>
              <a:ext cx="2408441" cy="450224"/>
            </a:xfrm>
            <a:prstGeom prst="rect">
              <a:avLst/>
            </a:prstGeom>
          </p:spPr>
          <p:txBody>
            <a:bodyPr wrap="square" lIns="91403" tIns="45701" rIns="91403" bIns="45701">
              <a:spAutoFit/>
            </a:bodyPr>
            <a:lstStyle/>
            <a:p>
              <a:pPr algn="r">
                <a:lnSpc>
                  <a:spcPct val="150000"/>
                </a:lnSpc>
              </a:pPr>
              <a:r>
                <a:rPr lang="zh-CN" altLang="en-US"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9" name="矩形 47"/>
            <p:cNvSpPr>
              <a:spLocks noChangeArrowheads="1"/>
            </p:cNvSpPr>
            <p:nvPr/>
          </p:nvSpPr>
          <p:spPr bwMode="auto">
            <a:xfrm>
              <a:off x="4911768" y="2013791"/>
              <a:ext cx="3209919" cy="854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lgn="r">
                <a:lnSpc>
                  <a:spcPct val="150000"/>
                </a:lnSpc>
                <a:spcBef>
                  <a:spcPct val="0"/>
                </a:spcBef>
                <a:buNone/>
              </a:pPr>
              <a:r>
                <a:rPr lang="zh-CN" altLang="en-US" sz="1100" dirty="0">
                  <a:solidFill>
                    <a:schemeClr val="tx1">
                      <a:lumMod val="65000"/>
                      <a:lumOff val="3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a:t>
              </a:r>
              <a:r>
                <a:rPr lang="zh-CN" altLang="en-US" sz="1100" dirty="0" smtClean="0">
                  <a:solidFill>
                    <a:schemeClr val="tx1">
                      <a:lumMod val="65000"/>
                      <a:lumOff val="3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说明。</a:t>
              </a:r>
              <a:endParaRPr lang="zh-CN" altLang="en-US" sz="1100" dirty="0">
                <a:solidFill>
                  <a:schemeClr val="tx1">
                    <a:lumMod val="65000"/>
                    <a:lumOff val="3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50" name="组合 49"/>
          <p:cNvGrpSpPr/>
          <p:nvPr/>
        </p:nvGrpSpPr>
        <p:grpSpPr>
          <a:xfrm>
            <a:off x="574260" y="3277762"/>
            <a:ext cx="3208928" cy="1208435"/>
            <a:chOff x="4911768" y="1659288"/>
            <a:chExt cx="3209919" cy="1208808"/>
          </a:xfrm>
        </p:grpSpPr>
        <p:sp>
          <p:nvSpPr>
            <p:cNvPr id="51" name="矩形 50"/>
            <p:cNvSpPr/>
            <p:nvPr/>
          </p:nvSpPr>
          <p:spPr>
            <a:xfrm>
              <a:off x="5643729" y="1659288"/>
              <a:ext cx="2408441" cy="450224"/>
            </a:xfrm>
            <a:prstGeom prst="rect">
              <a:avLst/>
            </a:prstGeom>
          </p:spPr>
          <p:txBody>
            <a:bodyPr wrap="square" lIns="91403" tIns="45701" rIns="91403" bIns="45701">
              <a:spAutoFit/>
            </a:bodyPr>
            <a:lstStyle/>
            <a:p>
              <a:pPr algn="r">
                <a:lnSpc>
                  <a:spcPct val="150000"/>
                </a:lnSpc>
              </a:pPr>
              <a:r>
                <a:rPr lang="zh-CN" altLang="en-US"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2" name="矩形 47"/>
            <p:cNvSpPr>
              <a:spLocks noChangeArrowheads="1"/>
            </p:cNvSpPr>
            <p:nvPr/>
          </p:nvSpPr>
          <p:spPr bwMode="auto">
            <a:xfrm>
              <a:off x="4911768" y="2013791"/>
              <a:ext cx="3209919" cy="854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lgn="r">
                <a:lnSpc>
                  <a:spcPct val="150000"/>
                </a:lnSpc>
                <a:spcBef>
                  <a:spcPct val="0"/>
                </a:spcBef>
                <a:buNone/>
              </a:pPr>
              <a:r>
                <a:rPr lang="zh-CN" altLang="en-US" sz="1100" dirty="0">
                  <a:solidFill>
                    <a:schemeClr val="tx1">
                      <a:lumMod val="65000"/>
                      <a:lumOff val="3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a:t>
              </a:r>
              <a:r>
                <a:rPr lang="zh-CN" altLang="en-US" sz="1100" dirty="0" smtClean="0">
                  <a:solidFill>
                    <a:schemeClr val="tx1">
                      <a:lumMod val="65000"/>
                      <a:lumOff val="3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说明。</a:t>
              </a:r>
              <a:endParaRPr lang="zh-CN" altLang="en-US" sz="1100" dirty="0">
                <a:solidFill>
                  <a:schemeClr val="tx1">
                    <a:lumMod val="65000"/>
                    <a:lumOff val="3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53" name="组合 52"/>
          <p:cNvGrpSpPr/>
          <p:nvPr/>
        </p:nvGrpSpPr>
        <p:grpSpPr>
          <a:xfrm>
            <a:off x="574260" y="4486119"/>
            <a:ext cx="3208928" cy="1185255"/>
            <a:chOff x="4911768" y="1682475"/>
            <a:chExt cx="3209919" cy="1185621"/>
          </a:xfrm>
        </p:grpSpPr>
        <p:sp>
          <p:nvSpPr>
            <p:cNvPr id="54" name="矩形 53"/>
            <p:cNvSpPr/>
            <p:nvPr/>
          </p:nvSpPr>
          <p:spPr>
            <a:xfrm>
              <a:off x="5674964" y="1682475"/>
              <a:ext cx="2408441" cy="450224"/>
            </a:xfrm>
            <a:prstGeom prst="rect">
              <a:avLst/>
            </a:prstGeom>
          </p:spPr>
          <p:txBody>
            <a:bodyPr wrap="square" lIns="91403" tIns="45701" rIns="91403" bIns="45701">
              <a:spAutoFit/>
            </a:bodyPr>
            <a:lstStyle/>
            <a:p>
              <a:pPr algn="r">
                <a:lnSpc>
                  <a:spcPct val="150000"/>
                </a:lnSpc>
              </a:pPr>
              <a:r>
                <a:rPr lang="zh-CN" altLang="en-US"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5" name="矩形 47"/>
            <p:cNvSpPr>
              <a:spLocks noChangeArrowheads="1"/>
            </p:cNvSpPr>
            <p:nvPr/>
          </p:nvSpPr>
          <p:spPr bwMode="auto">
            <a:xfrm>
              <a:off x="4911768" y="2013791"/>
              <a:ext cx="3209919" cy="854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lgn="r">
                <a:lnSpc>
                  <a:spcPct val="150000"/>
                </a:lnSpc>
                <a:spcBef>
                  <a:spcPct val="0"/>
                </a:spcBef>
                <a:buNone/>
              </a:pPr>
              <a:r>
                <a:rPr lang="zh-CN" altLang="en-US" sz="1100" dirty="0">
                  <a:solidFill>
                    <a:schemeClr val="tx1">
                      <a:lumMod val="65000"/>
                      <a:lumOff val="3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a:t>
              </a:r>
              <a:r>
                <a:rPr lang="zh-CN" altLang="en-US" sz="1100" dirty="0" smtClean="0">
                  <a:solidFill>
                    <a:schemeClr val="tx1">
                      <a:lumMod val="65000"/>
                      <a:lumOff val="3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说明。</a:t>
              </a:r>
              <a:endParaRPr lang="zh-CN" altLang="en-US" sz="1100" dirty="0">
                <a:solidFill>
                  <a:schemeClr val="tx1">
                    <a:lumMod val="65000"/>
                    <a:lumOff val="3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9222"/>
                                        </p:tgtEl>
                                        <p:attrNameLst>
                                          <p:attrName>style.visibility</p:attrName>
                                        </p:attrNameLst>
                                      </p:cBhvr>
                                      <p:to>
                                        <p:strVal val="visible"/>
                                      </p:to>
                                    </p:set>
                                    <p:animEffect transition="in" filter="fade">
                                      <p:cBhvr>
                                        <p:cTn id="7" dur="1000"/>
                                        <p:tgtEl>
                                          <p:spTgt spid="9222"/>
                                        </p:tgtEl>
                                      </p:cBhvr>
                                    </p:animEffect>
                                    <p:anim calcmode="lin" valueType="num">
                                      <p:cBhvr>
                                        <p:cTn id="8" dur="1000" fill="hold"/>
                                        <p:tgtEl>
                                          <p:spTgt spid="9222"/>
                                        </p:tgtEl>
                                        <p:attrNameLst>
                                          <p:attrName>ppt_x</p:attrName>
                                        </p:attrNameLst>
                                      </p:cBhvr>
                                      <p:tavLst>
                                        <p:tav tm="0">
                                          <p:val>
                                            <p:strVal val="#ppt_x"/>
                                          </p:val>
                                        </p:tav>
                                        <p:tav tm="100000">
                                          <p:val>
                                            <p:strVal val="#ppt_x"/>
                                          </p:val>
                                        </p:tav>
                                      </p:tavLst>
                                    </p:anim>
                                    <p:anim calcmode="lin" valueType="num">
                                      <p:cBhvr>
                                        <p:cTn id="9" dur="1000" fill="hold"/>
                                        <p:tgtEl>
                                          <p:spTgt spid="922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9229"/>
                                        </p:tgtEl>
                                        <p:attrNameLst>
                                          <p:attrName>style.visibility</p:attrName>
                                        </p:attrNameLst>
                                      </p:cBhvr>
                                      <p:to>
                                        <p:strVal val="visible"/>
                                      </p:to>
                                    </p:set>
                                    <p:anim calcmode="lin" valueType="num">
                                      <p:cBhvr>
                                        <p:cTn id="13" dur="500" fill="hold"/>
                                        <p:tgtEl>
                                          <p:spTgt spid="9229"/>
                                        </p:tgtEl>
                                        <p:attrNameLst>
                                          <p:attrName>ppt_w</p:attrName>
                                        </p:attrNameLst>
                                      </p:cBhvr>
                                      <p:tavLst>
                                        <p:tav tm="0">
                                          <p:val>
                                            <p:fltVal val="0"/>
                                          </p:val>
                                        </p:tav>
                                        <p:tav tm="100000">
                                          <p:val>
                                            <p:strVal val="#ppt_w"/>
                                          </p:val>
                                        </p:tav>
                                      </p:tavLst>
                                    </p:anim>
                                    <p:anim calcmode="lin" valueType="num">
                                      <p:cBhvr>
                                        <p:cTn id="14" dur="500" fill="hold"/>
                                        <p:tgtEl>
                                          <p:spTgt spid="9229"/>
                                        </p:tgtEl>
                                        <p:attrNameLst>
                                          <p:attrName>ppt_h</p:attrName>
                                        </p:attrNameLst>
                                      </p:cBhvr>
                                      <p:tavLst>
                                        <p:tav tm="0">
                                          <p:val>
                                            <p:fltVal val="0"/>
                                          </p:val>
                                        </p:tav>
                                        <p:tav tm="100000">
                                          <p:val>
                                            <p:strVal val="#ppt_h"/>
                                          </p:val>
                                        </p:tav>
                                      </p:tavLst>
                                    </p:anim>
                                    <p:animEffect transition="in" filter="fade">
                                      <p:cBhvr>
                                        <p:cTn id="15" dur="500"/>
                                        <p:tgtEl>
                                          <p:spTgt spid="9229"/>
                                        </p:tgtEl>
                                      </p:cBhvr>
                                    </p:animEffect>
                                  </p:childTnLst>
                                </p:cTn>
                              </p:par>
                            </p:childTnLst>
                          </p:cTn>
                        </p:par>
                        <p:par>
                          <p:cTn id="16" fill="hold">
                            <p:stCondLst>
                              <p:cond delay="1500"/>
                            </p:stCondLst>
                            <p:childTnLst>
                              <p:par>
                                <p:cTn id="17" presetID="53" presetClass="entr" presetSubtype="16" fill="hold" grpId="0" nodeType="afterEffect">
                                  <p:stCondLst>
                                    <p:cond delay="0"/>
                                  </p:stCondLst>
                                  <p:childTnLst>
                                    <p:set>
                                      <p:cBhvr>
                                        <p:cTn id="18" dur="1" fill="hold">
                                          <p:stCondLst>
                                            <p:cond delay="0"/>
                                          </p:stCondLst>
                                        </p:cTn>
                                        <p:tgtEl>
                                          <p:spTgt spid="9230"/>
                                        </p:tgtEl>
                                        <p:attrNameLst>
                                          <p:attrName>style.visibility</p:attrName>
                                        </p:attrNameLst>
                                      </p:cBhvr>
                                      <p:to>
                                        <p:strVal val="visible"/>
                                      </p:to>
                                    </p:set>
                                    <p:anim calcmode="lin" valueType="num">
                                      <p:cBhvr>
                                        <p:cTn id="19" dur="500" fill="hold"/>
                                        <p:tgtEl>
                                          <p:spTgt spid="9230"/>
                                        </p:tgtEl>
                                        <p:attrNameLst>
                                          <p:attrName>ppt_w</p:attrName>
                                        </p:attrNameLst>
                                      </p:cBhvr>
                                      <p:tavLst>
                                        <p:tav tm="0">
                                          <p:val>
                                            <p:fltVal val="0"/>
                                          </p:val>
                                        </p:tav>
                                        <p:tav tm="100000">
                                          <p:val>
                                            <p:strVal val="#ppt_w"/>
                                          </p:val>
                                        </p:tav>
                                      </p:tavLst>
                                    </p:anim>
                                    <p:anim calcmode="lin" valueType="num">
                                      <p:cBhvr>
                                        <p:cTn id="20" dur="500" fill="hold"/>
                                        <p:tgtEl>
                                          <p:spTgt spid="9230"/>
                                        </p:tgtEl>
                                        <p:attrNameLst>
                                          <p:attrName>ppt_h</p:attrName>
                                        </p:attrNameLst>
                                      </p:cBhvr>
                                      <p:tavLst>
                                        <p:tav tm="0">
                                          <p:val>
                                            <p:fltVal val="0"/>
                                          </p:val>
                                        </p:tav>
                                        <p:tav tm="100000">
                                          <p:val>
                                            <p:strVal val="#ppt_h"/>
                                          </p:val>
                                        </p:tav>
                                      </p:tavLst>
                                    </p:anim>
                                    <p:animEffect transition="in" filter="fade">
                                      <p:cBhvr>
                                        <p:cTn id="21" dur="500"/>
                                        <p:tgtEl>
                                          <p:spTgt spid="9230"/>
                                        </p:tgtEl>
                                      </p:cBhvr>
                                    </p:animEffect>
                                  </p:childTnLst>
                                </p:cTn>
                              </p:par>
                            </p:childTnLst>
                          </p:cTn>
                        </p:par>
                        <p:par>
                          <p:cTn id="22" fill="hold">
                            <p:stCondLst>
                              <p:cond delay="2000"/>
                            </p:stCondLst>
                            <p:childTnLst>
                              <p:par>
                                <p:cTn id="23" presetID="53" presetClass="entr" presetSubtype="16" fill="hold" grpId="0" nodeType="afterEffect">
                                  <p:stCondLst>
                                    <p:cond delay="0"/>
                                  </p:stCondLst>
                                  <p:childTnLst>
                                    <p:set>
                                      <p:cBhvr>
                                        <p:cTn id="24" dur="1" fill="hold">
                                          <p:stCondLst>
                                            <p:cond delay="0"/>
                                          </p:stCondLst>
                                        </p:cTn>
                                        <p:tgtEl>
                                          <p:spTgt spid="9231"/>
                                        </p:tgtEl>
                                        <p:attrNameLst>
                                          <p:attrName>style.visibility</p:attrName>
                                        </p:attrNameLst>
                                      </p:cBhvr>
                                      <p:to>
                                        <p:strVal val="visible"/>
                                      </p:to>
                                    </p:set>
                                    <p:anim calcmode="lin" valueType="num">
                                      <p:cBhvr>
                                        <p:cTn id="25" dur="500" fill="hold"/>
                                        <p:tgtEl>
                                          <p:spTgt spid="9231"/>
                                        </p:tgtEl>
                                        <p:attrNameLst>
                                          <p:attrName>ppt_w</p:attrName>
                                        </p:attrNameLst>
                                      </p:cBhvr>
                                      <p:tavLst>
                                        <p:tav tm="0">
                                          <p:val>
                                            <p:fltVal val="0"/>
                                          </p:val>
                                        </p:tav>
                                        <p:tav tm="100000">
                                          <p:val>
                                            <p:strVal val="#ppt_w"/>
                                          </p:val>
                                        </p:tav>
                                      </p:tavLst>
                                    </p:anim>
                                    <p:anim calcmode="lin" valueType="num">
                                      <p:cBhvr>
                                        <p:cTn id="26" dur="500" fill="hold"/>
                                        <p:tgtEl>
                                          <p:spTgt spid="9231"/>
                                        </p:tgtEl>
                                        <p:attrNameLst>
                                          <p:attrName>ppt_h</p:attrName>
                                        </p:attrNameLst>
                                      </p:cBhvr>
                                      <p:tavLst>
                                        <p:tav tm="0">
                                          <p:val>
                                            <p:fltVal val="0"/>
                                          </p:val>
                                        </p:tav>
                                        <p:tav tm="100000">
                                          <p:val>
                                            <p:strVal val="#ppt_h"/>
                                          </p:val>
                                        </p:tav>
                                      </p:tavLst>
                                    </p:anim>
                                    <p:animEffect transition="in" filter="fade">
                                      <p:cBhvr>
                                        <p:cTn id="27" dur="500"/>
                                        <p:tgtEl>
                                          <p:spTgt spid="9231"/>
                                        </p:tgtEl>
                                      </p:cBhvr>
                                    </p:animEffect>
                                  </p:childTnLst>
                                </p:cTn>
                              </p:par>
                            </p:childTnLst>
                          </p:cTn>
                        </p:par>
                        <p:par>
                          <p:cTn id="28" fill="hold">
                            <p:stCondLst>
                              <p:cond delay="2500"/>
                            </p:stCondLst>
                            <p:childTnLst>
                              <p:par>
                                <p:cTn id="29" presetID="53" presetClass="entr" presetSubtype="16" fill="hold" grpId="0" nodeType="afterEffect">
                                  <p:stCondLst>
                                    <p:cond delay="0"/>
                                  </p:stCondLst>
                                  <p:childTnLst>
                                    <p:set>
                                      <p:cBhvr>
                                        <p:cTn id="30" dur="1" fill="hold">
                                          <p:stCondLst>
                                            <p:cond delay="0"/>
                                          </p:stCondLst>
                                        </p:cTn>
                                        <p:tgtEl>
                                          <p:spTgt spid="9223"/>
                                        </p:tgtEl>
                                        <p:attrNameLst>
                                          <p:attrName>style.visibility</p:attrName>
                                        </p:attrNameLst>
                                      </p:cBhvr>
                                      <p:to>
                                        <p:strVal val="visible"/>
                                      </p:to>
                                    </p:set>
                                    <p:anim calcmode="lin" valueType="num">
                                      <p:cBhvr>
                                        <p:cTn id="31" dur="500" fill="hold"/>
                                        <p:tgtEl>
                                          <p:spTgt spid="9223"/>
                                        </p:tgtEl>
                                        <p:attrNameLst>
                                          <p:attrName>ppt_w</p:attrName>
                                        </p:attrNameLst>
                                      </p:cBhvr>
                                      <p:tavLst>
                                        <p:tav tm="0">
                                          <p:val>
                                            <p:fltVal val="0"/>
                                          </p:val>
                                        </p:tav>
                                        <p:tav tm="100000">
                                          <p:val>
                                            <p:strVal val="#ppt_w"/>
                                          </p:val>
                                        </p:tav>
                                      </p:tavLst>
                                    </p:anim>
                                    <p:anim calcmode="lin" valueType="num">
                                      <p:cBhvr>
                                        <p:cTn id="32" dur="500" fill="hold"/>
                                        <p:tgtEl>
                                          <p:spTgt spid="9223"/>
                                        </p:tgtEl>
                                        <p:attrNameLst>
                                          <p:attrName>ppt_h</p:attrName>
                                        </p:attrNameLst>
                                      </p:cBhvr>
                                      <p:tavLst>
                                        <p:tav tm="0">
                                          <p:val>
                                            <p:fltVal val="0"/>
                                          </p:val>
                                        </p:tav>
                                        <p:tav tm="100000">
                                          <p:val>
                                            <p:strVal val="#ppt_h"/>
                                          </p:val>
                                        </p:tav>
                                      </p:tavLst>
                                    </p:anim>
                                    <p:animEffect transition="in" filter="fade">
                                      <p:cBhvr>
                                        <p:cTn id="33" dur="500"/>
                                        <p:tgtEl>
                                          <p:spTgt spid="9223"/>
                                        </p:tgtEl>
                                      </p:cBhvr>
                                    </p:animEffect>
                                  </p:childTnLst>
                                </p:cTn>
                              </p:par>
                            </p:childTnLst>
                          </p:cTn>
                        </p:par>
                        <p:par>
                          <p:cTn id="34" fill="hold">
                            <p:stCondLst>
                              <p:cond delay="3000"/>
                            </p:stCondLst>
                            <p:childTnLst>
                              <p:par>
                                <p:cTn id="35" presetID="53" presetClass="entr" presetSubtype="16" fill="hold" grpId="0" nodeType="afterEffect">
                                  <p:stCondLst>
                                    <p:cond delay="0"/>
                                  </p:stCondLst>
                                  <p:childTnLst>
                                    <p:set>
                                      <p:cBhvr>
                                        <p:cTn id="36" dur="1" fill="hold">
                                          <p:stCondLst>
                                            <p:cond delay="0"/>
                                          </p:stCondLst>
                                        </p:cTn>
                                        <p:tgtEl>
                                          <p:spTgt spid="9224"/>
                                        </p:tgtEl>
                                        <p:attrNameLst>
                                          <p:attrName>style.visibility</p:attrName>
                                        </p:attrNameLst>
                                      </p:cBhvr>
                                      <p:to>
                                        <p:strVal val="visible"/>
                                      </p:to>
                                    </p:set>
                                    <p:anim calcmode="lin" valueType="num">
                                      <p:cBhvr>
                                        <p:cTn id="37" dur="500" fill="hold"/>
                                        <p:tgtEl>
                                          <p:spTgt spid="9224"/>
                                        </p:tgtEl>
                                        <p:attrNameLst>
                                          <p:attrName>ppt_w</p:attrName>
                                        </p:attrNameLst>
                                      </p:cBhvr>
                                      <p:tavLst>
                                        <p:tav tm="0">
                                          <p:val>
                                            <p:fltVal val="0"/>
                                          </p:val>
                                        </p:tav>
                                        <p:tav tm="100000">
                                          <p:val>
                                            <p:strVal val="#ppt_w"/>
                                          </p:val>
                                        </p:tav>
                                      </p:tavLst>
                                    </p:anim>
                                    <p:anim calcmode="lin" valueType="num">
                                      <p:cBhvr>
                                        <p:cTn id="38" dur="500" fill="hold"/>
                                        <p:tgtEl>
                                          <p:spTgt spid="9224"/>
                                        </p:tgtEl>
                                        <p:attrNameLst>
                                          <p:attrName>ppt_h</p:attrName>
                                        </p:attrNameLst>
                                      </p:cBhvr>
                                      <p:tavLst>
                                        <p:tav tm="0">
                                          <p:val>
                                            <p:fltVal val="0"/>
                                          </p:val>
                                        </p:tav>
                                        <p:tav tm="100000">
                                          <p:val>
                                            <p:strVal val="#ppt_h"/>
                                          </p:val>
                                        </p:tav>
                                      </p:tavLst>
                                    </p:anim>
                                    <p:animEffect transition="in" filter="fade">
                                      <p:cBhvr>
                                        <p:cTn id="39" dur="500"/>
                                        <p:tgtEl>
                                          <p:spTgt spid="9224"/>
                                        </p:tgtEl>
                                      </p:cBhvr>
                                    </p:animEffect>
                                  </p:childTnLst>
                                </p:cTn>
                              </p:par>
                            </p:childTnLst>
                          </p:cTn>
                        </p:par>
                        <p:par>
                          <p:cTn id="40" fill="hold">
                            <p:stCondLst>
                              <p:cond delay="3500"/>
                            </p:stCondLst>
                            <p:childTnLst>
                              <p:par>
                                <p:cTn id="41" presetID="53" presetClass="entr" presetSubtype="16" fill="hold" grpId="0" nodeType="afterEffect">
                                  <p:stCondLst>
                                    <p:cond delay="0"/>
                                  </p:stCondLst>
                                  <p:childTnLst>
                                    <p:set>
                                      <p:cBhvr>
                                        <p:cTn id="42" dur="1" fill="hold">
                                          <p:stCondLst>
                                            <p:cond delay="0"/>
                                          </p:stCondLst>
                                        </p:cTn>
                                        <p:tgtEl>
                                          <p:spTgt spid="9225"/>
                                        </p:tgtEl>
                                        <p:attrNameLst>
                                          <p:attrName>style.visibility</p:attrName>
                                        </p:attrNameLst>
                                      </p:cBhvr>
                                      <p:to>
                                        <p:strVal val="visible"/>
                                      </p:to>
                                    </p:set>
                                    <p:anim calcmode="lin" valueType="num">
                                      <p:cBhvr>
                                        <p:cTn id="43" dur="500" fill="hold"/>
                                        <p:tgtEl>
                                          <p:spTgt spid="9225"/>
                                        </p:tgtEl>
                                        <p:attrNameLst>
                                          <p:attrName>ppt_w</p:attrName>
                                        </p:attrNameLst>
                                      </p:cBhvr>
                                      <p:tavLst>
                                        <p:tav tm="0">
                                          <p:val>
                                            <p:fltVal val="0"/>
                                          </p:val>
                                        </p:tav>
                                        <p:tav tm="100000">
                                          <p:val>
                                            <p:strVal val="#ppt_w"/>
                                          </p:val>
                                        </p:tav>
                                      </p:tavLst>
                                    </p:anim>
                                    <p:anim calcmode="lin" valueType="num">
                                      <p:cBhvr>
                                        <p:cTn id="44" dur="500" fill="hold"/>
                                        <p:tgtEl>
                                          <p:spTgt spid="9225"/>
                                        </p:tgtEl>
                                        <p:attrNameLst>
                                          <p:attrName>ppt_h</p:attrName>
                                        </p:attrNameLst>
                                      </p:cBhvr>
                                      <p:tavLst>
                                        <p:tav tm="0">
                                          <p:val>
                                            <p:fltVal val="0"/>
                                          </p:val>
                                        </p:tav>
                                        <p:tav tm="100000">
                                          <p:val>
                                            <p:strVal val="#ppt_h"/>
                                          </p:val>
                                        </p:tav>
                                      </p:tavLst>
                                    </p:anim>
                                    <p:animEffect transition="in" filter="fade">
                                      <p:cBhvr>
                                        <p:cTn id="45" dur="500"/>
                                        <p:tgtEl>
                                          <p:spTgt spid="9225"/>
                                        </p:tgtEl>
                                      </p:cBhvr>
                                    </p:animEffect>
                                  </p:childTnLst>
                                </p:cTn>
                              </p:par>
                            </p:childTnLst>
                          </p:cTn>
                        </p:par>
                        <p:par>
                          <p:cTn id="46" fill="hold">
                            <p:stCondLst>
                              <p:cond delay="4000"/>
                            </p:stCondLst>
                            <p:childTnLst>
                              <p:par>
                                <p:cTn id="47" presetID="12" presetClass="entr" presetSubtype="2" fill="hold" nodeType="afterEffect">
                                  <p:stCondLst>
                                    <p:cond delay="100"/>
                                  </p:stCondLst>
                                  <p:childTnLst>
                                    <p:set>
                                      <p:cBhvr>
                                        <p:cTn id="48" dur="1" fill="hold">
                                          <p:stCondLst>
                                            <p:cond delay="0"/>
                                          </p:stCondLst>
                                        </p:cTn>
                                        <p:tgtEl>
                                          <p:spTgt spid="29"/>
                                        </p:tgtEl>
                                        <p:attrNameLst>
                                          <p:attrName>style.visibility</p:attrName>
                                        </p:attrNameLst>
                                      </p:cBhvr>
                                      <p:to>
                                        <p:strVal val="visible"/>
                                      </p:to>
                                    </p:set>
                                    <p:anim calcmode="lin" valueType="num">
                                      <p:cBhvr additive="base">
                                        <p:cTn id="49" dur="500"/>
                                        <p:tgtEl>
                                          <p:spTgt spid="29"/>
                                        </p:tgtEl>
                                        <p:attrNameLst>
                                          <p:attrName>ppt_x</p:attrName>
                                        </p:attrNameLst>
                                      </p:cBhvr>
                                      <p:tavLst>
                                        <p:tav tm="0">
                                          <p:val>
                                            <p:strVal val="#ppt_x+#ppt_w*1.125000"/>
                                          </p:val>
                                        </p:tav>
                                        <p:tav tm="100000">
                                          <p:val>
                                            <p:strVal val="#ppt_x"/>
                                          </p:val>
                                        </p:tav>
                                      </p:tavLst>
                                    </p:anim>
                                    <p:animEffect transition="in" filter="wipe(left)">
                                      <p:cBhvr>
                                        <p:cTn id="50" dur="500"/>
                                        <p:tgtEl>
                                          <p:spTgt spid="29"/>
                                        </p:tgtEl>
                                      </p:cBhvr>
                                    </p:animEffect>
                                  </p:childTnLst>
                                </p:cTn>
                              </p:par>
                            </p:childTnLst>
                          </p:cTn>
                        </p:par>
                        <p:par>
                          <p:cTn id="51" fill="hold">
                            <p:stCondLst>
                              <p:cond delay="4600"/>
                            </p:stCondLst>
                            <p:childTnLst>
                              <p:par>
                                <p:cTn id="52" presetID="12" presetClass="entr" presetSubtype="2" fill="hold" nodeType="afterEffect">
                                  <p:stCondLst>
                                    <p:cond delay="100"/>
                                  </p:stCondLst>
                                  <p:childTnLst>
                                    <p:set>
                                      <p:cBhvr>
                                        <p:cTn id="53" dur="1" fill="hold">
                                          <p:stCondLst>
                                            <p:cond delay="0"/>
                                          </p:stCondLst>
                                        </p:cTn>
                                        <p:tgtEl>
                                          <p:spTgt spid="32"/>
                                        </p:tgtEl>
                                        <p:attrNameLst>
                                          <p:attrName>style.visibility</p:attrName>
                                        </p:attrNameLst>
                                      </p:cBhvr>
                                      <p:to>
                                        <p:strVal val="visible"/>
                                      </p:to>
                                    </p:set>
                                    <p:anim calcmode="lin" valueType="num">
                                      <p:cBhvr additive="base">
                                        <p:cTn id="54" dur="500"/>
                                        <p:tgtEl>
                                          <p:spTgt spid="32"/>
                                        </p:tgtEl>
                                        <p:attrNameLst>
                                          <p:attrName>ppt_x</p:attrName>
                                        </p:attrNameLst>
                                      </p:cBhvr>
                                      <p:tavLst>
                                        <p:tav tm="0">
                                          <p:val>
                                            <p:strVal val="#ppt_x+#ppt_w*1.125000"/>
                                          </p:val>
                                        </p:tav>
                                        <p:tav tm="100000">
                                          <p:val>
                                            <p:strVal val="#ppt_x"/>
                                          </p:val>
                                        </p:tav>
                                      </p:tavLst>
                                    </p:anim>
                                    <p:animEffect transition="in" filter="wipe(left)">
                                      <p:cBhvr>
                                        <p:cTn id="55" dur="500"/>
                                        <p:tgtEl>
                                          <p:spTgt spid="32"/>
                                        </p:tgtEl>
                                      </p:cBhvr>
                                    </p:animEffect>
                                  </p:childTnLst>
                                </p:cTn>
                              </p:par>
                            </p:childTnLst>
                          </p:cTn>
                        </p:par>
                        <p:par>
                          <p:cTn id="56" fill="hold">
                            <p:stCondLst>
                              <p:cond delay="5200"/>
                            </p:stCondLst>
                            <p:childTnLst>
                              <p:par>
                                <p:cTn id="57" presetID="12" presetClass="entr" presetSubtype="2" fill="hold" nodeType="afterEffect">
                                  <p:stCondLst>
                                    <p:cond delay="100"/>
                                  </p:stCondLst>
                                  <p:childTnLst>
                                    <p:set>
                                      <p:cBhvr>
                                        <p:cTn id="58" dur="1" fill="hold">
                                          <p:stCondLst>
                                            <p:cond delay="0"/>
                                          </p:stCondLst>
                                        </p:cTn>
                                        <p:tgtEl>
                                          <p:spTgt spid="35"/>
                                        </p:tgtEl>
                                        <p:attrNameLst>
                                          <p:attrName>style.visibility</p:attrName>
                                        </p:attrNameLst>
                                      </p:cBhvr>
                                      <p:to>
                                        <p:strVal val="visible"/>
                                      </p:to>
                                    </p:set>
                                    <p:anim calcmode="lin" valueType="num">
                                      <p:cBhvr additive="base">
                                        <p:cTn id="59" dur="500"/>
                                        <p:tgtEl>
                                          <p:spTgt spid="35"/>
                                        </p:tgtEl>
                                        <p:attrNameLst>
                                          <p:attrName>ppt_x</p:attrName>
                                        </p:attrNameLst>
                                      </p:cBhvr>
                                      <p:tavLst>
                                        <p:tav tm="0">
                                          <p:val>
                                            <p:strVal val="#ppt_x+#ppt_w*1.125000"/>
                                          </p:val>
                                        </p:tav>
                                        <p:tav tm="100000">
                                          <p:val>
                                            <p:strVal val="#ppt_x"/>
                                          </p:val>
                                        </p:tav>
                                      </p:tavLst>
                                    </p:anim>
                                    <p:animEffect transition="in" filter="wipe(left)">
                                      <p:cBhvr>
                                        <p:cTn id="60" dur="500"/>
                                        <p:tgtEl>
                                          <p:spTgt spid="35"/>
                                        </p:tgtEl>
                                      </p:cBhvr>
                                    </p:animEffect>
                                  </p:childTnLst>
                                </p:cTn>
                              </p:par>
                            </p:childTnLst>
                          </p:cTn>
                        </p:par>
                        <p:par>
                          <p:cTn id="61" fill="hold">
                            <p:stCondLst>
                              <p:cond delay="5800"/>
                            </p:stCondLst>
                            <p:childTnLst>
                              <p:par>
                                <p:cTn id="62" presetID="12" presetClass="entr" presetSubtype="2" fill="hold" nodeType="afterEffect">
                                  <p:stCondLst>
                                    <p:cond delay="100"/>
                                  </p:stCondLst>
                                  <p:childTnLst>
                                    <p:set>
                                      <p:cBhvr>
                                        <p:cTn id="63" dur="1" fill="hold">
                                          <p:stCondLst>
                                            <p:cond delay="0"/>
                                          </p:stCondLst>
                                        </p:cTn>
                                        <p:tgtEl>
                                          <p:spTgt spid="47"/>
                                        </p:tgtEl>
                                        <p:attrNameLst>
                                          <p:attrName>style.visibility</p:attrName>
                                        </p:attrNameLst>
                                      </p:cBhvr>
                                      <p:to>
                                        <p:strVal val="visible"/>
                                      </p:to>
                                    </p:set>
                                    <p:anim calcmode="lin" valueType="num">
                                      <p:cBhvr additive="base">
                                        <p:cTn id="64" dur="500"/>
                                        <p:tgtEl>
                                          <p:spTgt spid="47"/>
                                        </p:tgtEl>
                                        <p:attrNameLst>
                                          <p:attrName>ppt_x</p:attrName>
                                        </p:attrNameLst>
                                      </p:cBhvr>
                                      <p:tavLst>
                                        <p:tav tm="0">
                                          <p:val>
                                            <p:strVal val="#ppt_x+#ppt_w*1.125000"/>
                                          </p:val>
                                        </p:tav>
                                        <p:tav tm="100000">
                                          <p:val>
                                            <p:strVal val="#ppt_x"/>
                                          </p:val>
                                        </p:tav>
                                      </p:tavLst>
                                    </p:anim>
                                    <p:animEffect transition="in" filter="wipe(left)">
                                      <p:cBhvr>
                                        <p:cTn id="65" dur="500"/>
                                        <p:tgtEl>
                                          <p:spTgt spid="47"/>
                                        </p:tgtEl>
                                      </p:cBhvr>
                                    </p:animEffect>
                                  </p:childTnLst>
                                </p:cTn>
                              </p:par>
                            </p:childTnLst>
                          </p:cTn>
                        </p:par>
                        <p:par>
                          <p:cTn id="66" fill="hold">
                            <p:stCondLst>
                              <p:cond delay="6400"/>
                            </p:stCondLst>
                            <p:childTnLst>
                              <p:par>
                                <p:cTn id="67" presetID="12" presetClass="entr" presetSubtype="2" fill="hold" nodeType="afterEffect">
                                  <p:stCondLst>
                                    <p:cond delay="100"/>
                                  </p:stCondLst>
                                  <p:childTnLst>
                                    <p:set>
                                      <p:cBhvr>
                                        <p:cTn id="68" dur="1" fill="hold">
                                          <p:stCondLst>
                                            <p:cond delay="0"/>
                                          </p:stCondLst>
                                        </p:cTn>
                                        <p:tgtEl>
                                          <p:spTgt spid="50"/>
                                        </p:tgtEl>
                                        <p:attrNameLst>
                                          <p:attrName>style.visibility</p:attrName>
                                        </p:attrNameLst>
                                      </p:cBhvr>
                                      <p:to>
                                        <p:strVal val="visible"/>
                                      </p:to>
                                    </p:set>
                                    <p:anim calcmode="lin" valueType="num">
                                      <p:cBhvr additive="base">
                                        <p:cTn id="69" dur="500"/>
                                        <p:tgtEl>
                                          <p:spTgt spid="50"/>
                                        </p:tgtEl>
                                        <p:attrNameLst>
                                          <p:attrName>ppt_x</p:attrName>
                                        </p:attrNameLst>
                                      </p:cBhvr>
                                      <p:tavLst>
                                        <p:tav tm="0">
                                          <p:val>
                                            <p:strVal val="#ppt_x+#ppt_w*1.125000"/>
                                          </p:val>
                                        </p:tav>
                                        <p:tav tm="100000">
                                          <p:val>
                                            <p:strVal val="#ppt_x"/>
                                          </p:val>
                                        </p:tav>
                                      </p:tavLst>
                                    </p:anim>
                                    <p:animEffect transition="in" filter="wipe(left)">
                                      <p:cBhvr>
                                        <p:cTn id="70" dur="500"/>
                                        <p:tgtEl>
                                          <p:spTgt spid="50"/>
                                        </p:tgtEl>
                                      </p:cBhvr>
                                    </p:animEffect>
                                  </p:childTnLst>
                                </p:cTn>
                              </p:par>
                            </p:childTnLst>
                          </p:cTn>
                        </p:par>
                        <p:par>
                          <p:cTn id="71" fill="hold">
                            <p:stCondLst>
                              <p:cond delay="7000"/>
                            </p:stCondLst>
                            <p:childTnLst>
                              <p:par>
                                <p:cTn id="72" presetID="12" presetClass="entr" presetSubtype="2" fill="hold" nodeType="afterEffect">
                                  <p:stCondLst>
                                    <p:cond delay="100"/>
                                  </p:stCondLst>
                                  <p:childTnLst>
                                    <p:set>
                                      <p:cBhvr>
                                        <p:cTn id="73" dur="1" fill="hold">
                                          <p:stCondLst>
                                            <p:cond delay="0"/>
                                          </p:stCondLst>
                                        </p:cTn>
                                        <p:tgtEl>
                                          <p:spTgt spid="53"/>
                                        </p:tgtEl>
                                        <p:attrNameLst>
                                          <p:attrName>style.visibility</p:attrName>
                                        </p:attrNameLst>
                                      </p:cBhvr>
                                      <p:to>
                                        <p:strVal val="visible"/>
                                      </p:to>
                                    </p:set>
                                    <p:anim calcmode="lin" valueType="num">
                                      <p:cBhvr additive="base">
                                        <p:cTn id="74" dur="500"/>
                                        <p:tgtEl>
                                          <p:spTgt spid="53"/>
                                        </p:tgtEl>
                                        <p:attrNameLst>
                                          <p:attrName>ppt_x</p:attrName>
                                        </p:attrNameLst>
                                      </p:cBhvr>
                                      <p:tavLst>
                                        <p:tav tm="0">
                                          <p:val>
                                            <p:strVal val="#ppt_x+#ppt_w*1.125000"/>
                                          </p:val>
                                        </p:tav>
                                        <p:tav tm="100000">
                                          <p:val>
                                            <p:strVal val="#ppt_x"/>
                                          </p:val>
                                        </p:tav>
                                      </p:tavLst>
                                    </p:anim>
                                    <p:animEffect transition="in" filter="wipe(left)">
                                      <p:cBhvr>
                                        <p:cTn id="75"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3" grpId="0" animBg="1"/>
      <p:bldP spid="9224" grpId="0" animBg="1"/>
      <p:bldP spid="9225" grpId="0" animBg="1"/>
      <p:bldP spid="9229" grpId="0" animBg="1"/>
      <p:bldP spid="9230" grpId="0" animBg="1"/>
      <p:bldP spid="923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1"/>
          <p:cNvSpPr>
            <a:spLocks noChangeArrowheads="1"/>
          </p:cNvSpPr>
          <p:nvPr/>
        </p:nvSpPr>
        <p:spPr bwMode="auto">
          <a:xfrm>
            <a:off x="6705584" y="2906356"/>
            <a:ext cx="4876672"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just">
              <a:lnSpc>
                <a:spcPct val="150000"/>
              </a:lnSpc>
            </a:pPr>
            <a:endPar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just">
              <a:lnSpc>
                <a:spcPct val="150000"/>
              </a:lnSpc>
            </a:pPr>
            <a:r>
              <a:rPr lang="zh-CN" altLang="en-US"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just">
              <a:lnSpc>
                <a:spcPct val="150000"/>
              </a:lnSpc>
            </a:pP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just">
              <a:lnSpc>
                <a:spcPct val="150000"/>
              </a:lnSpc>
            </a:pPr>
            <a:r>
              <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just">
              <a:lnSpc>
                <a:spcPct val="150000"/>
              </a:lnSpc>
            </a:pPr>
            <a:endParaRPr lang="en-US" altLang="zh-CN"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just">
              <a:lnSpc>
                <a:spcPct val="150000"/>
              </a:lnSpc>
            </a:pPr>
            <a:r>
              <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just">
              <a:lnSpc>
                <a:spcPct val="150000"/>
              </a:lnSpc>
            </a:pPr>
            <a:endPar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Freeform 5"/>
          <p:cNvSpPr>
            <a:spLocks noChangeArrowheads="1"/>
          </p:cNvSpPr>
          <p:nvPr/>
        </p:nvSpPr>
        <p:spPr bwMode="auto">
          <a:xfrm>
            <a:off x="2918983" y="3626545"/>
            <a:ext cx="1301749" cy="1826684"/>
          </a:xfrm>
          <a:custGeom>
            <a:avLst/>
            <a:gdLst>
              <a:gd name="T0" fmla="*/ 487362 w 615"/>
              <a:gd name="T1" fmla="*/ 0 h 863"/>
              <a:gd name="T2" fmla="*/ 731837 w 615"/>
              <a:gd name="T3" fmla="*/ 690563 h 863"/>
              <a:gd name="T4" fmla="*/ 976312 w 615"/>
              <a:gd name="T5" fmla="*/ 1370013 h 863"/>
              <a:gd name="T6" fmla="*/ 487362 w 615"/>
              <a:gd name="T7" fmla="*/ 1370013 h 863"/>
              <a:gd name="T8" fmla="*/ 0 w 615"/>
              <a:gd name="T9" fmla="*/ 1370013 h 863"/>
              <a:gd name="T10" fmla="*/ 244475 w 615"/>
              <a:gd name="T11" fmla="*/ 690563 h 863"/>
              <a:gd name="T12" fmla="*/ 487362 w 615"/>
              <a:gd name="T13" fmla="*/ 0 h 863"/>
              <a:gd name="T14" fmla="*/ 0 60000 65536"/>
              <a:gd name="T15" fmla="*/ 0 60000 65536"/>
              <a:gd name="T16" fmla="*/ 0 60000 65536"/>
              <a:gd name="T17" fmla="*/ 0 60000 65536"/>
              <a:gd name="T18" fmla="*/ 0 60000 65536"/>
              <a:gd name="T19" fmla="*/ 0 60000 65536"/>
              <a:gd name="T20" fmla="*/ 0 60000 65536"/>
              <a:gd name="T21" fmla="*/ 0 w 615"/>
              <a:gd name="T22" fmla="*/ 0 h 863"/>
              <a:gd name="T23" fmla="*/ 615 w 615"/>
              <a:gd name="T24" fmla="*/ 863 h 8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5" h="863">
                <a:moveTo>
                  <a:pt x="307" y="0"/>
                </a:moveTo>
                <a:lnTo>
                  <a:pt x="461" y="435"/>
                </a:lnTo>
                <a:lnTo>
                  <a:pt x="615" y="863"/>
                </a:lnTo>
                <a:lnTo>
                  <a:pt x="307" y="863"/>
                </a:lnTo>
                <a:lnTo>
                  <a:pt x="0" y="863"/>
                </a:lnTo>
                <a:lnTo>
                  <a:pt x="154" y="435"/>
                </a:lnTo>
                <a:lnTo>
                  <a:pt x="307" y="0"/>
                </a:lnTo>
                <a:close/>
              </a:path>
            </a:pathLst>
          </a:custGeom>
          <a:solidFill>
            <a:srgbClr val="DA5665"/>
          </a:solidFill>
          <a:ln>
            <a:noFill/>
          </a:ln>
        </p:spPr>
        <p:txBody>
          <a:bodyPr/>
          <a:lstStyle/>
          <a:p>
            <a:endParaRPr lang="zh-CN" altLang="en-US">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Freeform 6"/>
          <p:cNvSpPr>
            <a:spLocks noChangeArrowheads="1"/>
          </p:cNvSpPr>
          <p:nvPr/>
        </p:nvSpPr>
        <p:spPr bwMode="auto">
          <a:xfrm>
            <a:off x="1816199" y="4589628"/>
            <a:ext cx="1301751" cy="863600"/>
          </a:xfrm>
          <a:custGeom>
            <a:avLst/>
            <a:gdLst>
              <a:gd name="T0" fmla="*/ 488950 w 615"/>
              <a:gd name="T1" fmla="*/ 0 h 408"/>
              <a:gd name="T2" fmla="*/ 731838 w 615"/>
              <a:gd name="T3" fmla="*/ 319088 h 408"/>
              <a:gd name="T4" fmla="*/ 976313 w 615"/>
              <a:gd name="T5" fmla="*/ 647700 h 408"/>
              <a:gd name="T6" fmla="*/ 488950 w 615"/>
              <a:gd name="T7" fmla="*/ 647700 h 408"/>
              <a:gd name="T8" fmla="*/ 0 w 615"/>
              <a:gd name="T9" fmla="*/ 647700 h 408"/>
              <a:gd name="T10" fmla="*/ 244475 w 615"/>
              <a:gd name="T11" fmla="*/ 319088 h 408"/>
              <a:gd name="T12" fmla="*/ 488950 w 615"/>
              <a:gd name="T13" fmla="*/ 0 h 408"/>
              <a:gd name="T14" fmla="*/ 0 60000 65536"/>
              <a:gd name="T15" fmla="*/ 0 60000 65536"/>
              <a:gd name="T16" fmla="*/ 0 60000 65536"/>
              <a:gd name="T17" fmla="*/ 0 60000 65536"/>
              <a:gd name="T18" fmla="*/ 0 60000 65536"/>
              <a:gd name="T19" fmla="*/ 0 60000 65536"/>
              <a:gd name="T20" fmla="*/ 0 60000 65536"/>
              <a:gd name="T21" fmla="*/ 0 w 615"/>
              <a:gd name="T22" fmla="*/ 0 h 408"/>
              <a:gd name="T23" fmla="*/ 615 w 615"/>
              <a:gd name="T24" fmla="*/ 408 h 4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5" h="408">
                <a:moveTo>
                  <a:pt x="308" y="0"/>
                </a:moveTo>
                <a:lnTo>
                  <a:pt x="461" y="201"/>
                </a:lnTo>
                <a:lnTo>
                  <a:pt x="615" y="408"/>
                </a:lnTo>
                <a:lnTo>
                  <a:pt x="308" y="408"/>
                </a:lnTo>
                <a:lnTo>
                  <a:pt x="0" y="408"/>
                </a:lnTo>
                <a:lnTo>
                  <a:pt x="154" y="201"/>
                </a:lnTo>
                <a:lnTo>
                  <a:pt x="308" y="0"/>
                </a:lnTo>
                <a:close/>
              </a:path>
            </a:pathLst>
          </a:custGeom>
          <a:solidFill>
            <a:srgbClr val="FB8989"/>
          </a:solidFill>
          <a:ln>
            <a:noFill/>
          </a:ln>
        </p:spPr>
        <p:txBody>
          <a:bodyPr/>
          <a:lstStyle/>
          <a:p>
            <a:endParaRPr lang="zh-CN" altLang="en-US">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Freeform 7"/>
          <p:cNvSpPr>
            <a:spLocks noChangeArrowheads="1"/>
          </p:cNvSpPr>
          <p:nvPr/>
        </p:nvSpPr>
        <p:spPr bwMode="auto">
          <a:xfrm>
            <a:off x="757866" y="5226745"/>
            <a:ext cx="1299633" cy="226484"/>
          </a:xfrm>
          <a:custGeom>
            <a:avLst/>
            <a:gdLst>
              <a:gd name="T0" fmla="*/ 487363 w 614"/>
              <a:gd name="T1" fmla="*/ 0 h 107"/>
              <a:gd name="T2" fmla="*/ 730250 w 614"/>
              <a:gd name="T3" fmla="*/ 84138 h 107"/>
              <a:gd name="T4" fmla="*/ 974725 w 614"/>
              <a:gd name="T5" fmla="*/ 169863 h 107"/>
              <a:gd name="T6" fmla="*/ 487363 w 614"/>
              <a:gd name="T7" fmla="*/ 169863 h 107"/>
              <a:gd name="T8" fmla="*/ 0 w 614"/>
              <a:gd name="T9" fmla="*/ 169863 h 107"/>
              <a:gd name="T10" fmla="*/ 242888 w 614"/>
              <a:gd name="T11" fmla="*/ 84138 h 107"/>
              <a:gd name="T12" fmla="*/ 487363 w 614"/>
              <a:gd name="T13" fmla="*/ 0 h 107"/>
              <a:gd name="T14" fmla="*/ 0 60000 65536"/>
              <a:gd name="T15" fmla="*/ 0 60000 65536"/>
              <a:gd name="T16" fmla="*/ 0 60000 65536"/>
              <a:gd name="T17" fmla="*/ 0 60000 65536"/>
              <a:gd name="T18" fmla="*/ 0 60000 65536"/>
              <a:gd name="T19" fmla="*/ 0 60000 65536"/>
              <a:gd name="T20" fmla="*/ 0 60000 65536"/>
              <a:gd name="T21" fmla="*/ 0 w 614"/>
              <a:gd name="T22" fmla="*/ 0 h 107"/>
              <a:gd name="T23" fmla="*/ 614 w 614"/>
              <a:gd name="T24" fmla="*/ 107 h 1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4" h="107">
                <a:moveTo>
                  <a:pt x="307" y="0"/>
                </a:moveTo>
                <a:lnTo>
                  <a:pt x="460" y="53"/>
                </a:lnTo>
                <a:lnTo>
                  <a:pt x="614" y="107"/>
                </a:lnTo>
                <a:lnTo>
                  <a:pt x="307" y="107"/>
                </a:lnTo>
                <a:lnTo>
                  <a:pt x="0" y="107"/>
                </a:lnTo>
                <a:lnTo>
                  <a:pt x="153" y="53"/>
                </a:lnTo>
                <a:lnTo>
                  <a:pt x="307" y="0"/>
                </a:lnTo>
                <a:close/>
              </a:path>
            </a:pathLst>
          </a:custGeom>
          <a:solidFill>
            <a:srgbClr val="DA5665"/>
          </a:solidFill>
          <a:ln>
            <a:noFill/>
          </a:ln>
        </p:spPr>
        <p:txBody>
          <a:bodyPr/>
          <a:lstStyle/>
          <a:p>
            <a:endParaRPr lang="zh-CN" altLang="en-US">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 name="Freeform 8"/>
          <p:cNvSpPr>
            <a:spLocks noChangeArrowheads="1"/>
          </p:cNvSpPr>
          <p:nvPr/>
        </p:nvSpPr>
        <p:spPr bwMode="auto">
          <a:xfrm>
            <a:off x="4021766" y="2563977"/>
            <a:ext cx="1299633" cy="2889251"/>
          </a:xfrm>
          <a:custGeom>
            <a:avLst/>
            <a:gdLst>
              <a:gd name="T0" fmla="*/ 487363 w 614"/>
              <a:gd name="T1" fmla="*/ 0 h 1365"/>
              <a:gd name="T2" fmla="*/ 731838 w 614"/>
              <a:gd name="T3" fmla="*/ 1082675 h 1365"/>
              <a:gd name="T4" fmla="*/ 974725 w 614"/>
              <a:gd name="T5" fmla="*/ 2166938 h 1365"/>
              <a:gd name="T6" fmla="*/ 487363 w 614"/>
              <a:gd name="T7" fmla="*/ 2166938 h 1365"/>
              <a:gd name="T8" fmla="*/ 0 w 614"/>
              <a:gd name="T9" fmla="*/ 2166938 h 1365"/>
              <a:gd name="T10" fmla="*/ 244475 w 614"/>
              <a:gd name="T11" fmla="*/ 1082675 h 1365"/>
              <a:gd name="T12" fmla="*/ 487363 w 614"/>
              <a:gd name="T13" fmla="*/ 0 h 1365"/>
              <a:gd name="T14" fmla="*/ 0 60000 65536"/>
              <a:gd name="T15" fmla="*/ 0 60000 65536"/>
              <a:gd name="T16" fmla="*/ 0 60000 65536"/>
              <a:gd name="T17" fmla="*/ 0 60000 65536"/>
              <a:gd name="T18" fmla="*/ 0 60000 65536"/>
              <a:gd name="T19" fmla="*/ 0 60000 65536"/>
              <a:gd name="T20" fmla="*/ 0 60000 65536"/>
              <a:gd name="T21" fmla="*/ 0 w 614"/>
              <a:gd name="T22" fmla="*/ 0 h 1365"/>
              <a:gd name="T23" fmla="*/ 614 w 614"/>
              <a:gd name="T24" fmla="*/ 1365 h 13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4" h="1365">
                <a:moveTo>
                  <a:pt x="307" y="0"/>
                </a:moveTo>
                <a:lnTo>
                  <a:pt x="461" y="682"/>
                </a:lnTo>
                <a:lnTo>
                  <a:pt x="614" y="1365"/>
                </a:lnTo>
                <a:lnTo>
                  <a:pt x="307" y="1365"/>
                </a:lnTo>
                <a:lnTo>
                  <a:pt x="0" y="1365"/>
                </a:lnTo>
                <a:lnTo>
                  <a:pt x="154" y="682"/>
                </a:lnTo>
                <a:lnTo>
                  <a:pt x="307" y="0"/>
                </a:lnTo>
                <a:close/>
              </a:path>
            </a:pathLst>
          </a:custGeom>
          <a:solidFill>
            <a:srgbClr val="FB8989"/>
          </a:solidFill>
          <a:ln>
            <a:noFill/>
          </a:ln>
        </p:spPr>
        <p:txBody>
          <a:bodyPr/>
          <a:lstStyle/>
          <a:p>
            <a:endParaRPr lang="zh-CN" altLang="en-US">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 name="Freeform 9"/>
          <p:cNvSpPr>
            <a:spLocks noChangeArrowheads="1"/>
          </p:cNvSpPr>
          <p:nvPr/>
        </p:nvSpPr>
        <p:spPr bwMode="auto">
          <a:xfrm>
            <a:off x="5124550" y="4107028"/>
            <a:ext cx="1299633" cy="1346200"/>
          </a:xfrm>
          <a:custGeom>
            <a:avLst/>
            <a:gdLst>
              <a:gd name="T0" fmla="*/ 487363 w 614"/>
              <a:gd name="T1" fmla="*/ 0 h 636"/>
              <a:gd name="T2" fmla="*/ 731838 w 614"/>
              <a:gd name="T3" fmla="*/ 509588 h 636"/>
              <a:gd name="T4" fmla="*/ 974725 w 614"/>
              <a:gd name="T5" fmla="*/ 1009650 h 636"/>
              <a:gd name="T6" fmla="*/ 487363 w 614"/>
              <a:gd name="T7" fmla="*/ 1009650 h 636"/>
              <a:gd name="T8" fmla="*/ 0 w 614"/>
              <a:gd name="T9" fmla="*/ 1009650 h 636"/>
              <a:gd name="T10" fmla="*/ 244475 w 614"/>
              <a:gd name="T11" fmla="*/ 509588 h 636"/>
              <a:gd name="T12" fmla="*/ 487363 w 614"/>
              <a:gd name="T13" fmla="*/ 0 h 636"/>
              <a:gd name="T14" fmla="*/ 0 60000 65536"/>
              <a:gd name="T15" fmla="*/ 0 60000 65536"/>
              <a:gd name="T16" fmla="*/ 0 60000 65536"/>
              <a:gd name="T17" fmla="*/ 0 60000 65536"/>
              <a:gd name="T18" fmla="*/ 0 60000 65536"/>
              <a:gd name="T19" fmla="*/ 0 60000 65536"/>
              <a:gd name="T20" fmla="*/ 0 60000 65536"/>
              <a:gd name="T21" fmla="*/ 0 w 614"/>
              <a:gd name="T22" fmla="*/ 0 h 636"/>
              <a:gd name="T23" fmla="*/ 614 w 614"/>
              <a:gd name="T24" fmla="*/ 636 h 6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4" h="636">
                <a:moveTo>
                  <a:pt x="307" y="0"/>
                </a:moveTo>
                <a:lnTo>
                  <a:pt x="461" y="321"/>
                </a:lnTo>
                <a:lnTo>
                  <a:pt x="614" y="636"/>
                </a:lnTo>
                <a:lnTo>
                  <a:pt x="307" y="636"/>
                </a:lnTo>
                <a:lnTo>
                  <a:pt x="0" y="636"/>
                </a:lnTo>
                <a:lnTo>
                  <a:pt x="154" y="321"/>
                </a:lnTo>
                <a:lnTo>
                  <a:pt x="307" y="0"/>
                </a:lnTo>
                <a:close/>
              </a:path>
            </a:pathLst>
          </a:custGeom>
          <a:solidFill>
            <a:srgbClr val="DA5665"/>
          </a:solidFill>
          <a:ln>
            <a:noFill/>
          </a:ln>
        </p:spPr>
        <p:txBody>
          <a:bodyPr/>
          <a:lstStyle/>
          <a:p>
            <a:endParaRPr lang="zh-CN" altLang="en-US">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 name="TextBox 282"/>
          <p:cNvSpPr>
            <a:spLocks noChangeArrowheads="1"/>
          </p:cNvSpPr>
          <p:nvPr/>
        </p:nvSpPr>
        <p:spPr bwMode="auto">
          <a:xfrm>
            <a:off x="1104999" y="4718744"/>
            <a:ext cx="502061" cy="420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en-US" altLang="zh-CN" sz="2135">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18</a:t>
            </a:r>
            <a:endParaRPr lang="zh-CN" altLang="en-US" sz="2135">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TextBox 283"/>
          <p:cNvSpPr>
            <a:spLocks noChangeArrowheads="1"/>
          </p:cNvSpPr>
          <p:nvPr/>
        </p:nvSpPr>
        <p:spPr bwMode="auto">
          <a:xfrm>
            <a:off x="1054277" y="5611977"/>
            <a:ext cx="662361"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zh-CN" altLang="en-US" sz="1865">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标题</a:t>
            </a:r>
            <a:endParaRPr lang="zh-CN" altLang="en-US">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TextBox 285"/>
          <p:cNvSpPr>
            <a:spLocks noChangeArrowheads="1"/>
          </p:cNvSpPr>
          <p:nvPr/>
        </p:nvSpPr>
        <p:spPr bwMode="auto">
          <a:xfrm>
            <a:off x="2079802" y="5611977"/>
            <a:ext cx="662361"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zh-CN" altLang="en-US" sz="1865">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标题</a:t>
            </a:r>
            <a:endParaRPr lang="zh-CN" altLang="en-US">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TextBox 286"/>
          <p:cNvSpPr>
            <a:spLocks noChangeArrowheads="1"/>
          </p:cNvSpPr>
          <p:nvPr/>
        </p:nvSpPr>
        <p:spPr bwMode="auto">
          <a:xfrm>
            <a:off x="3081966" y="5611977"/>
            <a:ext cx="662361"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zh-CN" altLang="en-US" sz="1865">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标题</a:t>
            </a:r>
            <a:endParaRPr lang="zh-CN" altLang="en-US" sz="1865">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 name="TextBox 287"/>
          <p:cNvSpPr>
            <a:spLocks noChangeArrowheads="1"/>
          </p:cNvSpPr>
          <p:nvPr/>
        </p:nvSpPr>
        <p:spPr bwMode="auto">
          <a:xfrm>
            <a:off x="4286428" y="5611977"/>
            <a:ext cx="662361"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zh-CN" altLang="en-US" sz="1865">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标题</a:t>
            </a:r>
            <a:endParaRPr lang="zh-CN" altLang="en-US">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TextBox 288"/>
          <p:cNvSpPr>
            <a:spLocks noChangeArrowheads="1"/>
          </p:cNvSpPr>
          <p:nvPr/>
        </p:nvSpPr>
        <p:spPr bwMode="auto">
          <a:xfrm>
            <a:off x="5428369" y="5611977"/>
            <a:ext cx="662361"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zh-CN" altLang="en-US" sz="1865">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标题</a:t>
            </a:r>
            <a:endParaRPr lang="zh-CN" altLang="en-US">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TextBox 289"/>
          <p:cNvSpPr>
            <a:spLocks noChangeArrowheads="1"/>
          </p:cNvSpPr>
          <p:nvPr/>
        </p:nvSpPr>
        <p:spPr bwMode="auto">
          <a:xfrm>
            <a:off x="2150632" y="4143011"/>
            <a:ext cx="498855" cy="420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en-US" altLang="zh-CN" sz="2135">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38</a:t>
            </a:r>
            <a:endParaRPr lang="zh-CN" altLang="en-US" sz="2135">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TextBox 290"/>
          <p:cNvSpPr>
            <a:spLocks noChangeArrowheads="1"/>
          </p:cNvSpPr>
          <p:nvPr/>
        </p:nvSpPr>
        <p:spPr bwMode="auto">
          <a:xfrm>
            <a:off x="3234365" y="3084677"/>
            <a:ext cx="492443" cy="420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en-US" altLang="zh-CN" sz="2135">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97</a:t>
            </a:r>
            <a:endParaRPr lang="zh-CN" altLang="en-US" sz="2135">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TextBox 291"/>
          <p:cNvSpPr>
            <a:spLocks noChangeArrowheads="1"/>
          </p:cNvSpPr>
          <p:nvPr/>
        </p:nvSpPr>
        <p:spPr bwMode="auto">
          <a:xfrm>
            <a:off x="4356199" y="2125828"/>
            <a:ext cx="662361" cy="420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en-US" altLang="zh-CN" sz="2135">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125</a:t>
            </a:r>
            <a:endParaRPr lang="zh-CN" altLang="en-US" sz="2135">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TextBox 292"/>
          <p:cNvSpPr>
            <a:spLocks noChangeArrowheads="1"/>
          </p:cNvSpPr>
          <p:nvPr/>
        </p:nvSpPr>
        <p:spPr bwMode="auto">
          <a:xfrm>
            <a:off x="5478032" y="3635011"/>
            <a:ext cx="505267" cy="420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en-US" altLang="zh-CN" sz="2135">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55</a:t>
            </a:r>
            <a:endParaRPr lang="zh-CN" altLang="en-US" sz="2135">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4" name="组合 23"/>
          <p:cNvGrpSpPr/>
          <p:nvPr/>
        </p:nvGrpSpPr>
        <p:grpSpPr>
          <a:xfrm>
            <a:off x="0" y="1059"/>
            <a:ext cx="12192001" cy="989605"/>
            <a:chOff x="-1" y="0"/>
            <a:chExt cx="9144001" cy="742204"/>
          </a:xfrm>
        </p:grpSpPr>
        <p:sp>
          <p:nvSpPr>
            <p:cNvPr id="26" name="矩形 25"/>
            <p:cNvSpPr/>
            <p:nvPr/>
          </p:nvSpPr>
          <p:spPr>
            <a:xfrm>
              <a:off x="-1" y="0"/>
              <a:ext cx="762101" cy="742204"/>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矩形 26"/>
            <p:cNvSpPr/>
            <p:nvPr/>
          </p:nvSpPr>
          <p:spPr>
            <a:xfrm>
              <a:off x="816248" y="0"/>
              <a:ext cx="122807" cy="742204"/>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 name="TextBox 8"/>
            <p:cNvSpPr txBox="1"/>
            <p:nvPr/>
          </p:nvSpPr>
          <p:spPr>
            <a:xfrm>
              <a:off x="38104" y="34318"/>
              <a:ext cx="723996" cy="684755"/>
            </a:xfrm>
            <a:prstGeom prst="rect">
              <a:avLst/>
            </a:prstGeom>
            <a:noFill/>
          </p:spPr>
          <p:txBody>
            <a:bodyPr wrap="none" rtlCol="0">
              <a:spAutoFit/>
            </a:bodyPr>
            <a:lstStyle/>
            <a:p>
              <a:pPr algn="r" defTabSz="1218565"/>
              <a:r>
                <a:rPr lang="en-US" altLang="zh-CN"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01</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 name="文本占位符 3"/>
            <p:cNvSpPr txBox="1"/>
            <p:nvPr/>
          </p:nvSpPr>
          <p:spPr>
            <a:xfrm>
              <a:off x="976845" y="166078"/>
              <a:ext cx="4186412" cy="431935"/>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点击输入相关标题</a:t>
              </a:r>
              <a:endPar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矩形 29"/>
            <p:cNvSpPr/>
            <p:nvPr/>
          </p:nvSpPr>
          <p:spPr>
            <a:xfrm flipV="1">
              <a:off x="4033674" y="533830"/>
              <a:ext cx="5110326" cy="45719"/>
            </a:xfrm>
            <a:prstGeom prst="rect">
              <a:avLst/>
            </a:prstGeom>
            <a:solidFill>
              <a:srgbClr val="FB8989"/>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31" name="矩形 30"/>
          <p:cNvSpPr/>
          <p:nvPr/>
        </p:nvSpPr>
        <p:spPr>
          <a:xfrm>
            <a:off x="6736223" y="2051436"/>
            <a:ext cx="2407697" cy="569348"/>
          </a:xfrm>
          <a:prstGeom prst="rect">
            <a:avLst/>
          </a:prstGeom>
        </p:spPr>
        <p:txBody>
          <a:bodyPr wrap="square" lIns="91403" tIns="45701" rIns="91403" bIns="45701">
            <a:spAutoFit/>
          </a:bodyPr>
          <a:lstStyle/>
          <a:p>
            <a:pPr>
              <a:lnSpc>
                <a:spcPct val="150000"/>
              </a:lnSpc>
            </a:pPr>
            <a:r>
              <a:rPr lang="zh-CN" altLang="en-US" sz="2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4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65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105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135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000"/>
                                        <p:tgtEl>
                                          <p:spTgt spid="11"/>
                                        </p:tgtEl>
                                      </p:cBhvr>
                                    </p:animEffect>
                                    <p:anim calcmode="lin" valueType="num">
                                      <p:cBhvr>
                                        <p:cTn id="28" dur="1000" fill="hold"/>
                                        <p:tgtEl>
                                          <p:spTgt spid="11"/>
                                        </p:tgtEl>
                                        <p:attrNameLst>
                                          <p:attrName>ppt_x</p:attrName>
                                        </p:attrNameLst>
                                      </p:cBhvr>
                                      <p:tavLst>
                                        <p:tav tm="0">
                                          <p:val>
                                            <p:strVal val="#ppt_x"/>
                                          </p:val>
                                        </p:tav>
                                        <p:tav tm="100000">
                                          <p:val>
                                            <p:strVal val="#ppt_x"/>
                                          </p:val>
                                        </p:tav>
                                      </p:tavLst>
                                    </p:anim>
                                    <p:anim calcmode="lin" valueType="num">
                                      <p:cBhvr>
                                        <p:cTn id="29" dur="1000" fill="hold"/>
                                        <p:tgtEl>
                                          <p:spTgt spid="11"/>
                                        </p:tgtEl>
                                        <p:attrNameLst>
                                          <p:attrName>ppt_y</p:attrName>
                                        </p:attrNameLst>
                                      </p:cBhvr>
                                      <p:tavLst>
                                        <p:tav tm="0">
                                          <p:val>
                                            <p:strVal val="#ppt_y+.1"/>
                                          </p:val>
                                        </p:tav>
                                        <p:tav tm="100000">
                                          <p:val>
                                            <p:strVal val="#ppt_y"/>
                                          </p:val>
                                        </p:tav>
                                      </p:tavLst>
                                    </p:anim>
                                  </p:childTnLst>
                                </p:cTn>
                              </p:par>
                            </p:childTnLst>
                          </p:cTn>
                        </p:par>
                        <p:par>
                          <p:cTn id="30" fill="hold">
                            <p:stCondLst>
                              <p:cond delay="1000"/>
                            </p:stCondLst>
                            <p:childTnLst>
                              <p:par>
                                <p:cTn id="31" presetID="2" presetClass="entr" presetSubtype="12"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0-#ppt_w/2"/>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par>
                                <p:cTn id="35" presetID="2" presetClass="entr" presetSubtype="12"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0-#ppt_w/2"/>
                                          </p:val>
                                        </p:tav>
                                        <p:tav tm="100000">
                                          <p:val>
                                            <p:strVal val="#ppt_x"/>
                                          </p:val>
                                        </p:tav>
                                      </p:tavLst>
                                    </p:anim>
                                    <p:anim calcmode="lin" valueType="num">
                                      <p:cBhvr additive="base">
                                        <p:cTn id="38" dur="500" fill="hold"/>
                                        <p:tgtEl>
                                          <p:spTgt spid="18"/>
                                        </p:tgtEl>
                                        <p:attrNameLst>
                                          <p:attrName>ppt_y</p:attrName>
                                        </p:attrNameLst>
                                      </p:cBhvr>
                                      <p:tavLst>
                                        <p:tav tm="0">
                                          <p:val>
                                            <p:strVal val="1+#ppt_h/2"/>
                                          </p:val>
                                        </p:tav>
                                        <p:tav tm="100000">
                                          <p:val>
                                            <p:strVal val="#ppt_y"/>
                                          </p:val>
                                        </p:tav>
                                      </p:tavLst>
                                    </p:anim>
                                  </p:childTnLst>
                                </p:cTn>
                              </p:par>
                              <p:par>
                                <p:cTn id="39" presetID="2" presetClass="entr" presetSubtype="12"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 calcmode="lin" valueType="num">
                                      <p:cBhvr additive="base">
                                        <p:cTn id="41" dur="500" fill="hold"/>
                                        <p:tgtEl>
                                          <p:spTgt spid="19"/>
                                        </p:tgtEl>
                                        <p:attrNameLst>
                                          <p:attrName>ppt_x</p:attrName>
                                        </p:attrNameLst>
                                      </p:cBhvr>
                                      <p:tavLst>
                                        <p:tav tm="0">
                                          <p:val>
                                            <p:strVal val="0-#ppt_w/2"/>
                                          </p:val>
                                        </p:tav>
                                        <p:tav tm="100000">
                                          <p:val>
                                            <p:strVal val="#ppt_x"/>
                                          </p:val>
                                        </p:tav>
                                      </p:tavLst>
                                    </p:anim>
                                    <p:anim calcmode="lin" valueType="num">
                                      <p:cBhvr additive="base">
                                        <p:cTn id="42" dur="500" fill="hold"/>
                                        <p:tgtEl>
                                          <p:spTgt spid="19"/>
                                        </p:tgtEl>
                                        <p:attrNameLst>
                                          <p:attrName>ppt_y</p:attrName>
                                        </p:attrNameLst>
                                      </p:cBhvr>
                                      <p:tavLst>
                                        <p:tav tm="0">
                                          <p:val>
                                            <p:strVal val="1+#ppt_h/2"/>
                                          </p:val>
                                        </p:tav>
                                        <p:tav tm="100000">
                                          <p:val>
                                            <p:strVal val="#ppt_y"/>
                                          </p:val>
                                        </p:tav>
                                      </p:tavLst>
                                    </p:anim>
                                  </p:childTnLst>
                                </p:cTn>
                              </p:par>
                              <p:par>
                                <p:cTn id="43" presetID="2" presetClass="entr" presetSubtype="12"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 calcmode="lin" valueType="num">
                                      <p:cBhvr additive="base">
                                        <p:cTn id="45" dur="500" fill="hold"/>
                                        <p:tgtEl>
                                          <p:spTgt spid="20"/>
                                        </p:tgtEl>
                                        <p:attrNameLst>
                                          <p:attrName>ppt_x</p:attrName>
                                        </p:attrNameLst>
                                      </p:cBhvr>
                                      <p:tavLst>
                                        <p:tav tm="0">
                                          <p:val>
                                            <p:strVal val="0-#ppt_w/2"/>
                                          </p:val>
                                        </p:tav>
                                        <p:tav tm="100000">
                                          <p:val>
                                            <p:strVal val="#ppt_x"/>
                                          </p:val>
                                        </p:tav>
                                      </p:tavLst>
                                    </p:anim>
                                    <p:anim calcmode="lin" valueType="num">
                                      <p:cBhvr additive="base">
                                        <p:cTn id="46" dur="500" fill="hold"/>
                                        <p:tgtEl>
                                          <p:spTgt spid="20"/>
                                        </p:tgtEl>
                                        <p:attrNameLst>
                                          <p:attrName>ppt_y</p:attrName>
                                        </p:attrNameLst>
                                      </p:cBhvr>
                                      <p:tavLst>
                                        <p:tav tm="0">
                                          <p:val>
                                            <p:strVal val="1+#ppt_h/2"/>
                                          </p:val>
                                        </p:tav>
                                        <p:tav tm="100000">
                                          <p:val>
                                            <p:strVal val="#ppt_y"/>
                                          </p:val>
                                        </p:tav>
                                      </p:tavLst>
                                    </p:anim>
                                  </p:childTnLst>
                                </p:cTn>
                              </p:par>
                              <p:par>
                                <p:cTn id="47" presetID="2" presetClass="entr" presetSubtype="12"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 calcmode="lin" valueType="num">
                                      <p:cBhvr additive="base">
                                        <p:cTn id="49" dur="500" fill="hold"/>
                                        <p:tgtEl>
                                          <p:spTgt spid="25"/>
                                        </p:tgtEl>
                                        <p:attrNameLst>
                                          <p:attrName>ppt_x</p:attrName>
                                        </p:attrNameLst>
                                      </p:cBhvr>
                                      <p:tavLst>
                                        <p:tav tm="0">
                                          <p:val>
                                            <p:strVal val="0-#ppt_w/2"/>
                                          </p:val>
                                        </p:tav>
                                        <p:tav tm="100000">
                                          <p:val>
                                            <p:strVal val="#ppt_x"/>
                                          </p:val>
                                        </p:tav>
                                      </p:tavLst>
                                    </p:anim>
                                    <p:anim calcmode="lin" valueType="num">
                                      <p:cBhvr additive="base">
                                        <p:cTn id="50" dur="500" fill="hold"/>
                                        <p:tgtEl>
                                          <p:spTgt spid="25"/>
                                        </p:tgtEl>
                                        <p:attrNameLst>
                                          <p:attrName>ppt_y</p:attrName>
                                        </p:attrNameLst>
                                      </p:cBhvr>
                                      <p:tavLst>
                                        <p:tav tm="0">
                                          <p:val>
                                            <p:strVal val="1+#ppt_h/2"/>
                                          </p:val>
                                        </p:tav>
                                        <p:tav tm="100000">
                                          <p:val>
                                            <p:strVal val="#ppt_y"/>
                                          </p:val>
                                        </p:tav>
                                      </p:tavLst>
                                    </p:anim>
                                  </p:childTnLst>
                                </p:cTn>
                              </p:par>
                              <p:par>
                                <p:cTn id="51" presetID="2" presetClass="entr" presetSubtype="12"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500" fill="hold"/>
                                        <p:tgtEl>
                                          <p:spTgt spid="13"/>
                                        </p:tgtEl>
                                        <p:attrNameLst>
                                          <p:attrName>ppt_x</p:attrName>
                                        </p:attrNameLst>
                                      </p:cBhvr>
                                      <p:tavLst>
                                        <p:tav tm="0">
                                          <p:val>
                                            <p:strVal val="0-#ppt_w/2"/>
                                          </p:val>
                                        </p:tav>
                                        <p:tav tm="100000">
                                          <p:val>
                                            <p:strVal val="#ppt_x"/>
                                          </p:val>
                                        </p:tav>
                                      </p:tavLst>
                                    </p:anim>
                                    <p:anim calcmode="lin" valueType="num">
                                      <p:cBhvr additive="base">
                                        <p:cTn id="54" dur="500" fill="hold"/>
                                        <p:tgtEl>
                                          <p:spTgt spid="13"/>
                                        </p:tgtEl>
                                        <p:attrNameLst>
                                          <p:attrName>ppt_y</p:attrName>
                                        </p:attrNameLst>
                                      </p:cBhvr>
                                      <p:tavLst>
                                        <p:tav tm="0">
                                          <p:val>
                                            <p:strVal val="1+#ppt_h/2"/>
                                          </p:val>
                                        </p:tav>
                                        <p:tav tm="100000">
                                          <p:val>
                                            <p:strVal val="#ppt_y"/>
                                          </p:val>
                                        </p:tav>
                                      </p:tavLst>
                                    </p:anim>
                                  </p:childTnLst>
                                </p:cTn>
                              </p:par>
                              <p:par>
                                <p:cTn id="55" presetID="2" presetClass="entr" presetSubtype="12"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500" fill="hold"/>
                                        <p:tgtEl>
                                          <p:spTgt spid="14"/>
                                        </p:tgtEl>
                                        <p:attrNameLst>
                                          <p:attrName>ppt_x</p:attrName>
                                        </p:attrNameLst>
                                      </p:cBhvr>
                                      <p:tavLst>
                                        <p:tav tm="0">
                                          <p:val>
                                            <p:strVal val="0-#ppt_w/2"/>
                                          </p:val>
                                        </p:tav>
                                        <p:tav tm="100000">
                                          <p:val>
                                            <p:strVal val="#ppt_x"/>
                                          </p:val>
                                        </p:tav>
                                      </p:tavLst>
                                    </p:anim>
                                    <p:anim calcmode="lin" valueType="num">
                                      <p:cBhvr additive="base">
                                        <p:cTn id="58" dur="500" fill="hold"/>
                                        <p:tgtEl>
                                          <p:spTgt spid="14"/>
                                        </p:tgtEl>
                                        <p:attrNameLst>
                                          <p:attrName>ppt_y</p:attrName>
                                        </p:attrNameLst>
                                      </p:cBhvr>
                                      <p:tavLst>
                                        <p:tav tm="0">
                                          <p:val>
                                            <p:strVal val="1+#ppt_h/2"/>
                                          </p:val>
                                        </p:tav>
                                        <p:tav tm="100000">
                                          <p:val>
                                            <p:strVal val="#ppt_y"/>
                                          </p:val>
                                        </p:tav>
                                      </p:tavLst>
                                    </p:anim>
                                  </p:childTnLst>
                                </p:cTn>
                              </p:par>
                              <p:par>
                                <p:cTn id="59" presetID="2" presetClass="entr" presetSubtype="12"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500" fill="hold"/>
                                        <p:tgtEl>
                                          <p:spTgt spid="15"/>
                                        </p:tgtEl>
                                        <p:attrNameLst>
                                          <p:attrName>ppt_x</p:attrName>
                                        </p:attrNameLst>
                                      </p:cBhvr>
                                      <p:tavLst>
                                        <p:tav tm="0">
                                          <p:val>
                                            <p:strVal val="0-#ppt_w/2"/>
                                          </p:val>
                                        </p:tav>
                                        <p:tav tm="100000">
                                          <p:val>
                                            <p:strVal val="#ppt_x"/>
                                          </p:val>
                                        </p:tav>
                                      </p:tavLst>
                                    </p:anim>
                                    <p:anim calcmode="lin" valueType="num">
                                      <p:cBhvr additive="base">
                                        <p:cTn id="62" dur="500" fill="hold"/>
                                        <p:tgtEl>
                                          <p:spTgt spid="15"/>
                                        </p:tgtEl>
                                        <p:attrNameLst>
                                          <p:attrName>ppt_y</p:attrName>
                                        </p:attrNameLst>
                                      </p:cBhvr>
                                      <p:tavLst>
                                        <p:tav tm="0">
                                          <p:val>
                                            <p:strVal val="1+#ppt_h/2"/>
                                          </p:val>
                                        </p:tav>
                                        <p:tav tm="100000">
                                          <p:val>
                                            <p:strVal val="#ppt_y"/>
                                          </p:val>
                                        </p:tav>
                                      </p:tavLst>
                                    </p:anim>
                                  </p:childTnLst>
                                </p:cTn>
                              </p:par>
                              <p:par>
                                <p:cTn id="63" presetID="2" presetClass="entr" presetSubtype="12"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anim calcmode="lin" valueType="num">
                                      <p:cBhvr additive="base">
                                        <p:cTn id="65" dur="500" fill="hold"/>
                                        <p:tgtEl>
                                          <p:spTgt spid="16"/>
                                        </p:tgtEl>
                                        <p:attrNameLst>
                                          <p:attrName>ppt_x</p:attrName>
                                        </p:attrNameLst>
                                      </p:cBhvr>
                                      <p:tavLst>
                                        <p:tav tm="0">
                                          <p:val>
                                            <p:strVal val="0-#ppt_w/2"/>
                                          </p:val>
                                        </p:tav>
                                        <p:tav tm="100000">
                                          <p:val>
                                            <p:strVal val="#ppt_x"/>
                                          </p:val>
                                        </p:tav>
                                      </p:tavLst>
                                    </p:anim>
                                    <p:anim calcmode="lin" valueType="num">
                                      <p:cBhvr additive="base">
                                        <p:cTn id="66" dur="500" fill="hold"/>
                                        <p:tgtEl>
                                          <p:spTgt spid="16"/>
                                        </p:tgtEl>
                                        <p:attrNameLst>
                                          <p:attrName>ppt_y</p:attrName>
                                        </p:attrNameLst>
                                      </p:cBhvr>
                                      <p:tavLst>
                                        <p:tav tm="0">
                                          <p:val>
                                            <p:strVal val="1+#ppt_h/2"/>
                                          </p:val>
                                        </p:tav>
                                        <p:tav tm="100000">
                                          <p:val>
                                            <p:strVal val="#ppt_y"/>
                                          </p:val>
                                        </p:tav>
                                      </p:tavLst>
                                    </p:anim>
                                  </p:childTnLst>
                                </p:cTn>
                              </p:par>
                              <p:par>
                                <p:cTn id="67" presetID="2" presetClass="entr" presetSubtype="12" fill="hold" grpId="0" nodeType="withEffect">
                                  <p:stCondLst>
                                    <p:cond delay="0"/>
                                  </p:stCondLst>
                                  <p:childTnLst>
                                    <p:set>
                                      <p:cBhvr>
                                        <p:cTn id="68" dur="1" fill="hold">
                                          <p:stCondLst>
                                            <p:cond delay="0"/>
                                          </p:stCondLst>
                                        </p:cTn>
                                        <p:tgtEl>
                                          <p:spTgt spid="17"/>
                                        </p:tgtEl>
                                        <p:attrNameLst>
                                          <p:attrName>style.visibility</p:attrName>
                                        </p:attrNameLst>
                                      </p:cBhvr>
                                      <p:to>
                                        <p:strVal val="visible"/>
                                      </p:to>
                                    </p:set>
                                    <p:anim calcmode="lin" valueType="num">
                                      <p:cBhvr additive="base">
                                        <p:cTn id="69" dur="500" fill="hold"/>
                                        <p:tgtEl>
                                          <p:spTgt spid="17"/>
                                        </p:tgtEl>
                                        <p:attrNameLst>
                                          <p:attrName>ppt_x</p:attrName>
                                        </p:attrNameLst>
                                      </p:cBhvr>
                                      <p:tavLst>
                                        <p:tav tm="0">
                                          <p:val>
                                            <p:strVal val="0-#ppt_w/2"/>
                                          </p:val>
                                        </p:tav>
                                        <p:tav tm="100000">
                                          <p:val>
                                            <p:strVal val="#ppt_x"/>
                                          </p:val>
                                        </p:tav>
                                      </p:tavLst>
                                    </p:anim>
                                    <p:anim calcmode="lin" valueType="num">
                                      <p:cBhvr additive="base">
                                        <p:cTn id="70" dur="500" fill="hold"/>
                                        <p:tgtEl>
                                          <p:spTgt spid="17"/>
                                        </p:tgtEl>
                                        <p:attrNameLst>
                                          <p:attrName>ppt_y</p:attrName>
                                        </p:attrNameLst>
                                      </p:cBhvr>
                                      <p:tavLst>
                                        <p:tav tm="0">
                                          <p:val>
                                            <p:strVal val="1+#ppt_h/2"/>
                                          </p:val>
                                        </p:tav>
                                        <p:tav tm="100000">
                                          <p:val>
                                            <p:strVal val="#ppt_y"/>
                                          </p:val>
                                        </p:tav>
                                      </p:tavLst>
                                    </p:anim>
                                  </p:childTnLst>
                                </p:cTn>
                              </p:par>
                            </p:childTnLst>
                          </p:cTn>
                        </p:par>
                        <p:par>
                          <p:cTn id="71" fill="hold">
                            <p:stCondLst>
                              <p:cond delay="1500"/>
                            </p:stCondLst>
                            <p:childTnLst>
                              <p:par>
                                <p:cTn id="72" presetID="22" presetClass="entr" presetSubtype="1" fill="hold" grpId="0" nodeType="afterEffect">
                                  <p:stCondLst>
                                    <p:cond delay="0"/>
                                  </p:stCondLst>
                                  <p:childTnLst>
                                    <p:set>
                                      <p:cBhvr>
                                        <p:cTn id="73" dur="1" fill="hold">
                                          <p:stCondLst>
                                            <p:cond delay="0"/>
                                          </p:stCondLst>
                                        </p:cTn>
                                        <p:tgtEl>
                                          <p:spTgt spid="6"/>
                                        </p:tgtEl>
                                        <p:attrNameLst>
                                          <p:attrName>style.visibility</p:attrName>
                                        </p:attrNameLst>
                                      </p:cBhvr>
                                      <p:to>
                                        <p:strVal val="visible"/>
                                      </p:to>
                                    </p:set>
                                    <p:animEffect transition="in" filter="wipe(up)">
                                      <p:cBhvr>
                                        <p:cTn id="7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animBg="1"/>
      <p:bldP spid="10" grpId="0" animBg="1"/>
      <p:bldP spid="11" grpId="0" animBg="1"/>
      <p:bldP spid="12" grpId="0"/>
      <p:bldP spid="13" grpId="0"/>
      <p:bldP spid="14" grpId="0"/>
      <p:bldP spid="15" grpId="0"/>
      <p:bldP spid="16" grpId="0"/>
      <p:bldP spid="17" grpId="0"/>
      <p:bldP spid="18" grpId="0"/>
      <p:bldP spid="19" grpId="0"/>
      <p:bldP spid="20" grpId="0"/>
      <p:bldP spid="2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028" y="1934824"/>
            <a:ext cx="5748028" cy="2876826"/>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 name="矩形 2"/>
          <p:cNvSpPr/>
          <p:nvPr/>
        </p:nvSpPr>
        <p:spPr>
          <a:xfrm>
            <a:off x="5806787" y="2269402"/>
            <a:ext cx="383943" cy="2207671"/>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 name="TextBox 11"/>
          <p:cNvSpPr txBox="1"/>
          <p:nvPr/>
        </p:nvSpPr>
        <p:spPr>
          <a:xfrm>
            <a:off x="3373740" y="2191753"/>
            <a:ext cx="2058577" cy="2062103"/>
          </a:xfrm>
          <a:prstGeom prst="rect">
            <a:avLst/>
          </a:prstGeom>
          <a:noFill/>
        </p:spPr>
        <p:txBody>
          <a:bodyPr wrap="none" rtlCol="0">
            <a:spAutoFit/>
          </a:bodyPr>
          <a:lstStyle/>
          <a:p>
            <a:pPr algn="r" defTabSz="1218565"/>
            <a:r>
              <a:rPr lang="en-US" altLang="zh-CN" sz="12800" b="1"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02</a:t>
            </a:r>
            <a:endParaRPr lang="zh-CN" altLang="en-US" sz="128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文本占位符 3"/>
          <p:cNvSpPr txBox="1"/>
          <p:nvPr/>
        </p:nvSpPr>
        <p:spPr>
          <a:xfrm>
            <a:off x="6629386" y="2171591"/>
            <a:ext cx="3124118" cy="749787"/>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4800"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作者简介</a:t>
            </a:r>
            <a:endParaRPr lang="zh-CN" altLang="en-US" sz="4800"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 name="矩形 5"/>
          <p:cNvSpPr/>
          <p:nvPr/>
        </p:nvSpPr>
        <p:spPr>
          <a:xfrm>
            <a:off x="6384034" y="3046017"/>
            <a:ext cx="5376597" cy="60959"/>
          </a:xfrm>
          <a:prstGeom prst="rect">
            <a:avLst/>
          </a:prstGeom>
          <a:solidFill>
            <a:srgbClr val="DA5665"/>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矩形 6"/>
          <p:cNvSpPr/>
          <p:nvPr/>
        </p:nvSpPr>
        <p:spPr>
          <a:xfrm>
            <a:off x="6445878" y="3046016"/>
            <a:ext cx="4796623" cy="1823728"/>
          </a:xfrm>
          <a:prstGeom prst="rect">
            <a:avLst/>
          </a:prstGeom>
        </p:spPr>
        <p:txBody>
          <a:bodyPr vert="horz" lIns="121888" tIns="60944" rIns="121888" bIns="60944" rtlCol="0" anchor="ctr">
            <a:noAutofit/>
          </a:bodyPr>
          <a:lstStyle/>
          <a:p>
            <a:pPr>
              <a:lnSpc>
                <a:spcPct val="150000"/>
              </a:lnSpc>
              <a:spcBef>
                <a:spcPct val="20000"/>
              </a:spcBef>
              <a:buFont typeface="Arial" panose="020B0604020202020204" pitchFamily="34" charset="0"/>
              <a:buNone/>
            </a:pPr>
            <a:r>
              <a:rPr lang="en-US" altLang="zh-CN"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1</a:t>
            </a:r>
            <a:r>
              <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、点击添加文字标题</a:t>
            </a:r>
            <a:endParaRPr lang="en-US" altLang="zh-CN"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spcBef>
                <a:spcPct val="20000"/>
              </a:spcBef>
            </a:pPr>
            <a:r>
              <a:rPr lang="en-US" altLang="zh-CN"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2</a:t>
            </a:r>
            <a:r>
              <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、点击添加相关文字标题</a:t>
            </a:r>
            <a:endPar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spcBef>
                <a:spcPct val="20000"/>
              </a:spcBef>
              <a:buFont typeface="Arial" panose="020B0604020202020204" pitchFamily="34" charset="0"/>
              <a:buNone/>
            </a:pPr>
            <a:r>
              <a:rPr lang="en-US" altLang="zh-CN"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3</a:t>
            </a:r>
            <a:r>
              <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、点击添加文字标题</a:t>
            </a:r>
            <a:endPar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60" y="5400737"/>
            <a:ext cx="12192000" cy="1624224"/>
          </a:xfrm>
          <a:prstGeom prst="rect">
            <a:avLst/>
          </a:prstGeom>
        </p:spPr>
      </p:pic>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flipH="1">
            <a:off x="3547702" y="-3223270"/>
            <a:ext cx="67348" cy="6858000"/>
          </a:xfrm>
          <a:prstGeom prst="rect">
            <a:avLst/>
          </a:prstGeom>
        </p:spPr>
      </p:pic>
      <p:sp>
        <p:nvSpPr>
          <p:cNvPr id="12" name="文本框 11"/>
          <p:cNvSpPr txBox="1"/>
          <p:nvPr/>
        </p:nvSpPr>
        <p:spPr>
          <a:xfrm>
            <a:off x="7155840" y="-12611"/>
            <a:ext cx="4426416" cy="369332"/>
          </a:xfrm>
          <a:prstGeom prst="rect">
            <a:avLst/>
          </a:prstGeom>
          <a:noFill/>
        </p:spPr>
        <p:txBody>
          <a:bodyPr vert="horz" wrap="square" rtlCol="0">
            <a:spAutoFit/>
          </a:bodyPr>
          <a:lstStyle/>
          <a:p>
            <a:pPr algn="dist"/>
            <a:r>
              <a:rPr lang="zh-CN" altLang="en-US" dirty="0" smtClean="0">
                <a:solidFill>
                  <a:srgbClr val="FB8989"/>
                </a:solidFill>
                <a:latin typeface="字魂105号-简雅黑" panose="00000500000000000000" pitchFamily="2" charset="-122"/>
                <a:ea typeface="字魂105号-简雅黑" panose="00000500000000000000" pitchFamily="2" charset="-122"/>
              </a:rPr>
              <a:t>读万卷书</a:t>
            </a:r>
            <a:r>
              <a:rPr lang="en-US" altLang="zh-CN" dirty="0" smtClean="0">
                <a:solidFill>
                  <a:srgbClr val="FB8989"/>
                </a:solidFill>
                <a:latin typeface="字魂105号-简雅黑" panose="00000500000000000000" pitchFamily="2" charset="-122"/>
                <a:ea typeface="字魂105号-简雅黑" panose="00000500000000000000" pitchFamily="2" charset="-122"/>
              </a:rPr>
              <a:t>·</a:t>
            </a:r>
            <a:r>
              <a:rPr lang="zh-CN" altLang="en-US" dirty="0" smtClean="0">
                <a:solidFill>
                  <a:srgbClr val="FB8989"/>
                </a:solidFill>
                <a:latin typeface="字魂105号-简雅黑" panose="00000500000000000000" pitchFamily="2" charset="-122"/>
                <a:ea typeface="字魂105号-简雅黑" panose="00000500000000000000" pitchFamily="2" charset="-122"/>
              </a:rPr>
              <a:t>行万里路</a:t>
            </a:r>
            <a:endParaRPr lang="zh-CN" altLang="en-US" dirty="0">
              <a:solidFill>
                <a:srgbClr val="FB8989"/>
              </a:solidFill>
              <a:latin typeface="字魂105号-简雅黑" panose="00000500000000000000" pitchFamily="2" charset="-122"/>
              <a:ea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400"/>
                                        <p:tgtEl>
                                          <p:spTgt spid="3"/>
                                        </p:tgtEl>
                                      </p:cBhvr>
                                    </p:animEffect>
                                  </p:childTnLst>
                                </p:cTn>
                              </p:par>
                              <p:par>
                                <p:cTn id="8" presetID="22" presetClass="entr" presetSubtype="2" fill="hold" grpId="0" nodeType="withEffect">
                                  <p:stCondLst>
                                    <p:cond delay="200"/>
                                  </p:stCondLst>
                                  <p:childTnLst>
                                    <p:set>
                                      <p:cBhvr>
                                        <p:cTn id="9" dur="1" fill="hold">
                                          <p:stCondLst>
                                            <p:cond delay="0"/>
                                          </p:stCondLst>
                                        </p:cTn>
                                        <p:tgtEl>
                                          <p:spTgt spid="2"/>
                                        </p:tgtEl>
                                        <p:attrNameLst>
                                          <p:attrName>style.visibility</p:attrName>
                                        </p:attrNameLst>
                                      </p:cBhvr>
                                      <p:to>
                                        <p:strVal val="visible"/>
                                      </p:to>
                                    </p:set>
                                    <p:animEffect transition="in" filter="wipe(right)">
                                      <p:cBhvr>
                                        <p:cTn id="10" dur="500"/>
                                        <p:tgtEl>
                                          <p:spTgt spid="2"/>
                                        </p:tgtEl>
                                      </p:cBhvr>
                                    </p:animEffect>
                                  </p:childTnLst>
                                </p:cTn>
                              </p:par>
                              <p:par>
                                <p:cTn id="11" presetID="15" presetClass="entr" presetSubtype="0" fill="hold" grpId="0" nodeType="withEffect">
                                  <p:stCondLst>
                                    <p:cond delay="200"/>
                                  </p:stCondLst>
                                  <p:iterate type="lt">
                                    <p:tmPct val="10000"/>
                                  </p:iterate>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par>
                          <p:cTn id="17" fill="hold">
                            <p:stCondLst>
                              <p:cond delay="0"/>
                            </p:stCondLst>
                            <p:childTnLst>
                              <p:par>
                                <p:cTn id="18" presetID="22" presetClass="entr" presetSubtype="8"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400"/>
                                        <p:tgtEl>
                                          <p:spTgt spid="5"/>
                                        </p:tgtEl>
                                      </p:cBhvr>
                                    </p:animEffect>
                                  </p:childTnLst>
                                </p:cTn>
                              </p:par>
                              <p:par>
                                <p:cTn id="21" presetID="22" presetClass="entr" presetSubtype="8" fill="hold" grpId="0" nodeType="withEffect">
                                  <p:stCondLst>
                                    <p:cond delay="20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400"/>
                                        <p:tgtEl>
                                          <p:spTgt spid="6"/>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P spid="6" grpId="0" animBg="1"/>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泪滴形 5"/>
          <p:cNvSpPr/>
          <p:nvPr/>
        </p:nvSpPr>
        <p:spPr>
          <a:xfrm rot="8035252">
            <a:off x="856315" y="1723312"/>
            <a:ext cx="3552395" cy="3552395"/>
          </a:xfrm>
          <a:prstGeom prst="teardrop">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泪滴形 6"/>
          <p:cNvSpPr/>
          <p:nvPr/>
        </p:nvSpPr>
        <p:spPr>
          <a:xfrm rot="8035252">
            <a:off x="3884001" y="3147338"/>
            <a:ext cx="2372569" cy="2372569"/>
          </a:xfrm>
          <a:prstGeom prst="teardrop">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椭圆 7"/>
          <p:cNvSpPr/>
          <p:nvPr/>
        </p:nvSpPr>
        <p:spPr>
          <a:xfrm>
            <a:off x="3392921" y="1797877"/>
            <a:ext cx="1152128" cy="115212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66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椭圆 8"/>
          <p:cNvSpPr/>
          <p:nvPr/>
        </p:nvSpPr>
        <p:spPr>
          <a:xfrm>
            <a:off x="5391980" y="3159247"/>
            <a:ext cx="896043" cy="896043"/>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66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 name="TextBox 9"/>
          <p:cNvSpPr txBox="1"/>
          <p:nvPr/>
        </p:nvSpPr>
        <p:spPr>
          <a:xfrm>
            <a:off x="3547717" y="2085909"/>
            <a:ext cx="870751" cy="502766"/>
          </a:xfrm>
          <a:prstGeom prst="rect">
            <a:avLst/>
          </a:prstGeom>
          <a:noFill/>
        </p:spPr>
        <p:txBody>
          <a:bodyPr wrap="none" rtlCol="0">
            <a:spAutoFit/>
          </a:bodyPr>
          <a:lstStyle/>
          <a:p>
            <a:r>
              <a:rPr lang="en-US" altLang="zh-CN" sz="266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80%</a:t>
            </a:r>
            <a:endParaRPr lang="zh-CN" altLang="en-US" sz="266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 name="TextBox 10"/>
          <p:cNvSpPr txBox="1"/>
          <p:nvPr/>
        </p:nvSpPr>
        <p:spPr>
          <a:xfrm>
            <a:off x="5445484" y="3340528"/>
            <a:ext cx="646331" cy="369332"/>
          </a:xfrm>
          <a:prstGeom prst="rect">
            <a:avLst/>
          </a:prstGeom>
          <a:noFill/>
        </p:spPr>
        <p:txBody>
          <a:bodyPr wrap="none" rtlCol="0">
            <a:spAutoFit/>
          </a:bodyPr>
          <a:lstStyle/>
          <a:p>
            <a:r>
              <a:rPr lang="en-US" altLang="zh-CN"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35%</a:t>
            </a:r>
            <a:endParaRPr lang="zh-CN" altLang="en-US"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 name="矩形 11"/>
          <p:cNvSpPr/>
          <p:nvPr/>
        </p:nvSpPr>
        <p:spPr>
          <a:xfrm flipH="1">
            <a:off x="1376698" y="3143902"/>
            <a:ext cx="2292791" cy="1220809"/>
          </a:xfrm>
          <a:prstGeom prst="rect">
            <a:avLst/>
          </a:prstGeom>
          <a:effectLst/>
        </p:spPr>
        <p:txBody>
          <a:bodyPr wrap="square" lIns="162524" tIns="81261" rIns="162524" bIns="81261">
            <a:spAutoFit/>
          </a:bodyPr>
          <a:lstStyle/>
          <a:p>
            <a:pPr>
              <a:lnSpc>
                <a:spcPct val="150000"/>
              </a:lnSpc>
            </a:pPr>
            <a:r>
              <a:rPr lang="zh-CN" altLang="en-US" sz="16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这里输入简单的文字</a:t>
            </a:r>
            <a:endParaRPr lang="en-US" altLang="zh-CN" sz="16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6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概述这里输入简单文</a:t>
            </a:r>
            <a:endParaRPr lang="en-US" altLang="zh-CN" sz="16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6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字概述简单的文字概</a:t>
            </a:r>
            <a:endParaRPr lang="en-US" altLang="zh-CN" sz="16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矩形 12"/>
          <p:cNvSpPr/>
          <p:nvPr/>
        </p:nvSpPr>
        <p:spPr>
          <a:xfrm>
            <a:off x="1472707" y="2721521"/>
            <a:ext cx="1920215" cy="410523"/>
          </a:xfrm>
          <a:prstGeom prst="rect">
            <a:avLst/>
          </a:prstGeom>
        </p:spPr>
        <p:txBody>
          <a:bodyPr wrap="square" lIns="162524" tIns="81261" rIns="162524" bIns="81261">
            <a:spAutoFit/>
          </a:bodyPr>
          <a:lstStyle/>
          <a:p>
            <a:pPr algn="just" defTabSz="1624965">
              <a:lnSpc>
                <a:spcPts val="2135"/>
              </a:lnSpc>
            </a:pPr>
            <a:r>
              <a:rPr lang="zh-CN" altLang="en-US" sz="17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这里填写小标题</a:t>
            </a:r>
            <a:endParaRPr lang="en-US" altLang="zh-CN" sz="17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矩形 13"/>
          <p:cNvSpPr/>
          <p:nvPr/>
        </p:nvSpPr>
        <p:spPr>
          <a:xfrm flipH="1">
            <a:off x="4003183" y="4207061"/>
            <a:ext cx="2292791" cy="856093"/>
          </a:xfrm>
          <a:prstGeom prst="rect">
            <a:avLst/>
          </a:prstGeom>
          <a:effectLst/>
        </p:spPr>
        <p:txBody>
          <a:bodyPr wrap="square" lIns="162524" tIns="81261" rIns="162524" bIns="81261">
            <a:spAutoFit/>
          </a:bodyPr>
          <a:lstStyle/>
          <a:p>
            <a:pPr>
              <a:lnSpc>
                <a:spcPct val="150000"/>
              </a:lnSpc>
            </a:pPr>
            <a:r>
              <a:rPr lang="zh-CN" altLang="en-US" sz="16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这里输入简单的文字</a:t>
            </a:r>
            <a:endParaRPr lang="en-US" altLang="zh-CN" sz="16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6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概述这里输入简单文</a:t>
            </a:r>
            <a:endParaRPr lang="en-US" altLang="zh-CN" sz="16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矩形 14"/>
          <p:cNvSpPr/>
          <p:nvPr/>
        </p:nvSpPr>
        <p:spPr>
          <a:xfrm>
            <a:off x="4099193" y="3784681"/>
            <a:ext cx="1920215" cy="410523"/>
          </a:xfrm>
          <a:prstGeom prst="rect">
            <a:avLst/>
          </a:prstGeom>
        </p:spPr>
        <p:txBody>
          <a:bodyPr wrap="square" lIns="162524" tIns="81261" rIns="162524" bIns="81261">
            <a:spAutoFit/>
          </a:bodyPr>
          <a:lstStyle/>
          <a:p>
            <a:pPr algn="just" defTabSz="1624965">
              <a:lnSpc>
                <a:spcPts val="2135"/>
              </a:lnSpc>
            </a:pPr>
            <a:r>
              <a:rPr lang="zh-CN" altLang="en-US" sz="17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填写小标题</a:t>
            </a:r>
            <a:endParaRPr lang="en-US" altLang="zh-CN" sz="17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8" name="组合 17"/>
          <p:cNvGrpSpPr/>
          <p:nvPr/>
        </p:nvGrpSpPr>
        <p:grpSpPr>
          <a:xfrm>
            <a:off x="0" y="1059"/>
            <a:ext cx="12192001" cy="989605"/>
            <a:chOff x="-1" y="0"/>
            <a:chExt cx="9144001" cy="742204"/>
          </a:xfrm>
        </p:grpSpPr>
        <p:sp>
          <p:nvSpPr>
            <p:cNvPr id="19" name="矩形 18"/>
            <p:cNvSpPr/>
            <p:nvPr/>
          </p:nvSpPr>
          <p:spPr>
            <a:xfrm>
              <a:off x="-1" y="0"/>
              <a:ext cx="762101" cy="742204"/>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矩形 19"/>
            <p:cNvSpPr/>
            <p:nvPr/>
          </p:nvSpPr>
          <p:spPr>
            <a:xfrm>
              <a:off x="816248" y="0"/>
              <a:ext cx="122807" cy="742204"/>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TextBox 8"/>
            <p:cNvSpPr txBox="1"/>
            <p:nvPr/>
          </p:nvSpPr>
          <p:spPr>
            <a:xfrm>
              <a:off x="38104" y="34318"/>
              <a:ext cx="723997" cy="684755"/>
            </a:xfrm>
            <a:prstGeom prst="rect">
              <a:avLst/>
            </a:prstGeom>
            <a:noFill/>
          </p:spPr>
          <p:txBody>
            <a:bodyPr wrap="none" rtlCol="0">
              <a:spAutoFit/>
            </a:bodyPr>
            <a:lstStyle/>
            <a:p>
              <a:pPr algn="r" defTabSz="1218565"/>
              <a:r>
                <a:rPr lang="en-US" altLang="zh-CN" sz="5335" b="1"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02</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文本占位符 3"/>
            <p:cNvSpPr txBox="1"/>
            <p:nvPr/>
          </p:nvSpPr>
          <p:spPr>
            <a:xfrm>
              <a:off x="976845" y="166078"/>
              <a:ext cx="4186412" cy="431935"/>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点击输入相关标题</a:t>
              </a:r>
              <a:endPar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 name="矩形 25"/>
            <p:cNvSpPr/>
            <p:nvPr/>
          </p:nvSpPr>
          <p:spPr>
            <a:xfrm flipV="1">
              <a:off x="4033674" y="533830"/>
              <a:ext cx="5110326" cy="45719"/>
            </a:xfrm>
            <a:prstGeom prst="rect">
              <a:avLst/>
            </a:prstGeom>
            <a:solidFill>
              <a:srgbClr val="FB8989"/>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21" name="矩形 1"/>
          <p:cNvSpPr>
            <a:spLocks noChangeArrowheads="1"/>
          </p:cNvSpPr>
          <p:nvPr/>
        </p:nvSpPr>
        <p:spPr bwMode="auto">
          <a:xfrm>
            <a:off x="6713211" y="2968974"/>
            <a:ext cx="4876672" cy="607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矩形 21"/>
          <p:cNvSpPr/>
          <p:nvPr/>
        </p:nvSpPr>
        <p:spPr>
          <a:xfrm>
            <a:off x="6713211" y="2405972"/>
            <a:ext cx="2407697" cy="569348"/>
          </a:xfrm>
          <a:prstGeom prst="rect">
            <a:avLst/>
          </a:prstGeom>
        </p:spPr>
        <p:txBody>
          <a:bodyPr wrap="square" lIns="91403" tIns="45701" rIns="91403" bIns="45701">
            <a:spAutoFit/>
          </a:bodyPr>
          <a:lstStyle/>
          <a:p>
            <a:pPr>
              <a:lnSpc>
                <a:spcPct val="150000"/>
              </a:lnSpc>
            </a:pPr>
            <a:r>
              <a:rPr lang="zh-CN" altLang="en-US" sz="2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4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矩形 22"/>
          <p:cNvSpPr/>
          <p:nvPr/>
        </p:nvSpPr>
        <p:spPr>
          <a:xfrm>
            <a:off x="6713211" y="3988798"/>
            <a:ext cx="2407697" cy="569348"/>
          </a:xfrm>
          <a:prstGeom prst="rect">
            <a:avLst/>
          </a:prstGeom>
        </p:spPr>
        <p:txBody>
          <a:bodyPr wrap="square" lIns="91403" tIns="45701" rIns="91403" bIns="45701">
            <a:spAutoFit/>
          </a:bodyPr>
          <a:lstStyle/>
          <a:p>
            <a:pPr>
              <a:lnSpc>
                <a:spcPct val="150000"/>
              </a:lnSpc>
            </a:pPr>
            <a:r>
              <a:rPr lang="zh-CN" altLang="en-US" sz="2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4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矩形 1"/>
          <p:cNvSpPr>
            <a:spLocks noChangeArrowheads="1"/>
          </p:cNvSpPr>
          <p:nvPr/>
        </p:nvSpPr>
        <p:spPr bwMode="auto">
          <a:xfrm>
            <a:off x="6747648" y="4558148"/>
            <a:ext cx="4876672" cy="607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down)">
                                      <p:cBhvr>
                                        <p:cTn id="23" dur="580">
                                          <p:stCondLst>
                                            <p:cond delay="0"/>
                                          </p:stCondLst>
                                        </p:cTn>
                                        <p:tgtEl>
                                          <p:spTgt spid="7"/>
                                        </p:tgtEl>
                                      </p:cBhvr>
                                    </p:animEffect>
                                    <p:anim calcmode="lin" valueType="num">
                                      <p:cBhvr>
                                        <p:cTn id="24"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9" dur="26">
                                          <p:stCondLst>
                                            <p:cond delay="650"/>
                                          </p:stCondLst>
                                        </p:cTn>
                                        <p:tgtEl>
                                          <p:spTgt spid="7"/>
                                        </p:tgtEl>
                                      </p:cBhvr>
                                      <p:to x="100000" y="60000"/>
                                    </p:animScale>
                                    <p:animScale>
                                      <p:cBhvr>
                                        <p:cTn id="30" dur="166" decel="50000">
                                          <p:stCondLst>
                                            <p:cond delay="676"/>
                                          </p:stCondLst>
                                        </p:cTn>
                                        <p:tgtEl>
                                          <p:spTgt spid="7"/>
                                        </p:tgtEl>
                                      </p:cBhvr>
                                      <p:to x="100000" y="100000"/>
                                    </p:animScale>
                                    <p:animScale>
                                      <p:cBhvr>
                                        <p:cTn id="31" dur="26">
                                          <p:stCondLst>
                                            <p:cond delay="1312"/>
                                          </p:stCondLst>
                                        </p:cTn>
                                        <p:tgtEl>
                                          <p:spTgt spid="7"/>
                                        </p:tgtEl>
                                      </p:cBhvr>
                                      <p:to x="100000" y="80000"/>
                                    </p:animScale>
                                    <p:animScale>
                                      <p:cBhvr>
                                        <p:cTn id="32" dur="166" decel="50000">
                                          <p:stCondLst>
                                            <p:cond delay="1338"/>
                                          </p:stCondLst>
                                        </p:cTn>
                                        <p:tgtEl>
                                          <p:spTgt spid="7"/>
                                        </p:tgtEl>
                                      </p:cBhvr>
                                      <p:to x="100000" y="100000"/>
                                    </p:animScale>
                                    <p:animScale>
                                      <p:cBhvr>
                                        <p:cTn id="33" dur="26">
                                          <p:stCondLst>
                                            <p:cond delay="1642"/>
                                          </p:stCondLst>
                                        </p:cTn>
                                        <p:tgtEl>
                                          <p:spTgt spid="7"/>
                                        </p:tgtEl>
                                      </p:cBhvr>
                                      <p:to x="100000" y="90000"/>
                                    </p:animScale>
                                    <p:animScale>
                                      <p:cBhvr>
                                        <p:cTn id="34" dur="166" decel="50000">
                                          <p:stCondLst>
                                            <p:cond delay="1668"/>
                                          </p:stCondLst>
                                        </p:cTn>
                                        <p:tgtEl>
                                          <p:spTgt spid="7"/>
                                        </p:tgtEl>
                                      </p:cBhvr>
                                      <p:to x="100000" y="100000"/>
                                    </p:animScale>
                                    <p:animScale>
                                      <p:cBhvr>
                                        <p:cTn id="35" dur="26">
                                          <p:stCondLst>
                                            <p:cond delay="1808"/>
                                          </p:stCondLst>
                                        </p:cTn>
                                        <p:tgtEl>
                                          <p:spTgt spid="7"/>
                                        </p:tgtEl>
                                      </p:cBhvr>
                                      <p:to x="100000" y="95000"/>
                                    </p:animScale>
                                    <p:animScale>
                                      <p:cBhvr>
                                        <p:cTn id="36" dur="166" decel="50000">
                                          <p:stCondLst>
                                            <p:cond delay="1834"/>
                                          </p:stCondLst>
                                        </p:cTn>
                                        <p:tgtEl>
                                          <p:spTgt spid="7"/>
                                        </p:tgtEl>
                                      </p:cBhvr>
                                      <p:to x="100000" y="100000"/>
                                    </p:animScale>
                                  </p:childTnLst>
                                </p:cTn>
                              </p:par>
                            </p:childTnLst>
                          </p:cTn>
                        </p:par>
                        <p:par>
                          <p:cTn id="37" fill="hold">
                            <p:stCondLst>
                              <p:cond delay="2000"/>
                            </p:stCondLst>
                            <p:childTnLst>
                              <p:par>
                                <p:cTn id="38" presetID="52" presetClass="entr" presetSubtype="0" fill="hold" grpId="0" nodeType="afterEffect">
                                  <p:stCondLst>
                                    <p:cond delay="0"/>
                                  </p:stCondLst>
                                  <p:childTnLst>
                                    <p:set>
                                      <p:cBhvr>
                                        <p:cTn id="39" dur="1" fill="hold">
                                          <p:stCondLst>
                                            <p:cond delay="0"/>
                                          </p:stCondLst>
                                        </p:cTn>
                                        <p:tgtEl>
                                          <p:spTgt spid="8"/>
                                        </p:tgtEl>
                                        <p:attrNameLst>
                                          <p:attrName>style.visibility</p:attrName>
                                        </p:attrNameLst>
                                      </p:cBhvr>
                                      <p:to>
                                        <p:strVal val="visible"/>
                                      </p:to>
                                    </p:set>
                                    <p:animScale>
                                      <p:cBhvr>
                                        <p:cTn id="40"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1" dur="1000" decel="50000" fill="hold">
                                          <p:stCondLst>
                                            <p:cond delay="0"/>
                                          </p:stCondLst>
                                        </p:cTn>
                                        <p:tgtEl>
                                          <p:spTgt spid="8"/>
                                        </p:tgtEl>
                                        <p:attrNameLst>
                                          <p:attrName>ppt_x</p:attrName>
                                          <p:attrName>ppt_y</p:attrName>
                                        </p:attrNameLst>
                                      </p:cBhvr>
                                    </p:animMotion>
                                    <p:animEffect transition="in" filter="fade">
                                      <p:cBhvr>
                                        <p:cTn id="42" dur="1000"/>
                                        <p:tgtEl>
                                          <p:spTgt spid="8"/>
                                        </p:tgtEl>
                                      </p:cBhvr>
                                    </p:animEffect>
                                  </p:childTnLst>
                                </p:cTn>
                              </p:par>
                              <p:par>
                                <p:cTn id="43" presetID="52" presetClass="entr" presetSubtype="0"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animScale>
                                      <p:cBhvr>
                                        <p:cTn id="45" dur="1000" decel="50000" fill="hold">
                                          <p:stCondLst>
                                            <p:cond delay="0"/>
                                          </p:stCondLst>
                                        </p:cTn>
                                        <p:tgtEl>
                                          <p:spTgt spid="1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6" dur="1000" decel="50000" fill="hold">
                                          <p:stCondLst>
                                            <p:cond delay="0"/>
                                          </p:stCondLst>
                                        </p:cTn>
                                        <p:tgtEl>
                                          <p:spTgt spid="10"/>
                                        </p:tgtEl>
                                        <p:attrNameLst>
                                          <p:attrName>ppt_x</p:attrName>
                                          <p:attrName>ppt_y</p:attrName>
                                        </p:attrNameLst>
                                      </p:cBhvr>
                                    </p:animMotion>
                                    <p:animEffect transition="in" filter="fade">
                                      <p:cBhvr>
                                        <p:cTn id="47" dur="1000"/>
                                        <p:tgtEl>
                                          <p:spTgt spid="10"/>
                                        </p:tgtEl>
                                      </p:cBhvr>
                                    </p:animEffect>
                                  </p:childTnLst>
                                </p:cTn>
                              </p:par>
                            </p:childTnLst>
                          </p:cTn>
                        </p:par>
                        <p:par>
                          <p:cTn id="48" fill="hold">
                            <p:stCondLst>
                              <p:cond delay="3000"/>
                            </p:stCondLst>
                            <p:childTnLst>
                              <p:par>
                                <p:cTn id="49" presetID="10" presetClass="entr" presetSubtype="0" fill="hold" grpId="0" nodeType="after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350"/>
                                        <p:tgtEl>
                                          <p:spTgt spid="13"/>
                                        </p:tgtEl>
                                      </p:cBhvr>
                                    </p:animEffect>
                                  </p:childTnLst>
                                </p:cTn>
                              </p:par>
                              <p:par>
                                <p:cTn id="52" presetID="26" presetClass="emph" presetSubtype="0" fill="hold" grpId="1" nodeType="withEffect">
                                  <p:stCondLst>
                                    <p:cond delay="0"/>
                                  </p:stCondLst>
                                  <p:childTnLst>
                                    <p:animEffect transition="out" filter="fade">
                                      <p:cBhvr>
                                        <p:cTn id="53" dur="400" tmFilter="0, 0; .2, .5; .8, .5; 1, 0"/>
                                        <p:tgtEl>
                                          <p:spTgt spid="13"/>
                                        </p:tgtEl>
                                      </p:cBhvr>
                                    </p:animEffect>
                                    <p:animScale>
                                      <p:cBhvr>
                                        <p:cTn id="54" dur="200" autoRev="1" fill="hold"/>
                                        <p:tgtEl>
                                          <p:spTgt spid="13"/>
                                        </p:tgtEl>
                                      </p:cBhvr>
                                      <p:by x="105000" y="105000"/>
                                    </p:animScale>
                                  </p:childTnLst>
                                </p:cTn>
                              </p:par>
                            </p:childTnLst>
                          </p:cTn>
                        </p:par>
                        <p:par>
                          <p:cTn id="55" fill="hold">
                            <p:stCondLst>
                              <p:cond delay="3500"/>
                            </p:stCondLst>
                            <p:childTnLst>
                              <p:par>
                                <p:cTn id="56" presetID="10" presetClass="entr" presetSubtype="0" fill="hold" grpId="0" nodeType="after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childTnLst>
                          </p:cTn>
                        </p:par>
                        <p:par>
                          <p:cTn id="59" fill="hold">
                            <p:stCondLst>
                              <p:cond delay="4000"/>
                            </p:stCondLst>
                            <p:childTnLst>
                              <p:par>
                                <p:cTn id="60" presetID="52" presetClass="entr" presetSubtype="0" fill="hold" grpId="0" nodeType="afterEffect">
                                  <p:stCondLst>
                                    <p:cond delay="0"/>
                                  </p:stCondLst>
                                  <p:childTnLst>
                                    <p:set>
                                      <p:cBhvr>
                                        <p:cTn id="61" dur="1" fill="hold">
                                          <p:stCondLst>
                                            <p:cond delay="0"/>
                                          </p:stCondLst>
                                        </p:cTn>
                                        <p:tgtEl>
                                          <p:spTgt spid="9"/>
                                        </p:tgtEl>
                                        <p:attrNameLst>
                                          <p:attrName>style.visibility</p:attrName>
                                        </p:attrNameLst>
                                      </p:cBhvr>
                                      <p:to>
                                        <p:strVal val="visible"/>
                                      </p:to>
                                    </p:set>
                                    <p:animScale>
                                      <p:cBhvr>
                                        <p:cTn id="62" dur="1000" decel="50000" fill="hold">
                                          <p:stCondLst>
                                            <p:cond delay="0"/>
                                          </p:stCondLst>
                                        </p:cTn>
                                        <p:tgtEl>
                                          <p:spTgt spid="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3" dur="1000" decel="50000" fill="hold">
                                          <p:stCondLst>
                                            <p:cond delay="0"/>
                                          </p:stCondLst>
                                        </p:cTn>
                                        <p:tgtEl>
                                          <p:spTgt spid="9"/>
                                        </p:tgtEl>
                                        <p:attrNameLst>
                                          <p:attrName>ppt_x</p:attrName>
                                          <p:attrName>ppt_y</p:attrName>
                                        </p:attrNameLst>
                                      </p:cBhvr>
                                    </p:animMotion>
                                    <p:animEffect transition="in" filter="fade">
                                      <p:cBhvr>
                                        <p:cTn id="64" dur="1000"/>
                                        <p:tgtEl>
                                          <p:spTgt spid="9"/>
                                        </p:tgtEl>
                                      </p:cBhvr>
                                    </p:animEffect>
                                  </p:childTnLst>
                                </p:cTn>
                              </p:par>
                              <p:par>
                                <p:cTn id="65" presetID="52" presetClass="entr" presetSubtype="0" fill="hold" grpId="0" nodeType="withEffect">
                                  <p:stCondLst>
                                    <p:cond delay="0"/>
                                  </p:stCondLst>
                                  <p:childTnLst>
                                    <p:set>
                                      <p:cBhvr>
                                        <p:cTn id="66" dur="1" fill="hold">
                                          <p:stCondLst>
                                            <p:cond delay="0"/>
                                          </p:stCondLst>
                                        </p:cTn>
                                        <p:tgtEl>
                                          <p:spTgt spid="11"/>
                                        </p:tgtEl>
                                        <p:attrNameLst>
                                          <p:attrName>style.visibility</p:attrName>
                                        </p:attrNameLst>
                                      </p:cBhvr>
                                      <p:to>
                                        <p:strVal val="visible"/>
                                      </p:to>
                                    </p:set>
                                    <p:animScale>
                                      <p:cBhvr>
                                        <p:cTn id="67" dur="1000" decel="50000" fill="hold">
                                          <p:stCondLst>
                                            <p:cond delay="0"/>
                                          </p:stCondLst>
                                        </p:cTn>
                                        <p:tgtEl>
                                          <p:spTgt spid="1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8" dur="1000" decel="50000" fill="hold">
                                          <p:stCondLst>
                                            <p:cond delay="0"/>
                                          </p:stCondLst>
                                        </p:cTn>
                                        <p:tgtEl>
                                          <p:spTgt spid="11"/>
                                        </p:tgtEl>
                                        <p:attrNameLst>
                                          <p:attrName>ppt_x</p:attrName>
                                          <p:attrName>ppt_y</p:attrName>
                                        </p:attrNameLst>
                                      </p:cBhvr>
                                    </p:animMotion>
                                    <p:animEffect transition="in" filter="fade">
                                      <p:cBhvr>
                                        <p:cTn id="69" dur="1000"/>
                                        <p:tgtEl>
                                          <p:spTgt spid="11"/>
                                        </p:tgtEl>
                                      </p:cBhvr>
                                    </p:animEffect>
                                  </p:childTnLst>
                                </p:cTn>
                              </p:par>
                            </p:childTnLst>
                          </p:cTn>
                        </p:par>
                        <p:par>
                          <p:cTn id="70" fill="hold">
                            <p:stCondLst>
                              <p:cond delay="5000"/>
                            </p:stCondLst>
                            <p:childTnLst>
                              <p:par>
                                <p:cTn id="71" presetID="10" presetClass="entr" presetSubtype="0" fill="hold" grpId="0" nodeType="after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fade">
                                      <p:cBhvr>
                                        <p:cTn id="73" dur="350"/>
                                        <p:tgtEl>
                                          <p:spTgt spid="15"/>
                                        </p:tgtEl>
                                      </p:cBhvr>
                                    </p:animEffect>
                                  </p:childTnLst>
                                </p:cTn>
                              </p:par>
                              <p:par>
                                <p:cTn id="74" presetID="26" presetClass="emph" presetSubtype="0" fill="hold" grpId="1" nodeType="withEffect">
                                  <p:stCondLst>
                                    <p:cond delay="0"/>
                                  </p:stCondLst>
                                  <p:childTnLst>
                                    <p:animEffect transition="out" filter="fade">
                                      <p:cBhvr>
                                        <p:cTn id="75" dur="400" tmFilter="0, 0; .2, .5; .8, .5; 1, 0"/>
                                        <p:tgtEl>
                                          <p:spTgt spid="15"/>
                                        </p:tgtEl>
                                      </p:cBhvr>
                                    </p:animEffect>
                                    <p:animScale>
                                      <p:cBhvr>
                                        <p:cTn id="76" dur="200" autoRev="1" fill="hold"/>
                                        <p:tgtEl>
                                          <p:spTgt spid="15"/>
                                        </p:tgtEl>
                                      </p:cBhvr>
                                      <p:by x="105000" y="105000"/>
                                    </p:animScale>
                                  </p:childTnLst>
                                </p:cTn>
                              </p:par>
                            </p:childTnLst>
                          </p:cTn>
                        </p:par>
                        <p:par>
                          <p:cTn id="77" fill="hold">
                            <p:stCondLst>
                              <p:cond delay="5500"/>
                            </p:stCondLst>
                            <p:childTnLst>
                              <p:par>
                                <p:cTn id="78" presetID="10" presetClass="entr" presetSubtype="0" fill="hold" grpId="0" nodeType="afterEffect">
                                  <p:stCondLst>
                                    <p:cond delay="0"/>
                                  </p:stCondLst>
                                  <p:childTnLst>
                                    <p:set>
                                      <p:cBhvr>
                                        <p:cTn id="79" dur="1" fill="hold">
                                          <p:stCondLst>
                                            <p:cond delay="0"/>
                                          </p:stCondLst>
                                        </p:cTn>
                                        <p:tgtEl>
                                          <p:spTgt spid="14"/>
                                        </p:tgtEl>
                                        <p:attrNameLst>
                                          <p:attrName>style.visibility</p:attrName>
                                        </p:attrNameLst>
                                      </p:cBhvr>
                                      <p:to>
                                        <p:strVal val="visible"/>
                                      </p:to>
                                    </p:set>
                                    <p:animEffect transition="in" filter="fade">
                                      <p:cBhvr>
                                        <p:cTn id="80" dur="500"/>
                                        <p:tgtEl>
                                          <p:spTgt spid="14"/>
                                        </p:tgtEl>
                                      </p:cBhvr>
                                    </p:animEffect>
                                  </p:childTnLst>
                                </p:cTn>
                              </p:par>
                            </p:childTnLst>
                          </p:cTn>
                        </p:par>
                        <p:par>
                          <p:cTn id="81" fill="hold">
                            <p:stCondLst>
                              <p:cond delay="6000"/>
                            </p:stCondLst>
                            <p:childTnLst>
                              <p:par>
                                <p:cTn id="82" presetID="22" presetClass="entr" presetSubtype="1" fill="hold" grpId="0" nodeType="afterEffect">
                                  <p:stCondLst>
                                    <p:cond delay="0"/>
                                  </p:stCondLst>
                                  <p:childTnLst>
                                    <p:set>
                                      <p:cBhvr>
                                        <p:cTn id="83" dur="1" fill="hold">
                                          <p:stCondLst>
                                            <p:cond delay="0"/>
                                          </p:stCondLst>
                                        </p:cTn>
                                        <p:tgtEl>
                                          <p:spTgt spid="21"/>
                                        </p:tgtEl>
                                        <p:attrNameLst>
                                          <p:attrName>style.visibility</p:attrName>
                                        </p:attrNameLst>
                                      </p:cBhvr>
                                      <p:to>
                                        <p:strVal val="visible"/>
                                      </p:to>
                                    </p:set>
                                    <p:animEffect transition="in" filter="wipe(up)">
                                      <p:cBhvr>
                                        <p:cTn id="84" dur="500"/>
                                        <p:tgtEl>
                                          <p:spTgt spid="21"/>
                                        </p:tgtEl>
                                      </p:cBhvr>
                                    </p:animEffect>
                                  </p:childTnLst>
                                </p:cTn>
                              </p:par>
                            </p:childTnLst>
                          </p:cTn>
                        </p:par>
                        <p:par>
                          <p:cTn id="85" fill="hold">
                            <p:stCondLst>
                              <p:cond delay="6500"/>
                            </p:stCondLst>
                            <p:childTnLst>
                              <p:par>
                                <p:cTn id="86" presetID="22" presetClass="entr" presetSubtype="1" fill="hold" grpId="0" nodeType="afterEffect">
                                  <p:stCondLst>
                                    <p:cond delay="0"/>
                                  </p:stCondLst>
                                  <p:childTnLst>
                                    <p:set>
                                      <p:cBhvr>
                                        <p:cTn id="87" dur="1" fill="hold">
                                          <p:stCondLst>
                                            <p:cond delay="0"/>
                                          </p:stCondLst>
                                        </p:cTn>
                                        <p:tgtEl>
                                          <p:spTgt spid="27"/>
                                        </p:tgtEl>
                                        <p:attrNameLst>
                                          <p:attrName>style.visibility</p:attrName>
                                        </p:attrNameLst>
                                      </p:cBhvr>
                                      <p:to>
                                        <p:strVal val="visible"/>
                                      </p:to>
                                    </p:set>
                                    <p:animEffect transition="in" filter="wipe(up)">
                                      <p:cBhvr>
                                        <p:cTn id="8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p:bldP spid="11" grpId="0"/>
      <p:bldP spid="12" grpId="0"/>
      <p:bldP spid="13" grpId="0"/>
      <p:bldP spid="13" grpId="1"/>
      <p:bldP spid="14" grpId="0"/>
      <p:bldP spid="15" grpId="0"/>
      <p:bldP spid="15" grpId="1"/>
      <p:bldP spid="21" grpId="0"/>
      <p:bldP spid="2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b="50906"/>
          <a:stretch>
            <a:fillRect/>
          </a:stretch>
        </p:blipFill>
        <p:spPr>
          <a:xfrm>
            <a:off x="5864010" y="1544142"/>
            <a:ext cx="6327991" cy="2077823"/>
          </a:xfrm>
          <a:prstGeom prst="rect">
            <a:avLst/>
          </a:prstGeom>
        </p:spPr>
      </p:pic>
      <p:pic>
        <p:nvPicPr>
          <p:cNvPr id="3" name="图片 2"/>
          <p:cNvPicPr>
            <a:picLocks noChangeAspect="1"/>
          </p:cNvPicPr>
          <p:nvPr/>
        </p:nvPicPr>
        <p:blipFill rotWithShape="1">
          <a:blip r:embed="rId2">
            <a:extLst>
              <a:ext uri="{28A0092B-C50C-407E-A947-70E740481C1C}">
                <a14:useLocalDpi xmlns:a14="http://schemas.microsoft.com/office/drawing/2010/main" val="0"/>
              </a:ext>
            </a:extLst>
          </a:blip>
          <a:srcRect l="3" t="34171" r="-3" b="8695"/>
          <a:stretch>
            <a:fillRect/>
          </a:stretch>
        </p:blipFill>
        <p:spPr>
          <a:xfrm>
            <a:off x="0" y="3646583"/>
            <a:ext cx="6324434" cy="2165869"/>
          </a:xfrm>
          <a:prstGeom prst="rect">
            <a:avLst/>
          </a:prstGeom>
        </p:spPr>
      </p:pic>
      <p:grpSp>
        <p:nvGrpSpPr>
          <p:cNvPr id="10" name="组合 9"/>
          <p:cNvGrpSpPr/>
          <p:nvPr/>
        </p:nvGrpSpPr>
        <p:grpSpPr>
          <a:xfrm>
            <a:off x="0" y="1059"/>
            <a:ext cx="12192001" cy="989605"/>
            <a:chOff x="-1" y="0"/>
            <a:chExt cx="9144001" cy="742204"/>
          </a:xfrm>
        </p:grpSpPr>
        <p:sp>
          <p:nvSpPr>
            <p:cNvPr id="11" name="矩形 10"/>
            <p:cNvSpPr/>
            <p:nvPr/>
          </p:nvSpPr>
          <p:spPr>
            <a:xfrm>
              <a:off x="-1" y="0"/>
              <a:ext cx="762101" cy="742204"/>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 name="矩形 11"/>
            <p:cNvSpPr/>
            <p:nvPr/>
          </p:nvSpPr>
          <p:spPr>
            <a:xfrm>
              <a:off x="816248" y="0"/>
              <a:ext cx="122807" cy="742204"/>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TextBox 8"/>
            <p:cNvSpPr txBox="1"/>
            <p:nvPr/>
          </p:nvSpPr>
          <p:spPr>
            <a:xfrm>
              <a:off x="38104" y="34318"/>
              <a:ext cx="723997" cy="684755"/>
            </a:xfrm>
            <a:prstGeom prst="rect">
              <a:avLst/>
            </a:prstGeom>
            <a:noFill/>
          </p:spPr>
          <p:txBody>
            <a:bodyPr wrap="none" rtlCol="0">
              <a:spAutoFit/>
            </a:bodyPr>
            <a:lstStyle/>
            <a:p>
              <a:pPr algn="r" defTabSz="1218565"/>
              <a:r>
                <a:rPr lang="en-US" altLang="zh-CN" sz="5335" b="1"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02</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文本占位符 3"/>
            <p:cNvSpPr txBox="1"/>
            <p:nvPr/>
          </p:nvSpPr>
          <p:spPr>
            <a:xfrm>
              <a:off x="976845" y="166078"/>
              <a:ext cx="4186412" cy="431935"/>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点击输入相关标题</a:t>
              </a:r>
              <a:endPar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矩形 14"/>
            <p:cNvSpPr/>
            <p:nvPr/>
          </p:nvSpPr>
          <p:spPr>
            <a:xfrm flipV="1">
              <a:off x="4033674" y="533830"/>
              <a:ext cx="5110326" cy="45719"/>
            </a:xfrm>
            <a:prstGeom prst="rect">
              <a:avLst/>
            </a:prstGeom>
            <a:solidFill>
              <a:srgbClr val="FB8989"/>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6" name="矩形 1"/>
          <p:cNvSpPr>
            <a:spLocks noChangeArrowheads="1"/>
          </p:cNvSpPr>
          <p:nvPr/>
        </p:nvSpPr>
        <p:spPr bwMode="auto">
          <a:xfrm>
            <a:off x="6705584" y="4646026"/>
            <a:ext cx="4876672" cy="607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矩形 16"/>
          <p:cNvSpPr/>
          <p:nvPr/>
        </p:nvSpPr>
        <p:spPr>
          <a:xfrm>
            <a:off x="6705584" y="4083024"/>
            <a:ext cx="2407697" cy="569348"/>
          </a:xfrm>
          <a:prstGeom prst="rect">
            <a:avLst/>
          </a:prstGeom>
        </p:spPr>
        <p:txBody>
          <a:bodyPr wrap="square" lIns="91403" tIns="45701" rIns="91403" bIns="45701">
            <a:spAutoFit/>
          </a:bodyPr>
          <a:lstStyle/>
          <a:p>
            <a:pPr>
              <a:lnSpc>
                <a:spcPct val="150000"/>
              </a:lnSpc>
            </a:pPr>
            <a:r>
              <a:rPr lang="zh-CN" altLang="en-US" sz="2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4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矩形 1"/>
          <p:cNvSpPr>
            <a:spLocks noChangeArrowheads="1"/>
          </p:cNvSpPr>
          <p:nvPr/>
        </p:nvSpPr>
        <p:spPr bwMode="auto">
          <a:xfrm>
            <a:off x="762140" y="2429616"/>
            <a:ext cx="4876672" cy="607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矩形 18"/>
          <p:cNvSpPr/>
          <p:nvPr/>
        </p:nvSpPr>
        <p:spPr>
          <a:xfrm>
            <a:off x="762140" y="1866614"/>
            <a:ext cx="2407697" cy="569348"/>
          </a:xfrm>
          <a:prstGeom prst="rect">
            <a:avLst/>
          </a:prstGeom>
        </p:spPr>
        <p:txBody>
          <a:bodyPr wrap="square" lIns="91403" tIns="45701" rIns="91403" bIns="45701">
            <a:spAutoFit/>
          </a:bodyPr>
          <a:lstStyle/>
          <a:p>
            <a:pPr>
              <a:lnSpc>
                <a:spcPct val="150000"/>
              </a:lnSpc>
            </a:pPr>
            <a:r>
              <a:rPr lang="zh-CN" altLang="en-US" sz="2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4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par>
                                <p:cTn id="8" presetID="16" presetClass="entr" presetSubtype="21"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arn(inVertical)">
                                      <p:cBhvr>
                                        <p:cTn id="10" dur="500"/>
                                        <p:tgtEl>
                                          <p:spTgt spid="2"/>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up)">
                                      <p:cBhvr>
                                        <p:cTn id="14" dur="500"/>
                                        <p:tgtEl>
                                          <p:spTgt spid="16"/>
                                        </p:tgtEl>
                                      </p:cBhvr>
                                    </p:animEffect>
                                  </p:childTnLst>
                                </p:cTn>
                              </p:par>
                            </p:childTnLst>
                          </p:cTn>
                        </p:par>
                        <p:par>
                          <p:cTn id="15" fill="hold">
                            <p:stCondLst>
                              <p:cond delay="1000"/>
                            </p:stCondLst>
                            <p:childTnLst>
                              <p:par>
                                <p:cTn id="16" presetID="22" presetClass="entr" presetSubtype="1" fill="hold" grpId="0" nodeType="after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wipe(up)">
                                      <p:cBhvr>
                                        <p:cTn id="1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六边形 5"/>
          <p:cNvSpPr/>
          <p:nvPr/>
        </p:nvSpPr>
        <p:spPr>
          <a:xfrm rot="16200000">
            <a:off x="5919918" y="3006448"/>
            <a:ext cx="1523765" cy="1434131"/>
          </a:xfrm>
          <a:prstGeom prst="hexagon">
            <a:avLst/>
          </a:prstGeom>
          <a:solidFill>
            <a:srgbClr val="FB8989"/>
          </a:solidFill>
          <a:ln w="1587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六边形 6"/>
          <p:cNvSpPr/>
          <p:nvPr/>
        </p:nvSpPr>
        <p:spPr>
          <a:xfrm rot="16200000">
            <a:off x="8150367" y="4657303"/>
            <a:ext cx="1523765" cy="1434131"/>
          </a:xfrm>
          <a:prstGeom prst="hexagon">
            <a:avLst/>
          </a:prstGeom>
          <a:solidFill>
            <a:srgbClr val="FB8989"/>
          </a:solidFill>
          <a:ln w="1587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六边形 7"/>
          <p:cNvSpPr/>
          <p:nvPr/>
        </p:nvSpPr>
        <p:spPr>
          <a:xfrm rot="16200000">
            <a:off x="7881415" y="1266631"/>
            <a:ext cx="1523765" cy="1434131"/>
          </a:xfrm>
          <a:prstGeom prst="hexagon">
            <a:avLst/>
          </a:prstGeom>
          <a:solidFill>
            <a:srgbClr val="FB8989"/>
          </a:solidFill>
          <a:ln w="1587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0FAB4"/>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六边形 8"/>
          <p:cNvSpPr/>
          <p:nvPr/>
        </p:nvSpPr>
        <p:spPr>
          <a:xfrm rot="16200000">
            <a:off x="9925688" y="2991232"/>
            <a:ext cx="1523765" cy="1434131"/>
          </a:xfrm>
          <a:prstGeom prst="hexagon">
            <a:avLst/>
          </a:prstGeom>
          <a:solidFill>
            <a:srgbClr val="FB8989"/>
          </a:solidFill>
          <a:ln w="1587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0FAB4"/>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0" name="图片 9"/>
          <p:cNvPicPr>
            <a:picLocks noChangeAspect="1"/>
          </p:cNvPicPr>
          <p:nvPr/>
        </p:nvPicPr>
        <p:blipFill>
          <a:blip r:embed="rId1" cstate="print">
            <a:biLevel thresh="25000"/>
            <a:extLst>
              <a:ext uri="{28A0092B-C50C-407E-A947-70E740481C1C}">
                <a14:useLocalDpi xmlns:a14="http://schemas.microsoft.com/office/drawing/2010/main" val="0"/>
              </a:ext>
            </a:extLst>
          </a:blip>
          <a:stretch>
            <a:fillRect/>
          </a:stretch>
        </p:blipFill>
        <p:spPr>
          <a:xfrm>
            <a:off x="6388929" y="3427623"/>
            <a:ext cx="603448" cy="561347"/>
          </a:xfrm>
          <a:prstGeom prst="rect">
            <a:avLst/>
          </a:prstGeom>
        </p:spPr>
      </p:pic>
      <p:pic>
        <p:nvPicPr>
          <p:cNvPr id="11" name="图片 10"/>
          <p:cNvPicPr>
            <a:picLocks noChangeAspect="1"/>
          </p:cNvPicPr>
          <p:nvPr/>
        </p:nvPicPr>
        <p:blipFill>
          <a:blip r:embed="rId2" cstate="print">
            <a:biLevel thresh="25000"/>
            <a:extLst>
              <a:ext uri="{28A0092B-C50C-407E-A947-70E740481C1C}">
                <a14:useLocalDpi xmlns:a14="http://schemas.microsoft.com/office/drawing/2010/main" val="0"/>
              </a:ext>
            </a:extLst>
          </a:blip>
          <a:stretch>
            <a:fillRect/>
          </a:stretch>
        </p:blipFill>
        <p:spPr>
          <a:xfrm>
            <a:off x="8494532" y="4996528"/>
            <a:ext cx="800513" cy="835203"/>
          </a:xfrm>
          <a:prstGeom prst="rect">
            <a:avLst/>
          </a:prstGeom>
        </p:spPr>
      </p:pic>
      <p:pic>
        <p:nvPicPr>
          <p:cNvPr id="12" name="图片 11"/>
          <p:cNvPicPr>
            <a:picLocks noChangeAspect="1"/>
          </p:cNvPicPr>
          <p:nvPr/>
        </p:nvPicPr>
        <p:blipFill>
          <a:blip r:embed="rId3" cstate="print">
            <a:biLevel thresh="25000"/>
            <a:extLst>
              <a:ext uri="{28A0092B-C50C-407E-A947-70E740481C1C}">
                <a14:useLocalDpi xmlns:a14="http://schemas.microsoft.com/office/drawing/2010/main" val="0"/>
              </a:ext>
            </a:extLst>
          </a:blip>
          <a:stretch>
            <a:fillRect/>
          </a:stretch>
        </p:blipFill>
        <p:spPr>
          <a:xfrm>
            <a:off x="8253029" y="1634529"/>
            <a:ext cx="780535" cy="764551"/>
          </a:xfrm>
          <a:prstGeom prst="rect">
            <a:avLst/>
          </a:prstGeom>
        </p:spPr>
      </p:pic>
      <p:pic>
        <p:nvPicPr>
          <p:cNvPr id="13" name="图片 12"/>
          <p:cNvPicPr>
            <a:picLocks noChangeAspect="1"/>
          </p:cNvPicPr>
          <p:nvPr/>
        </p:nvPicPr>
        <p:blipFill>
          <a:blip r:embed="rId4" cstate="print">
            <a:biLevel thresh="25000"/>
            <a:extLst>
              <a:ext uri="{28A0092B-C50C-407E-A947-70E740481C1C}">
                <a14:useLocalDpi xmlns:a14="http://schemas.microsoft.com/office/drawing/2010/main" val="0"/>
              </a:ext>
            </a:extLst>
          </a:blip>
          <a:stretch>
            <a:fillRect/>
          </a:stretch>
        </p:blipFill>
        <p:spPr>
          <a:xfrm>
            <a:off x="10311063" y="3345386"/>
            <a:ext cx="753015" cy="780535"/>
          </a:xfrm>
          <a:prstGeom prst="rect">
            <a:avLst/>
          </a:prstGeom>
        </p:spPr>
      </p:pic>
      <p:sp>
        <p:nvSpPr>
          <p:cNvPr id="14" name="圆角右箭头 13"/>
          <p:cNvSpPr/>
          <p:nvPr/>
        </p:nvSpPr>
        <p:spPr>
          <a:xfrm>
            <a:off x="6690653" y="1759203"/>
            <a:ext cx="1009936" cy="978000"/>
          </a:xfrm>
          <a:prstGeom prst="bentArrow">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圆角右箭头 14"/>
          <p:cNvSpPr/>
          <p:nvPr/>
        </p:nvSpPr>
        <p:spPr>
          <a:xfrm rot="5400000">
            <a:off x="9859237" y="1775171"/>
            <a:ext cx="1009936" cy="978000"/>
          </a:xfrm>
          <a:prstGeom prst="bentArrow">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0FAB4"/>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 name="圆角右箭头 15"/>
          <p:cNvSpPr/>
          <p:nvPr/>
        </p:nvSpPr>
        <p:spPr>
          <a:xfrm rot="10800000">
            <a:off x="9875205" y="4689316"/>
            <a:ext cx="1009936" cy="978000"/>
          </a:xfrm>
          <a:prstGeom prst="bentArrow">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0FAB4"/>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圆角右箭头 16"/>
          <p:cNvSpPr/>
          <p:nvPr/>
        </p:nvSpPr>
        <p:spPr>
          <a:xfrm rot="16200000">
            <a:off x="6706621" y="4628452"/>
            <a:ext cx="1009936" cy="978000"/>
          </a:xfrm>
          <a:prstGeom prst="bentArrow">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TextBox 17"/>
          <p:cNvSpPr txBox="1"/>
          <p:nvPr/>
        </p:nvSpPr>
        <p:spPr>
          <a:xfrm>
            <a:off x="8136908" y="3415737"/>
            <a:ext cx="1415772" cy="584775"/>
          </a:xfrm>
          <a:prstGeom prst="rect">
            <a:avLst/>
          </a:prstGeom>
          <a:noFill/>
        </p:spPr>
        <p:txBody>
          <a:bodyPr wrap="none" rtlCol="0">
            <a:spAutoFit/>
          </a:bodyPr>
          <a:lstStyle/>
          <a:p>
            <a:r>
              <a:rPr lang="zh-CN" altLang="en-US" sz="3200" b="1"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关键词</a:t>
            </a:r>
            <a:endParaRPr lang="zh-CN" altLang="en-US" sz="3200" b="1"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7" name="组合 26"/>
          <p:cNvGrpSpPr/>
          <p:nvPr/>
        </p:nvGrpSpPr>
        <p:grpSpPr>
          <a:xfrm>
            <a:off x="0" y="1059"/>
            <a:ext cx="12192001" cy="989605"/>
            <a:chOff x="-1" y="0"/>
            <a:chExt cx="9144001" cy="742204"/>
          </a:xfrm>
        </p:grpSpPr>
        <p:sp>
          <p:nvSpPr>
            <p:cNvPr id="28" name="矩形 27"/>
            <p:cNvSpPr/>
            <p:nvPr/>
          </p:nvSpPr>
          <p:spPr>
            <a:xfrm>
              <a:off x="-1" y="0"/>
              <a:ext cx="762101" cy="742204"/>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 name="矩形 28"/>
            <p:cNvSpPr/>
            <p:nvPr/>
          </p:nvSpPr>
          <p:spPr>
            <a:xfrm>
              <a:off x="816248" y="0"/>
              <a:ext cx="122807" cy="742204"/>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TextBox 8"/>
            <p:cNvSpPr txBox="1"/>
            <p:nvPr/>
          </p:nvSpPr>
          <p:spPr>
            <a:xfrm>
              <a:off x="38104" y="34318"/>
              <a:ext cx="723997" cy="684755"/>
            </a:xfrm>
            <a:prstGeom prst="rect">
              <a:avLst/>
            </a:prstGeom>
            <a:noFill/>
          </p:spPr>
          <p:txBody>
            <a:bodyPr wrap="none" rtlCol="0">
              <a:spAutoFit/>
            </a:bodyPr>
            <a:lstStyle/>
            <a:p>
              <a:pPr algn="r" defTabSz="1218565"/>
              <a:r>
                <a:rPr lang="en-US" altLang="zh-CN" sz="5335" b="1"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02</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文本占位符 3"/>
            <p:cNvSpPr txBox="1"/>
            <p:nvPr/>
          </p:nvSpPr>
          <p:spPr>
            <a:xfrm>
              <a:off x="976845" y="166078"/>
              <a:ext cx="4186412" cy="431935"/>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点击输入相关标题</a:t>
              </a:r>
              <a:endPar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矩形 31"/>
            <p:cNvSpPr/>
            <p:nvPr/>
          </p:nvSpPr>
          <p:spPr>
            <a:xfrm flipV="1">
              <a:off x="4033674" y="533830"/>
              <a:ext cx="5110326" cy="45719"/>
            </a:xfrm>
            <a:prstGeom prst="rect">
              <a:avLst/>
            </a:prstGeom>
            <a:solidFill>
              <a:srgbClr val="FB8989"/>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33" name="矩形 1"/>
          <p:cNvSpPr>
            <a:spLocks noChangeArrowheads="1"/>
          </p:cNvSpPr>
          <p:nvPr/>
        </p:nvSpPr>
        <p:spPr bwMode="auto">
          <a:xfrm>
            <a:off x="704640" y="2641324"/>
            <a:ext cx="417219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4" name="矩形 33"/>
          <p:cNvSpPr/>
          <p:nvPr/>
        </p:nvSpPr>
        <p:spPr>
          <a:xfrm>
            <a:off x="704640" y="2078322"/>
            <a:ext cx="2407697" cy="569348"/>
          </a:xfrm>
          <a:prstGeom prst="rect">
            <a:avLst/>
          </a:prstGeom>
        </p:spPr>
        <p:txBody>
          <a:bodyPr wrap="square" lIns="91403" tIns="45701" rIns="91403" bIns="45701">
            <a:spAutoFit/>
          </a:bodyPr>
          <a:lstStyle/>
          <a:p>
            <a:pPr>
              <a:lnSpc>
                <a:spcPct val="150000"/>
              </a:lnSpc>
            </a:pPr>
            <a:r>
              <a:rPr lang="zh-CN" altLang="en-US" sz="2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4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矩形 1"/>
          <p:cNvSpPr>
            <a:spLocks noChangeArrowheads="1"/>
          </p:cNvSpPr>
          <p:nvPr/>
        </p:nvSpPr>
        <p:spPr bwMode="auto">
          <a:xfrm>
            <a:off x="677101" y="3972823"/>
            <a:ext cx="417219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6" name="矩形 35"/>
          <p:cNvSpPr/>
          <p:nvPr/>
        </p:nvSpPr>
        <p:spPr>
          <a:xfrm>
            <a:off x="677101" y="3409821"/>
            <a:ext cx="2407697" cy="569348"/>
          </a:xfrm>
          <a:prstGeom prst="rect">
            <a:avLst/>
          </a:prstGeom>
        </p:spPr>
        <p:txBody>
          <a:bodyPr wrap="square" lIns="91403" tIns="45701" rIns="91403" bIns="45701">
            <a:spAutoFit/>
          </a:bodyPr>
          <a:lstStyle/>
          <a:p>
            <a:pPr>
              <a:lnSpc>
                <a:spcPct val="150000"/>
              </a:lnSpc>
            </a:pPr>
            <a:r>
              <a:rPr lang="zh-CN" altLang="en-US" sz="2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4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7" name="矩形 1"/>
          <p:cNvSpPr>
            <a:spLocks noChangeArrowheads="1"/>
          </p:cNvSpPr>
          <p:nvPr/>
        </p:nvSpPr>
        <p:spPr bwMode="auto">
          <a:xfrm>
            <a:off x="677101" y="5297976"/>
            <a:ext cx="417219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矩形 37"/>
          <p:cNvSpPr/>
          <p:nvPr/>
        </p:nvSpPr>
        <p:spPr>
          <a:xfrm>
            <a:off x="677101" y="4734974"/>
            <a:ext cx="2407697" cy="569348"/>
          </a:xfrm>
          <a:prstGeom prst="rect">
            <a:avLst/>
          </a:prstGeom>
        </p:spPr>
        <p:txBody>
          <a:bodyPr wrap="square" lIns="91403" tIns="45701" rIns="91403" bIns="45701">
            <a:spAutoFit/>
          </a:bodyPr>
          <a:lstStyle/>
          <a:p>
            <a:pPr>
              <a:lnSpc>
                <a:spcPct val="150000"/>
              </a:lnSpc>
            </a:pPr>
            <a:r>
              <a:rPr lang="zh-CN" altLang="en-US" sz="2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4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par>
                                <p:cTn id="8" presetID="21" presetClass="entr" presetSubtype="1"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heel(1)">
                                      <p:cBhvr>
                                        <p:cTn id="10" dur="2000"/>
                                        <p:tgtEl>
                                          <p:spTgt spid="10"/>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heel(1)">
                                      <p:cBhvr>
                                        <p:cTn id="13" dur="2000"/>
                                        <p:tgtEl>
                                          <p:spTgt spid="6"/>
                                        </p:tgtEl>
                                      </p:cBhvr>
                                    </p:animEffect>
                                  </p:childTnLst>
                                </p:cTn>
                              </p:par>
                              <p:par>
                                <p:cTn id="14" presetID="21" presetClass="entr" presetSubtype="1"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heel(1)">
                                      <p:cBhvr>
                                        <p:cTn id="16" dur="2000"/>
                                        <p:tgtEl>
                                          <p:spTgt spid="12"/>
                                        </p:tgtEl>
                                      </p:cBhvr>
                                    </p:animEffect>
                                  </p:childTnLst>
                                </p:cTn>
                              </p:par>
                              <p:par>
                                <p:cTn id="17" presetID="21" presetClass="entr" presetSubtype="1"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heel(1)">
                                      <p:cBhvr>
                                        <p:cTn id="19" dur="2000"/>
                                        <p:tgtEl>
                                          <p:spTgt spid="13"/>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heel(1)">
                                      <p:cBhvr>
                                        <p:cTn id="22" dur="2000"/>
                                        <p:tgtEl>
                                          <p:spTgt spid="9"/>
                                        </p:tgtEl>
                                      </p:cBhvr>
                                    </p:animEffect>
                                  </p:childTnLst>
                                </p:cTn>
                              </p:par>
                              <p:par>
                                <p:cTn id="23" presetID="21" presetClass="entr" presetSubtype="1"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heel(1)">
                                      <p:cBhvr>
                                        <p:cTn id="25" dur="2000"/>
                                        <p:tgtEl>
                                          <p:spTgt spid="11"/>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heel(1)">
                                      <p:cBhvr>
                                        <p:cTn id="28" dur="2000"/>
                                        <p:tgtEl>
                                          <p:spTgt spid="7"/>
                                        </p:tgtEl>
                                      </p:cBhvr>
                                    </p:animEffect>
                                  </p:childTnLst>
                                </p:cTn>
                              </p:par>
                            </p:childTnLst>
                          </p:cTn>
                        </p:par>
                        <p:par>
                          <p:cTn id="29" fill="hold">
                            <p:stCondLst>
                              <p:cond delay="2000"/>
                            </p:stCondLst>
                            <p:childTnLst>
                              <p:par>
                                <p:cTn id="30" presetID="22" presetClass="entr" presetSubtype="4"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down)">
                                      <p:cBhvr>
                                        <p:cTn id="32" dur="500"/>
                                        <p:tgtEl>
                                          <p:spTgt spid="14"/>
                                        </p:tgtEl>
                                      </p:cBhvr>
                                    </p:animEffect>
                                  </p:childTnLst>
                                </p:cTn>
                              </p:par>
                            </p:childTnLst>
                          </p:cTn>
                        </p:par>
                        <p:par>
                          <p:cTn id="33" fill="hold">
                            <p:stCondLst>
                              <p:cond delay="2500"/>
                            </p:stCondLst>
                            <p:childTnLst>
                              <p:par>
                                <p:cTn id="34" presetID="22" presetClass="entr" presetSubtype="1" fill="hold" grpId="0" nodeType="after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up)">
                                      <p:cBhvr>
                                        <p:cTn id="36" dur="500"/>
                                        <p:tgtEl>
                                          <p:spTgt spid="15"/>
                                        </p:tgtEl>
                                      </p:cBhvr>
                                    </p:animEffect>
                                  </p:childTnLst>
                                </p:cTn>
                              </p:par>
                            </p:childTnLst>
                          </p:cTn>
                        </p:par>
                        <p:par>
                          <p:cTn id="37" fill="hold">
                            <p:stCondLst>
                              <p:cond delay="3000"/>
                            </p:stCondLst>
                            <p:childTnLst>
                              <p:par>
                                <p:cTn id="38" presetID="22" presetClass="entr" presetSubtype="1" fill="hold" grpId="0" nodeType="after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up)">
                                      <p:cBhvr>
                                        <p:cTn id="40" dur="500"/>
                                        <p:tgtEl>
                                          <p:spTgt spid="16"/>
                                        </p:tgtEl>
                                      </p:cBhvr>
                                    </p:animEffect>
                                  </p:childTnLst>
                                </p:cTn>
                              </p:par>
                            </p:childTnLst>
                          </p:cTn>
                        </p:par>
                        <p:par>
                          <p:cTn id="41" fill="hold">
                            <p:stCondLst>
                              <p:cond delay="3500"/>
                            </p:stCondLst>
                            <p:childTnLst>
                              <p:par>
                                <p:cTn id="42" presetID="22" presetClass="entr" presetSubtype="4" fill="hold" grpId="0" nodeType="after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down)">
                                      <p:cBhvr>
                                        <p:cTn id="44" dur="500"/>
                                        <p:tgtEl>
                                          <p:spTgt spid="17"/>
                                        </p:tgtEl>
                                      </p:cBhvr>
                                    </p:animEffect>
                                  </p:childTnLst>
                                </p:cTn>
                              </p:par>
                            </p:childTnLst>
                          </p:cTn>
                        </p:par>
                        <p:par>
                          <p:cTn id="45" fill="hold">
                            <p:stCondLst>
                              <p:cond delay="4000"/>
                            </p:stCondLst>
                            <p:childTnLst>
                              <p:par>
                                <p:cTn id="46" presetID="53" presetClass="entr" presetSubtype="16" fill="hold" grpId="0" nodeType="after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p:cTn id="48" dur="500" fill="hold"/>
                                        <p:tgtEl>
                                          <p:spTgt spid="18"/>
                                        </p:tgtEl>
                                        <p:attrNameLst>
                                          <p:attrName>ppt_w</p:attrName>
                                        </p:attrNameLst>
                                      </p:cBhvr>
                                      <p:tavLst>
                                        <p:tav tm="0">
                                          <p:val>
                                            <p:fltVal val="0"/>
                                          </p:val>
                                        </p:tav>
                                        <p:tav tm="100000">
                                          <p:val>
                                            <p:strVal val="#ppt_w"/>
                                          </p:val>
                                        </p:tav>
                                      </p:tavLst>
                                    </p:anim>
                                    <p:anim calcmode="lin" valueType="num">
                                      <p:cBhvr>
                                        <p:cTn id="49" dur="500" fill="hold"/>
                                        <p:tgtEl>
                                          <p:spTgt spid="18"/>
                                        </p:tgtEl>
                                        <p:attrNameLst>
                                          <p:attrName>ppt_h</p:attrName>
                                        </p:attrNameLst>
                                      </p:cBhvr>
                                      <p:tavLst>
                                        <p:tav tm="0">
                                          <p:val>
                                            <p:fltVal val="0"/>
                                          </p:val>
                                        </p:tav>
                                        <p:tav tm="100000">
                                          <p:val>
                                            <p:strVal val="#ppt_h"/>
                                          </p:val>
                                        </p:tav>
                                      </p:tavLst>
                                    </p:anim>
                                    <p:animEffect transition="in" filter="fade">
                                      <p:cBhvr>
                                        <p:cTn id="50" dur="500"/>
                                        <p:tgtEl>
                                          <p:spTgt spid="18"/>
                                        </p:tgtEl>
                                      </p:cBhvr>
                                    </p:animEffect>
                                  </p:childTnLst>
                                </p:cTn>
                              </p:par>
                            </p:childTnLst>
                          </p:cTn>
                        </p:par>
                        <p:par>
                          <p:cTn id="51" fill="hold">
                            <p:stCondLst>
                              <p:cond delay="4500"/>
                            </p:stCondLst>
                            <p:childTnLst>
                              <p:par>
                                <p:cTn id="52" presetID="22" presetClass="entr" presetSubtype="1" fill="hold" grpId="0" nodeType="after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wipe(up)">
                                      <p:cBhvr>
                                        <p:cTn id="54" dur="500"/>
                                        <p:tgtEl>
                                          <p:spTgt spid="33"/>
                                        </p:tgtEl>
                                      </p:cBhvr>
                                    </p:animEffect>
                                  </p:childTnLst>
                                </p:cTn>
                              </p:par>
                            </p:childTnLst>
                          </p:cTn>
                        </p:par>
                        <p:par>
                          <p:cTn id="55" fill="hold">
                            <p:stCondLst>
                              <p:cond delay="5000"/>
                            </p:stCondLst>
                            <p:childTnLst>
                              <p:par>
                                <p:cTn id="56" presetID="22" presetClass="entr" presetSubtype="1" fill="hold" grpId="0" nodeType="after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wipe(up)">
                                      <p:cBhvr>
                                        <p:cTn id="58" dur="500"/>
                                        <p:tgtEl>
                                          <p:spTgt spid="35"/>
                                        </p:tgtEl>
                                      </p:cBhvr>
                                    </p:animEffect>
                                  </p:childTnLst>
                                </p:cTn>
                              </p:par>
                            </p:childTnLst>
                          </p:cTn>
                        </p:par>
                        <p:par>
                          <p:cTn id="59" fill="hold">
                            <p:stCondLst>
                              <p:cond delay="5500"/>
                            </p:stCondLst>
                            <p:childTnLst>
                              <p:par>
                                <p:cTn id="60" presetID="22" presetClass="entr" presetSubtype="1" fill="hold" grpId="0" nodeType="after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wipe(up)">
                                      <p:cBhvr>
                                        <p:cTn id="6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4" grpId="0" animBg="1"/>
      <p:bldP spid="15" grpId="0" animBg="1"/>
      <p:bldP spid="16" grpId="0" animBg="1"/>
      <p:bldP spid="17" grpId="0" animBg="1"/>
      <p:bldP spid="18" grpId="0"/>
      <p:bldP spid="33" grpId="0"/>
      <p:bldP spid="35" grpId="0"/>
      <p:bldP spid="3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Freeform 6"/>
          <p:cNvSpPr>
            <a:spLocks noEditPoints="1"/>
          </p:cNvSpPr>
          <p:nvPr/>
        </p:nvSpPr>
        <p:spPr bwMode="auto">
          <a:xfrm>
            <a:off x="992718" y="2426759"/>
            <a:ext cx="2012949" cy="2012951"/>
          </a:xfrm>
          <a:custGeom>
            <a:avLst/>
            <a:gdLst>
              <a:gd name="T0" fmla="*/ 1383131 w 489"/>
              <a:gd name="T1" fmla="*/ 623644 h 489"/>
              <a:gd name="T2" fmla="*/ 1364607 w 489"/>
              <a:gd name="T3" fmla="*/ 555723 h 489"/>
              <a:gd name="T4" fmla="*/ 1454140 w 489"/>
              <a:gd name="T5" fmla="*/ 453840 h 489"/>
              <a:gd name="T6" fmla="*/ 1364607 w 489"/>
              <a:gd name="T7" fmla="*/ 299473 h 489"/>
              <a:gd name="T8" fmla="*/ 1231851 w 489"/>
              <a:gd name="T9" fmla="*/ 327259 h 489"/>
              <a:gd name="T10" fmla="*/ 1182453 w 489"/>
              <a:gd name="T11" fmla="*/ 277861 h 489"/>
              <a:gd name="T12" fmla="*/ 1210239 w 489"/>
              <a:gd name="T13" fmla="*/ 145105 h 489"/>
              <a:gd name="T14" fmla="*/ 1052785 w 489"/>
              <a:gd name="T15" fmla="*/ 55572 h 489"/>
              <a:gd name="T16" fmla="*/ 953990 w 489"/>
              <a:gd name="T17" fmla="*/ 145105 h 489"/>
              <a:gd name="T18" fmla="*/ 886068 w 489"/>
              <a:gd name="T19" fmla="*/ 126581 h 489"/>
              <a:gd name="T20" fmla="*/ 842845 w 489"/>
              <a:gd name="T21" fmla="*/ 0 h 489"/>
              <a:gd name="T22" fmla="*/ 753312 w 489"/>
              <a:gd name="T23" fmla="*/ 0 h 489"/>
              <a:gd name="T24" fmla="*/ 663779 w 489"/>
              <a:gd name="T25" fmla="*/ 0 h 489"/>
              <a:gd name="T26" fmla="*/ 623644 w 489"/>
              <a:gd name="T27" fmla="*/ 126581 h 489"/>
              <a:gd name="T28" fmla="*/ 555722 w 489"/>
              <a:gd name="T29" fmla="*/ 145105 h 489"/>
              <a:gd name="T30" fmla="*/ 453840 w 489"/>
              <a:gd name="T31" fmla="*/ 55572 h 489"/>
              <a:gd name="T32" fmla="*/ 299473 w 489"/>
              <a:gd name="T33" fmla="*/ 145105 h 489"/>
              <a:gd name="T34" fmla="*/ 327259 w 489"/>
              <a:gd name="T35" fmla="*/ 277861 h 489"/>
              <a:gd name="T36" fmla="*/ 277861 w 489"/>
              <a:gd name="T37" fmla="*/ 327259 h 489"/>
              <a:gd name="T38" fmla="*/ 145105 w 489"/>
              <a:gd name="T39" fmla="*/ 299473 h 489"/>
              <a:gd name="T40" fmla="*/ 55572 w 489"/>
              <a:gd name="T41" fmla="*/ 453840 h 489"/>
              <a:gd name="T42" fmla="*/ 145105 w 489"/>
              <a:gd name="T43" fmla="*/ 555723 h 489"/>
              <a:gd name="T44" fmla="*/ 126581 w 489"/>
              <a:gd name="T45" fmla="*/ 623644 h 489"/>
              <a:gd name="T46" fmla="*/ 0 w 489"/>
              <a:gd name="T47" fmla="*/ 663780 h 489"/>
              <a:gd name="T48" fmla="*/ 0 w 489"/>
              <a:gd name="T49" fmla="*/ 753313 h 489"/>
              <a:gd name="T50" fmla="*/ 0 w 489"/>
              <a:gd name="T51" fmla="*/ 845933 h 489"/>
              <a:gd name="T52" fmla="*/ 126581 w 489"/>
              <a:gd name="T53" fmla="*/ 886069 h 489"/>
              <a:gd name="T54" fmla="*/ 145105 w 489"/>
              <a:gd name="T55" fmla="*/ 953990 h 489"/>
              <a:gd name="T56" fmla="*/ 55572 w 489"/>
              <a:gd name="T57" fmla="*/ 1055873 h 489"/>
              <a:gd name="T58" fmla="*/ 145105 w 489"/>
              <a:gd name="T59" fmla="*/ 1210240 h 489"/>
              <a:gd name="T60" fmla="*/ 277861 w 489"/>
              <a:gd name="T61" fmla="*/ 1182454 h 489"/>
              <a:gd name="T62" fmla="*/ 327259 w 489"/>
              <a:gd name="T63" fmla="*/ 1231852 h 489"/>
              <a:gd name="T64" fmla="*/ 299473 w 489"/>
              <a:gd name="T65" fmla="*/ 1364608 h 489"/>
              <a:gd name="T66" fmla="*/ 453840 w 489"/>
              <a:gd name="T67" fmla="*/ 1454141 h 489"/>
              <a:gd name="T68" fmla="*/ 555722 w 489"/>
              <a:gd name="T69" fmla="*/ 1364608 h 489"/>
              <a:gd name="T70" fmla="*/ 623644 w 489"/>
              <a:gd name="T71" fmla="*/ 1383132 h 489"/>
              <a:gd name="T72" fmla="*/ 663779 w 489"/>
              <a:gd name="T73" fmla="*/ 1509713 h 489"/>
              <a:gd name="T74" fmla="*/ 753312 w 489"/>
              <a:gd name="T75" fmla="*/ 1509713 h 489"/>
              <a:gd name="T76" fmla="*/ 842845 w 489"/>
              <a:gd name="T77" fmla="*/ 1509713 h 489"/>
              <a:gd name="T78" fmla="*/ 886068 w 489"/>
              <a:gd name="T79" fmla="*/ 1383132 h 489"/>
              <a:gd name="T80" fmla="*/ 953990 w 489"/>
              <a:gd name="T81" fmla="*/ 1364608 h 489"/>
              <a:gd name="T82" fmla="*/ 1052785 w 489"/>
              <a:gd name="T83" fmla="*/ 1454141 h 489"/>
              <a:gd name="T84" fmla="*/ 1210239 w 489"/>
              <a:gd name="T85" fmla="*/ 1364608 h 489"/>
              <a:gd name="T86" fmla="*/ 1182453 w 489"/>
              <a:gd name="T87" fmla="*/ 1231852 h 489"/>
              <a:gd name="T88" fmla="*/ 1231851 w 489"/>
              <a:gd name="T89" fmla="*/ 1182454 h 489"/>
              <a:gd name="T90" fmla="*/ 1364607 w 489"/>
              <a:gd name="T91" fmla="*/ 1210240 h 489"/>
              <a:gd name="T92" fmla="*/ 1454140 w 489"/>
              <a:gd name="T93" fmla="*/ 1055873 h 489"/>
              <a:gd name="T94" fmla="*/ 1364607 w 489"/>
              <a:gd name="T95" fmla="*/ 953990 h 489"/>
              <a:gd name="T96" fmla="*/ 1383131 w 489"/>
              <a:gd name="T97" fmla="*/ 886069 h 489"/>
              <a:gd name="T98" fmla="*/ 1509712 w 489"/>
              <a:gd name="T99" fmla="*/ 845933 h 489"/>
              <a:gd name="T100" fmla="*/ 1509712 w 489"/>
              <a:gd name="T101" fmla="*/ 753313 h 489"/>
              <a:gd name="T102" fmla="*/ 1509712 w 489"/>
              <a:gd name="T103" fmla="*/ 663780 h 489"/>
              <a:gd name="T104" fmla="*/ 1383131 w 489"/>
              <a:gd name="T105" fmla="*/ 623644 h 489"/>
              <a:gd name="T106" fmla="*/ 753312 w 489"/>
              <a:gd name="T107" fmla="*/ 1271987 h 489"/>
              <a:gd name="T108" fmla="*/ 237726 w 489"/>
              <a:gd name="T109" fmla="*/ 753313 h 489"/>
              <a:gd name="T110" fmla="*/ 753312 w 489"/>
              <a:gd name="T111" fmla="*/ 237726 h 489"/>
              <a:gd name="T112" fmla="*/ 1271986 w 489"/>
              <a:gd name="T113" fmla="*/ 753313 h 489"/>
              <a:gd name="T114" fmla="*/ 753312 w 489"/>
              <a:gd name="T115" fmla="*/ 1271987 h 48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489" h="489">
                <a:moveTo>
                  <a:pt x="448" y="202"/>
                </a:moveTo>
                <a:cubicBezTo>
                  <a:pt x="446" y="194"/>
                  <a:pt x="444" y="187"/>
                  <a:pt x="442" y="180"/>
                </a:cubicBezTo>
                <a:cubicBezTo>
                  <a:pt x="471" y="147"/>
                  <a:pt x="471" y="147"/>
                  <a:pt x="471" y="147"/>
                </a:cubicBezTo>
                <a:cubicBezTo>
                  <a:pt x="442" y="97"/>
                  <a:pt x="442" y="97"/>
                  <a:pt x="442" y="97"/>
                </a:cubicBezTo>
                <a:cubicBezTo>
                  <a:pt x="399" y="106"/>
                  <a:pt x="399" y="106"/>
                  <a:pt x="399" y="106"/>
                </a:cubicBezTo>
                <a:cubicBezTo>
                  <a:pt x="394" y="100"/>
                  <a:pt x="389" y="95"/>
                  <a:pt x="383" y="90"/>
                </a:cubicBezTo>
                <a:cubicBezTo>
                  <a:pt x="392" y="47"/>
                  <a:pt x="392" y="47"/>
                  <a:pt x="392" y="47"/>
                </a:cubicBezTo>
                <a:cubicBezTo>
                  <a:pt x="341" y="18"/>
                  <a:pt x="341" y="18"/>
                  <a:pt x="341" y="18"/>
                </a:cubicBezTo>
                <a:cubicBezTo>
                  <a:pt x="309" y="47"/>
                  <a:pt x="309" y="47"/>
                  <a:pt x="309" y="47"/>
                </a:cubicBezTo>
                <a:cubicBezTo>
                  <a:pt x="302" y="45"/>
                  <a:pt x="295" y="43"/>
                  <a:pt x="287" y="41"/>
                </a:cubicBezTo>
                <a:cubicBezTo>
                  <a:pt x="273" y="0"/>
                  <a:pt x="273" y="0"/>
                  <a:pt x="273" y="0"/>
                </a:cubicBezTo>
                <a:cubicBezTo>
                  <a:pt x="244" y="0"/>
                  <a:pt x="244" y="0"/>
                  <a:pt x="244" y="0"/>
                </a:cubicBezTo>
                <a:cubicBezTo>
                  <a:pt x="215" y="0"/>
                  <a:pt x="215" y="0"/>
                  <a:pt x="215" y="0"/>
                </a:cubicBezTo>
                <a:cubicBezTo>
                  <a:pt x="202" y="41"/>
                  <a:pt x="202" y="41"/>
                  <a:pt x="202" y="41"/>
                </a:cubicBezTo>
                <a:cubicBezTo>
                  <a:pt x="194" y="43"/>
                  <a:pt x="187" y="45"/>
                  <a:pt x="180" y="47"/>
                </a:cubicBezTo>
                <a:cubicBezTo>
                  <a:pt x="147" y="18"/>
                  <a:pt x="147" y="18"/>
                  <a:pt x="147" y="18"/>
                </a:cubicBezTo>
                <a:cubicBezTo>
                  <a:pt x="97" y="47"/>
                  <a:pt x="97" y="47"/>
                  <a:pt x="97" y="47"/>
                </a:cubicBezTo>
                <a:cubicBezTo>
                  <a:pt x="106" y="90"/>
                  <a:pt x="106" y="90"/>
                  <a:pt x="106" y="90"/>
                </a:cubicBezTo>
                <a:cubicBezTo>
                  <a:pt x="100" y="95"/>
                  <a:pt x="95" y="100"/>
                  <a:pt x="90" y="106"/>
                </a:cubicBezTo>
                <a:cubicBezTo>
                  <a:pt x="47" y="97"/>
                  <a:pt x="47" y="97"/>
                  <a:pt x="47" y="97"/>
                </a:cubicBezTo>
                <a:cubicBezTo>
                  <a:pt x="18" y="147"/>
                  <a:pt x="18" y="147"/>
                  <a:pt x="18" y="147"/>
                </a:cubicBezTo>
                <a:cubicBezTo>
                  <a:pt x="47" y="180"/>
                  <a:pt x="47" y="180"/>
                  <a:pt x="47" y="180"/>
                </a:cubicBezTo>
                <a:cubicBezTo>
                  <a:pt x="44" y="187"/>
                  <a:pt x="42" y="194"/>
                  <a:pt x="41" y="202"/>
                </a:cubicBezTo>
                <a:cubicBezTo>
                  <a:pt x="0" y="215"/>
                  <a:pt x="0" y="215"/>
                  <a:pt x="0" y="215"/>
                </a:cubicBezTo>
                <a:cubicBezTo>
                  <a:pt x="0" y="244"/>
                  <a:pt x="0" y="244"/>
                  <a:pt x="0" y="244"/>
                </a:cubicBezTo>
                <a:cubicBezTo>
                  <a:pt x="0" y="274"/>
                  <a:pt x="0" y="274"/>
                  <a:pt x="0" y="274"/>
                </a:cubicBezTo>
                <a:cubicBezTo>
                  <a:pt x="41" y="287"/>
                  <a:pt x="41" y="287"/>
                  <a:pt x="41" y="287"/>
                </a:cubicBezTo>
                <a:cubicBezTo>
                  <a:pt x="42" y="295"/>
                  <a:pt x="44" y="302"/>
                  <a:pt x="47" y="309"/>
                </a:cubicBezTo>
                <a:cubicBezTo>
                  <a:pt x="18" y="342"/>
                  <a:pt x="18" y="342"/>
                  <a:pt x="18" y="342"/>
                </a:cubicBezTo>
                <a:cubicBezTo>
                  <a:pt x="47" y="392"/>
                  <a:pt x="47" y="392"/>
                  <a:pt x="47" y="392"/>
                </a:cubicBezTo>
                <a:cubicBezTo>
                  <a:pt x="90" y="383"/>
                  <a:pt x="90" y="383"/>
                  <a:pt x="90" y="383"/>
                </a:cubicBezTo>
                <a:cubicBezTo>
                  <a:pt x="95" y="389"/>
                  <a:pt x="100" y="394"/>
                  <a:pt x="106" y="399"/>
                </a:cubicBezTo>
                <a:cubicBezTo>
                  <a:pt x="97" y="442"/>
                  <a:pt x="97" y="442"/>
                  <a:pt x="97" y="442"/>
                </a:cubicBezTo>
                <a:cubicBezTo>
                  <a:pt x="147" y="471"/>
                  <a:pt x="147" y="471"/>
                  <a:pt x="147" y="471"/>
                </a:cubicBezTo>
                <a:cubicBezTo>
                  <a:pt x="180" y="442"/>
                  <a:pt x="180" y="442"/>
                  <a:pt x="180" y="442"/>
                </a:cubicBezTo>
                <a:cubicBezTo>
                  <a:pt x="187" y="444"/>
                  <a:pt x="194" y="446"/>
                  <a:pt x="202" y="448"/>
                </a:cubicBezTo>
                <a:cubicBezTo>
                  <a:pt x="215" y="489"/>
                  <a:pt x="215" y="489"/>
                  <a:pt x="215" y="489"/>
                </a:cubicBezTo>
                <a:cubicBezTo>
                  <a:pt x="244" y="489"/>
                  <a:pt x="244" y="489"/>
                  <a:pt x="244" y="489"/>
                </a:cubicBezTo>
                <a:cubicBezTo>
                  <a:pt x="273" y="489"/>
                  <a:pt x="273" y="489"/>
                  <a:pt x="273" y="489"/>
                </a:cubicBezTo>
                <a:cubicBezTo>
                  <a:pt x="287" y="448"/>
                  <a:pt x="287" y="448"/>
                  <a:pt x="287" y="448"/>
                </a:cubicBezTo>
                <a:cubicBezTo>
                  <a:pt x="295" y="446"/>
                  <a:pt x="302" y="444"/>
                  <a:pt x="309" y="442"/>
                </a:cubicBezTo>
                <a:cubicBezTo>
                  <a:pt x="341" y="471"/>
                  <a:pt x="341" y="471"/>
                  <a:pt x="341" y="471"/>
                </a:cubicBezTo>
                <a:cubicBezTo>
                  <a:pt x="392" y="442"/>
                  <a:pt x="392" y="442"/>
                  <a:pt x="392" y="442"/>
                </a:cubicBezTo>
                <a:cubicBezTo>
                  <a:pt x="383" y="399"/>
                  <a:pt x="383" y="399"/>
                  <a:pt x="383" y="399"/>
                </a:cubicBezTo>
                <a:cubicBezTo>
                  <a:pt x="389" y="394"/>
                  <a:pt x="394" y="389"/>
                  <a:pt x="399" y="383"/>
                </a:cubicBezTo>
                <a:cubicBezTo>
                  <a:pt x="442" y="392"/>
                  <a:pt x="442" y="392"/>
                  <a:pt x="442" y="392"/>
                </a:cubicBezTo>
                <a:cubicBezTo>
                  <a:pt x="471" y="342"/>
                  <a:pt x="471" y="342"/>
                  <a:pt x="471" y="342"/>
                </a:cubicBezTo>
                <a:cubicBezTo>
                  <a:pt x="442" y="309"/>
                  <a:pt x="442" y="309"/>
                  <a:pt x="442" y="309"/>
                </a:cubicBezTo>
                <a:cubicBezTo>
                  <a:pt x="444" y="302"/>
                  <a:pt x="446" y="295"/>
                  <a:pt x="448" y="287"/>
                </a:cubicBezTo>
                <a:cubicBezTo>
                  <a:pt x="489" y="274"/>
                  <a:pt x="489" y="274"/>
                  <a:pt x="489" y="274"/>
                </a:cubicBezTo>
                <a:cubicBezTo>
                  <a:pt x="489" y="244"/>
                  <a:pt x="489" y="244"/>
                  <a:pt x="489" y="244"/>
                </a:cubicBezTo>
                <a:cubicBezTo>
                  <a:pt x="489" y="215"/>
                  <a:pt x="489" y="215"/>
                  <a:pt x="489" y="215"/>
                </a:cubicBezTo>
                <a:lnTo>
                  <a:pt x="448" y="202"/>
                </a:lnTo>
                <a:close/>
                <a:moveTo>
                  <a:pt x="244" y="412"/>
                </a:moveTo>
                <a:cubicBezTo>
                  <a:pt x="152" y="412"/>
                  <a:pt x="77" y="337"/>
                  <a:pt x="77" y="244"/>
                </a:cubicBezTo>
                <a:cubicBezTo>
                  <a:pt x="77" y="152"/>
                  <a:pt x="152" y="77"/>
                  <a:pt x="244" y="77"/>
                </a:cubicBezTo>
                <a:cubicBezTo>
                  <a:pt x="337" y="77"/>
                  <a:pt x="412" y="152"/>
                  <a:pt x="412" y="244"/>
                </a:cubicBezTo>
                <a:cubicBezTo>
                  <a:pt x="412" y="337"/>
                  <a:pt x="337" y="412"/>
                  <a:pt x="244" y="412"/>
                </a:cubicBezTo>
                <a:close/>
              </a:path>
            </a:pathLst>
          </a:custGeom>
          <a:solidFill>
            <a:srgbClr val="FB8989"/>
          </a:solidFill>
          <a:ln>
            <a:noFill/>
          </a:ln>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415" name="Freeform 7"/>
          <p:cNvSpPr>
            <a:spLocks noEditPoints="1"/>
          </p:cNvSpPr>
          <p:nvPr/>
        </p:nvSpPr>
        <p:spPr bwMode="auto">
          <a:xfrm>
            <a:off x="2743200" y="3394077"/>
            <a:ext cx="2186517" cy="2186516"/>
          </a:xfrm>
          <a:custGeom>
            <a:avLst/>
            <a:gdLst>
              <a:gd name="T0" fmla="*/ 1519444 w 531"/>
              <a:gd name="T1" fmla="*/ 852371 h 531"/>
              <a:gd name="T2" fmla="*/ 1516356 w 531"/>
              <a:gd name="T3" fmla="*/ 775163 h 531"/>
              <a:gd name="T4" fmla="*/ 1636800 w 531"/>
              <a:gd name="T5" fmla="*/ 694867 h 531"/>
              <a:gd name="T6" fmla="*/ 1584299 w 531"/>
              <a:gd name="T7" fmla="*/ 506481 h 531"/>
              <a:gd name="T8" fmla="*/ 1439148 w 531"/>
              <a:gd name="T9" fmla="*/ 500305 h 531"/>
              <a:gd name="T10" fmla="*/ 1402089 w 531"/>
              <a:gd name="T11" fmla="*/ 435450 h 531"/>
              <a:gd name="T12" fmla="*/ 1466943 w 531"/>
              <a:gd name="T13" fmla="*/ 302653 h 531"/>
              <a:gd name="T14" fmla="*/ 1324881 w 531"/>
              <a:gd name="T15" fmla="*/ 166768 h 531"/>
              <a:gd name="T16" fmla="*/ 1195173 w 531"/>
              <a:gd name="T17" fmla="*/ 231622 h 531"/>
              <a:gd name="T18" fmla="*/ 1130318 w 531"/>
              <a:gd name="T19" fmla="*/ 194563 h 531"/>
              <a:gd name="T20" fmla="*/ 1121053 w 531"/>
              <a:gd name="T21" fmla="*/ 49413 h 531"/>
              <a:gd name="T22" fmla="*/ 1025316 w 531"/>
              <a:gd name="T23" fmla="*/ 24706 h 531"/>
              <a:gd name="T24" fmla="*/ 929579 w 531"/>
              <a:gd name="T25" fmla="*/ 0 h 531"/>
              <a:gd name="T26" fmla="*/ 852371 w 531"/>
              <a:gd name="T27" fmla="*/ 123532 h 531"/>
              <a:gd name="T28" fmla="*/ 775164 w 531"/>
              <a:gd name="T29" fmla="*/ 123532 h 531"/>
              <a:gd name="T30" fmla="*/ 694868 w 531"/>
              <a:gd name="T31" fmla="*/ 3088 h 531"/>
              <a:gd name="T32" fmla="*/ 506481 w 531"/>
              <a:gd name="T33" fmla="*/ 55589 h 531"/>
              <a:gd name="T34" fmla="*/ 500305 w 531"/>
              <a:gd name="T35" fmla="*/ 200739 h 531"/>
              <a:gd name="T36" fmla="*/ 435450 w 531"/>
              <a:gd name="T37" fmla="*/ 240887 h 531"/>
              <a:gd name="T38" fmla="*/ 302654 w 531"/>
              <a:gd name="T39" fmla="*/ 176033 h 531"/>
              <a:gd name="T40" fmla="*/ 166768 w 531"/>
              <a:gd name="T41" fmla="*/ 315007 h 531"/>
              <a:gd name="T42" fmla="*/ 231623 w 531"/>
              <a:gd name="T43" fmla="*/ 444715 h 531"/>
              <a:gd name="T44" fmla="*/ 194563 w 531"/>
              <a:gd name="T45" fmla="*/ 512658 h 531"/>
              <a:gd name="T46" fmla="*/ 49413 w 531"/>
              <a:gd name="T47" fmla="*/ 521923 h 531"/>
              <a:gd name="T48" fmla="*/ 24706 w 531"/>
              <a:gd name="T49" fmla="*/ 614572 h 531"/>
              <a:gd name="T50" fmla="*/ 0 w 531"/>
              <a:gd name="T51" fmla="*/ 710309 h 531"/>
              <a:gd name="T52" fmla="*/ 123532 w 531"/>
              <a:gd name="T53" fmla="*/ 790605 h 531"/>
              <a:gd name="T54" fmla="*/ 123532 w 531"/>
              <a:gd name="T55" fmla="*/ 864724 h 531"/>
              <a:gd name="T56" fmla="*/ 3088 w 531"/>
              <a:gd name="T57" fmla="*/ 948108 h 531"/>
              <a:gd name="T58" fmla="*/ 55589 w 531"/>
              <a:gd name="T59" fmla="*/ 1136494 h 531"/>
              <a:gd name="T60" fmla="*/ 200740 w 531"/>
              <a:gd name="T61" fmla="*/ 1142671 h 531"/>
              <a:gd name="T62" fmla="*/ 240888 w 531"/>
              <a:gd name="T63" fmla="*/ 1207525 h 531"/>
              <a:gd name="T64" fmla="*/ 176033 w 531"/>
              <a:gd name="T65" fmla="*/ 1337234 h 531"/>
              <a:gd name="T66" fmla="*/ 315007 w 531"/>
              <a:gd name="T67" fmla="*/ 1476207 h 531"/>
              <a:gd name="T68" fmla="*/ 444715 w 531"/>
              <a:gd name="T69" fmla="*/ 1408265 h 531"/>
              <a:gd name="T70" fmla="*/ 509570 w 531"/>
              <a:gd name="T71" fmla="*/ 1445324 h 531"/>
              <a:gd name="T72" fmla="*/ 521923 w 531"/>
              <a:gd name="T73" fmla="*/ 1590474 h 531"/>
              <a:gd name="T74" fmla="*/ 614572 w 531"/>
              <a:gd name="T75" fmla="*/ 1615181 h 531"/>
              <a:gd name="T76" fmla="*/ 710309 w 531"/>
              <a:gd name="T77" fmla="*/ 1639887 h 531"/>
              <a:gd name="T78" fmla="*/ 790605 w 531"/>
              <a:gd name="T79" fmla="*/ 1519443 h 531"/>
              <a:gd name="T80" fmla="*/ 864724 w 531"/>
              <a:gd name="T81" fmla="*/ 1516355 h 531"/>
              <a:gd name="T82" fmla="*/ 945020 w 531"/>
              <a:gd name="T83" fmla="*/ 1639887 h 531"/>
              <a:gd name="T84" fmla="*/ 1133407 w 531"/>
              <a:gd name="T85" fmla="*/ 1587386 h 531"/>
              <a:gd name="T86" fmla="*/ 1142671 w 531"/>
              <a:gd name="T87" fmla="*/ 1439148 h 531"/>
              <a:gd name="T88" fmla="*/ 1207526 w 531"/>
              <a:gd name="T89" fmla="*/ 1402088 h 531"/>
              <a:gd name="T90" fmla="*/ 1337234 w 531"/>
              <a:gd name="T91" fmla="*/ 1466942 h 531"/>
              <a:gd name="T92" fmla="*/ 1476208 w 531"/>
              <a:gd name="T93" fmla="*/ 1327969 h 531"/>
              <a:gd name="T94" fmla="*/ 1408265 w 531"/>
              <a:gd name="T95" fmla="*/ 1198260 h 531"/>
              <a:gd name="T96" fmla="*/ 1445325 w 531"/>
              <a:gd name="T97" fmla="*/ 1130318 h 531"/>
              <a:gd name="T98" fmla="*/ 1590475 w 531"/>
              <a:gd name="T99" fmla="*/ 1121053 h 531"/>
              <a:gd name="T100" fmla="*/ 1615182 w 531"/>
              <a:gd name="T101" fmla="*/ 1025315 h 531"/>
              <a:gd name="T102" fmla="*/ 1639888 w 531"/>
              <a:gd name="T103" fmla="*/ 932666 h 531"/>
              <a:gd name="T104" fmla="*/ 1519444 w 531"/>
              <a:gd name="T105" fmla="*/ 852371 h 531"/>
              <a:gd name="T106" fmla="*/ 679426 w 531"/>
              <a:gd name="T107" fmla="*/ 1365028 h 531"/>
              <a:gd name="T108" fmla="*/ 274859 w 531"/>
              <a:gd name="T109" fmla="*/ 679426 h 531"/>
              <a:gd name="T110" fmla="*/ 960462 w 531"/>
              <a:gd name="T111" fmla="*/ 277947 h 531"/>
              <a:gd name="T112" fmla="*/ 1365029 w 531"/>
              <a:gd name="T113" fmla="*/ 960461 h 531"/>
              <a:gd name="T114" fmla="*/ 679426 w 531"/>
              <a:gd name="T115" fmla="*/ 1365028 h 5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31" h="531">
                <a:moveTo>
                  <a:pt x="492" y="276"/>
                </a:moveTo>
                <a:cubicBezTo>
                  <a:pt x="492" y="268"/>
                  <a:pt x="492" y="260"/>
                  <a:pt x="491" y="251"/>
                </a:cubicBezTo>
                <a:cubicBezTo>
                  <a:pt x="530" y="225"/>
                  <a:pt x="530" y="225"/>
                  <a:pt x="530" y="225"/>
                </a:cubicBezTo>
                <a:cubicBezTo>
                  <a:pt x="513" y="164"/>
                  <a:pt x="513" y="164"/>
                  <a:pt x="513" y="164"/>
                </a:cubicBezTo>
                <a:cubicBezTo>
                  <a:pt x="466" y="162"/>
                  <a:pt x="466" y="162"/>
                  <a:pt x="466" y="162"/>
                </a:cubicBezTo>
                <a:cubicBezTo>
                  <a:pt x="463" y="155"/>
                  <a:pt x="458" y="147"/>
                  <a:pt x="454" y="141"/>
                </a:cubicBezTo>
                <a:cubicBezTo>
                  <a:pt x="475" y="98"/>
                  <a:pt x="475" y="98"/>
                  <a:pt x="475" y="98"/>
                </a:cubicBezTo>
                <a:cubicBezTo>
                  <a:pt x="429" y="54"/>
                  <a:pt x="429" y="54"/>
                  <a:pt x="429" y="54"/>
                </a:cubicBezTo>
                <a:cubicBezTo>
                  <a:pt x="387" y="75"/>
                  <a:pt x="387" y="75"/>
                  <a:pt x="387" y="75"/>
                </a:cubicBezTo>
                <a:cubicBezTo>
                  <a:pt x="381" y="71"/>
                  <a:pt x="373" y="67"/>
                  <a:pt x="366" y="63"/>
                </a:cubicBezTo>
                <a:cubicBezTo>
                  <a:pt x="363" y="16"/>
                  <a:pt x="363" y="16"/>
                  <a:pt x="363" y="16"/>
                </a:cubicBezTo>
                <a:cubicBezTo>
                  <a:pt x="332" y="8"/>
                  <a:pt x="332" y="8"/>
                  <a:pt x="332" y="8"/>
                </a:cubicBezTo>
                <a:cubicBezTo>
                  <a:pt x="301" y="0"/>
                  <a:pt x="301" y="0"/>
                  <a:pt x="301" y="0"/>
                </a:cubicBezTo>
                <a:cubicBezTo>
                  <a:pt x="276" y="40"/>
                  <a:pt x="276" y="40"/>
                  <a:pt x="276" y="40"/>
                </a:cubicBezTo>
                <a:cubicBezTo>
                  <a:pt x="268" y="40"/>
                  <a:pt x="259" y="40"/>
                  <a:pt x="251" y="40"/>
                </a:cubicBezTo>
                <a:cubicBezTo>
                  <a:pt x="225" y="1"/>
                  <a:pt x="225" y="1"/>
                  <a:pt x="225" y="1"/>
                </a:cubicBezTo>
                <a:cubicBezTo>
                  <a:pt x="164" y="18"/>
                  <a:pt x="164" y="18"/>
                  <a:pt x="164" y="18"/>
                </a:cubicBezTo>
                <a:cubicBezTo>
                  <a:pt x="162" y="65"/>
                  <a:pt x="162" y="65"/>
                  <a:pt x="162" y="65"/>
                </a:cubicBezTo>
                <a:cubicBezTo>
                  <a:pt x="154" y="69"/>
                  <a:pt x="147" y="73"/>
                  <a:pt x="141" y="78"/>
                </a:cubicBezTo>
                <a:cubicBezTo>
                  <a:pt x="98" y="57"/>
                  <a:pt x="98" y="57"/>
                  <a:pt x="98" y="57"/>
                </a:cubicBezTo>
                <a:cubicBezTo>
                  <a:pt x="54" y="102"/>
                  <a:pt x="54" y="102"/>
                  <a:pt x="54" y="102"/>
                </a:cubicBezTo>
                <a:cubicBezTo>
                  <a:pt x="75" y="144"/>
                  <a:pt x="75" y="144"/>
                  <a:pt x="75" y="144"/>
                </a:cubicBezTo>
                <a:cubicBezTo>
                  <a:pt x="71" y="151"/>
                  <a:pt x="67" y="158"/>
                  <a:pt x="63" y="166"/>
                </a:cubicBezTo>
                <a:cubicBezTo>
                  <a:pt x="16" y="169"/>
                  <a:pt x="16" y="169"/>
                  <a:pt x="16" y="169"/>
                </a:cubicBezTo>
                <a:cubicBezTo>
                  <a:pt x="8" y="199"/>
                  <a:pt x="8" y="199"/>
                  <a:pt x="8" y="199"/>
                </a:cubicBezTo>
                <a:cubicBezTo>
                  <a:pt x="0" y="230"/>
                  <a:pt x="0" y="230"/>
                  <a:pt x="0" y="230"/>
                </a:cubicBezTo>
                <a:cubicBezTo>
                  <a:pt x="40" y="256"/>
                  <a:pt x="40" y="256"/>
                  <a:pt x="40" y="256"/>
                </a:cubicBezTo>
                <a:cubicBezTo>
                  <a:pt x="40" y="264"/>
                  <a:pt x="40" y="272"/>
                  <a:pt x="40" y="280"/>
                </a:cubicBezTo>
                <a:cubicBezTo>
                  <a:pt x="1" y="307"/>
                  <a:pt x="1" y="307"/>
                  <a:pt x="1" y="307"/>
                </a:cubicBezTo>
                <a:cubicBezTo>
                  <a:pt x="18" y="368"/>
                  <a:pt x="18" y="368"/>
                  <a:pt x="18" y="368"/>
                </a:cubicBezTo>
                <a:cubicBezTo>
                  <a:pt x="65" y="370"/>
                  <a:pt x="65" y="370"/>
                  <a:pt x="65" y="370"/>
                </a:cubicBezTo>
                <a:cubicBezTo>
                  <a:pt x="69" y="377"/>
                  <a:pt x="73" y="384"/>
                  <a:pt x="78" y="391"/>
                </a:cubicBezTo>
                <a:cubicBezTo>
                  <a:pt x="57" y="433"/>
                  <a:pt x="57" y="433"/>
                  <a:pt x="57" y="433"/>
                </a:cubicBezTo>
                <a:cubicBezTo>
                  <a:pt x="102" y="478"/>
                  <a:pt x="102" y="478"/>
                  <a:pt x="102" y="478"/>
                </a:cubicBezTo>
                <a:cubicBezTo>
                  <a:pt x="144" y="456"/>
                  <a:pt x="144" y="456"/>
                  <a:pt x="144" y="456"/>
                </a:cubicBezTo>
                <a:cubicBezTo>
                  <a:pt x="151" y="461"/>
                  <a:pt x="158" y="465"/>
                  <a:pt x="165" y="468"/>
                </a:cubicBezTo>
                <a:cubicBezTo>
                  <a:pt x="169" y="515"/>
                  <a:pt x="169" y="515"/>
                  <a:pt x="169" y="515"/>
                </a:cubicBezTo>
                <a:cubicBezTo>
                  <a:pt x="199" y="523"/>
                  <a:pt x="199" y="523"/>
                  <a:pt x="199" y="523"/>
                </a:cubicBezTo>
                <a:cubicBezTo>
                  <a:pt x="230" y="531"/>
                  <a:pt x="230" y="531"/>
                  <a:pt x="230" y="531"/>
                </a:cubicBezTo>
                <a:cubicBezTo>
                  <a:pt x="256" y="492"/>
                  <a:pt x="256" y="492"/>
                  <a:pt x="256" y="492"/>
                </a:cubicBezTo>
                <a:cubicBezTo>
                  <a:pt x="264" y="492"/>
                  <a:pt x="272" y="492"/>
                  <a:pt x="280" y="491"/>
                </a:cubicBezTo>
                <a:cubicBezTo>
                  <a:pt x="306" y="531"/>
                  <a:pt x="306" y="531"/>
                  <a:pt x="306" y="531"/>
                </a:cubicBezTo>
                <a:cubicBezTo>
                  <a:pt x="367" y="514"/>
                  <a:pt x="367" y="514"/>
                  <a:pt x="367" y="514"/>
                </a:cubicBezTo>
                <a:cubicBezTo>
                  <a:pt x="370" y="466"/>
                  <a:pt x="370" y="466"/>
                  <a:pt x="370" y="466"/>
                </a:cubicBezTo>
                <a:cubicBezTo>
                  <a:pt x="377" y="463"/>
                  <a:pt x="384" y="459"/>
                  <a:pt x="391" y="454"/>
                </a:cubicBezTo>
                <a:cubicBezTo>
                  <a:pt x="433" y="475"/>
                  <a:pt x="433" y="475"/>
                  <a:pt x="433" y="475"/>
                </a:cubicBezTo>
                <a:cubicBezTo>
                  <a:pt x="478" y="430"/>
                  <a:pt x="478" y="430"/>
                  <a:pt x="478" y="430"/>
                </a:cubicBezTo>
                <a:cubicBezTo>
                  <a:pt x="456" y="388"/>
                  <a:pt x="456" y="388"/>
                  <a:pt x="456" y="388"/>
                </a:cubicBezTo>
                <a:cubicBezTo>
                  <a:pt x="461" y="381"/>
                  <a:pt x="465" y="374"/>
                  <a:pt x="468" y="366"/>
                </a:cubicBezTo>
                <a:cubicBezTo>
                  <a:pt x="515" y="363"/>
                  <a:pt x="515" y="363"/>
                  <a:pt x="515" y="363"/>
                </a:cubicBezTo>
                <a:cubicBezTo>
                  <a:pt x="523" y="332"/>
                  <a:pt x="523" y="332"/>
                  <a:pt x="523" y="332"/>
                </a:cubicBezTo>
                <a:cubicBezTo>
                  <a:pt x="531" y="302"/>
                  <a:pt x="531" y="302"/>
                  <a:pt x="531" y="302"/>
                </a:cubicBezTo>
                <a:lnTo>
                  <a:pt x="492" y="276"/>
                </a:lnTo>
                <a:close/>
                <a:moveTo>
                  <a:pt x="220" y="442"/>
                </a:moveTo>
                <a:cubicBezTo>
                  <a:pt x="123" y="417"/>
                  <a:pt x="64" y="318"/>
                  <a:pt x="89" y="220"/>
                </a:cubicBezTo>
                <a:cubicBezTo>
                  <a:pt x="115" y="123"/>
                  <a:pt x="214" y="65"/>
                  <a:pt x="311" y="90"/>
                </a:cubicBezTo>
                <a:cubicBezTo>
                  <a:pt x="408" y="115"/>
                  <a:pt x="467" y="214"/>
                  <a:pt x="442" y="311"/>
                </a:cubicBezTo>
                <a:cubicBezTo>
                  <a:pt x="417" y="409"/>
                  <a:pt x="318" y="467"/>
                  <a:pt x="220" y="442"/>
                </a:cubicBezTo>
                <a:close/>
              </a:path>
            </a:pathLst>
          </a:custGeom>
          <a:solidFill>
            <a:srgbClr val="FB8989"/>
          </a:solidFill>
          <a:ln>
            <a:noFill/>
          </a:ln>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416" name="Freeform 8"/>
          <p:cNvSpPr>
            <a:spLocks noEditPoints="1"/>
          </p:cNvSpPr>
          <p:nvPr/>
        </p:nvSpPr>
        <p:spPr bwMode="auto">
          <a:xfrm>
            <a:off x="2804584" y="1795993"/>
            <a:ext cx="1388533" cy="1392767"/>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FB8989"/>
          </a:solidFill>
          <a:ln>
            <a:noFill/>
          </a:ln>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417" name="Freeform 9"/>
          <p:cNvSpPr>
            <a:spLocks noEditPoints="1"/>
          </p:cNvSpPr>
          <p:nvPr/>
        </p:nvSpPr>
        <p:spPr bwMode="auto">
          <a:xfrm>
            <a:off x="4044951" y="2972859"/>
            <a:ext cx="345016" cy="351367"/>
          </a:xfrm>
          <a:custGeom>
            <a:avLst/>
            <a:gdLst>
              <a:gd name="T0" fmla="*/ 240279 w 84"/>
              <a:gd name="T1" fmla="*/ 136413 h 85"/>
              <a:gd name="T2" fmla="*/ 240279 w 84"/>
              <a:gd name="T3" fmla="*/ 124012 h 85"/>
              <a:gd name="T4" fmla="*/ 258762 w 84"/>
              <a:gd name="T5" fmla="*/ 111611 h 85"/>
              <a:gd name="T6" fmla="*/ 252601 w 84"/>
              <a:gd name="T7" fmla="*/ 80608 h 85"/>
              <a:gd name="T8" fmla="*/ 227957 w 84"/>
              <a:gd name="T9" fmla="*/ 80608 h 85"/>
              <a:gd name="T10" fmla="*/ 221796 w 84"/>
              <a:gd name="T11" fmla="*/ 71307 h 85"/>
              <a:gd name="T12" fmla="*/ 231038 w 84"/>
              <a:gd name="T13" fmla="*/ 49605 h 85"/>
              <a:gd name="T14" fmla="*/ 209474 w 84"/>
              <a:gd name="T15" fmla="*/ 27903 h 85"/>
              <a:gd name="T16" fmla="*/ 187911 w 84"/>
              <a:gd name="T17" fmla="*/ 37204 h 85"/>
              <a:gd name="T18" fmla="*/ 178669 w 84"/>
              <a:gd name="T19" fmla="*/ 31003 h 85"/>
              <a:gd name="T20" fmla="*/ 175589 w 84"/>
              <a:gd name="T21" fmla="*/ 9301 h 85"/>
              <a:gd name="T22" fmla="*/ 163267 w 84"/>
              <a:gd name="T23" fmla="*/ 3100 h 85"/>
              <a:gd name="T24" fmla="*/ 147864 w 84"/>
              <a:gd name="T25" fmla="*/ 0 h 85"/>
              <a:gd name="T26" fmla="*/ 135542 w 84"/>
              <a:gd name="T27" fmla="*/ 18602 h 85"/>
              <a:gd name="T28" fmla="*/ 123220 w 84"/>
              <a:gd name="T29" fmla="*/ 21702 h 85"/>
              <a:gd name="T30" fmla="*/ 107818 w 84"/>
              <a:gd name="T31" fmla="*/ 0 h 85"/>
              <a:gd name="T32" fmla="*/ 80093 w 84"/>
              <a:gd name="T33" fmla="*/ 9301 h 85"/>
              <a:gd name="T34" fmla="*/ 77013 w 84"/>
              <a:gd name="T35" fmla="*/ 34103 h 85"/>
              <a:gd name="T36" fmla="*/ 67771 w 84"/>
              <a:gd name="T37" fmla="*/ 40304 h 85"/>
              <a:gd name="T38" fmla="*/ 46208 w 84"/>
              <a:gd name="T39" fmla="*/ 27903 h 85"/>
              <a:gd name="T40" fmla="*/ 24644 w 84"/>
              <a:gd name="T41" fmla="*/ 49605 h 85"/>
              <a:gd name="T42" fmla="*/ 36966 w 84"/>
              <a:gd name="T43" fmla="*/ 71307 h 85"/>
              <a:gd name="T44" fmla="*/ 30805 w 84"/>
              <a:gd name="T45" fmla="*/ 83708 h 85"/>
              <a:gd name="T46" fmla="*/ 6161 w 84"/>
              <a:gd name="T47" fmla="*/ 83708 h 85"/>
              <a:gd name="T48" fmla="*/ 3081 w 84"/>
              <a:gd name="T49" fmla="*/ 99209 h 85"/>
              <a:gd name="T50" fmla="*/ 0 w 84"/>
              <a:gd name="T51" fmla="*/ 114711 h 85"/>
              <a:gd name="T52" fmla="*/ 18483 w 84"/>
              <a:gd name="T53" fmla="*/ 127112 h 85"/>
              <a:gd name="T54" fmla="*/ 18483 w 84"/>
              <a:gd name="T55" fmla="*/ 139513 h 85"/>
              <a:gd name="T56" fmla="*/ 0 w 84"/>
              <a:gd name="T57" fmla="*/ 151914 h 85"/>
              <a:gd name="T58" fmla="*/ 6161 w 84"/>
              <a:gd name="T59" fmla="*/ 182917 h 85"/>
              <a:gd name="T60" fmla="*/ 30805 w 84"/>
              <a:gd name="T61" fmla="*/ 182917 h 85"/>
              <a:gd name="T62" fmla="*/ 36966 w 84"/>
              <a:gd name="T63" fmla="*/ 195319 h 85"/>
              <a:gd name="T64" fmla="*/ 27725 w 84"/>
              <a:gd name="T65" fmla="*/ 213920 h 85"/>
              <a:gd name="T66" fmla="*/ 49288 w 84"/>
              <a:gd name="T67" fmla="*/ 235622 h 85"/>
              <a:gd name="T68" fmla="*/ 70852 w 84"/>
              <a:gd name="T69" fmla="*/ 226321 h 85"/>
              <a:gd name="T70" fmla="*/ 80093 w 84"/>
              <a:gd name="T71" fmla="*/ 232522 h 85"/>
              <a:gd name="T72" fmla="*/ 80093 w 84"/>
              <a:gd name="T73" fmla="*/ 254224 h 85"/>
              <a:gd name="T74" fmla="*/ 95496 w 84"/>
              <a:gd name="T75" fmla="*/ 260425 h 85"/>
              <a:gd name="T76" fmla="*/ 110898 w 84"/>
              <a:gd name="T77" fmla="*/ 263525 h 85"/>
              <a:gd name="T78" fmla="*/ 123220 w 84"/>
              <a:gd name="T79" fmla="*/ 244923 h 85"/>
              <a:gd name="T80" fmla="*/ 135542 w 84"/>
              <a:gd name="T81" fmla="*/ 244923 h 85"/>
              <a:gd name="T82" fmla="*/ 147864 w 84"/>
              <a:gd name="T83" fmla="*/ 263525 h 85"/>
              <a:gd name="T84" fmla="*/ 178669 w 84"/>
              <a:gd name="T85" fmla="*/ 254224 h 85"/>
              <a:gd name="T86" fmla="*/ 181750 w 84"/>
              <a:gd name="T87" fmla="*/ 232522 h 85"/>
              <a:gd name="T88" fmla="*/ 190991 w 84"/>
              <a:gd name="T89" fmla="*/ 226321 h 85"/>
              <a:gd name="T90" fmla="*/ 212555 w 84"/>
              <a:gd name="T91" fmla="*/ 235622 h 85"/>
              <a:gd name="T92" fmla="*/ 234118 w 84"/>
              <a:gd name="T93" fmla="*/ 213920 h 85"/>
              <a:gd name="T94" fmla="*/ 221796 w 84"/>
              <a:gd name="T95" fmla="*/ 192218 h 85"/>
              <a:gd name="T96" fmla="*/ 227957 w 84"/>
              <a:gd name="T97" fmla="*/ 182917 h 85"/>
              <a:gd name="T98" fmla="*/ 252601 w 84"/>
              <a:gd name="T99" fmla="*/ 179817 h 85"/>
              <a:gd name="T100" fmla="*/ 255682 w 84"/>
              <a:gd name="T101" fmla="*/ 164316 h 85"/>
              <a:gd name="T102" fmla="*/ 258762 w 84"/>
              <a:gd name="T103" fmla="*/ 148814 h 85"/>
              <a:gd name="T104" fmla="*/ 240279 w 84"/>
              <a:gd name="T105" fmla="*/ 136413 h 85"/>
              <a:gd name="T106" fmla="*/ 107818 w 84"/>
              <a:gd name="T107" fmla="*/ 220121 h 85"/>
              <a:gd name="T108" fmla="*/ 43127 w 84"/>
              <a:gd name="T109" fmla="*/ 108510 h 85"/>
              <a:gd name="T110" fmla="*/ 150945 w 84"/>
              <a:gd name="T111" fmla="*/ 43404 h 85"/>
              <a:gd name="T112" fmla="*/ 215635 w 84"/>
              <a:gd name="T113" fmla="*/ 155015 h 85"/>
              <a:gd name="T114" fmla="*/ 107818 w 84"/>
              <a:gd name="T115" fmla="*/ 220121 h 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84" h="85">
                <a:moveTo>
                  <a:pt x="78" y="44"/>
                </a:moveTo>
                <a:cubicBezTo>
                  <a:pt x="78" y="43"/>
                  <a:pt x="78" y="42"/>
                  <a:pt x="78" y="40"/>
                </a:cubicBezTo>
                <a:cubicBezTo>
                  <a:pt x="84" y="36"/>
                  <a:pt x="84" y="36"/>
                  <a:pt x="84" y="36"/>
                </a:cubicBezTo>
                <a:cubicBezTo>
                  <a:pt x="82" y="26"/>
                  <a:pt x="82" y="26"/>
                  <a:pt x="82" y="26"/>
                </a:cubicBezTo>
                <a:cubicBezTo>
                  <a:pt x="74" y="26"/>
                  <a:pt x="74" y="26"/>
                  <a:pt x="74" y="26"/>
                </a:cubicBezTo>
                <a:cubicBezTo>
                  <a:pt x="73" y="25"/>
                  <a:pt x="73" y="24"/>
                  <a:pt x="72" y="23"/>
                </a:cubicBezTo>
                <a:cubicBezTo>
                  <a:pt x="75" y="16"/>
                  <a:pt x="75" y="16"/>
                  <a:pt x="75" y="16"/>
                </a:cubicBezTo>
                <a:cubicBezTo>
                  <a:pt x="68" y="9"/>
                  <a:pt x="68" y="9"/>
                  <a:pt x="68" y="9"/>
                </a:cubicBezTo>
                <a:cubicBezTo>
                  <a:pt x="61" y="12"/>
                  <a:pt x="61" y="12"/>
                  <a:pt x="61" y="12"/>
                </a:cubicBezTo>
                <a:cubicBezTo>
                  <a:pt x="60" y="11"/>
                  <a:pt x="59" y="11"/>
                  <a:pt x="58" y="10"/>
                </a:cubicBezTo>
                <a:cubicBezTo>
                  <a:pt x="57" y="3"/>
                  <a:pt x="57" y="3"/>
                  <a:pt x="57" y="3"/>
                </a:cubicBezTo>
                <a:cubicBezTo>
                  <a:pt x="53" y="1"/>
                  <a:pt x="53" y="1"/>
                  <a:pt x="53" y="1"/>
                </a:cubicBezTo>
                <a:cubicBezTo>
                  <a:pt x="48" y="0"/>
                  <a:pt x="48" y="0"/>
                  <a:pt x="48" y="0"/>
                </a:cubicBezTo>
                <a:cubicBezTo>
                  <a:pt x="44" y="6"/>
                  <a:pt x="44" y="6"/>
                  <a:pt x="44" y="6"/>
                </a:cubicBezTo>
                <a:cubicBezTo>
                  <a:pt x="42" y="6"/>
                  <a:pt x="41" y="6"/>
                  <a:pt x="40" y="7"/>
                </a:cubicBezTo>
                <a:cubicBezTo>
                  <a:pt x="35" y="0"/>
                  <a:pt x="35" y="0"/>
                  <a:pt x="35" y="0"/>
                </a:cubicBezTo>
                <a:cubicBezTo>
                  <a:pt x="26" y="3"/>
                  <a:pt x="26" y="3"/>
                  <a:pt x="26" y="3"/>
                </a:cubicBezTo>
                <a:cubicBezTo>
                  <a:pt x="25" y="11"/>
                  <a:pt x="25" y="11"/>
                  <a:pt x="25" y="11"/>
                </a:cubicBezTo>
                <a:cubicBezTo>
                  <a:pt x="24" y="11"/>
                  <a:pt x="23" y="12"/>
                  <a:pt x="22" y="13"/>
                </a:cubicBezTo>
                <a:cubicBezTo>
                  <a:pt x="15" y="9"/>
                  <a:pt x="15" y="9"/>
                  <a:pt x="15" y="9"/>
                </a:cubicBezTo>
                <a:cubicBezTo>
                  <a:pt x="8" y="16"/>
                  <a:pt x="8" y="16"/>
                  <a:pt x="8" y="16"/>
                </a:cubicBezTo>
                <a:cubicBezTo>
                  <a:pt x="12" y="23"/>
                  <a:pt x="12" y="23"/>
                  <a:pt x="12" y="23"/>
                </a:cubicBezTo>
                <a:cubicBezTo>
                  <a:pt x="11" y="24"/>
                  <a:pt x="10" y="25"/>
                  <a:pt x="10" y="27"/>
                </a:cubicBezTo>
                <a:cubicBezTo>
                  <a:pt x="2" y="27"/>
                  <a:pt x="2" y="27"/>
                  <a:pt x="2" y="27"/>
                </a:cubicBezTo>
                <a:cubicBezTo>
                  <a:pt x="1" y="32"/>
                  <a:pt x="1" y="32"/>
                  <a:pt x="1" y="32"/>
                </a:cubicBezTo>
                <a:cubicBezTo>
                  <a:pt x="0" y="37"/>
                  <a:pt x="0" y="37"/>
                  <a:pt x="0" y="37"/>
                </a:cubicBezTo>
                <a:cubicBezTo>
                  <a:pt x="6" y="41"/>
                  <a:pt x="6" y="41"/>
                  <a:pt x="6" y="41"/>
                </a:cubicBezTo>
                <a:cubicBezTo>
                  <a:pt x="6" y="42"/>
                  <a:pt x="6" y="44"/>
                  <a:pt x="6" y="45"/>
                </a:cubicBezTo>
                <a:cubicBezTo>
                  <a:pt x="0" y="49"/>
                  <a:pt x="0" y="49"/>
                  <a:pt x="0" y="49"/>
                </a:cubicBezTo>
                <a:cubicBezTo>
                  <a:pt x="2" y="59"/>
                  <a:pt x="2" y="59"/>
                  <a:pt x="2" y="59"/>
                </a:cubicBezTo>
                <a:cubicBezTo>
                  <a:pt x="10" y="59"/>
                  <a:pt x="10" y="59"/>
                  <a:pt x="10" y="59"/>
                </a:cubicBezTo>
                <a:cubicBezTo>
                  <a:pt x="11" y="60"/>
                  <a:pt x="11" y="61"/>
                  <a:pt x="12" y="63"/>
                </a:cubicBezTo>
                <a:cubicBezTo>
                  <a:pt x="9" y="69"/>
                  <a:pt x="9" y="69"/>
                  <a:pt x="9" y="69"/>
                </a:cubicBezTo>
                <a:cubicBezTo>
                  <a:pt x="16" y="76"/>
                  <a:pt x="16" y="76"/>
                  <a:pt x="16" y="76"/>
                </a:cubicBezTo>
                <a:cubicBezTo>
                  <a:pt x="23" y="73"/>
                  <a:pt x="23" y="73"/>
                  <a:pt x="23" y="73"/>
                </a:cubicBezTo>
                <a:cubicBezTo>
                  <a:pt x="24" y="74"/>
                  <a:pt x="25" y="74"/>
                  <a:pt x="26" y="75"/>
                </a:cubicBezTo>
                <a:cubicBezTo>
                  <a:pt x="26" y="82"/>
                  <a:pt x="26" y="82"/>
                  <a:pt x="26" y="82"/>
                </a:cubicBezTo>
                <a:cubicBezTo>
                  <a:pt x="31" y="84"/>
                  <a:pt x="31" y="84"/>
                  <a:pt x="31" y="84"/>
                </a:cubicBezTo>
                <a:cubicBezTo>
                  <a:pt x="36" y="85"/>
                  <a:pt x="36" y="85"/>
                  <a:pt x="36" y="85"/>
                </a:cubicBezTo>
                <a:cubicBezTo>
                  <a:pt x="40" y="79"/>
                  <a:pt x="40" y="79"/>
                  <a:pt x="40" y="79"/>
                </a:cubicBezTo>
                <a:cubicBezTo>
                  <a:pt x="42" y="79"/>
                  <a:pt x="43" y="79"/>
                  <a:pt x="44" y="79"/>
                </a:cubicBezTo>
                <a:cubicBezTo>
                  <a:pt x="48" y="85"/>
                  <a:pt x="48" y="85"/>
                  <a:pt x="48" y="85"/>
                </a:cubicBezTo>
                <a:cubicBezTo>
                  <a:pt x="58" y="82"/>
                  <a:pt x="58" y="82"/>
                  <a:pt x="58" y="82"/>
                </a:cubicBezTo>
                <a:cubicBezTo>
                  <a:pt x="59" y="75"/>
                  <a:pt x="59" y="75"/>
                  <a:pt x="59" y="75"/>
                </a:cubicBezTo>
                <a:cubicBezTo>
                  <a:pt x="60" y="74"/>
                  <a:pt x="61" y="73"/>
                  <a:pt x="62" y="73"/>
                </a:cubicBezTo>
                <a:cubicBezTo>
                  <a:pt x="69" y="76"/>
                  <a:pt x="69" y="76"/>
                  <a:pt x="69" y="76"/>
                </a:cubicBezTo>
                <a:cubicBezTo>
                  <a:pt x="76" y="69"/>
                  <a:pt x="76" y="69"/>
                  <a:pt x="76" y="69"/>
                </a:cubicBezTo>
                <a:cubicBezTo>
                  <a:pt x="72" y="62"/>
                  <a:pt x="72" y="62"/>
                  <a:pt x="72" y="62"/>
                </a:cubicBezTo>
                <a:cubicBezTo>
                  <a:pt x="73" y="61"/>
                  <a:pt x="74" y="60"/>
                  <a:pt x="74" y="59"/>
                </a:cubicBezTo>
                <a:cubicBezTo>
                  <a:pt x="82" y="58"/>
                  <a:pt x="82" y="58"/>
                  <a:pt x="82" y="58"/>
                </a:cubicBezTo>
                <a:cubicBezTo>
                  <a:pt x="83" y="53"/>
                  <a:pt x="83" y="53"/>
                  <a:pt x="83" y="53"/>
                </a:cubicBezTo>
                <a:cubicBezTo>
                  <a:pt x="84" y="48"/>
                  <a:pt x="84" y="48"/>
                  <a:pt x="84" y="48"/>
                </a:cubicBezTo>
                <a:lnTo>
                  <a:pt x="78" y="44"/>
                </a:lnTo>
                <a:close/>
                <a:moveTo>
                  <a:pt x="35" y="71"/>
                </a:moveTo>
                <a:cubicBezTo>
                  <a:pt x="19" y="67"/>
                  <a:pt x="10" y="51"/>
                  <a:pt x="14" y="35"/>
                </a:cubicBezTo>
                <a:cubicBezTo>
                  <a:pt x="18" y="20"/>
                  <a:pt x="34" y="10"/>
                  <a:pt x="49" y="14"/>
                </a:cubicBezTo>
                <a:cubicBezTo>
                  <a:pt x="65" y="18"/>
                  <a:pt x="74" y="34"/>
                  <a:pt x="70" y="50"/>
                </a:cubicBezTo>
                <a:cubicBezTo>
                  <a:pt x="66" y="65"/>
                  <a:pt x="50" y="75"/>
                  <a:pt x="35" y="71"/>
                </a:cubicBezTo>
                <a:close/>
              </a:path>
            </a:pathLst>
          </a:custGeom>
          <a:solidFill>
            <a:srgbClr val="DA5665">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418" name="Freeform 10"/>
          <p:cNvSpPr>
            <a:spLocks noEditPoints="1"/>
          </p:cNvSpPr>
          <p:nvPr/>
        </p:nvSpPr>
        <p:spPr bwMode="auto">
          <a:xfrm>
            <a:off x="4830233" y="3199344"/>
            <a:ext cx="704851" cy="704849"/>
          </a:xfrm>
          <a:custGeom>
            <a:avLst/>
            <a:gdLst>
              <a:gd name="T0" fmla="*/ 488449 w 171"/>
              <a:gd name="T1" fmla="*/ 275139 h 171"/>
              <a:gd name="T2" fmla="*/ 488449 w 171"/>
              <a:gd name="T3" fmla="*/ 250407 h 171"/>
              <a:gd name="T4" fmla="*/ 525547 w 171"/>
              <a:gd name="T5" fmla="*/ 222584 h 171"/>
              <a:gd name="T6" fmla="*/ 510089 w 171"/>
              <a:gd name="T7" fmla="*/ 163847 h 171"/>
              <a:gd name="T8" fmla="*/ 463718 w 171"/>
              <a:gd name="T9" fmla="*/ 160755 h 171"/>
              <a:gd name="T10" fmla="*/ 451352 w 171"/>
              <a:gd name="T11" fmla="*/ 139115 h 171"/>
              <a:gd name="T12" fmla="*/ 469900 w 171"/>
              <a:gd name="T13" fmla="*/ 95835 h 171"/>
              <a:gd name="T14" fmla="*/ 426620 w 171"/>
              <a:gd name="T15" fmla="*/ 52555 h 171"/>
              <a:gd name="T16" fmla="*/ 383340 w 171"/>
              <a:gd name="T17" fmla="*/ 74195 h 171"/>
              <a:gd name="T18" fmla="*/ 361700 w 171"/>
              <a:gd name="T19" fmla="*/ 61829 h 171"/>
              <a:gd name="T20" fmla="*/ 358608 w 171"/>
              <a:gd name="T21" fmla="*/ 15457 h 171"/>
              <a:gd name="T22" fmla="*/ 330785 w 171"/>
              <a:gd name="T23" fmla="*/ 6183 h 171"/>
              <a:gd name="T24" fmla="*/ 299871 w 171"/>
              <a:gd name="T25" fmla="*/ 0 h 171"/>
              <a:gd name="T26" fmla="*/ 272048 w 171"/>
              <a:gd name="T27" fmla="*/ 40189 h 171"/>
              <a:gd name="T28" fmla="*/ 247316 w 171"/>
              <a:gd name="T29" fmla="*/ 40189 h 171"/>
              <a:gd name="T30" fmla="*/ 222584 w 171"/>
              <a:gd name="T31" fmla="*/ 0 h 171"/>
              <a:gd name="T32" fmla="*/ 160755 w 171"/>
              <a:gd name="T33" fmla="*/ 15457 h 171"/>
              <a:gd name="T34" fmla="*/ 160755 w 171"/>
              <a:gd name="T35" fmla="*/ 64920 h 171"/>
              <a:gd name="T36" fmla="*/ 139115 w 171"/>
              <a:gd name="T37" fmla="*/ 77286 h 171"/>
              <a:gd name="T38" fmla="*/ 95835 w 171"/>
              <a:gd name="T39" fmla="*/ 55646 h 171"/>
              <a:gd name="T40" fmla="*/ 52555 w 171"/>
              <a:gd name="T41" fmla="*/ 102018 h 171"/>
              <a:gd name="T42" fmla="*/ 74195 w 171"/>
              <a:gd name="T43" fmla="*/ 142206 h 171"/>
              <a:gd name="T44" fmla="*/ 61829 w 171"/>
              <a:gd name="T45" fmla="*/ 163847 h 171"/>
              <a:gd name="T46" fmla="*/ 15457 w 171"/>
              <a:gd name="T47" fmla="*/ 166938 h 171"/>
              <a:gd name="T48" fmla="*/ 6183 w 171"/>
              <a:gd name="T49" fmla="*/ 197852 h 171"/>
              <a:gd name="T50" fmla="*/ 0 w 171"/>
              <a:gd name="T51" fmla="*/ 228767 h 171"/>
              <a:gd name="T52" fmla="*/ 37097 w 171"/>
              <a:gd name="T53" fmla="*/ 253498 h 171"/>
              <a:gd name="T54" fmla="*/ 37097 w 171"/>
              <a:gd name="T55" fmla="*/ 278230 h 171"/>
              <a:gd name="T56" fmla="*/ 0 w 171"/>
              <a:gd name="T57" fmla="*/ 302962 h 171"/>
              <a:gd name="T58" fmla="*/ 15457 w 171"/>
              <a:gd name="T59" fmla="*/ 364790 h 171"/>
              <a:gd name="T60" fmla="*/ 61829 w 171"/>
              <a:gd name="T61" fmla="*/ 367882 h 171"/>
              <a:gd name="T62" fmla="*/ 74195 w 171"/>
              <a:gd name="T63" fmla="*/ 389522 h 171"/>
              <a:gd name="T64" fmla="*/ 55646 w 171"/>
              <a:gd name="T65" fmla="*/ 429711 h 171"/>
              <a:gd name="T66" fmla="*/ 98926 w 171"/>
              <a:gd name="T67" fmla="*/ 476082 h 171"/>
              <a:gd name="T68" fmla="*/ 142207 w 171"/>
              <a:gd name="T69" fmla="*/ 454442 h 171"/>
              <a:gd name="T70" fmla="*/ 163847 w 171"/>
              <a:gd name="T71" fmla="*/ 466808 h 171"/>
              <a:gd name="T72" fmla="*/ 166938 w 171"/>
              <a:gd name="T73" fmla="*/ 513180 h 171"/>
              <a:gd name="T74" fmla="*/ 197853 w 171"/>
              <a:gd name="T75" fmla="*/ 519363 h 171"/>
              <a:gd name="T76" fmla="*/ 228767 w 171"/>
              <a:gd name="T77" fmla="*/ 528637 h 171"/>
              <a:gd name="T78" fmla="*/ 253499 w 171"/>
              <a:gd name="T79" fmla="*/ 488448 h 171"/>
              <a:gd name="T80" fmla="*/ 278231 w 171"/>
              <a:gd name="T81" fmla="*/ 488448 h 171"/>
              <a:gd name="T82" fmla="*/ 302962 w 171"/>
              <a:gd name="T83" fmla="*/ 528637 h 171"/>
              <a:gd name="T84" fmla="*/ 364791 w 171"/>
              <a:gd name="T85" fmla="*/ 510088 h 171"/>
              <a:gd name="T86" fmla="*/ 367883 w 171"/>
              <a:gd name="T87" fmla="*/ 463717 h 171"/>
              <a:gd name="T88" fmla="*/ 386431 w 171"/>
              <a:gd name="T89" fmla="*/ 451351 h 171"/>
              <a:gd name="T90" fmla="*/ 429712 w 171"/>
              <a:gd name="T91" fmla="*/ 472991 h 171"/>
              <a:gd name="T92" fmla="*/ 472992 w 171"/>
              <a:gd name="T93" fmla="*/ 426619 h 171"/>
              <a:gd name="T94" fmla="*/ 454443 w 171"/>
              <a:gd name="T95" fmla="*/ 386431 h 171"/>
              <a:gd name="T96" fmla="*/ 463718 w 171"/>
              <a:gd name="T97" fmla="*/ 364790 h 171"/>
              <a:gd name="T98" fmla="*/ 513181 w 171"/>
              <a:gd name="T99" fmla="*/ 361699 h 171"/>
              <a:gd name="T100" fmla="*/ 519364 w 171"/>
              <a:gd name="T101" fmla="*/ 330785 h 171"/>
              <a:gd name="T102" fmla="*/ 528638 w 171"/>
              <a:gd name="T103" fmla="*/ 299870 h 171"/>
              <a:gd name="T104" fmla="*/ 488449 w 171"/>
              <a:gd name="T105" fmla="*/ 275139 h 171"/>
              <a:gd name="T106" fmla="*/ 216402 w 171"/>
              <a:gd name="T107" fmla="*/ 438985 h 171"/>
              <a:gd name="T108" fmla="*/ 86561 w 171"/>
              <a:gd name="T109" fmla="*/ 219493 h 171"/>
              <a:gd name="T110" fmla="*/ 309145 w 171"/>
              <a:gd name="T111" fmla="*/ 86560 h 171"/>
              <a:gd name="T112" fmla="*/ 438986 w 171"/>
              <a:gd name="T113" fmla="*/ 309144 h 171"/>
              <a:gd name="T114" fmla="*/ 216402 w 171"/>
              <a:gd name="T115" fmla="*/ 438985 h 17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1" h="171">
                <a:moveTo>
                  <a:pt x="158" y="89"/>
                </a:moveTo>
                <a:cubicBezTo>
                  <a:pt x="158" y="86"/>
                  <a:pt x="158" y="83"/>
                  <a:pt x="158" y="81"/>
                </a:cubicBezTo>
                <a:cubicBezTo>
                  <a:pt x="170" y="72"/>
                  <a:pt x="170" y="72"/>
                  <a:pt x="170" y="72"/>
                </a:cubicBezTo>
                <a:cubicBezTo>
                  <a:pt x="165" y="53"/>
                  <a:pt x="165" y="53"/>
                  <a:pt x="165" y="53"/>
                </a:cubicBezTo>
                <a:cubicBezTo>
                  <a:pt x="150" y="52"/>
                  <a:pt x="150" y="52"/>
                  <a:pt x="150" y="52"/>
                </a:cubicBezTo>
                <a:cubicBezTo>
                  <a:pt x="149" y="49"/>
                  <a:pt x="147" y="47"/>
                  <a:pt x="146" y="45"/>
                </a:cubicBezTo>
                <a:cubicBezTo>
                  <a:pt x="152" y="31"/>
                  <a:pt x="152" y="31"/>
                  <a:pt x="152" y="31"/>
                </a:cubicBezTo>
                <a:cubicBezTo>
                  <a:pt x="138" y="17"/>
                  <a:pt x="138" y="17"/>
                  <a:pt x="138" y="17"/>
                </a:cubicBezTo>
                <a:cubicBezTo>
                  <a:pt x="124" y="24"/>
                  <a:pt x="124" y="24"/>
                  <a:pt x="124" y="24"/>
                </a:cubicBezTo>
                <a:cubicBezTo>
                  <a:pt x="122" y="22"/>
                  <a:pt x="120" y="21"/>
                  <a:pt x="117" y="20"/>
                </a:cubicBezTo>
                <a:cubicBezTo>
                  <a:pt x="116" y="5"/>
                  <a:pt x="116" y="5"/>
                  <a:pt x="116" y="5"/>
                </a:cubicBezTo>
                <a:cubicBezTo>
                  <a:pt x="107" y="2"/>
                  <a:pt x="107" y="2"/>
                  <a:pt x="107" y="2"/>
                </a:cubicBezTo>
                <a:cubicBezTo>
                  <a:pt x="97" y="0"/>
                  <a:pt x="97" y="0"/>
                  <a:pt x="97" y="0"/>
                </a:cubicBezTo>
                <a:cubicBezTo>
                  <a:pt x="88" y="13"/>
                  <a:pt x="88" y="13"/>
                  <a:pt x="88" y="13"/>
                </a:cubicBezTo>
                <a:cubicBezTo>
                  <a:pt x="86" y="12"/>
                  <a:pt x="83" y="12"/>
                  <a:pt x="80" y="13"/>
                </a:cubicBezTo>
                <a:cubicBezTo>
                  <a:pt x="72" y="0"/>
                  <a:pt x="72" y="0"/>
                  <a:pt x="72" y="0"/>
                </a:cubicBezTo>
                <a:cubicBezTo>
                  <a:pt x="52" y="5"/>
                  <a:pt x="52" y="5"/>
                  <a:pt x="52" y="5"/>
                </a:cubicBezTo>
                <a:cubicBezTo>
                  <a:pt x="52" y="21"/>
                  <a:pt x="52" y="21"/>
                  <a:pt x="52" y="21"/>
                </a:cubicBezTo>
                <a:cubicBezTo>
                  <a:pt x="49" y="22"/>
                  <a:pt x="47" y="23"/>
                  <a:pt x="45" y="25"/>
                </a:cubicBezTo>
                <a:cubicBezTo>
                  <a:pt x="31" y="18"/>
                  <a:pt x="31" y="18"/>
                  <a:pt x="31" y="18"/>
                </a:cubicBezTo>
                <a:cubicBezTo>
                  <a:pt x="17" y="33"/>
                  <a:pt x="17" y="33"/>
                  <a:pt x="17" y="33"/>
                </a:cubicBezTo>
                <a:cubicBezTo>
                  <a:pt x="24" y="46"/>
                  <a:pt x="24" y="46"/>
                  <a:pt x="24" y="46"/>
                </a:cubicBezTo>
                <a:cubicBezTo>
                  <a:pt x="22" y="48"/>
                  <a:pt x="21" y="51"/>
                  <a:pt x="20" y="53"/>
                </a:cubicBezTo>
                <a:cubicBezTo>
                  <a:pt x="5" y="54"/>
                  <a:pt x="5" y="54"/>
                  <a:pt x="5" y="54"/>
                </a:cubicBezTo>
                <a:cubicBezTo>
                  <a:pt x="2" y="64"/>
                  <a:pt x="2" y="64"/>
                  <a:pt x="2" y="64"/>
                </a:cubicBezTo>
                <a:cubicBezTo>
                  <a:pt x="0" y="74"/>
                  <a:pt x="0" y="74"/>
                  <a:pt x="0" y="74"/>
                </a:cubicBezTo>
                <a:cubicBezTo>
                  <a:pt x="12" y="82"/>
                  <a:pt x="12" y="82"/>
                  <a:pt x="12" y="82"/>
                </a:cubicBezTo>
                <a:cubicBezTo>
                  <a:pt x="12" y="85"/>
                  <a:pt x="12" y="87"/>
                  <a:pt x="12" y="90"/>
                </a:cubicBezTo>
                <a:cubicBezTo>
                  <a:pt x="0" y="98"/>
                  <a:pt x="0" y="98"/>
                  <a:pt x="0" y="98"/>
                </a:cubicBezTo>
                <a:cubicBezTo>
                  <a:pt x="5" y="118"/>
                  <a:pt x="5" y="118"/>
                  <a:pt x="5" y="118"/>
                </a:cubicBezTo>
                <a:cubicBezTo>
                  <a:pt x="20" y="119"/>
                  <a:pt x="20" y="119"/>
                  <a:pt x="20" y="119"/>
                </a:cubicBezTo>
                <a:cubicBezTo>
                  <a:pt x="22" y="121"/>
                  <a:pt x="23" y="123"/>
                  <a:pt x="24" y="126"/>
                </a:cubicBezTo>
                <a:cubicBezTo>
                  <a:pt x="18" y="139"/>
                  <a:pt x="18" y="139"/>
                  <a:pt x="18" y="139"/>
                </a:cubicBezTo>
                <a:cubicBezTo>
                  <a:pt x="32" y="154"/>
                  <a:pt x="32" y="154"/>
                  <a:pt x="32" y="154"/>
                </a:cubicBezTo>
                <a:cubicBezTo>
                  <a:pt x="46" y="147"/>
                  <a:pt x="46" y="147"/>
                  <a:pt x="46" y="147"/>
                </a:cubicBezTo>
                <a:cubicBezTo>
                  <a:pt x="48" y="148"/>
                  <a:pt x="50" y="149"/>
                  <a:pt x="53" y="151"/>
                </a:cubicBezTo>
                <a:cubicBezTo>
                  <a:pt x="54" y="166"/>
                  <a:pt x="54" y="166"/>
                  <a:pt x="54" y="166"/>
                </a:cubicBezTo>
                <a:cubicBezTo>
                  <a:pt x="64" y="168"/>
                  <a:pt x="64" y="168"/>
                  <a:pt x="64" y="168"/>
                </a:cubicBezTo>
                <a:cubicBezTo>
                  <a:pt x="74" y="171"/>
                  <a:pt x="74" y="171"/>
                  <a:pt x="74" y="171"/>
                </a:cubicBezTo>
                <a:cubicBezTo>
                  <a:pt x="82" y="158"/>
                  <a:pt x="82" y="158"/>
                  <a:pt x="82" y="158"/>
                </a:cubicBezTo>
                <a:cubicBezTo>
                  <a:pt x="84" y="158"/>
                  <a:pt x="87" y="158"/>
                  <a:pt x="90" y="158"/>
                </a:cubicBezTo>
                <a:cubicBezTo>
                  <a:pt x="98" y="171"/>
                  <a:pt x="98" y="171"/>
                  <a:pt x="98" y="171"/>
                </a:cubicBezTo>
                <a:cubicBezTo>
                  <a:pt x="118" y="165"/>
                  <a:pt x="118" y="165"/>
                  <a:pt x="118" y="165"/>
                </a:cubicBezTo>
                <a:cubicBezTo>
                  <a:pt x="119" y="150"/>
                  <a:pt x="119" y="150"/>
                  <a:pt x="119" y="150"/>
                </a:cubicBezTo>
                <a:cubicBezTo>
                  <a:pt x="121" y="149"/>
                  <a:pt x="123" y="147"/>
                  <a:pt x="125" y="146"/>
                </a:cubicBezTo>
                <a:cubicBezTo>
                  <a:pt x="139" y="153"/>
                  <a:pt x="139" y="153"/>
                  <a:pt x="139" y="153"/>
                </a:cubicBezTo>
                <a:cubicBezTo>
                  <a:pt x="153" y="138"/>
                  <a:pt x="153" y="138"/>
                  <a:pt x="153" y="138"/>
                </a:cubicBezTo>
                <a:cubicBezTo>
                  <a:pt x="147" y="125"/>
                  <a:pt x="147" y="125"/>
                  <a:pt x="147" y="125"/>
                </a:cubicBezTo>
                <a:cubicBezTo>
                  <a:pt x="148" y="122"/>
                  <a:pt x="149" y="120"/>
                  <a:pt x="150" y="118"/>
                </a:cubicBezTo>
                <a:cubicBezTo>
                  <a:pt x="166" y="117"/>
                  <a:pt x="166" y="117"/>
                  <a:pt x="166" y="117"/>
                </a:cubicBezTo>
                <a:cubicBezTo>
                  <a:pt x="168" y="107"/>
                  <a:pt x="168" y="107"/>
                  <a:pt x="168" y="107"/>
                </a:cubicBezTo>
                <a:cubicBezTo>
                  <a:pt x="171" y="97"/>
                  <a:pt x="171" y="97"/>
                  <a:pt x="171" y="97"/>
                </a:cubicBezTo>
                <a:lnTo>
                  <a:pt x="158" y="89"/>
                </a:lnTo>
                <a:close/>
                <a:moveTo>
                  <a:pt x="70" y="142"/>
                </a:moveTo>
                <a:cubicBezTo>
                  <a:pt x="39" y="134"/>
                  <a:pt x="20" y="102"/>
                  <a:pt x="28" y="71"/>
                </a:cubicBezTo>
                <a:cubicBezTo>
                  <a:pt x="36" y="39"/>
                  <a:pt x="68" y="20"/>
                  <a:pt x="100" y="28"/>
                </a:cubicBezTo>
                <a:cubicBezTo>
                  <a:pt x="131" y="37"/>
                  <a:pt x="150" y="69"/>
                  <a:pt x="142" y="100"/>
                </a:cubicBezTo>
                <a:cubicBezTo>
                  <a:pt x="134" y="131"/>
                  <a:pt x="102" y="150"/>
                  <a:pt x="70" y="142"/>
                </a:cubicBezTo>
                <a:close/>
              </a:path>
            </a:pathLst>
          </a:custGeom>
          <a:solidFill>
            <a:srgbClr val="DA5665">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419" name="Freeform 11"/>
          <p:cNvSpPr>
            <a:spLocks noEditPoints="1"/>
          </p:cNvSpPr>
          <p:nvPr/>
        </p:nvSpPr>
        <p:spPr bwMode="auto">
          <a:xfrm>
            <a:off x="1075267" y="4509559"/>
            <a:ext cx="709084" cy="702733"/>
          </a:xfrm>
          <a:custGeom>
            <a:avLst/>
            <a:gdLst>
              <a:gd name="T0" fmla="*/ 491618 w 172"/>
              <a:gd name="T1" fmla="*/ 274313 h 171"/>
              <a:gd name="T2" fmla="*/ 491618 w 172"/>
              <a:gd name="T3" fmla="*/ 249655 h 171"/>
              <a:gd name="T4" fmla="*/ 528721 w 172"/>
              <a:gd name="T5" fmla="*/ 221916 h 171"/>
              <a:gd name="T6" fmla="*/ 513261 w 172"/>
              <a:gd name="T7" fmla="*/ 163355 h 171"/>
              <a:gd name="T8" fmla="*/ 466882 w 172"/>
              <a:gd name="T9" fmla="*/ 160273 h 171"/>
              <a:gd name="T10" fmla="*/ 454515 w 172"/>
              <a:gd name="T11" fmla="*/ 138697 h 171"/>
              <a:gd name="T12" fmla="*/ 473066 w 172"/>
              <a:gd name="T13" fmla="*/ 98629 h 171"/>
              <a:gd name="T14" fmla="*/ 429779 w 172"/>
              <a:gd name="T15" fmla="*/ 52397 h 171"/>
              <a:gd name="T16" fmla="*/ 386492 w 172"/>
              <a:gd name="T17" fmla="*/ 73972 h 171"/>
              <a:gd name="T18" fmla="*/ 364848 w 172"/>
              <a:gd name="T19" fmla="*/ 61643 h 171"/>
              <a:gd name="T20" fmla="*/ 361757 w 172"/>
              <a:gd name="T21" fmla="*/ 15411 h 171"/>
              <a:gd name="T22" fmla="*/ 330837 w 172"/>
              <a:gd name="T23" fmla="*/ 9246 h 171"/>
              <a:gd name="T24" fmla="*/ 303010 w 172"/>
              <a:gd name="T25" fmla="*/ 0 h 171"/>
              <a:gd name="T26" fmla="*/ 275182 w 172"/>
              <a:gd name="T27" fmla="*/ 40068 h 171"/>
              <a:gd name="T28" fmla="*/ 250447 w 172"/>
              <a:gd name="T29" fmla="*/ 40068 h 171"/>
              <a:gd name="T30" fmla="*/ 225711 w 172"/>
              <a:gd name="T31" fmla="*/ 0 h 171"/>
              <a:gd name="T32" fmla="*/ 163873 w 172"/>
              <a:gd name="T33" fmla="*/ 18493 h 171"/>
              <a:gd name="T34" fmla="*/ 160781 w 172"/>
              <a:gd name="T35" fmla="*/ 64725 h 171"/>
              <a:gd name="T36" fmla="*/ 142229 w 172"/>
              <a:gd name="T37" fmla="*/ 77054 h 171"/>
              <a:gd name="T38" fmla="*/ 98942 w 172"/>
              <a:gd name="T39" fmla="*/ 55479 h 171"/>
              <a:gd name="T40" fmla="*/ 55655 w 172"/>
              <a:gd name="T41" fmla="*/ 101711 h 171"/>
              <a:gd name="T42" fmla="*/ 77298 w 172"/>
              <a:gd name="T43" fmla="*/ 141780 h 171"/>
              <a:gd name="T44" fmla="*/ 64931 w 172"/>
              <a:gd name="T45" fmla="*/ 163355 h 171"/>
              <a:gd name="T46" fmla="*/ 18552 w 172"/>
              <a:gd name="T47" fmla="*/ 166437 h 171"/>
              <a:gd name="T48" fmla="*/ 9276 w 172"/>
              <a:gd name="T49" fmla="*/ 197258 h 171"/>
              <a:gd name="T50" fmla="*/ 0 w 172"/>
              <a:gd name="T51" fmla="*/ 228080 h 171"/>
              <a:gd name="T52" fmla="*/ 40195 w 172"/>
              <a:gd name="T53" fmla="*/ 252737 h 171"/>
              <a:gd name="T54" fmla="*/ 40195 w 172"/>
              <a:gd name="T55" fmla="*/ 277395 h 171"/>
              <a:gd name="T56" fmla="*/ 3092 w 172"/>
              <a:gd name="T57" fmla="*/ 305134 h 171"/>
              <a:gd name="T58" fmla="*/ 18552 w 172"/>
              <a:gd name="T59" fmla="*/ 363695 h 171"/>
              <a:gd name="T60" fmla="*/ 64931 w 172"/>
              <a:gd name="T61" fmla="*/ 366777 h 171"/>
              <a:gd name="T62" fmla="*/ 77298 w 172"/>
              <a:gd name="T63" fmla="*/ 388353 h 171"/>
              <a:gd name="T64" fmla="*/ 58747 w 172"/>
              <a:gd name="T65" fmla="*/ 431503 h 171"/>
              <a:gd name="T66" fmla="*/ 102034 w 172"/>
              <a:gd name="T67" fmla="*/ 474653 h 171"/>
              <a:gd name="T68" fmla="*/ 145321 w 172"/>
              <a:gd name="T69" fmla="*/ 453078 h 171"/>
              <a:gd name="T70" fmla="*/ 166965 w 172"/>
              <a:gd name="T71" fmla="*/ 465407 h 171"/>
              <a:gd name="T72" fmla="*/ 170056 w 172"/>
              <a:gd name="T73" fmla="*/ 511639 h 171"/>
              <a:gd name="T74" fmla="*/ 200976 w 172"/>
              <a:gd name="T75" fmla="*/ 520886 h 171"/>
              <a:gd name="T76" fmla="*/ 228803 w 172"/>
              <a:gd name="T77" fmla="*/ 527050 h 171"/>
              <a:gd name="T78" fmla="*/ 256631 w 172"/>
              <a:gd name="T79" fmla="*/ 486982 h 171"/>
              <a:gd name="T80" fmla="*/ 281366 w 172"/>
              <a:gd name="T81" fmla="*/ 486982 h 171"/>
              <a:gd name="T82" fmla="*/ 306102 w 172"/>
              <a:gd name="T83" fmla="*/ 527050 h 171"/>
              <a:gd name="T84" fmla="*/ 367940 w 172"/>
              <a:gd name="T85" fmla="*/ 508557 h 171"/>
              <a:gd name="T86" fmla="*/ 371032 w 172"/>
              <a:gd name="T87" fmla="*/ 462325 h 171"/>
              <a:gd name="T88" fmla="*/ 389584 w 172"/>
              <a:gd name="T89" fmla="*/ 449996 h 171"/>
              <a:gd name="T90" fmla="*/ 432871 w 172"/>
              <a:gd name="T91" fmla="*/ 471571 h 171"/>
              <a:gd name="T92" fmla="*/ 476158 w 172"/>
              <a:gd name="T93" fmla="*/ 425339 h 171"/>
              <a:gd name="T94" fmla="*/ 454515 w 172"/>
              <a:gd name="T95" fmla="*/ 385270 h 171"/>
              <a:gd name="T96" fmla="*/ 466882 w 172"/>
              <a:gd name="T97" fmla="*/ 363695 h 171"/>
              <a:gd name="T98" fmla="*/ 513261 w 172"/>
              <a:gd name="T99" fmla="*/ 360613 h 171"/>
              <a:gd name="T100" fmla="*/ 522537 w 172"/>
              <a:gd name="T101" fmla="*/ 329792 h 171"/>
              <a:gd name="T102" fmla="*/ 531813 w 172"/>
              <a:gd name="T103" fmla="*/ 298970 h 171"/>
              <a:gd name="T104" fmla="*/ 491618 w 172"/>
              <a:gd name="T105" fmla="*/ 274313 h 171"/>
              <a:gd name="T106" fmla="*/ 219527 w 172"/>
              <a:gd name="T107" fmla="*/ 437667 h 171"/>
              <a:gd name="T108" fmla="*/ 89666 w 172"/>
              <a:gd name="T109" fmla="*/ 218834 h 171"/>
              <a:gd name="T110" fmla="*/ 312286 w 172"/>
              <a:gd name="T111" fmla="*/ 89383 h 171"/>
              <a:gd name="T112" fmla="*/ 442147 w 172"/>
              <a:gd name="T113" fmla="*/ 308216 h 171"/>
              <a:gd name="T114" fmla="*/ 219527 w 172"/>
              <a:gd name="T115" fmla="*/ 437667 h 17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2" h="171">
                <a:moveTo>
                  <a:pt x="159" y="89"/>
                </a:moveTo>
                <a:cubicBezTo>
                  <a:pt x="159" y="86"/>
                  <a:pt x="159" y="84"/>
                  <a:pt x="159" y="81"/>
                </a:cubicBezTo>
                <a:cubicBezTo>
                  <a:pt x="171" y="72"/>
                  <a:pt x="171" y="72"/>
                  <a:pt x="171" y="72"/>
                </a:cubicBezTo>
                <a:cubicBezTo>
                  <a:pt x="166" y="53"/>
                  <a:pt x="166" y="53"/>
                  <a:pt x="166" y="53"/>
                </a:cubicBezTo>
                <a:cubicBezTo>
                  <a:pt x="151" y="52"/>
                  <a:pt x="151" y="52"/>
                  <a:pt x="151" y="52"/>
                </a:cubicBezTo>
                <a:cubicBezTo>
                  <a:pt x="149" y="50"/>
                  <a:pt x="148" y="47"/>
                  <a:pt x="147" y="45"/>
                </a:cubicBezTo>
                <a:cubicBezTo>
                  <a:pt x="153" y="32"/>
                  <a:pt x="153" y="32"/>
                  <a:pt x="153" y="32"/>
                </a:cubicBezTo>
                <a:cubicBezTo>
                  <a:pt x="139" y="17"/>
                  <a:pt x="139" y="17"/>
                  <a:pt x="139" y="17"/>
                </a:cubicBezTo>
                <a:cubicBezTo>
                  <a:pt x="125" y="24"/>
                  <a:pt x="125" y="24"/>
                  <a:pt x="125" y="24"/>
                </a:cubicBezTo>
                <a:cubicBezTo>
                  <a:pt x="123" y="23"/>
                  <a:pt x="121" y="21"/>
                  <a:pt x="118" y="20"/>
                </a:cubicBezTo>
                <a:cubicBezTo>
                  <a:pt x="117" y="5"/>
                  <a:pt x="117" y="5"/>
                  <a:pt x="117" y="5"/>
                </a:cubicBezTo>
                <a:cubicBezTo>
                  <a:pt x="107" y="3"/>
                  <a:pt x="107" y="3"/>
                  <a:pt x="107" y="3"/>
                </a:cubicBezTo>
                <a:cubicBezTo>
                  <a:pt x="98" y="0"/>
                  <a:pt x="98" y="0"/>
                  <a:pt x="98" y="0"/>
                </a:cubicBezTo>
                <a:cubicBezTo>
                  <a:pt x="89" y="13"/>
                  <a:pt x="89" y="13"/>
                  <a:pt x="89" y="13"/>
                </a:cubicBezTo>
                <a:cubicBezTo>
                  <a:pt x="87" y="13"/>
                  <a:pt x="84" y="13"/>
                  <a:pt x="81" y="13"/>
                </a:cubicBezTo>
                <a:cubicBezTo>
                  <a:pt x="73" y="0"/>
                  <a:pt x="73" y="0"/>
                  <a:pt x="73" y="0"/>
                </a:cubicBezTo>
                <a:cubicBezTo>
                  <a:pt x="53" y="6"/>
                  <a:pt x="53" y="6"/>
                  <a:pt x="53" y="6"/>
                </a:cubicBezTo>
                <a:cubicBezTo>
                  <a:pt x="52" y="21"/>
                  <a:pt x="52" y="21"/>
                  <a:pt x="52" y="21"/>
                </a:cubicBezTo>
                <a:cubicBezTo>
                  <a:pt x="50" y="22"/>
                  <a:pt x="48" y="23"/>
                  <a:pt x="46" y="25"/>
                </a:cubicBezTo>
                <a:cubicBezTo>
                  <a:pt x="32" y="18"/>
                  <a:pt x="32" y="18"/>
                  <a:pt x="32" y="18"/>
                </a:cubicBezTo>
                <a:cubicBezTo>
                  <a:pt x="18" y="33"/>
                  <a:pt x="18" y="33"/>
                  <a:pt x="18" y="33"/>
                </a:cubicBezTo>
                <a:cubicBezTo>
                  <a:pt x="25" y="46"/>
                  <a:pt x="25" y="46"/>
                  <a:pt x="25" y="46"/>
                </a:cubicBezTo>
                <a:cubicBezTo>
                  <a:pt x="23" y="49"/>
                  <a:pt x="22" y="51"/>
                  <a:pt x="21" y="53"/>
                </a:cubicBezTo>
                <a:cubicBezTo>
                  <a:pt x="6" y="54"/>
                  <a:pt x="6" y="54"/>
                  <a:pt x="6" y="54"/>
                </a:cubicBezTo>
                <a:cubicBezTo>
                  <a:pt x="3" y="64"/>
                  <a:pt x="3" y="64"/>
                  <a:pt x="3" y="64"/>
                </a:cubicBezTo>
                <a:cubicBezTo>
                  <a:pt x="0" y="74"/>
                  <a:pt x="0" y="74"/>
                  <a:pt x="0" y="74"/>
                </a:cubicBezTo>
                <a:cubicBezTo>
                  <a:pt x="13" y="82"/>
                  <a:pt x="13" y="82"/>
                  <a:pt x="13" y="82"/>
                </a:cubicBezTo>
                <a:cubicBezTo>
                  <a:pt x="13" y="85"/>
                  <a:pt x="13" y="88"/>
                  <a:pt x="13" y="90"/>
                </a:cubicBezTo>
                <a:cubicBezTo>
                  <a:pt x="1" y="99"/>
                  <a:pt x="1" y="99"/>
                  <a:pt x="1" y="99"/>
                </a:cubicBezTo>
                <a:cubicBezTo>
                  <a:pt x="6" y="118"/>
                  <a:pt x="6" y="118"/>
                  <a:pt x="6" y="118"/>
                </a:cubicBezTo>
                <a:cubicBezTo>
                  <a:pt x="21" y="119"/>
                  <a:pt x="21" y="119"/>
                  <a:pt x="21" y="119"/>
                </a:cubicBezTo>
                <a:cubicBezTo>
                  <a:pt x="23" y="121"/>
                  <a:pt x="24" y="124"/>
                  <a:pt x="25" y="126"/>
                </a:cubicBezTo>
                <a:cubicBezTo>
                  <a:pt x="19" y="140"/>
                  <a:pt x="19" y="140"/>
                  <a:pt x="19" y="140"/>
                </a:cubicBezTo>
                <a:cubicBezTo>
                  <a:pt x="33" y="154"/>
                  <a:pt x="33" y="154"/>
                  <a:pt x="33" y="154"/>
                </a:cubicBezTo>
                <a:cubicBezTo>
                  <a:pt x="47" y="147"/>
                  <a:pt x="47" y="147"/>
                  <a:pt x="47" y="147"/>
                </a:cubicBezTo>
                <a:cubicBezTo>
                  <a:pt x="49" y="148"/>
                  <a:pt x="51" y="150"/>
                  <a:pt x="54" y="151"/>
                </a:cubicBezTo>
                <a:cubicBezTo>
                  <a:pt x="55" y="166"/>
                  <a:pt x="55" y="166"/>
                  <a:pt x="55" y="166"/>
                </a:cubicBezTo>
                <a:cubicBezTo>
                  <a:pt x="65" y="169"/>
                  <a:pt x="65" y="169"/>
                  <a:pt x="65" y="169"/>
                </a:cubicBezTo>
                <a:cubicBezTo>
                  <a:pt x="74" y="171"/>
                  <a:pt x="74" y="171"/>
                  <a:pt x="74" y="171"/>
                </a:cubicBezTo>
                <a:cubicBezTo>
                  <a:pt x="83" y="158"/>
                  <a:pt x="83" y="158"/>
                  <a:pt x="83" y="158"/>
                </a:cubicBezTo>
                <a:cubicBezTo>
                  <a:pt x="85" y="158"/>
                  <a:pt x="88" y="158"/>
                  <a:pt x="91" y="158"/>
                </a:cubicBezTo>
                <a:cubicBezTo>
                  <a:pt x="99" y="171"/>
                  <a:pt x="99" y="171"/>
                  <a:pt x="99" y="171"/>
                </a:cubicBezTo>
                <a:cubicBezTo>
                  <a:pt x="119" y="165"/>
                  <a:pt x="119" y="165"/>
                  <a:pt x="119" y="165"/>
                </a:cubicBezTo>
                <a:cubicBezTo>
                  <a:pt x="120" y="150"/>
                  <a:pt x="120" y="150"/>
                  <a:pt x="120" y="150"/>
                </a:cubicBezTo>
                <a:cubicBezTo>
                  <a:pt x="122" y="149"/>
                  <a:pt x="124" y="148"/>
                  <a:pt x="126" y="146"/>
                </a:cubicBezTo>
                <a:cubicBezTo>
                  <a:pt x="140" y="153"/>
                  <a:pt x="140" y="153"/>
                  <a:pt x="140" y="153"/>
                </a:cubicBezTo>
                <a:cubicBezTo>
                  <a:pt x="154" y="138"/>
                  <a:pt x="154" y="138"/>
                  <a:pt x="154" y="138"/>
                </a:cubicBezTo>
                <a:cubicBezTo>
                  <a:pt x="147" y="125"/>
                  <a:pt x="147" y="125"/>
                  <a:pt x="147" y="125"/>
                </a:cubicBezTo>
                <a:cubicBezTo>
                  <a:pt x="149" y="123"/>
                  <a:pt x="150" y="120"/>
                  <a:pt x="151" y="118"/>
                </a:cubicBezTo>
                <a:cubicBezTo>
                  <a:pt x="166" y="117"/>
                  <a:pt x="166" y="117"/>
                  <a:pt x="166" y="117"/>
                </a:cubicBezTo>
                <a:cubicBezTo>
                  <a:pt x="169" y="107"/>
                  <a:pt x="169" y="107"/>
                  <a:pt x="169" y="107"/>
                </a:cubicBezTo>
                <a:cubicBezTo>
                  <a:pt x="172" y="97"/>
                  <a:pt x="172" y="97"/>
                  <a:pt x="172" y="97"/>
                </a:cubicBezTo>
                <a:lnTo>
                  <a:pt x="159" y="89"/>
                </a:lnTo>
                <a:close/>
                <a:moveTo>
                  <a:pt x="71" y="142"/>
                </a:moveTo>
                <a:cubicBezTo>
                  <a:pt x="40" y="134"/>
                  <a:pt x="21" y="102"/>
                  <a:pt x="29" y="71"/>
                </a:cubicBezTo>
                <a:cubicBezTo>
                  <a:pt x="37" y="40"/>
                  <a:pt x="69" y="21"/>
                  <a:pt x="101" y="29"/>
                </a:cubicBezTo>
                <a:cubicBezTo>
                  <a:pt x="132" y="37"/>
                  <a:pt x="151" y="69"/>
                  <a:pt x="143" y="100"/>
                </a:cubicBezTo>
                <a:cubicBezTo>
                  <a:pt x="135" y="132"/>
                  <a:pt x="103" y="150"/>
                  <a:pt x="71" y="142"/>
                </a:cubicBezTo>
                <a:close/>
              </a:path>
            </a:pathLst>
          </a:custGeom>
          <a:solidFill>
            <a:srgbClr val="DA5665">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420" name="Freeform 12"/>
          <p:cNvSpPr>
            <a:spLocks noEditPoints="1"/>
          </p:cNvSpPr>
          <p:nvPr/>
        </p:nvSpPr>
        <p:spPr bwMode="auto">
          <a:xfrm>
            <a:off x="2330451" y="2045759"/>
            <a:ext cx="408516" cy="406400"/>
          </a:xfrm>
          <a:custGeom>
            <a:avLst/>
            <a:gdLst>
              <a:gd name="T0" fmla="*/ 281628 w 99"/>
              <a:gd name="T1" fmla="*/ 157018 h 99"/>
              <a:gd name="T2" fmla="*/ 281628 w 99"/>
              <a:gd name="T3" fmla="*/ 144703 h 99"/>
              <a:gd name="T4" fmla="*/ 306387 w 99"/>
              <a:gd name="T5" fmla="*/ 129309 h 99"/>
              <a:gd name="T6" fmla="*/ 294008 w 99"/>
              <a:gd name="T7" fmla="*/ 92364 h 99"/>
              <a:gd name="T8" fmla="*/ 269249 w 99"/>
              <a:gd name="T9" fmla="*/ 92364 h 99"/>
              <a:gd name="T10" fmla="*/ 259965 w 99"/>
              <a:gd name="T11" fmla="*/ 80048 h 99"/>
              <a:gd name="T12" fmla="*/ 272344 w 99"/>
              <a:gd name="T13" fmla="*/ 55418 h 99"/>
              <a:gd name="T14" fmla="*/ 247585 w 99"/>
              <a:gd name="T15" fmla="*/ 30788 h 99"/>
              <a:gd name="T16" fmla="*/ 222827 w 99"/>
              <a:gd name="T17" fmla="*/ 43103 h 99"/>
              <a:gd name="T18" fmla="*/ 210448 w 99"/>
              <a:gd name="T19" fmla="*/ 36945 h 99"/>
              <a:gd name="T20" fmla="*/ 207353 w 99"/>
              <a:gd name="T21" fmla="*/ 9236 h 99"/>
              <a:gd name="T22" fmla="*/ 191879 w 99"/>
              <a:gd name="T23" fmla="*/ 3079 h 99"/>
              <a:gd name="T24" fmla="*/ 173310 w 99"/>
              <a:gd name="T25" fmla="*/ 0 h 99"/>
              <a:gd name="T26" fmla="*/ 157836 w 99"/>
              <a:gd name="T27" fmla="*/ 21552 h 99"/>
              <a:gd name="T28" fmla="*/ 145456 w 99"/>
              <a:gd name="T29" fmla="*/ 21552 h 99"/>
              <a:gd name="T30" fmla="*/ 129982 w 99"/>
              <a:gd name="T31" fmla="*/ 0 h 99"/>
              <a:gd name="T32" fmla="*/ 92845 w 99"/>
              <a:gd name="T33" fmla="*/ 9236 h 99"/>
              <a:gd name="T34" fmla="*/ 92845 w 99"/>
              <a:gd name="T35" fmla="*/ 36945 h 99"/>
              <a:gd name="T36" fmla="*/ 80465 w 99"/>
              <a:gd name="T37" fmla="*/ 43103 h 99"/>
              <a:gd name="T38" fmla="*/ 55707 w 99"/>
              <a:gd name="T39" fmla="*/ 30788 h 99"/>
              <a:gd name="T40" fmla="*/ 30948 w 99"/>
              <a:gd name="T41" fmla="*/ 58497 h 99"/>
              <a:gd name="T42" fmla="*/ 43327 w 99"/>
              <a:gd name="T43" fmla="*/ 83127 h 99"/>
              <a:gd name="T44" fmla="*/ 34043 w 99"/>
              <a:gd name="T45" fmla="*/ 95442 h 99"/>
              <a:gd name="T46" fmla="*/ 9284 w 99"/>
              <a:gd name="T47" fmla="*/ 95442 h 99"/>
              <a:gd name="T48" fmla="*/ 3095 w 99"/>
              <a:gd name="T49" fmla="*/ 113915 h 99"/>
              <a:gd name="T50" fmla="*/ 0 w 99"/>
              <a:gd name="T51" fmla="*/ 132388 h 99"/>
              <a:gd name="T52" fmla="*/ 21664 w 99"/>
              <a:gd name="T53" fmla="*/ 147782 h 99"/>
              <a:gd name="T54" fmla="*/ 21664 w 99"/>
              <a:gd name="T55" fmla="*/ 160097 h 99"/>
              <a:gd name="T56" fmla="*/ 0 w 99"/>
              <a:gd name="T57" fmla="*/ 175491 h 99"/>
              <a:gd name="T58" fmla="*/ 9284 w 99"/>
              <a:gd name="T59" fmla="*/ 209358 h 99"/>
              <a:gd name="T60" fmla="*/ 37138 w 99"/>
              <a:gd name="T61" fmla="*/ 212436 h 99"/>
              <a:gd name="T62" fmla="*/ 43327 w 99"/>
              <a:gd name="T63" fmla="*/ 224752 h 99"/>
              <a:gd name="T64" fmla="*/ 30948 w 99"/>
              <a:gd name="T65" fmla="*/ 249382 h 99"/>
              <a:gd name="T66" fmla="*/ 58802 w 99"/>
              <a:gd name="T67" fmla="*/ 274012 h 99"/>
              <a:gd name="T68" fmla="*/ 83560 w 99"/>
              <a:gd name="T69" fmla="*/ 261697 h 99"/>
              <a:gd name="T70" fmla="*/ 95939 w 99"/>
              <a:gd name="T71" fmla="*/ 267855 h 99"/>
              <a:gd name="T72" fmla="*/ 95939 w 99"/>
              <a:gd name="T73" fmla="*/ 295564 h 99"/>
              <a:gd name="T74" fmla="*/ 114508 w 99"/>
              <a:gd name="T75" fmla="*/ 298642 h 99"/>
              <a:gd name="T76" fmla="*/ 133077 w 99"/>
              <a:gd name="T77" fmla="*/ 304800 h 99"/>
              <a:gd name="T78" fmla="*/ 145456 w 99"/>
              <a:gd name="T79" fmla="*/ 283248 h 99"/>
              <a:gd name="T80" fmla="*/ 160931 w 99"/>
              <a:gd name="T81" fmla="*/ 280170 h 99"/>
              <a:gd name="T82" fmla="*/ 176405 w 99"/>
              <a:gd name="T83" fmla="*/ 304800 h 99"/>
              <a:gd name="T84" fmla="*/ 210448 w 99"/>
              <a:gd name="T85" fmla="*/ 295564 h 99"/>
              <a:gd name="T86" fmla="*/ 213542 w 99"/>
              <a:gd name="T87" fmla="*/ 267855 h 99"/>
              <a:gd name="T88" fmla="*/ 225922 w 99"/>
              <a:gd name="T89" fmla="*/ 261697 h 99"/>
              <a:gd name="T90" fmla="*/ 250680 w 99"/>
              <a:gd name="T91" fmla="*/ 270933 h 99"/>
              <a:gd name="T92" fmla="*/ 275439 w 99"/>
              <a:gd name="T93" fmla="*/ 246303 h 99"/>
              <a:gd name="T94" fmla="*/ 263060 w 99"/>
              <a:gd name="T95" fmla="*/ 221673 h 99"/>
              <a:gd name="T96" fmla="*/ 269249 w 99"/>
              <a:gd name="T97" fmla="*/ 209358 h 99"/>
              <a:gd name="T98" fmla="*/ 297103 w 99"/>
              <a:gd name="T99" fmla="*/ 209358 h 99"/>
              <a:gd name="T100" fmla="*/ 300197 w 99"/>
              <a:gd name="T101" fmla="*/ 190885 h 99"/>
              <a:gd name="T102" fmla="*/ 306387 w 99"/>
              <a:gd name="T103" fmla="*/ 172412 h 99"/>
              <a:gd name="T104" fmla="*/ 281628 w 99"/>
              <a:gd name="T105" fmla="*/ 157018 h 99"/>
              <a:gd name="T106" fmla="*/ 126888 w 99"/>
              <a:gd name="T107" fmla="*/ 252461 h 99"/>
              <a:gd name="T108" fmla="*/ 49517 w 99"/>
              <a:gd name="T109" fmla="*/ 126230 h 99"/>
              <a:gd name="T110" fmla="*/ 179499 w 99"/>
              <a:gd name="T111" fmla="*/ 52339 h 99"/>
              <a:gd name="T112" fmla="*/ 253775 w 99"/>
              <a:gd name="T113" fmla="*/ 178570 h 99"/>
              <a:gd name="T114" fmla="*/ 126888 w 99"/>
              <a:gd name="T115" fmla="*/ 252461 h 9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99" h="99">
                <a:moveTo>
                  <a:pt x="91" y="51"/>
                </a:moveTo>
                <a:cubicBezTo>
                  <a:pt x="91" y="50"/>
                  <a:pt x="91" y="48"/>
                  <a:pt x="91" y="47"/>
                </a:cubicBezTo>
                <a:cubicBezTo>
                  <a:pt x="99" y="42"/>
                  <a:pt x="99" y="42"/>
                  <a:pt x="99" y="42"/>
                </a:cubicBezTo>
                <a:cubicBezTo>
                  <a:pt x="95" y="30"/>
                  <a:pt x="95" y="30"/>
                  <a:pt x="95" y="30"/>
                </a:cubicBezTo>
                <a:cubicBezTo>
                  <a:pt x="87" y="30"/>
                  <a:pt x="87" y="30"/>
                  <a:pt x="87" y="30"/>
                </a:cubicBezTo>
                <a:cubicBezTo>
                  <a:pt x="86" y="29"/>
                  <a:pt x="85" y="27"/>
                  <a:pt x="84" y="26"/>
                </a:cubicBezTo>
                <a:cubicBezTo>
                  <a:pt x="88" y="18"/>
                  <a:pt x="88" y="18"/>
                  <a:pt x="88" y="18"/>
                </a:cubicBezTo>
                <a:cubicBezTo>
                  <a:pt x="80" y="10"/>
                  <a:pt x="80" y="10"/>
                  <a:pt x="80" y="10"/>
                </a:cubicBezTo>
                <a:cubicBezTo>
                  <a:pt x="72" y="14"/>
                  <a:pt x="72" y="14"/>
                  <a:pt x="72" y="14"/>
                </a:cubicBezTo>
                <a:cubicBezTo>
                  <a:pt x="71" y="13"/>
                  <a:pt x="69" y="12"/>
                  <a:pt x="68" y="12"/>
                </a:cubicBezTo>
                <a:cubicBezTo>
                  <a:pt x="67" y="3"/>
                  <a:pt x="67" y="3"/>
                  <a:pt x="67" y="3"/>
                </a:cubicBezTo>
                <a:cubicBezTo>
                  <a:pt x="62" y="1"/>
                  <a:pt x="62" y="1"/>
                  <a:pt x="62" y="1"/>
                </a:cubicBezTo>
                <a:cubicBezTo>
                  <a:pt x="56" y="0"/>
                  <a:pt x="56" y="0"/>
                  <a:pt x="56" y="0"/>
                </a:cubicBezTo>
                <a:cubicBezTo>
                  <a:pt x="51" y="7"/>
                  <a:pt x="51" y="7"/>
                  <a:pt x="51" y="7"/>
                </a:cubicBezTo>
                <a:cubicBezTo>
                  <a:pt x="50" y="7"/>
                  <a:pt x="48" y="7"/>
                  <a:pt x="47" y="7"/>
                </a:cubicBezTo>
                <a:cubicBezTo>
                  <a:pt x="42" y="0"/>
                  <a:pt x="42" y="0"/>
                  <a:pt x="42" y="0"/>
                </a:cubicBezTo>
                <a:cubicBezTo>
                  <a:pt x="30" y="3"/>
                  <a:pt x="30" y="3"/>
                  <a:pt x="30" y="3"/>
                </a:cubicBezTo>
                <a:cubicBezTo>
                  <a:pt x="30" y="12"/>
                  <a:pt x="30" y="12"/>
                  <a:pt x="30" y="12"/>
                </a:cubicBezTo>
                <a:cubicBezTo>
                  <a:pt x="28" y="13"/>
                  <a:pt x="27" y="14"/>
                  <a:pt x="26" y="14"/>
                </a:cubicBezTo>
                <a:cubicBezTo>
                  <a:pt x="18" y="10"/>
                  <a:pt x="18" y="10"/>
                  <a:pt x="18" y="10"/>
                </a:cubicBezTo>
                <a:cubicBezTo>
                  <a:pt x="10" y="19"/>
                  <a:pt x="10" y="19"/>
                  <a:pt x="10" y="19"/>
                </a:cubicBezTo>
                <a:cubicBezTo>
                  <a:pt x="14" y="27"/>
                  <a:pt x="14" y="27"/>
                  <a:pt x="14" y="27"/>
                </a:cubicBezTo>
                <a:cubicBezTo>
                  <a:pt x="13" y="28"/>
                  <a:pt x="12" y="29"/>
                  <a:pt x="11" y="31"/>
                </a:cubicBezTo>
                <a:cubicBezTo>
                  <a:pt x="3" y="31"/>
                  <a:pt x="3" y="31"/>
                  <a:pt x="3" y="31"/>
                </a:cubicBezTo>
                <a:cubicBezTo>
                  <a:pt x="1" y="37"/>
                  <a:pt x="1" y="37"/>
                  <a:pt x="1" y="37"/>
                </a:cubicBezTo>
                <a:cubicBezTo>
                  <a:pt x="0" y="43"/>
                  <a:pt x="0" y="43"/>
                  <a:pt x="0" y="43"/>
                </a:cubicBezTo>
                <a:cubicBezTo>
                  <a:pt x="7" y="48"/>
                  <a:pt x="7" y="48"/>
                  <a:pt x="7" y="48"/>
                </a:cubicBezTo>
                <a:cubicBezTo>
                  <a:pt x="7" y="49"/>
                  <a:pt x="7" y="51"/>
                  <a:pt x="7" y="52"/>
                </a:cubicBezTo>
                <a:cubicBezTo>
                  <a:pt x="0" y="57"/>
                  <a:pt x="0" y="57"/>
                  <a:pt x="0" y="57"/>
                </a:cubicBezTo>
                <a:cubicBezTo>
                  <a:pt x="3" y="68"/>
                  <a:pt x="3" y="68"/>
                  <a:pt x="3" y="68"/>
                </a:cubicBezTo>
                <a:cubicBezTo>
                  <a:pt x="12" y="69"/>
                  <a:pt x="12" y="69"/>
                  <a:pt x="12" y="69"/>
                </a:cubicBezTo>
                <a:cubicBezTo>
                  <a:pt x="13" y="70"/>
                  <a:pt x="13" y="71"/>
                  <a:pt x="14" y="73"/>
                </a:cubicBezTo>
                <a:cubicBezTo>
                  <a:pt x="10" y="81"/>
                  <a:pt x="10" y="81"/>
                  <a:pt x="10" y="81"/>
                </a:cubicBezTo>
                <a:cubicBezTo>
                  <a:pt x="19" y="89"/>
                  <a:pt x="19" y="89"/>
                  <a:pt x="19" y="89"/>
                </a:cubicBezTo>
                <a:cubicBezTo>
                  <a:pt x="27" y="85"/>
                  <a:pt x="27" y="85"/>
                  <a:pt x="27" y="85"/>
                </a:cubicBezTo>
                <a:cubicBezTo>
                  <a:pt x="28" y="86"/>
                  <a:pt x="29" y="87"/>
                  <a:pt x="31" y="87"/>
                </a:cubicBezTo>
                <a:cubicBezTo>
                  <a:pt x="31" y="96"/>
                  <a:pt x="31" y="96"/>
                  <a:pt x="31" y="96"/>
                </a:cubicBezTo>
                <a:cubicBezTo>
                  <a:pt x="37" y="97"/>
                  <a:pt x="37" y="97"/>
                  <a:pt x="37" y="97"/>
                </a:cubicBezTo>
                <a:cubicBezTo>
                  <a:pt x="43" y="99"/>
                  <a:pt x="43" y="99"/>
                  <a:pt x="43" y="99"/>
                </a:cubicBezTo>
                <a:cubicBezTo>
                  <a:pt x="47" y="92"/>
                  <a:pt x="47" y="92"/>
                  <a:pt x="47" y="92"/>
                </a:cubicBezTo>
                <a:cubicBezTo>
                  <a:pt x="49" y="92"/>
                  <a:pt x="50" y="92"/>
                  <a:pt x="52" y="91"/>
                </a:cubicBezTo>
                <a:cubicBezTo>
                  <a:pt x="57" y="99"/>
                  <a:pt x="57" y="99"/>
                  <a:pt x="57" y="99"/>
                </a:cubicBezTo>
                <a:cubicBezTo>
                  <a:pt x="68" y="96"/>
                  <a:pt x="68" y="96"/>
                  <a:pt x="68" y="96"/>
                </a:cubicBezTo>
                <a:cubicBezTo>
                  <a:pt x="69" y="87"/>
                  <a:pt x="69" y="87"/>
                  <a:pt x="69" y="87"/>
                </a:cubicBezTo>
                <a:cubicBezTo>
                  <a:pt x="70" y="86"/>
                  <a:pt x="71" y="85"/>
                  <a:pt x="73" y="85"/>
                </a:cubicBezTo>
                <a:cubicBezTo>
                  <a:pt x="81" y="88"/>
                  <a:pt x="81" y="88"/>
                  <a:pt x="81" y="88"/>
                </a:cubicBezTo>
                <a:cubicBezTo>
                  <a:pt x="89" y="80"/>
                  <a:pt x="89" y="80"/>
                  <a:pt x="89" y="80"/>
                </a:cubicBezTo>
                <a:cubicBezTo>
                  <a:pt x="85" y="72"/>
                  <a:pt x="85" y="72"/>
                  <a:pt x="85" y="72"/>
                </a:cubicBezTo>
                <a:cubicBezTo>
                  <a:pt x="86" y="71"/>
                  <a:pt x="86" y="70"/>
                  <a:pt x="87" y="68"/>
                </a:cubicBezTo>
                <a:cubicBezTo>
                  <a:pt x="96" y="68"/>
                  <a:pt x="96" y="68"/>
                  <a:pt x="96" y="68"/>
                </a:cubicBezTo>
                <a:cubicBezTo>
                  <a:pt x="97" y="62"/>
                  <a:pt x="97" y="62"/>
                  <a:pt x="97" y="62"/>
                </a:cubicBezTo>
                <a:cubicBezTo>
                  <a:pt x="99" y="56"/>
                  <a:pt x="99" y="56"/>
                  <a:pt x="99" y="56"/>
                </a:cubicBezTo>
                <a:lnTo>
                  <a:pt x="91" y="51"/>
                </a:lnTo>
                <a:close/>
                <a:moveTo>
                  <a:pt x="41" y="82"/>
                </a:moveTo>
                <a:cubicBezTo>
                  <a:pt x="23" y="78"/>
                  <a:pt x="12" y="59"/>
                  <a:pt x="16" y="41"/>
                </a:cubicBezTo>
                <a:cubicBezTo>
                  <a:pt x="21" y="23"/>
                  <a:pt x="40" y="12"/>
                  <a:pt x="58" y="17"/>
                </a:cubicBezTo>
                <a:cubicBezTo>
                  <a:pt x="76" y="21"/>
                  <a:pt x="87" y="40"/>
                  <a:pt x="82" y="58"/>
                </a:cubicBezTo>
                <a:cubicBezTo>
                  <a:pt x="77" y="76"/>
                  <a:pt x="59" y="87"/>
                  <a:pt x="41" y="82"/>
                </a:cubicBezTo>
                <a:close/>
              </a:path>
            </a:pathLst>
          </a:custGeom>
          <a:solidFill>
            <a:srgbClr val="DA5665">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421" name="Freeform 13"/>
          <p:cNvSpPr>
            <a:spLocks noEditPoints="1"/>
          </p:cNvSpPr>
          <p:nvPr/>
        </p:nvSpPr>
        <p:spPr bwMode="auto">
          <a:xfrm>
            <a:off x="1824567" y="4814359"/>
            <a:ext cx="1123951" cy="1123951"/>
          </a:xfrm>
          <a:custGeom>
            <a:avLst/>
            <a:gdLst>
              <a:gd name="T0" fmla="*/ 765769 w 273"/>
              <a:gd name="T1" fmla="*/ 518746 h 273"/>
              <a:gd name="T2" fmla="*/ 771944 w 273"/>
              <a:gd name="T3" fmla="*/ 481693 h 273"/>
              <a:gd name="T4" fmla="*/ 842963 w 273"/>
              <a:gd name="T5" fmla="*/ 453903 h 273"/>
              <a:gd name="T6" fmla="*/ 839875 w 273"/>
              <a:gd name="T7" fmla="*/ 355094 h 273"/>
              <a:gd name="T8" fmla="*/ 765769 w 273"/>
              <a:gd name="T9" fmla="*/ 333480 h 273"/>
              <a:gd name="T10" fmla="*/ 756505 w 273"/>
              <a:gd name="T11" fmla="*/ 296427 h 273"/>
              <a:gd name="T12" fmla="*/ 802822 w 273"/>
              <a:gd name="T13" fmla="*/ 240847 h 273"/>
              <a:gd name="T14" fmla="*/ 750330 w 273"/>
              <a:gd name="T15" fmla="*/ 154389 h 273"/>
              <a:gd name="T16" fmla="*/ 676223 w 273"/>
              <a:gd name="T17" fmla="*/ 172915 h 273"/>
              <a:gd name="T18" fmla="*/ 648433 w 273"/>
              <a:gd name="T19" fmla="*/ 145125 h 273"/>
              <a:gd name="T20" fmla="*/ 660784 w 273"/>
              <a:gd name="T21" fmla="*/ 74107 h 273"/>
              <a:gd name="T22" fmla="*/ 617555 w 273"/>
              <a:gd name="T23" fmla="*/ 49404 h 273"/>
              <a:gd name="T24" fmla="*/ 571239 w 273"/>
              <a:gd name="T25" fmla="*/ 27790 h 273"/>
              <a:gd name="T26" fmla="*/ 518746 w 273"/>
              <a:gd name="T27" fmla="*/ 77194 h 273"/>
              <a:gd name="T28" fmla="*/ 481693 w 273"/>
              <a:gd name="T29" fmla="*/ 71019 h 273"/>
              <a:gd name="T30" fmla="*/ 453903 w 273"/>
              <a:gd name="T31" fmla="*/ 0 h 273"/>
              <a:gd name="T32" fmla="*/ 355094 w 273"/>
              <a:gd name="T33" fmla="*/ 3088 h 273"/>
              <a:gd name="T34" fmla="*/ 333480 w 273"/>
              <a:gd name="T35" fmla="*/ 74107 h 273"/>
              <a:gd name="T36" fmla="*/ 296427 w 273"/>
              <a:gd name="T37" fmla="*/ 86458 h 273"/>
              <a:gd name="T38" fmla="*/ 237759 w 273"/>
              <a:gd name="T39" fmla="*/ 40141 h 273"/>
              <a:gd name="T40" fmla="*/ 154389 w 273"/>
              <a:gd name="T41" fmla="*/ 92633 h 273"/>
              <a:gd name="T42" fmla="*/ 172915 w 273"/>
              <a:gd name="T43" fmla="*/ 166740 h 273"/>
              <a:gd name="T44" fmla="*/ 145125 w 273"/>
              <a:gd name="T45" fmla="*/ 194530 h 273"/>
              <a:gd name="T46" fmla="*/ 71019 w 273"/>
              <a:gd name="T47" fmla="*/ 182179 h 273"/>
              <a:gd name="T48" fmla="*/ 49404 w 273"/>
              <a:gd name="T49" fmla="*/ 225408 h 273"/>
              <a:gd name="T50" fmla="*/ 24702 w 273"/>
              <a:gd name="T51" fmla="*/ 271724 h 273"/>
              <a:gd name="T52" fmla="*/ 77194 w 273"/>
              <a:gd name="T53" fmla="*/ 324217 h 273"/>
              <a:gd name="T54" fmla="*/ 67931 w 273"/>
              <a:gd name="T55" fmla="*/ 361270 h 273"/>
              <a:gd name="T56" fmla="*/ 0 w 273"/>
              <a:gd name="T57" fmla="*/ 389060 h 273"/>
              <a:gd name="T58" fmla="*/ 3088 w 273"/>
              <a:gd name="T59" fmla="*/ 487869 h 273"/>
              <a:gd name="T60" fmla="*/ 74107 w 273"/>
              <a:gd name="T61" fmla="*/ 509483 h 273"/>
              <a:gd name="T62" fmla="*/ 86458 w 273"/>
              <a:gd name="T63" fmla="*/ 546536 h 273"/>
              <a:gd name="T64" fmla="*/ 40141 w 273"/>
              <a:gd name="T65" fmla="*/ 605204 h 273"/>
              <a:gd name="T66" fmla="*/ 92633 w 273"/>
              <a:gd name="T67" fmla="*/ 688574 h 273"/>
              <a:gd name="T68" fmla="*/ 163652 w 273"/>
              <a:gd name="T69" fmla="*/ 670048 h 273"/>
              <a:gd name="T70" fmla="*/ 194530 w 273"/>
              <a:gd name="T71" fmla="*/ 697838 h 273"/>
              <a:gd name="T72" fmla="*/ 182179 w 273"/>
              <a:gd name="T73" fmla="*/ 771944 h 273"/>
              <a:gd name="T74" fmla="*/ 225408 w 273"/>
              <a:gd name="T75" fmla="*/ 793559 h 273"/>
              <a:gd name="T76" fmla="*/ 268637 w 273"/>
              <a:gd name="T77" fmla="*/ 818261 h 273"/>
              <a:gd name="T78" fmla="*/ 324217 w 273"/>
              <a:gd name="T79" fmla="*/ 765769 h 273"/>
              <a:gd name="T80" fmla="*/ 361270 w 273"/>
              <a:gd name="T81" fmla="*/ 775032 h 273"/>
              <a:gd name="T82" fmla="*/ 385972 w 273"/>
              <a:gd name="T83" fmla="*/ 842963 h 273"/>
              <a:gd name="T84" fmla="*/ 487869 w 273"/>
              <a:gd name="T85" fmla="*/ 839875 h 273"/>
              <a:gd name="T86" fmla="*/ 509483 w 273"/>
              <a:gd name="T87" fmla="*/ 768856 h 273"/>
              <a:gd name="T88" fmla="*/ 546536 w 273"/>
              <a:gd name="T89" fmla="*/ 756505 h 273"/>
              <a:gd name="T90" fmla="*/ 602116 w 273"/>
              <a:gd name="T91" fmla="*/ 802822 h 273"/>
              <a:gd name="T92" fmla="*/ 688574 w 273"/>
              <a:gd name="T93" fmla="*/ 750330 h 273"/>
              <a:gd name="T94" fmla="*/ 670048 w 273"/>
              <a:gd name="T95" fmla="*/ 679311 h 273"/>
              <a:gd name="T96" fmla="*/ 694750 w 273"/>
              <a:gd name="T97" fmla="*/ 648433 h 273"/>
              <a:gd name="T98" fmla="*/ 768856 w 273"/>
              <a:gd name="T99" fmla="*/ 660784 h 273"/>
              <a:gd name="T100" fmla="*/ 793559 w 273"/>
              <a:gd name="T101" fmla="*/ 617555 h 273"/>
              <a:gd name="T102" fmla="*/ 815173 w 273"/>
              <a:gd name="T103" fmla="*/ 574326 h 273"/>
              <a:gd name="T104" fmla="*/ 765769 w 273"/>
              <a:gd name="T105" fmla="*/ 518746 h 273"/>
              <a:gd name="T106" fmla="*/ 287163 w 273"/>
              <a:gd name="T107" fmla="*/ 676223 h 273"/>
              <a:gd name="T108" fmla="*/ 166740 w 273"/>
              <a:gd name="T109" fmla="*/ 287163 h 273"/>
              <a:gd name="T110" fmla="*/ 555800 w 273"/>
              <a:gd name="T111" fmla="*/ 166740 h 273"/>
              <a:gd name="T112" fmla="*/ 676223 w 273"/>
              <a:gd name="T113" fmla="*/ 555800 h 273"/>
              <a:gd name="T114" fmla="*/ 287163 w 273"/>
              <a:gd name="T115" fmla="*/ 676223 h 27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73" h="273">
                <a:moveTo>
                  <a:pt x="248" y="168"/>
                </a:moveTo>
                <a:cubicBezTo>
                  <a:pt x="249" y="164"/>
                  <a:pt x="250" y="160"/>
                  <a:pt x="250" y="156"/>
                </a:cubicBezTo>
                <a:cubicBezTo>
                  <a:pt x="273" y="147"/>
                  <a:pt x="273" y="147"/>
                  <a:pt x="273" y="147"/>
                </a:cubicBezTo>
                <a:cubicBezTo>
                  <a:pt x="272" y="115"/>
                  <a:pt x="272" y="115"/>
                  <a:pt x="272" y="115"/>
                </a:cubicBezTo>
                <a:cubicBezTo>
                  <a:pt x="248" y="108"/>
                  <a:pt x="248" y="108"/>
                  <a:pt x="248" y="108"/>
                </a:cubicBezTo>
                <a:cubicBezTo>
                  <a:pt x="247" y="104"/>
                  <a:pt x="246" y="100"/>
                  <a:pt x="245" y="96"/>
                </a:cubicBezTo>
                <a:cubicBezTo>
                  <a:pt x="260" y="78"/>
                  <a:pt x="260" y="78"/>
                  <a:pt x="260" y="78"/>
                </a:cubicBezTo>
                <a:cubicBezTo>
                  <a:pt x="243" y="50"/>
                  <a:pt x="243" y="50"/>
                  <a:pt x="243" y="50"/>
                </a:cubicBezTo>
                <a:cubicBezTo>
                  <a:pt x="219" y="56"/>
                  <a:pt x="219" y="56"/>
                  <a:pt x="219" y="56"/>
                </a:cubicBezTo>
                <a:cubicBezTo>
                  <a:pt x="216" y="53"/>
                  <a:pt x="213" y="50"/>
                  <a:pt x="210" y="47"/>
                </a:cubicBezTo>
                <a:cubicBezTo>
                  <a:pt x="214" y="24"/>
                  <a:pt x="214" y="24"/>
                  <a:pt x="214" y="24"/>
                </a:cubicBezTo>
                <a:cubicBezTo>
                  <a:pt x="200" y="16"/>
                  <a:pt x="200" y="16"/>
                  <a:pt x="200" y="16"/>
                </a:cubicBezTo>
                <a:cubicBezTo>
                  <a:pt x="185" y="9"/>
                  <a:pt x="185" y="9"/>
                  <a:pt x="185" y="9"/>
                </a:cubicBezTo>
                <a:cubicBezTo>
                  <a:pt x="168" y="25"/>
                  <a:pt x="168" y="25"/>
                  <a:pt x="168" y="25"/>
                </a:cubicBezTo>
                <a:cubicBezTo>
                  <a:pt x="164" y="24"/>
                  <a:pt x="160" y="23"/>
                  <a:pt x="156" y="23"/>
                </a:cubicBezTo>
                <a:cubicBezTo>
                  <a:pt x="147" y="0"/>
                  <a:pt x="147" y="0"/>
                  <a:pt x="147" y="0"/>
                </a:cubicBezTo>
                <a:cubicBezTo>
                  <a:pt x="115" y="1"/>
                  <a:pt x="115" y="1"/>
                  <a:pt x="115" y="1"/>
                </a:cubicBezTo>
                <a:cubicBezTo>
                  <a:pt x="108" y="24"/>
                  <a:pt x="108" y="24"/>
                  <a:pt x="108" y="24"/>
                </a:cubicBezTo>
                <a:cubicBezTo>
                  <a:pt x="104" y="25"/>
                  <a:pt x="100" y="27"/>
                  <a:pt x="96" y="28"/>
                </a:cubicBezTo>
                <a:cubicBezTo>
                  <a:pt x="77" y="13"/>
                  <a:pt x="77" y="13"/>
                  <a:pt x="77" y="13"/>
                </a:cubicBezTo>
                <a:cubicBezTo>
                  <a:pt x="50" y="30"/>
                  <a:pt x="50" y="30"/>
                  <a:pt x="50" y="30"/>
                </a:cubicBezTo>
                <a:cubicBezTo>
                  <a:pt x="56" y="54"/>
                  <a:pt x="56" y="54"/>
                  <a:pt x="56" y="54"/>
                </a:cubicBezTo>
                <a:cubicBezTo>
                  <a:pt x="53" y="57"/>
                  <a:pt x="50" y="60"/>
                  <a:pt x="47" y="63"/>
                </a:cubicBezTo>
                <a:cubicBezTo>
                  <a:pt x="23" y="59"/>
                  <a:pt x="23" y="59"/>
                  <a:pt x="23" y="59"/>
                </a:cubicBezTo>
                <a:cubicBezTo>
                  <a:pt x="16" y="73"/>
                  <a:pt x="16" y="73"/>
                  <a:pt x="16" y="73"/>
                </a:cubicBezTo>
                <a:cubicBezTo>
                  <a:pt x="8" y="88"/>
                  <a:pt x="8" y="88"/>
                  <a:pt x="8" y="88"/>
                </a:cubicBezTo>
                <a:cubicBezTo>
                  <a:pt x="25" y="105"/>
                  <a:pt x="25" y="105"/>
                  <a:pt x="25" y="105"/>
                </a:cubicBezTo>
                <a:cubicBezTo>
                  <a:pt x="24" y="109"/>
                  <a:pt x="23" y="113"/>
                  <a:pt x="22" y="117"/>
                </a:cubicBezTo>
                <a:cubicBezTo>
                  <a:pt x="0" y="126"/>
                  <a:pt x="0" y="126"/>
                  <a:pt x="0" y="126"/>
                </a:cubicBezTo>
                <a:cubicBezTo>
                  <a:pt x="1" y="158"/>
                  <a:pt x="1" y="158"/>
                  <a:pt x="1" y="158"/>
                </a:cubicBezTo>
                <a:cubicBezTo>
                  <a:pt x="24" y="165"/>
                  <a:pt x="24" y="165"/>
                  <a:pt x="24" y="165"/>
                </a:cubicBezTo>
                <a:cubicBezTo>
                  <a:pt x="25" y="169"/>
                  <a:pt x="26" y="173"/>
                  <a:pt x="28" y="177"/>
                </a:cubicBezTo>
                <a:cubicBezTo>
                  <a:pt x="13" y="196"/>
                  <a:pt x="13" y="196"/>
                  <a:pt x="13" y="196"/>
                </a:cubicBezTo>
                <a:cubicBezTo>
                  <a:pt x="30" y="223"/>
                  <a:pt x="30" y="223"/>
                  <a:pt x="30" y="223"/>
                </a:cubicBezTo>
                <a:cubicBezTo>
                  <a:pt x="53" y="217"/>
                  <a:pt x="53" y="217"/>
                  <a:pt x="53" y="217"/>
                </a:cubicBezTo>
                <a:cubicBezTo>
                  <a:pt x="56" y="220"/>
                  <a:pt x="59" y="223"/>
                  <a:pt x="63" y="226"/>
                </a:cubicBezTo>
                <a:cubicBezTo>
                  <a:pt x="59" y="250"/>
                  <a:pt x="59" y="250"/>
                  <a:pt x="59" y="250"/>
                </a:cubicBezTo>
                <a:cubicBezTo>
                  <a:pt x="73" y="257"/>
                  <a:pt x="73" y="257"/>
                  <a:pt x="73" y="257"/>
                </a:cubicBezTo>
                <a:cubicBezTo>
                  <a:pt x="87" y="265"/>
                  <a:pt x="87" y="265"/>
                  <a:pt x="87" y="265"/>
                </a:cubicBezTo>
                <a:cubicBezTo>
                  <a:pt x="105" y="248"/>
                  <a:pt x="105" y="248"/>
                  <a:pt x="105" y="248"/>
                </a:cubicBezTo>
                <a:cubicBezTo>
                  <a:pt x="109" y="249"/>
                  <a:pt x="113" y="250"/>
                  <a:pt x="117" y="251"/>
                </a:cubicBezTo>
                <a:cubicBezTo>
                  <a:pt x="125" y="273"/>
                  <a:pt x="125" y="273"/>
                  <a:pt x="125" y="273"/>
                </a:cubicBezTo>
                <a:cubicBezTo>
                  <a:pt x="158" y="272"/>
                  <a:pt x="158" y="272"/>
                  <a:pt x="158" y="272"/>
                </a:cubicBezTo>
                <a:cubicBezTo>
                  <a:pt x="165" y="249"/>
                  <a:pt x="165" y="249"/>
                  <a:pt x="165" y="249"/>
                </a:cubicBezTo>
                <a:cubicBezTo>
                  <a:pt x="169" y="248"/>
                  <a:pt x="173" y="246"/>
                  <a:pt x="177" y="245"/>
                </a:cubicBezTo>
                <a:cubicBezTo>
                  <a:pt x="195" y="260"/>
                  <a:pt x="195" y="260"/>
                  <a:pt x="195" y="260"/>
                </a:cubicBezTo>
                <a:cubicBezTo>
                  <a:pt x="223" y="243"/>
                  <a:pt x="223" y="243"/>
                  <a:pt x="223" y="243"/>
                </a:cubicBezTo>
                <a:cubicBezTo>
                  <a:pt x="217" y="220"/>
                  <a:pt x="217" y="220"/>
                  <a:pt x="217" y="220"/>
                </a:cubicBezTo>
                <a:cubicBezTo>
                  <a:pt x="220" y="217"/>
                  <a:pt x="223" y="214"/>
                  <a:pt x="225" y="210"/>
                </a:cubicBezTo>
                <a:cubicBezTo>
                  <a:pt x="249" y="214"/>
                  <a:pt x="249" y="214"/>
                  <a:pt x="249" y="214"/>
                </a:cubicBezTo>
                <a:cubicBezTo>
                  <a:pt x="257" y="200"/>
                  <a:pt x="257" y="200"/>
                  <a:pt x="257" y="200"/>
                </a:cubicBezTo>
                <a:cubicBezTo>
                  <a:pt x="264" y="186"/>
                  <a:pt x="264" y="186"/>
                  <a:pt x="264" y="186"/>
                </a:cubicBezTo>
                <a:lnTo>
                  <a:pt x="248" y="168"/>
                </a:lnTo>
                <a:close/>
                <a:moveTo>
                  <a:pt x="93" y="219"/>
                </a:moveTo>
                <a:cubicBezTo>
                  <a:pt x="47" y="195"/>
                  <a:pt x="30" y="139"/>
                  <a:pt x="54" y="93"/>
                </a:cubicBezTo>
                <a:cubicBezTo>
                  <a:pt x="78" y="48"/>
                  <a:pt x="134" y="30"/>
                  <a:pt x="180" y="54"/>
                </a:cubicBezTo>
                <a:cubicBezTo>
                  <a:pt x="225" y="78"/>
                  <a:pt x="243" y="134"/>
                  <a:pt x="219" y="180"/>
                </a:cubicBezTo>
                <a:cubicBezTo>
                  <a:pt x="195" y="225"/>
                  <a:pt x="138" y="243"/>
                  <a:pt x="93" y="219"/>
                </a:cubicBezTo>
                <a:close/>
              </a:path>
            </a:pathLst>
          </a:custGeom>
          <a:solidFill>
            <a:srgbClr val="FB8989"/>
          </a:solidFill>
          <a:ln>
            <a:noFill/>
          </a:ln>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422" name="Rectangle 14"/>
          <p:cNvSpPr>
            <a:spLocks noChangeArrowheads="1"/>
          </p:cNvSpPr>
          <p:nvPr/>
        </p:nvSpPr>
        <p:spPr bwMode="auto">
          <a:xfrm>
            <a:off x="1551518" y="3131609"/>
            <a:ext cx="884767" cy="536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lnSpc>
                <a:spcPct val="120000"/>
              </a:lnSpc>
            </a:pPr>
            <a:r>
              <a:rPr lang="zh-CN" altLang="zh-CN" sz="3200" dirty="0">
                <a:solidFill>
                  <a:srgbClr val="4D4D4D"/>
                </a:solidFill>
                <a:latin typeface="字魂105号-简雅黑" panose="00000500000000000000" pitchFamily="2" charset="-122"/>
                <a:ea typeface="字魂105号-简雅黑" panose="00000500000000000000" pitchFamily="2" charset="-122"/>
                <a:sym typeface="字魂105号-简雅黑" panose="00000500000000000000" pitchFamily="2" charset="-122"/>
              </a:rPr>
              <a:t>63%</a:t>
            </a:r>
            <a:endParaRPr lang="zh-CN" altLang="zh-CN" sz="3200" dirty="0">
              <a:solidFill>
                <a:srgbClr val="4D4D4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423" name="Rectangle 15"/>
          <p:cNvSpPr>
            <a:spLocks noChangeArrowheads="1"/>
          </p:cNvSpPr>
          <p:nvPr/>
        </p:nvSpPr>
        <p:spPr bwMode="auto">
          <a:xfrm>
            <a:off x="3388785" y="4206876"/>
            <a:ext cx="884767" cy="536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lnSpc>
                <a:spcPct val="120000"/>
              </a:lnSpc>
            </a:pPr>
            <a:r>
              <a:rPr lang="zh-CN" altLang="zh-CN" sz="3200">
                <a:solidFill>
                  <a:srgbClr val="4D4D4D"/>
                </a:solidFill>
                <a:latin typeface="字魂105号-简雅黑" panose="00000500000000000000" pitchFamily="2" charset="-122"/>
                <a:ea typeface="字魂105号-简雅黑" panose="00000500000000000000" pitchFamily="2" charset="-122"/>
                <a:sym typeface="字魂105号-简雅黑" panose="00000500000000000000" pitchFamily="2" charset="-122"/>
              </a:rPr>
              <a:t>85%</a:t>
            </a:r>
            <a:endParaRPr lang="zh-CN" altLang="zh-CN" sz="3200">
              <a:solidFill>
                <a:srgbClr val="4D4D4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424" name="Rectangle 16"/>
          <p:cNvSpPr>
            <a:spLocks noChangeArrowheads="1"/>
          </p:cNvSpPr>
          <p:nvPr/>
        </p:nvSpPr>
        <p:spPr bwMode="auto">
          <a:xfrm>
            <a:off x="3083985" y="2251076"/>
            <a:ext cx="884767" cy="301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lnSpc>
                <a:spcPct val="120000"/>
              </a:lnSpc>
            </a:pPr>
            <a:r>
              <a:rPr lang="zh-CN" altLang="zh-CN">
                <a:solidFill>
                  <a:srgbClr val="4D4D4D"/>
                </a:solidFill>
                <a:latin typeface="字魂105号-简雅黑" panose="00000500000000000000" pitchFamily="2" charset="-122"/>
                <a:ea typeface="字魂105号-简雅黑" panose="00000500000000000000" pitchFamily="2" charset="-122"/>
                <a:sym typeface="字魂105号-简雅黑" panose="00000500000000000000" pitchFamily="2" charset="-122"/>
              </a:rPr>
              <a:t>42%</a:t>
            </a:r>
            <a:endParaRPr lang="zh-CN" altLang="zh-CN">
              <a:solidFill>
                <a:srgbClr val="4D4D4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425" name="Rectangle 17"/>
          <p:cNvSpPr>
            <a:spLocks noChangeArrowheads="1"/>
          </p:cNvSpPr>
          <p:nvPr/>
        </p:nvSpPr>
        <p:spPr bwMode="auto">
          <a:xfrm>
            <a:off x="1957918" y="5193243"/>
            <a:ext cx="884767" cy="313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lnSpc>
                <a:spcPct val="120000"/>
              </a:lnSpc>
            </a:pPr>
            <a:r>
              <a:rPr lang="zh-CN" altLang="zh-CN" sz="1865">
                <a:solidFill>
                  <a:srgbClr val="4D4D4D"/>
                </a:solidFill>
                <a:latin typeface="字魂105号-简雅黑" panose="00000500000000000000" pitchFamily="2" charset="-122"/>
                <a:ea typeface="字魂105号-简雅黑" panose="00000500000000000000" pitchFamily="2" charset="-122"/>
                <a:sym typeface="字魂105号-简雅黑" panose="00000500000000000000" pitchFamily="2" charset="-122"/>
              </a:rPr>
              <a:t>21%</a:t>
            </a:r>
            <a:endParaRPr lang="zh-CN" altLang="zh-CN" sz="1865">
              <a:solidFill>
                <a:srgbClr val="4D4D4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4" name="组合 23"/>
          <p:cNvGrpSpPr/>
          <p:nvPr/>
        </p:nvGrpSpPr>
        <p:grpSpPr>
          <a:xfrm>
            <a:off x="0" y="1059"/>
            <a:ext cx="12192001" cy="989605"/>
            <a:chOff x="-1" y="0"/>
            <a:chExt cx="9144001" cy="742204"/>
          </a:xfrm>
        </p:grpSpPr>
        <p:sp>
          <p:nvSpPr>
            <p:cNvPr id="25" name="矩形 24"/>
            <p:cNvSpPr/>
            <p:nvPr/>
          </p:nvSpPr>
          <p:spPr>
            <a:xfrm>
              <a:off x="-1" y="0"/>
              <a:ext cx="762101" cy="742204"/>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 name="矩形 25"/>
            <p:cNvSpPr/>
            <p:nvPr/>
          </p:nvSpPr>
          <p:spPr>
            <a:xfrm>
              <a:off x="816248" y="0"/>
              <a:ext cx="122807" cy="742204"/>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TextBox 8"/>
            <p:cNvSpPr txBox="1"/>
            <p:nvPr/>
          </p:nvSpPr>
          <p:spPr>
            <a:xfrm>
              <a:off x="38104" y="34318"/>
              <a:ext cx="723997" cy="684755"/>
            </a:xfrm>
            <a:prstGeom prst="rect">
              <a:avLst/>
            </a:prstGeom>
            <a:noFill/>
          </p:spPr>
          <p:txBody>
            <a:bodyPr wrap="none" rtlCol="0">
              <a:spAutoFit/>
            </a:bodyPr>
            <a:lstStyle/>
            <a:p>
              <a:pPr algn="r" defTabSz="1218565"/>
              <a:r>
                <a:rPr lang="en-US" altLang="zh-CN" sz="5335" b="1"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02</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 name="文本占位符 3"/>
            <p:cNvSpPr txBox="1"/>
            <p:nvPr/>
          </p:nvSpPr>
          <p:spPr>
            <a:xfrm>
              <a:off x="976845" y="166078"/>
              <a:ext cx="4186412" cy="431935"/>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点击输入相关标题</a:t>
              </a:r>
              <a:endPar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 name="矩形 28"/>
            <p:cNvSpPr/>
            <p:nvPr/>
          </p:nvSpPr>
          <p:spPr>
            <a:xfrm flipV="1">
              <a:off x="4033674" y="533830"/>
              <a:ext cx="5110326" cy="45719"/>
            </a:xfrm>
            <a:prstGeom prst="rect">
              <a:avLst/>
            </a:prstGeom>
            <a:solidFill>
              <a:srgbClr val="FB8989"/>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30" name="矩形 1"/>
          <p:cNvSpPr>
            <a:spLocks noChangeArrowheads="1"/>
          </p:cNvSpPr>
          <p:nvPr/>
        </p:nvSpPr>
        <p:spPr bwMode="auto">
          <a:xfrm>
            <a:off x="6553188" y="2244730"/>
            <a:ext cx="417219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矩形 30"/>
          <p:cNvSpPr/>
          <p:nvPr/>
        </p:nvSpPr>
        <p:spPr>
          <a:xfrm>
            <a:off x="6553188" y="1681728"/>
            <a:ext cx="2407697" cy="569348"/>
          </a:xfrm>
          <a:prstGeom prst="rect">
            <a:avLst/>
          </a:prstGeom>
        </p:spPr>
        <p:txBody>
          <a:bodyPr wrap="square" lIns="91403" tIns="45701" rIns="91403" bIns="45701">
            <a:spAutoFit/>
          </a:bodyPr>
          <a:lstStyle/>
          <a:p>
            <a:pPr>
              <a:lnSpc>
                <a:spcPct val="150000"/>
              </a:lnSpc>
            </a:pPr>
            <a:r>
              <a:rPr lang="zh-CN" altLang="en-US" sz="2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4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矩形 1"/>
          <p:cNvSpPr>
            <a:spLocks noChangeArrowheads="1"/>
          </p:cNvSpPr>
          <p:nvPr/>
        </p:nvSpPr>
        <p:spPr bwMode="auto">
          <a:xfrm>
            <a:off x="6525649" y="3576229"/>
            <a:ext cx="417219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矩形 32"/>
          <p:cNvSpPr/>
          <p:nvPr/>
        </p:nvSpPr>
        <p:spPr>
          <a:xfrm>
            <a:off x="6525649" y="3013227"/>
            <a:ext cx="2407697" cy="569348"/>
          </a:xfrm>
          <a:prstGeom prst="rect">
            <a:avLst/>
          </a:prstGeom>
        </p:spPr>
        <p:txBody>
          <a:bodyPr wrap="square" lIns="91403" tIns="45701" rIns="91403" bIns="45701">
            <a:spAutoFit/>
          </a:bodyPr>
          <a:lstStyle/>
          <a:p>
            <a:pPr>
              <a:lnSpc>
                <a:spcPct val="150000"/>
              </a:lnSpc>
            </a:pPr>
            <a:r>
              <a:rPr lang="zh-CN" altLang="en-US" sz="2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4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4" name="矩形 1"/>
          <p:cNvSpPr>
            <a:spLocks noChangeArrowheads="1"/>
          </p:cNvSpPr>
          <p:nvPr/>
        </p:nvSpPr>
        <p:spPr bwMode="auto">
          <a:xfrm>
            <a:off x="6525649" y="4901382"/>
            <a:ext cx="417219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矩形 34"/>
          <p:cNvSpPr/>
          <p:nvPr/>
        </p:nvSpPr>
        <p:spPr>
          <a:xfrm>
            <a:off x="6525649" y="4338380"/>
            <a:ext cx="2407697" cy="569348"/>
          </a:xfrm>
          <a:prstGeom prst="rect">
            <a:avLst/>
          </a:prstGeom>
        </p:spPr>
        <p:txBody>
          <a:bodyPr wrap="square" lIns="91403" tIns="45701" rIns="91403" bIns="45701">
            <a:spAutoFit/>
          </a:bodyPr>
          <a:lstStyle/>
          <a:p>
            <a:pPr>
              <a:lnSpc>
                <a:spcPct val="150000"/>
              </a:lnSpc>
            </a:pPr>
            <a:r>
              <a:rPr lang="zh-CN" altLang="en-US" sz="2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4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416"/>
                                        </p:tgtEl>
                                        <p:attrNameLst>
                                          <p:attrName>style.visibility</p:attrName>
                                        </p:attrNameLst>
                                      </p:cBhvr>
                                      <p:to>
                                        <p:strVal val="visible"/>
                                      </p:to>
                                    </p:set>
                                    <p:anim calcmode="lin" valueType="num">
                                      <p:cBhvr additive="base">
                                        <p:cTn id="7" dur="500" fill="hold"/>
                                        <p:tgtEl>
                                          <p:spTgt spid="17416"/>
                                        </p:tgtEl>
                                        <p:attrNameLst>
                                          <p:attrName>ppt_x</p:attrName>
                                        </p:attrNameLst>
                                      </p:cBhvr>
                                      <p:tavLst>
                                        <p:tav tm="0">
                                          <p:val>
                                            <p:strVal val="0-#ppt_w/2"/>
                                          </p:val>
                                        </p:tav>
                                        <p:tav tm="100000">
                                          <p:val>
                                            <p:strVal val="#ppt_x"/>
                                          </p:val>
                                        </p:tav>
                                      </p:tavLst>
                                    </p:anim>
                                    <p:anim calcmode="lin" valueType="num">
                                      <p:cBhvr additive="base">
                                        <p:cTn id="8" dur="500" fill="hold"/>
                                        <p:tgtEl>
                                          <p:spTgt spid="1741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500"/>
                                  </p:stCondLst>
                                  <p:childTnLst>
                                    <p:set>
                                      <p:cBhvr>
                                        <p:cTn id="10" dur="1" fill="hold">
                                          <p:stCondLst>
                                            <p:cond delay="0"/>
                                          </p:stCondLst>
                                        </p:cTn>
                                        <p:tgtEl>
                                          <p:spTgt spid="17420"/>
                                        </p:tgtEl>
                                        <p:attrNameLst>
                                          <p:attrName>style.visibility</p:attrName>
                                        </p:attrNameLst>
                                      </p:cBhvr>
                                      <p:to>
                                        <p:strVal val="visible"/>
                                      </p:to>
                                    </p:set>
                                    <p:anim calcmode="lin" valueType="num">
                                      <p:cBhvr additive="base">
                                        <p:cTn id="11" dur="500" fill="hold"/>
                                        <p:tgtEl>
                                          <p:spTgt spid="17420"/>
                                        </p:tgtEl>
                                        <p:attrNameLst>
                                          <p:attrName>ppt_x</p:attrName>
                                        </p:attrNameLst>
                                      </p:cBhvr>
                                      <p:tavLst>
                                        <p:tav tm="0">
                                          <p:val>
                                            <p:strVal val="0-#ppt_w/2"/>
                                          </p:val>
                                        </p:tav>
                                        <p:tav tm="100000">
                                          <p:val>
                                            <p:strVal val="#ppt_x"/>
                                          </p:val>
                                        </p:tav>
                                      </p:tavLst>
                                    </p:anim>
                                    <p:anim calcmode="lin" valueType="num">
                                      <p:cBhvr additive="base">
                                        <p:cTn id="12" dur="500" fill="hold"/>
                                        <p:tgtEl>
                                          <p:spTgt spid="17420"/>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300"/>
                                  </p:stCondLst>
                                  <p:childTnLst>
                                    <p:set>
                                      <p:cBhvr>
                                        <p:cTn id="14" dur="1" fill="hold">
                                          <p:stCondLst>
                                            <p:cond delay="0"/>
                                          </p:stCondLst>
                                        </p:cTn>
                                        <p:tgtEl>
                                          <p:spTgt spid="17414"/>
                                        </p:tgtEl>
                                        <p:attrNameLst>
                                          <p:attrName>style.visibility</p:attrName>
                                        </p:attrNameLst>
                                      </p:cBhvr>
                                      <p:to>
                                        <p:strVal val="visible"/>
                                      </p:to>
                                    </p:set>
                                    <p:anim calcmode="lin" valueType="num">
                                      <p:cBhvr additive="base">
                                        <p:cTn id="15" dur="500" fill="hold"/>
                                        <p:tgtEl>
                                          <p:spTgt spid="17414"/>
                                        </p:tgtEl>
                                        <p:attrNameLst>
                                          <p:attrName>ppt_x</p:attrName>
                                        </p:attrNameLst>
                                      </p:cBhvr>
                                      <p:tavLst>
                                        <p:tav tm="0">
                                          <p:val>
                                            <p:strVal val="0-#ppt_w/2"/>
                                          </p:val>
                                        </p:tav>
                                        <p:tav tm="100000">
                                          <p:val>
                                            <p:strVal val="#ppt_x"/>
                                          </p:val>
                                        </p:tav>
                                      </p:tavLst>
                                    </p:anim>
                                    <p:anim calcmode="lin" valueType="num">
                                      <p:cBhvr additive="base">
                                        <p:cTn id="16" dur="500" fill="hold"/>
                                        <p:tgtEl>
                                          <p:spTgt spid="17414"/>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600"/>
                                  </p:stCondLst>
                                  <p:childTnLst>
                                    <p:set>
                                      <p:cBhvr>
                                        <p:cTn id="18" dur="1" fill="hold">
                                          <p:stCondLst>
                                            <p:cond delay="0"/>
                                          </p:stCondLst>
                                        </p:cTn>
                                        <p:tgtEl>
                                          <p:spTgt spid="17419"/>
                                        </p:tgtEl>
                                        <p:attrNameLst>
                                          <p:attrName>style.visibility</p:attrName>
                                        </p:attrNameLst>
                                      </p:cBhvr>
                                      <p:to>
                                        <p:strVal val="visible"/>
                                      </p:to>
                                    </p:set>
                                    <p:anim calcmode="lin" valueType="num">
                                      <p:cBhvr additive="base">
                                        <p:cTn id="19" dur="500" fill="hold"/>
                                        <p:tgtEl>
                                          <p:spTgt spid="17419"/>
                                        </p:tgtEl>
                                        <p:attrNameLst>
                                          <p:attrName>ppt_x</p:attrName>
                                        </p:attrNameLst>
                                      </p:cBhvr>
                                      <p:tavLst>
                                        <p:tav tm="0">
                                          <p:val>
                                            <p:strVal val="0-#ppt_w/2"/>
                                          </p:val>
                                        </p:tav>
                                        <p:tav tm="100000">
                                          <p:val>
                                            <p:strVal val="#ppt_x"/>
                                          </p:val>
                                        </p:tav>
                                      </p:tavLst>
                                    </p:anim>
                                    <p:anim calcmode="lin" valueType="num">
                                      <p:cBhvr additive="base">
                                        <p:cTn id="20" dur="500" fill="hold"/>
                                        <p:tgtEl>
                                          <p:spTgt spid="1741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800"/>
                                  </p:stCondLst>
                                  <p:childTnLst>
                                    <p:set>
                                      <p:cBhvr>
                                        <p:cTn id="22" dur="1" fill="hold">
                                          <p:stCondLst>
                                            <p:cond delay="0"/>
                                          </p:stCondLst>
                                        </p:cTn>
                                        <p:tgtEl>
                                          <p:spTgt spid="17421"/>
                                        </p:tgtEl>
                                        <p:attrNameLst>
                                          <p:attrName>style.visibility</p:attrName>
                                        </p:attrNameLst>
                                      </p:cBhvr>
                                      <p:to>
                                        <p:strVal val="visible"/>
                                      </p:to>
                                    </p:set>
                                    <p:anim calcmode="lin" valueType="num">
                                      <p:cBhvr additive="base">
                                        <p:cTn id="23" dur="500" fill="hold"/>
                                        <p:tgtEl>
                                          <p:spTgt spid="17421"/>
                                        </p:tgtEl>
                                        <p:attrNameLst>
                                          <p:attrName>ppt_x</p:attrName>
                                        </p:attrNameLst>
                                      </p:cBhvr>
                                      <p:tavLst>
                                        <p:tav tm="0">
                                          <p:val>
                                            <p:strVal val="0-#ppt_w/2"/>
                                          </p:val>
                                        </p:tav>
                                        <p:tav tm="100000">
                                          <p:val>
                                            <p:strVal val="#ppt_x"/>
                                          </p:val>
                                        </p:tav>
                                      </p:tavLst>
                                    </p:anim>
                                    <p:anim calcmode="lin" valueType="num">
                                      <p:cBhvr additive="base">
                                        <p:cTn id="24" dur="500" fill="hold"/>
                                        <p:tgtEl>
                                          <p:spTgt spid="17421"/>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7417"/>
                                        </p:tgtEl>
                                        <p:attrNameLst>
                                          <p:attrName>style.visibility</p:attrName>
                                        </p:attrNameLst>
                                      </p:cBhvr>
                                      <p:to>
                                        <p:strVal val="visible"/>
                                      </p:to>
                                    </p:set>
                                    <p:anim calcmode="lin" valueType="num">
                                      <p:cBhvr additive="base">
                                        <p:cTn id="27" dur="500" fill="hold"/>
                                        <p:tgtEl>
                                          <p:spTgt spid="17417"/>
                                        </p:tgtEl>
                                        <p:attrNameLst>
                                          <p:attrName>ppt_x</p:attrName>
                                        </p:attrNameLst>
                                      </p:cBhvr>
                                      <p:tavLst>
                                        <p:tav tm="0">
                                          <p:val>
                                            <p:strVal val="0-#ppt_w/2"/>
                                          </p:val>
                                        </p:tav>
                                        <p:tav tm="100000">
                                          <p:val>
                                            <p:strVal val="#ppt_x"/>
                                          </p:val>
                                        </p:tav>
                                      </p:tavLst>
                                    </p:anim>
                                    <p:anim calcmode="lin" valueType="num">
                                      <p:cBhvr additive="base">
                                        <p:cTn id="28" dur="500" fill="hold"/>
                                        <p:tgtEl>
                                          <p:spTgt spid="17417"/>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300"/>
                                  </p:stCondLst>
                                  <p:childTnLst>
                                    <p:set>
                                      <p:cBhvr>
                                        <p:cTn id="30" dur="1" fill="hold">
                                          <p:stCondLst>
                                            <p:cond delay="0"/>
                                          </p:stCondLst>
                                        </p:cTn>
                                        <p:tgtEl>
                                          <p:spTgt spid="17418"/>
                                        </p:tgtEl>
                                        <p:attrNameLst>
                                          <p:attrName>style.visibility</p:attrName>
                                        </p:attrNameLst>
                                      </p:cBhvr>
                                      <p:to>
                                        <p:strVal val="visible"/>
                                      </p:to>
                                    </p:set>
                                    <p:anim calcmode="lin" valueType="num">
                                      <p:cBhvr additive="base">
                                        <p:cTn id="31" dur="500" fill="hold"/>
                                        <p:tgtEl>
                                          <p:spTgt spid="17418"/>
                                        </p:tgtEl>
                                        <p:attrNameLst>
                                          <p:attrName>ppt_x</p:attrName>
                                        </p:attrNameLst>
                                      </p:cBhvr>
                                      <p:tavLst>
                                        <p:tav tm="0">
                                          <p:val>
                                            <p:strVal val="0-#ppt_w/2"/>
                                          </p:val>
                                        </p:tav>
                                        <p:tav tm="100000">
                                          <p:val>
                                            <p:strVal val="#ppt_x"/>
                                          </p:val>
                                        </p:tav>
                                      </p:tavLst>
                                    </p:anim>
                                    <p:anim calcmode="lin" valueType="num">
                                      <p:cBhvr additive="base">
                                        <p:cTn id="32" dur="500" fill="hold"/>
                                        <p:tgtEl>
                                          <p:spTgt spid="17418"/>
                                        </p:tgtEl>
                                        <p:attrNameLst>
                                          <p:attrName>ppt_y</p:attrName>
                                        </p:attrNameLst>
                                      </p:cBhvr>
                                      <p:tavLst>
                                        <p:tav tm="0">
                                          <p:val>
                                            <p:strVal val="#ppt_y"/>
                                          </p:val>
                                        </p:tav>
                                        <p:tav tm="100000">
                                          <p:val>
                                            <p:strVal val="#ppt_y"/>
                                          </p:val>
                                        </p:tav>
                                      </p:tavLst>
                                    </p:anim>
                                  </p:childTnLst>
                                </p:cTn>
                              </p:par>
                              <p:par>
                                <p:cTn id="33" presetID="2" presetClass="entr" presetSubtype="4" fill="hold" grpId="0" nodeType="withEffect">
                                  <p:stCondLst>
                                    <p:cond delay="700"/>
                                  </p:stCondLst>
                                  <p:childTnLst>
                                    <p:set>
                                      <p:cBhvr>
                                        <p:cTn id="34" dur="1" fill="hold">
                                          <p:stCondLst>
                                            <p:cond delay="0"/>
                                          </p:stCondLst>
                                        </p:cTn>
                                        <p:tgtEl>
                                          <p:spTgt spid="17415"/>
                                        </p:tgtEl>
                                        <p:attrNameLst>
                                          <p:attrName>style.visibility</p:attrName>
                                        </p:attrNameLst>
                                      </p:cBhvr>
                                      <p:to>
                                        <p:strVal val="visible"/>
                                      </p:to>
                                    </p:set>
                                    <p:anim calcmode="lin" valueType="num">
                                      <p:cBhvr additive="base">
                                        <p:cTn id="35" dur="500" fill="hold"/>
                                        <p:tgtEl>
                                          <p:spTgt spid="17415"/>
                                        </p:tgtEl>
                                        <p:attrNameLst>
                                          <p:attrName>ppt_x</p:attrName>
                                        </p:attrNameLst>
                                      </p:cBhvr>
                                      <p:tavLst>
                                        <p:tav tm="0">
                                          <p:val>
                                            <p:strVal val="#ppt_x"/>
                                          </p:val>
                                        </p:tav>
                                        <p:tav tm="100000">
                                          <p:val>
                                            <p:strVal val="#ppt_x"/>
                                          </p:val>
                                        </p:tav>
                                      </p:tavLst>
                                    </p:anim>
                                    <p:anim calcmode="lin" valueType="num">
                                      <p:cBhvr additive="base">
                                        <p:cTn id="36" dur="500" fill="hold"/>
                                        <p:tgtEl>
                                          <p:spTgt spid="17415"/>
                                        </p:tgtEl>
                                        <p:attrNameLst>
                                          <p:attrName>ppt_y</p:attrName>
                                        </p:attrNameLst>
                                      </p:cBhvr>
                                      <p:tavLst>
                                        <p:tav tm="0">
                                          <p:val>
                                            <p:strVal val="1+#ppt_h/2"/>
                                          </p:val>
                                        </p:tav>
                                        <p:tav tm="100000">
                                          <p:val>
                                            <p:strVal val="#ppt_y"/>
                                          </p:val>
                                        </p:tav>
                                      </p:tavLst>
                                    </p:anim>
                                  </p:childTnLst>
                                </p:cTn>
                              </p:par>
                              <p:par>
                                <p:cTn id="37" presetID="8" presetClass="emph" presetSubtype="0" fill="hold" grpId="1" nodeType="withEffect">
                                  <p:stCondLst>
                                    <p:cond delay="0"/>
                                  </p:stCondLst>
                                  <p:childTnLst>
                                    <p:animRot by="21600000">
                                      <p:cBhvr>
                                        <p:cTn id="38" dur="2700" fill="hold"/>
                                        <p:tgtEl>
                                          <p:spTgt spid="17415"/>
                                        </p:tgtEl>
                                        <p:attrNameLst>
                                          <p:attrName>r</p:attrName>
                                        </p:attrNameLst>
                                      </p:cBhvr>
                                    </p:animRot>
                                  </p:childTnLst>
                                </p:cTn>
                              </p:par>
                              <p:par>
                                <p:cTn id="39" presetID="8" presetClass="emph" presetSubtype="0" fill="hold" grpId="1" nodeType="withEffect">
                                  <p:stCondLst>
                                    <p:cond delay="0"/>
                                  </p:stCondLst>
                                  <p:childTnLst>
                                    <p:animRot by="21600000">
                                      <p:cBhvr>
                                        <p:cTn id="40" dur="2800" fill="hold"/>
                                        <p:tgtEl>
                                          <p:spTgt spid="17416"/>
                                        </p:tgtEl>
                                        <p:attrNameLst>
                                          <p:attrName>r</p:attrName>
                                        </p:attrNameLst>
                                      </p:cBhvr>
                                    </p:animRot>
                                  </p:childTnLst>
                                </p:cTn>
                              </p:par>
                              <p:par>
                                <p:cTn id="41" presetID="8" presetClass="emph" presetSubtype="0" fill="hold" grpId="1" nodeType="withEffect">
                                  <p:stCondLst>
                                    <p:cond delay="0"/>
                                  </p:stCondLst>
                                  <p:childTnLst>
                                    <p:animRot by="21600000">
                                      <p:cBhvr>
                                        <p:cTn id="42" dur="2700" fill="hold"/>
                                        <p:tgtEl>
                                          <p:spTgt spid="17414"/>
                                        </p:tgtEl>
                                        <p:attrNameLst>
                                          <p:attrName>r</p:attrName>
                                        </p:attrNameLst>
                                      </p:cBhvr>
                                    </p:animRot>
                                  </p:childTnLst>
                                </p:cTn>
                              </p:par>
                              <p:par>
                                <p:cTn id="43" presetID="8" presetClass="emph" presetSubtype="0" fill="hold" grpId="1" nodeType="withEffect">
                                  <p:stCondLst>
                                    <p:cond delay="0"/>
                                  </p:stCondLst>
                                  <p:childTnLst>
                                    <p:animRot by="21600000">
                                      <p:cBhvr>
                                        <p:cTn id="44" dur="2700" fill="hold"/>
                                        <p:tgtEl>
                                          <p:spTgt spid="17421"/>
                                        </p:tgtEl>
                                        <p:attrNameLst>
                                          <p:attrName>r</p:attrName>
                                        </p:attrNameLst>
                                      </p:cBhvr>
                                    </p:animRot>
                                  </p:childTnLst>
                                </p:cTn>
                              </p:par>
                              <p:par>
                                <p:cTn id="45" presetID="2" presetClass="entr" presetSubtype="8" fill="hold" grpId="0" nodeType="withEffect">
                                  <p:stCondLst>
                                    <p:cond delay="900"/>
                                  </p:stCondLst>
                                  <p:childTnLst>
                                    <p:set>
                                      <p:cBhvr>
                                        <p:cTn id="46" dur="1" fill="hold">
                                          <p:stCondLst>
                                            <p:cond delay="0"/>
                                          </p:stCondLst>
                                        </p:cTn>
                                        <p:tgtEl>
                                          <p:spTgt spid="17422"/>
                                        </p:tgtEl>
                                        <p:attrNameLst>
                                          <p:attrName>style.visibility</p:attrName>
                                        </p:attrNameLst>
                                      </p:cBhvr>
                                      <p:to>
                                        <p:strVal val="visible"/>
                                      </p:to>
                                    </p:set>
                                    <p:anim calcmode="lin" valueType="num">
                                      <p:cBhvr additive="base">
                                        <p:cTn id="47" dur="500" fill="hold"/>
                                        <p:tgtEl>
                                          <p:spTgt spid="17422"/>
                                        </p:tgtEl>
                                        <p:attrNameLst>
                                          <p:attrName>ppt_x</p:attrName>
                                        </p:attrNameLst>
                                      </p:cBhvr>
                                      <p:tavLst>
                                        <p:tav tm="0">
                                          <p:val>
                                            <p:strVal val="0-#ppt_w/2"/>
                                          </p:val>
                                        </p:tav>
                                        <p:tav tm="100000">
                                          <p:val>
                                            <p:strVal val="#ppt_x"/>
                                          </p:val>
                                        </p:tav>
                                      </p:tavLst>
                                    </p:anim>
                                    <p:anim calcmode="lin" valueType="num">
                                      <p:cBhvr additive="base">
                                        <p:cTn id="48" dur="500" fill="hold"/>
                                        <p:tgtEl>
                                          <p:spTgt spid="17422"/>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400"/>
                                  </p:stCondLst>
                                  <p:childTnLst>
                                    <p:set>
                                      <p:cBhvr>
                                        <p:cTn id="50" dur="1" fill="hold">
                                          <p:stCondLst>
                                            <p:cond delay="0"/>
                                          </p:stCondLst>
                                        </p:cTn>
                                        <p:tgtEl>
                                          <p:spTgt spid="17424"/>
                                        </p:tgtEl>
                                        <p:attrNameLst>
                                          <p:attrName>style.visibility</p:attrName>
                                        </p:attrNameLst>
                                      </p:cBhvr>
                                      <p:to>
                                        <p:strVal val="visible"/>
                                      </p:to>
                                    </p:set>
                                    <p:anim calcmode="lin" valueType="num">
                                      <p:cBhvr additive="base">
                                        <p:cTn id="51" dur="500" fill="hold"/>
                                        <p:tgtEl>
                                          <p:spTgt spid="17424"/>
                                        </p:tgtEl>
                                        <p:attrNameLst>
                                          <p:attrName>ppt_x</p:attrName>
                                        </p:attrNameLst>
                                      </p:cBhvr>
                                      <p:tavLst>
                                        <p:tav tm="0">
                                          <p:val>
                                            <p:strVal val="0-#ppt_w/2"/>
                                          </p:val>
                                        </p:tav>
                                        <p:tav tm="100000">
                                          <p:val>
                                            <p:strVal val="#ppt_x"/>
                                          </p:val>
                                        </p:tav>
                                      </p:tavLst>
                                    </p:anim>
                                    <p:anim calcmode="lin" valueType="num">
                                      <p:cBhvr additive="base">
                                        <p:cTn id="52" dur="500" fill="hold"/>
                                        <p:tgtEl>
                                          <p:spTgt spid="17424"/>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900"/>
                                  </p:stCondLst>
                                  <p:childTnLst>
                                    <p:set>
                                      <p:cBhvr>
                                        <p:cTn id="54" dur="1" fill="hold">
                                          <p:stCondLst>
                                            <p:cond delay="0"/>
                                          </p:stCondLst>
                                        </p:cTn>
                                        <p:tgtEl>
                                          <p:spTgt spid="17423"/>
                                        </p:tgtEl>
                                        <p:attrNameLst>
                                          <p:attrName>style.visibility</p:attrName>
                                        </p:attrNameLst>
                                      </p:cBhvr>
                                      <p:to>
                                        <p:strVal val="visible"/>
                                      </p:to>
                                    </p:set>
                                    <p:anim calcmode="lin" valueType="num">
                                      <p:cBhvr additive="base">
                                        <p:cTn id="55" dur="500" fill="hold"/>
                                        <p:tgtEl>
                                          <p:spTgt spid="17423"/>
                                        </p:tgtEl>
                                        <p:attrNameLst>
                                          <p:attrName>ppt_x</p:attrName>
                                        </p:attrNameLst>
                                      </p:cBhvr>
                                      <p:tavLst>
                                        <p:tav tm="0">
                                          <p:val>
                                            <p:strVal val="0-#ppt_w/2"/>
                                          </p:val>
                                        </p:tav>
                                        <p:tav tm="100000">
                                          <p:val>
                                            <p:strVal val="#ppt_x"/>
                                          </p:val>
                                        </p:tav>
                                      </p:tavLst>
                                    </p:anim>
                                    <p:anim calcmode="lin" valueType="num">
                                      <p:cBhvr additive="base">
                                        <p:cTn id="56" dur="500" fill="hold"/>
                                        <p:tgtEl>
                                          <p:spTgt spid="17423"/>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400"/>
                                  </p:stCondLst>
                                  <p:childTnLst>
                                    <p:set>
                                      <p:cBhvr>
                                        <p:cTn id="58" dur="1" fill="hold">
                                          <p:stCondLst>
                                            <p:cond delay="0"/>
                                          </p:stCondLst>
                                        </p:cTn>
                                        <p:tgtEl>
                                          <p:spTgt spid="17425"/>
                                        </p:tgtEl>
                                        <p:attrNameLst>
                                          <p:attrName>style.visibility</p:attrName>
                                        </p:attrNameLst>
                                      </p:cBhvr>
                                      <p:to>
                                        <p:strVal val="visible"/>
                                      </p:to>
                                    </p:set>
                                    <p:anim calcmode="lin" valueType="num">
                                      <p:cBhvr additive="base">
                                        <p:cTn id="59" dur="500" fill="hold"/>
                                        <p:tgtEl>
                                          <p:spTgt spid="17425"/>
                                        </p:tgtEl>
                                        <p:attrNameLst>
                                          <p:attrName>ppt_x</p:attrName>
                                        </p:attrNameLst>
                                      </p:cBhvr>
                                      <p:tavLst>
                                        <p:tav tm="0">
                                          <p:val>
                                            <p:strVal val="0-#ppt_w/2"/>
                                          </p:val>
                                        </p:tav>
                                        <p:tav tm="100000">
                                          <p:val>
                                            <p:strVal val="#ppt_x"/>
                                          </p:val>
                                        </p:tav>
                                      </p:tavLst>
                                    </p:anim>
                                    <p:anim calcmode="lin" valueType="num">
                                      <p:cBhvr additive="base">
                                        <p:cTn id="60" dur="500" fill="hold"/>
                                        <p:tgtEl>
                                          <p:spTgt spid="17425"/>
                                        </p:tgtEl>
                                        <p:attrNameLst>
                                          <p:attrName>ppt_y</p:attrName>
                                        </p:attrNameLst>
                                      </p:cBhvr>
                                      <p:tavLst>
                                        <p:tav tm="0">
                                          <p:val>
                                            <p:strVal val="#ppt_y"/>
                                          </p:val>
                                        </p:tav>
                                        <p:tav tm="100000">
                                          <p:val>
                                            <p:strVal val="#ppt_y"/>
                                          </p:val>
                                        </p:tav>
                                      </p:tavLst>
                                    </p:anim>
                                  </p:childTnLst>
                                </p:cTn>
                              </p:par>
                            </p:childTnLst>
                          </p:cTn>
                        </p:par>
                        <p:par>
                          <p:cTn id="61" fill="hold">
                            <p:stCondLst>
                              <p:cond delay="500"/>
                            </p:stCondLst>
                            <p:childTnLst>
                              <p:par>
                                <p:cTn id="62" presetID="22" presetClass="entr" presetSubtype="1" fill="hold" grpId="0" nodeType="after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wipe(up)">
                                      <p:cBhvr>
                                        <p:cTn id="64" dur="500"/>
                                        <p:tgtEl>
                                          <p:spTgt spid="30"/>
                                        </p:tgtEl>
                                      </p:cBhvr>
                                    </p:animEffect>
                                  </p:childTnLst>
                                </p:cTn>
                              </p:par>
                            </p:childTnLst>
                          </p:cTn>
                        </p:par>
                        <p:par>
                          <p:cTn id="65" fill="hold">
                            <p:stCondLst>
                              <p:cond delay="1000"/>
                            </p:stCondLst>
                            <p:childTnLst>
                              <p:par>
                                <p:cTn id="66" presetID="22" presetClass="entr" presetSubtype="1" fill="hold" grpId="0" nodeType="after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wipe(up)">
                                      <p:cBhvr>
                                        <p:cTn id="68" dur="500"/>
                                        <p:tgtEl>
                                          <p:spTgt spid="32"/>
                                        </p:tgtEl>
                                      </p:cBhvr>
                                    </p:animEffect>
                                  </p:childTnLst>
                                </p:cTn>
                              </p:par>
                            </p:childTnLst>
                          </p:cTn>
                        </p:par>
                        <p:par>
                          <p:cTn id="69" fill="hold">
                            <p:stCondLst>
                              <p:cond delay="1500"/>
                            </p:stCondLst>
                            <p:childTnLst>
                              <p:par>
                                <p:cTn id="70" presetID="22" presetClass="entr" presetSubtype="1" fill="hold" grpId="0" nodeType="afterEffect">
                                  <p:stCondLst>
                                    <p:cond delay="0"/>
                                  </p:stCondLst>
                                  <p:childTnLst>
                                    <p:set>
                                      <p:cBhvr>
                                        <p:cTn id="71" dur="1" fill="hold">
                                          <p:stCondLst>
                                            <p:cond delay="0"/>
                                          </p:stCondLst>
                                        </p:cTn>
                                        <p:tgtEl>
                                          <p:spTgt spid="34"/>
                                        </p:tgtEl>
                                        <p:attrNameLst>
                                          <p:attrName>style.visibility</p:attrName>
                                        </p:attrNameLst>
                                      </p:cBhvr>
                                      <p:to>
                                        <p:strVal val="visible"/>
                                      </p:to>
                                    </p:set>
                                    <p:animEffect transition="in" filter="wipe(up)">
                                      <p:cBhvr>
                                        <p:cTn id="7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4" grpId="0" animBg="1"/>
      <p:bldP spid="17414" grpId="1" animBg="1"/>
      <p:bldP spid="17415" grpId="0" animBg="1"/>
      <p:bldP spid="17415" grpId="1" animBg="1"/>
      <p:bldP spid="17416" grpId="0" animBg="1"/>
      <p:bldP spid="17416" grpId="1" animBg="1"/>
      <p:bldP spid="17417" grpId="0" animBg="1"/>
      <p:bldP spid="17418" grpId="0" animBg="1"/>
      <p:bldP spid="17419" grpId="0" animBg="1"/>
      <p:bldP spid="17420" grpId="0" animBg="1"/>
      <p:bldP spid="17421" grpId="0" animBg="1"/>
      <p:bldP spid="17421" grpId="1" animBg="1"/>
      <p:bldP spid="17422" grpId="0"/>
      <p:bldP spid="17423" grpId="0"/>
      <p:bldP spid="17424" grpId="0"/>
      <p:bldP spid="17425" grpId="0"/>
      <p:bldP spid="30" grpId="0"/>
      <p:bldP spid="32" grpId="0"/>
      <p:bldP spid="3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028" y="1934824"/>
            <a:ext cx="5748028" cy="2876826"/>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 name="矩形 2"/>
          <p:cNvSpPr/>
          <p:nvPr/>
        </p:nvSpPr>
        <p:spPr>
          <a:xfrm>
            <a:off x="5806787" y="2269402"/>
            <a:ext cx="383943" cy="2207671"/>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 name="TextBox 11"/>
          <p:cNvSpPr txBox="1"/>
          <p:nvPr/>
        </p:nvSpPr>
        <p:spPr>
          <a:xfrm>
            <a:off x="3394579" y="2191753"/>
            <a:ext cx="2037738" cy="2062103"/>
          </a:xfrm>
          <a:prstGeom prst="rect">
            <a:avLst/>
          </a:prstGeom>
          <a:noFill/>
        </p:spPr>
        <p:txBody>
          <a:bodyPr wrap="none" rtlCol="0">
            <a:spAutoFit/>
          </a:bodyPr>
          <a:lstStyle/>
          <a:p>
            <a:pPr algn="r" defTabSz="1218565"/>
            <a:r>
              <a:rPr lang="en-US" altLang="zh-CN" sz="12800" b="1"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03</a:t>
            </a:r>
            <a:endParaRPr lang="zh-CN" altLang="en-US" sz="128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文本占位符 3"/>
          <p:cNvSpPr txBox="1"/>
          <p:nvPr/>
        </p:nvSpPr>
        <p:spPr>
          <a:xfrm>
            <a:off x="6629386" y="2171591"/>
            <a:ext cx="3124118" cy="749787"/>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4800" dirty="0" smtClean="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内容解析</a:t>
            </a:r>
            <a:endParaRPr lang="zh-CN" altLang="en-US" sz="4800"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 name="矩形 5"/>
          <p:cNvSpPr/>
          <p:nvPr/>
        </p:nvSpPr>
        <p:spPr>
          <a:xfrm>
            <a:off x="6384034" y="3046017"/>
            <a:ext cx="5376597" cy="60959"/>
          </a:xfrm>
          <a:prstGeom prst="rect">
            <a:avLst/>
          </a:prstGeom>
          <a:solidFill>
            <a:srgbClr val="DA5665"/>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矩形 6"/>
          <p:cNvSpPr/>
          <p:nvPr/>
        </p:nvSpPr>
        <p:spPr>
          <a:xfrm>
            <a:off x="6445878" y="3046016"/>
            <a:ext cx="4796623" cy="1823728"/>
          </a:xfrm>
          <a:prstGeom prst="rect">
            <a:avLst/>
          </a:prstGeom>
        </p:spPr>
        <p:txBody>
          <a:bodyPr vert="horz" lIns="121888" tIns="60944" rIns="121888" bIns="60944" rtlCol="0" anchor="ctr">
            <a:noAutofit/>
          </a:bodyPr>
          <a:lstStyle/>
          <a:p>
            <a:pPr>
              <a:lnSpc>
                <a:spcPct val="150000"/>
              </a:lnSpc>
              <a:spcBef>
                <a:spcPct val="20000"/>
              </a:spcBef>
              <a:buFont typeface="Arial" panose="020B0604020202020204" pitchFamily="34" charset="0"/>
              <a:buNone/>
            </a:pPr>
            <a:r>
              <a:rPr lang="en-US" altLang="zh-CN"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1</a:t>
            </a:r>
            <a:r>
              <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、点击添加文字标题</a:t>
            </a:r>
            <a:endParaRPr lang="en-US" altLang="zh-CN"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spcBef>
                <a:spcPct val="20000"/>
              </a:spcBef>
            </a:pPr>
            <a:r>
              <a:rPr lang="en-US" altLang="zh-CN"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2</a:t>
            </a:r>
            <a:r>
              <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、点击添加相关文字标题</a:t>
            </a:r>
            <a:endPar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spcBef>
                <a:spcPct val="20000"/>
              </a:spcBef>
              <a:buFont typeface="Arial" panose="020B0604020202020204" pitchFamily="34" charset="0"/>
              <a:buNone/>
            </a:pPr>
            <a:r>
              <a:rPr lang="en-US" altLang="zh-CN"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3</a:t>
            </a:r>
            <a:r>
              <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、点击添加文字标题</a:t>
            </a:r>
            <a:endPar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60" y="5400737"/>
            <a:ext cx="12192000" cy="1624224"/>
          </a:xfrm>
          <a:prstGeom prst="rect">
            <a:avLst/>
          </a:prstGeom>
        </p:spPr>
      </p:pic>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flipH="1">
            <a:off x="3547702" y="-3223270"/>
            <a:ext cx="67348" cy="6858000"/>
          </a:xfrm>
          <a:prstGeom prst="rect">
            <a:avLst/>
          </a:prstGeom>
        </p:spPr>
      </p:pic>
      <p:sp>
        <p:nvSpPr>
          <p:cNvPr id="12" name="文本框 11"/>
          <p:cNvSpPr txBox="1"/>
          <p:nvPr/>
        </p:nvSpPr>
        <p:spPr>
          <a:xfrm>
            <a:off x="7155840" y="-12611"/>
            <a:ext cx="4426416" cy="369332"/>
          </a:xfrm>
          <a:prstGeom prst="rect">
            <a:avLst/>
          </a:prstGeom>
          <a:noFill/>
        </p:spPr>
        <p:txBody>
          <a:bodyPr vert="horz" wrap="square" rtlCol="0">
            <a:spAutoFit/>
          </a:bodyPr>
          <a:lstStyle/>
          <a:p>
            <a:pPr algn="dist"/>
            <a:r>
              <a:rPr lang="zh-CN" altLang="en-US" dirty="0" smtClean="0">
                <a:solidFill>
                  <a:srgbClr val="FB8989"/>
                </a:solidFill>
                <a:latin typeface="字魂105号-简雅黑" panose="00000500000000000000" pitchFamily="2" charset="-122"/>
                <a:ea typeface="字魂105号-简雅黑" panose="00000500000000000000" pitchFamily="2" charset="-122"/>
              </a:rPr>
              <a:t>读万卷书</a:t>
            </a:r>
            <a:r>
              <a:rPr lang="en-US" altLang="zh-CN" dirty="0" smtClean="0">
                <a:solidFill>
                  <a:srgbClr val="FB8989"/>
                </a:solidFill>
                <a:latin typeface="字魂105号-简雅黑" panose="00000500000000000000" pitchFamily="2" charset="-122"/>
                <a:ea typeface="字魂105号-简雅黑" panose="00000500000000000000" pitchFamily="2" charset="-122"/>
              </a:rPr>
              <a:t>·</a:t>
            </a:r>
            <a:r>
              <a:rPr lang="zh-CN" altLang="en-US" dirty="0" smtClean="0">
                <a:solidFill>
                  <a:srgbClr val="FB8989"/>
                </a:solidFill>
                <a:latin typeface="字魂105号-简雅黑" panose="00000500000000000000" pitchFamily="2" charset="-122"/>
                <a:ea typeface="字魂105号-简雅黑" panose="00000500000000000000" pitchFamily="2" charset="-122"/>
              </a:rPr>
              <a:t>行万里路</a:t>
            </a:r>
            <a:endParaRPr lang="zh-CN" altLang="en-US" dirty="0">
              <a:solidFill>
                <a:srgbClr val="FB8989"/>
              </a:solidFill>
              <a:latin typeface="字魂105号-简雅黑" panose="00000500000000000000" pitchFamily="2" charset="-122"/>
              <a:ea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400"/>
                                        <p:tgtEl>
                                          <p:spTgt spid="3"/>
                                        </p:tgtEl>
                                      </p:cBhvr>
                                    </p:animEffect>
                                  </p:childTnLst>
                                </p:cTn>
                              </p:par>
                              <p:par>
                                <p:cTn id="8" presetID="22" presetClass="entr" presetSubtype="2" fill="hold" grpId="0" nodeType="withEffect">
                                  <p:stCondLst>
                                    <p:cond delay="200"/>
                                  </p:stCondLst>
                                  <p:childTnLst>
                                    <p:set>
                                      <p:cBhvr>
                                        <p:cTn id="9" dur="1" fill="hold">
                                          <p:stCondLst>
                                            <p:cond delay="0"/>
                                          </p:stCondLst>
                                        </p:cTn>
                                        <p:tgtEl>
                                          <p:spTgt spid="2"/>
                                        </p:tgtEl>
                                        <p:attrNameLst>
                                          <p:attrName>style.visibility</p:attrName>
                                        </p:attrNameLst>
                                      </p:cBhvr>
                                      <p:to>
                                        <p:strVal val="visible"/>
                                      </p:to>
                                    </p:set>
                                    <p:animEffect transition="in" filter="wipe(right)">
                                      <p:cBhvr>
                                        <p:cTn id="10" dur="500"/>
                                        <p:tgtEl>
                                          <p:spTgt spid="2"/>
                                        </p:tgtEl>
                                      </p:cBhvr>
                                    </p:animEffect>
                                  </p:childTnLst>
                                </p:cTn>
                              </p:par>
                              <p:par>
                                <p:cTn id="11" presetID="15" presetClass="entr" presetSubtype="0" fill="hold" grpId="0" nodeType="withEffect">
                                  <p:stCondLst>
                                    <p:cond delay="200"/>
                                  </p:stCondLst>
                                  <p:iterate type="lt">
                                    <p:tmPct val="10000"/>
                                  </p:iterate>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par>
                          <p:cTn id="17" fill="hold">
                            <p:stCondLst>
                              <p:cond delay="0"/>
                            </p:stCondLst>
                            <p:childTnLst>
                              <p:par>
                                <p:cTn id="18" presetID="22" presetClass="entr" presetSubtype="8"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400"/>
                                        <p:tgtEl>
                                          <p:spTgt spid="5"/>
                                        </p:tgtEl>
                                      </p:cBhvr>
                                    </p:animEffect>
                                  </p:childTnLst>
                                </p:cTn>
                              </p:par>
                              <p:par>
                                <p:cTn id="21" presetID="22" presetClass="entr" presetSubtype="8" fill="hold" grpId="0" nodeType="withEffect">
                                  <p:stCondLst>
                                    <p:cond delay="20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400"/>
                                        <p:tgtEl>
                                          <p:spTgt spid="6"/>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P spid="6" grpId="0" animBg="1"/>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6" name="Oval 6"/>
          <p:cNvSpPr>
            <a:spLocks noChangeArrowheads="1"/>
          </p:cNvSpPr>
          <p:nvPr/>
        </p:nvSpPr>
        <p:spPr bwMode="auto">
          <a:xfrm>
            <a:off x="1794934" y="2927285"/>
            <a:ext cx="529167" cy="529167"/>
          </a:xfrm>
          <a:prstGeom prst="ellipse">
            <a:avLst/>
          </a:prstGeom>
          <a:solidFill>
            <a:srgbClr val="DA5665"/>
          </a:solidFill>
          <a:ln>
            <a:noFill/>
          </a:ln>
          <a:effectLst/>
        </p:spPr>
        <p:txBody>
          <a:bodyPr wrap="none" anchor="ct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371" name="Freeform 11"/>
          <p:cNvSpPr/>
          <p:nvPr/>
        </p:nvSpPr>
        <p:spPr bwMode="auto">
          <a:xfrm>
            <a:off x="872067" y="3210918"/>
            <a:ext cx="2353733" cy="1181100"/>
          </a:xfrm>
          <a:custGeom>
            <a:avLst/>
            <a:gdLst>
              <a:gd name="T0" fmla="*/ 881338 w 673"/>
              <a:gd name="T1" fmla="*/ 635369 h 336"/>
              <a:gd name="T2" fmla="*/ 249188 w 673"/>
              <a:gd name="T3" fmla="*/ 0 h 336"/>
              <a:gd name="T4" fmla="*/ 0 w 673"/>
              <a:gd name="T5" fmla="*/ 0 h 336"/>
              <a:gd name="T6" fmla="*/ 881338 w 673"/>
              <a:gd name="T7" fmla="*/ 885825 h 336"/>
              <a:gd name="T8" fmla="*/ 1765300 w 673"/>
              <a:gd name="T9" fmla="*/ 0 h 336"/>
              <a:gd name="T10" fmla="*/ 1516112 w 673"/>
              <a:gd name="T11" fmla="*/ 0 h 336"/>
              <a:gd name="T12" fmla="*/ 881338 w 673"/>
              <a:gd name="T13" fmla="*/ 635369 h 3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3" h="336">
                <a:moveTo>
                  <a:pt x="336" y="241"/>
                </a:moveTo>
                <a:cubicBezTo>
                  <a:pt x="203" y="241"/>
                  <a:pt x="95" y="133"/>
                  <a:pt x="95" y="0"/>
                </a:cubicBezTo>
                <a:cubicBezTo>
                  <a:pt x="0" y="0"/>
                  <a:pt x="0" y="0"/>
                  <a:pt x="0" y="0"/>
                </a:cubicBezTo>
                <a:cubicBezTo>
                  <a:pt x="0" y="186"/>
                  <a:pt x="150" y="336"/>
                  <a:pt x="336" y="336"/>
                </a:cubicBezTo>
                <a:cubicBezTo>
                  <a:pt x="522" y="336"/>
                  <a:pt x="673" y="186"/>
                  <a:pt x="673" y="0"/>
                </a:cubicBezTo>
                <a:cubicBezTo>
                  <a:pt x="578" y="0"/>
                  <a:pt x="578" y="0"/>
                  <a:pt x="578" y="0"/>
                </a:cubicBezTo>
                <a:cubicBezTo>
                  <a:pt x="578" y="133"/>
                  <a:pt x="470" y="241"/>
                  <a:pt x="336" y="241"/>
                </a:cubicBez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372" name="Freeform 12"/>
          <p:cNvSpPr/>
          <p:nvPr/>
        </p:nvSpPr>
        <p:spPr bwMode="auto">
          <a:xfrm>
            <a:off x="2893484" y="2027701"/>
            <a:ext cx="2353733" cy="1183217"/>
          </a:xfrm>
          <a:custGeom>
            <a:avLst/>
            <a:gdLst>
              <a:gd name="T0" fmla="*/ 883962 w 673"/>
              <a:gd name="T1" fmla="*/ 0 h 337"/>
              <a:gd name="T2" fmla="*/ 0 w 673"/>
              <a:gd name="T3" fmla="*/ 887413 h 337"/>
              <a:gd name="T4" fmla="*/ 249188 w 673"/>
              <a:gd name="T5" fmla="*/ 887413 h 337"/>
              <a:gd name="T6" fmla="*/ 883962 w 673"/>
              <a:gd name="T7" fmla="*/ 250161 h 337"/>
              <a:gd name="T8" fmla="*/ 1516112 w 673"/>
              <a:gd name="T9" fmla="*/ 887413 h 337"/>
              <a:gd name="T10" fmla="*/ 1765300 w 673"/>
              <a:gd name="T11" fmla="*/ 887413 h 337"/>
              <a:gd name="T12" fmla="*/ 883962 w 673"/>
              <a:gd name="T13" fmla="*/ 0 h 3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3" h="337">
                <a:moveTo>
                  <a:pt x="337" y="0"/>
                </a:moveTo>
                <a:cubicBezTo>
                  <a:pt x="151" y="0"/>
                  <a:pt x="0" y="151"/>
                  <a:pt x="0" y="337"/>
                </a:cubicBezTo>
                <a:cubicBezTo>
                  <a:pt x="95" y="337"/>
                  <a:pt x="95" y="337"/>
                  <a:pt x="95" y="337"/>
                </a:cubicBezTo>
                <a:cubicBezTo>
                  <a:pt x="95" y="203"/>
                  <a:pt x="203" y="95"/>
                  <a:pt x="337" y="95"/>
                </a:cubicBezTo>
                <a:cubicBezTo>
                  <a:pt x="470" y="95"/>
                  <a:pt x="578" y="203"/>
                  <a:pt x="578" y="337"/>
                </a:cubicBezTo>
                <a:cubicBezTo>
                  <a:pt x="673" y="337"/>
                  <a:pt x="673" y="337"/>
                  <a:pt x="673" y="337"/>
                </a:cubicBezTo>
                <a:cubicBezTo>
                  <a:pt x="673" y="151"/>
                  <a:pt x="523" y="0"/>
                  <a:pt x="337" y="0"/>
                </a:cubicBez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373" name="Freeform 13"/>
          <p:cNvSpPr/>
          <p:nvPr/>
        </p:nvSpPr>
        <p:spPr bwMode="auto">
          <a:xfrm>
            <a:off x="4914900" y="3210918"/>
            <a:ext cx="2355851" cy="1181100"/>
          </a:xfrm>
          <a:custGeom>
            <a:avLst/>
            <a:gdLst>
              <a:gd name="T0" fmla="*/ 883444 w 674"/>
              <a:gd name="T1" fmla="*/ 635369 h 336"/>
              <a:gd name="T2" fmla="*/ 249042 w 674"/>
              <a:gd name="T3" fmla="*/ 0 h 336"/>
              <a:gd name="T4" fmla="*/ 0 w 674"/>
              <a:gd name="T5" fmla="*/ 0 h 336"/>
              <a:gd name="T6" fmla="*/ 883444 w 674"/>
              <a:gd name="T7" fmla="*/ 885825 h 336"/>
              <a:gd name="T8" fmla="*/ 1766888 w 674"/>
              <a:gd name="T9" fmla="*/ 0 h 336"/>
              <a:gd name="T10" fmla="*/ 1517846 w 674"/>
              <a:gd name="T11" fmla="*/ 0 h 336"/>
              <a:gd name="T12" fmla="*/ 883444 w 674"/>
              <a:gd name="T13" fmla="*/ 635369 h 3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4" h="336">
                <a:moveTo>
                  <a:pt x="337" y="241"/>
                </a:moveTo>
                <a:cubicBezTo>
                  <a:pt x="204" y="241"/>
                  <a:pt x="95" y="133"/>
                  <a:pt x="95" y="0"/>
                </a:cubicBezTo>
                <a:cubicBezTo>
                  <a:pt x="0" y="0"/>
                  <a:pt x="0" y="0"/>
                  <a:pt x="0" y="0"/>
                </a:cubicBezTo>
                <a:cubicBezTo>
                  <a:pt x="0" y="186"/>
                  <a:pt x="151" y="336"/>
                  <a:pt x="337" y="336"/>
                </a:cubicBezTo>
                <a:cubicBezTo>
                  <a:pt x="523" y="336"/>
                  <a:pt x="674" y="186"/>
                  <a:pt x="674" y="0"/>
                </a:cubicBezTo>
                <a:cubicBezTo>
                  <a:pt x="579" y="0"/>
                  <a:pt x="579" y="0"/>
                  <a:pt x="579" y="0"/>
                </a:cubicBezTo>
                <a:cubicBezTo>
                  <a:pt x="579" y="133"/>
                  <a:pt x="471" y="241"/>
                  <a:pt x="337" y="241"/>
                </a:cubicBez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374" name="Freeform 14"/>
          <p:cNvSpPr/>
          <p:nvPr/>
        </p:nvSpPr>
        <p:spPr bwMode="auto">
          <a:xfrm>
            <a:off x="6938434" y="2027701"/>
            <a:ext cx="2353733" cy="1183217"/>
          </a:xfrm>
          <a:custGeom>
            <a:avLst/>
            <a:gdLst>
              <a:gd name="T0" fmla="*/ 881338 w 673"/>
              <a:gd name="T1" fmla="*/ 0 h 337"/>
              <a:gd name="T2" fmla="*/ 0 w 673"/>
              <a:gd name="T3" fmla="*/ 887413 h 337"/>
              <a:gd name="T4" fmla="*/ 249188 w 673"/>
              <a:gd name="T5" fmla="*/ 887413 h 337"/>
              <a:gd name="T6" fmla="*/ 881338 w 673"/>
              <a:gd name="T7" fmla="*/ 250161 h 337"/>
              <a:gd name="T8" fmla="*/ 1516112 w 673"/>
              <a:gd name="T9" fmla="*/ 887413 h 337"/>
              <a:gd name="T10" fmla="*/ 1765300 w 673"/>
              <a:gd name="T11" fmla="*/ 887413 h 337"/>
              <a:gd name="T12" fmla="*/ 881338 w 673"/>
              <a:gd name="T13" fmla="*/ 0 h 3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3" h="337">
                <a:moveTo>
                  <a:pt x="336" y="0"/>
                </a:moveTo>
                <a:cubicBezTo>
                  <a:pt x="150" y="0"/>
                  <a:pt x="0" y="151"/>
                  <a:pt x="0" y="337"/>
                </a:cubicBezTo>
                <a:cubicBezTo>
                  <a:pt x="95" y="337"/>
                  <a:pt x="95" y="337"/>
                  <a:pt x="95" y="337"/>
                </a:cubicBezTo>
                <a:cubicBezTo>
                  <a:pt x="95" y="203"/>
                  <a:pt x="203" y="95"/>
                  <a:pt x="336" y="95"/>
                </a:cubicBezTo>
                <a:cubicBezTo>
                  <a:pt x="470" y="95"/>
                  <a:pt x="578" y="203"/>
                  <a:pt x="578" y="337"/>
                </a:cubicBezTo>
                <a:cubicBezTo>
                  <a:pt x="673" y="337"/>
                  <a:pt x="673" y="337"/>
                  <a:pt x="673" y="337"/>
                </a:cubicBezTo>
                <a:cubicBezTo>
                  <a:pt x="673" y="151"/>
                  <a:pt x="522" y="0"/>
                  <a:pt x="336" y="0"/>
                </a:cubicBez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375" name="Freeform 15"/>
          <p:cNvSpPr/>
          <p:nvPr/>
        </p:nvSpPr>
        <p:spPr bwMode="auto">
          <a:xfrm>
            <a:off x="8959852" y="3210918"/>
            <a:ext cx="2355849" cy="1181100"/>
          </a:xfrm>
          <a:custGeom>
            <a:avLst/>
            <a:gdLst>
              <a:gd name="T0" fmla="*/ 883444 w 674"/>
              <a:gd name="T1" fmla="*/ 635369 h 336"/>
              <a:gd name="T2" fmla="*/ 249042 w 674"/>
              <a:gd name="T3" fmla="*/ 0 h 336"/>
              <a:gd name="T4" fmla="*/ 0 w 674"/>
              <a:gd name="T5" fmla="*/ 0 h 336"/>
              <a:gd name="T6" fmla="*/ 883444 w 674"/>
              <a:gd name="T7" fmla="*/ 885825 h 336"/>
              <a:gd name="T8" fmla="*/ 1766887 w 674"/>
              <a:gd name="T9" fmla="*/ 0 h 336"/>
              <a:gd name="T10" fmla="*/ 1517845 w 674"/>
              <a:gd name="T11" fmla="*/ 0 h 336"/>
              <a:gd name="T12" fmla="*/ 883444 w 674"/>
              <a:gd name="T13" fmla="*/ 635369 h 3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4" h="336">
                <a:moveTo>
                  <a:pt x="337" y="241"/>
                </a:moveTo>
                <a:cubicBezTo>
                  <a:pt x="203" y="241"/>
                  <a:pt x="95" y="133"/>
                  <a:pt x="95" y="0"/>
                </a:cubicBezTo>
                <a:cubicBezTo>
                  <a:pt x="0" y="0"/>
                  <a:pt x="0" y="0"/>
                  <a:pt x="0" y="0"/>
                </a:cubicBezTo>
                <a:cubicBezTo>
                  <a:pt x="0" y="186"/>
                  <a:pt x="151" y="336"/>
                  <a:pt x="337" y="336"/>
                </a:cubicBezTo>
                <a:cubicBezTo>
                  <a:pt x="523" y="336"/>
                  <a:pt x="674" y="186"/>
                  <a:pt x="674" y="0"/>
                </a:cubicBezTo>
                <a:cubicBezTo>
                  <a:pt x="579" y="0"/>
                  <a:pt x="579" y="0"/>
                  <a:pt x="579" y="0"/>
                </a:cubicBezTo>
                <a:cubicBezTo>
                  <a:pt x="579" y="133"/>
                  <a:pt x="470" y="241"/>
                  <a:pt x="337" y="241"/>
                </a:cubicBez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376" name="Freeform 16"/>
          <p:cNvSpPr/>
          <p:nvPr/>
        </p:nvSpPr>
        <p:spPr bwMode="auto">
          <a:xfrm>
            <a:off x="872067" y="2036168"/>
            <a:ext cx="2353733" cy="1183217"/>
          </a:xfrm>
          <a:custGeom>
            <a:avLst/>
            <a:gdLst>
              <a:gd name="T0" fmla="*/ 881338 w 673"/>
              <a:gd name="T1" fmla="*/ 0 h 337"/>
              <a:gd name="T2" fmla="*/ 0 w 673"/>
              <a:gd name="T3" fmla="*/ 887413 h 337"/>
              <a:gd name="T4" fmla="*/ 249188 w 673"/>
              <a:gd name="T5" fmla="*/ 887413 h 337"/>
              <a:gd name="T6" fmla="*/ 881338 w 673"/>
              <a:gd name="T7" fmla="*/ 250161 h 337"/>
              <a:gd name="T8" fmla="*/ 1516112 w 673"/>
              <a:gd name="T9" fmla="*/ 887413 h 337"/>
              <a:gd name="T10" fmla="*/ 1765300 w 673"/>
              <a:gd name="T11" fmla="*/ 887413 h 337"/>
              <a:gd name="T12" fmla="*/ 881338 w 673"/>
              <a:gd name="T13" fmla="*/ 0 h 3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3" h="337">
                <a:moveTo>
                  <a:pt x="336" y="0"/>
                </a:moveTo>
                <a:cubicBezTo>
                  <a:pt x="150" y="0"/>
                  <a:pt x="0" y="151"/>
                  <a:pt x="0" y="337"/>
                </a:cubicBezTo>
                <a:cubicBezTo>
                  <a:pt x="95" y="337"/>
                  <a:pt x="95" y="337"/>
                  <a:pt x="95" y="337"/>
                </a:cubicBezTo>
                <a:cubicBezTo>
                  <a:pt x="95" y="203"/>
                  <a:pt x="203" y="95"/>
                  <a:pt x="336" y="95"/>
                </a:cubicBezTo>
                <a:cubicBezTo>
                  <a:pt x="470" y="95"/>
                  <a:pt x="578" y="203"/>
                  <a:pt x="578" y="337"/>
                </a:cubicBezTo>
                <a:cubicBezTo>
                  <a:pt x="673" y="337"/>
                  <a:pt x="673" y="337"/>
                  <a:pt x="673" y="337"/>
                </a:cubicBezTo>
                <a:cubicBezTo>
                  <a:pt x="673" y="151"/>
                  <a:pt x="522" y="0"/>
                  <a:pt x="336" y="0"/>
                </a:cubicBezTo>
                <a:close/>
              </a:path>
            </a:pathLst>
          </a:custGeom>
          <a:solidFill>
            <a:srgbClr val="FB8989"/>
          </a:solidFill>
          <a:ln>
            <a:noFill/>
          </a:ln>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377" name="Freeform 17"/>
          <p:cNvSpPr/>
          <p:nvPr/>
        </p:nvSpPr>
        <p:spPr bwMode="auto">
          <a:xfrm>
            <a:off x="2893484" y="3210918"/>
            <a:ext cx="2353733" cy="1181100"/>
          </a:xfrm>
          <a:custGeom>
            <a:avLst/>
            <a:gdLst>
              <a:gd name="T0" fmla="*/ 883962 w 673"/>
              <a:gd name="T1" fmla="*/ 635369 h 336"/>
              <a:gd name="T2" fmla="*/ 249188 w 673"/>
              <a:gd name="T3" fmla="*/ 0 h 336"/>
              <a:gd name="T4" fmla="*/ 0 w 673"/>
              <a:gd name="T5" fmla="*/ 0 h 336"/>
              <a:gd name="T6" fmla="*/ 883962 w 673"/>
              <a:gd name="T7" fmla="*/ 885825 h 336"/>
              <a:gd name="T8" fmla="*/ 1765300 w 673"/>
              <a:gd name="T9" fmla="*/ 0 h 336"/>
              <a:gd name="T10" fmla="*/ 1516112 w 673"/>
              <a:gd name="T11" fmla="*/ 0 h 336"/>
              <a:gd name="T12" fmla="*/ 883962 w 673"/>
              <a:gd name="T13" fmla="*/ 635369 h 3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3" h="336">
                <a:moveTo>
                  <a:pt x="337" y="241"/>
                </a:moveTo>
                <a:cubicBezTo>
                  <a:pt x="203" y="241"/>
                  <a:pt x="95" y="133"/>
                  <a:pt x="95" y="0"/>
                </a:cubicBezTo>
                <a:cubicBezTo>
                  <a:pt x="0" y="0"/>
                  <a:pt x="0" y="0"/>
                  <a:pt x="0" y="0"/>
                </a:cubicBezTo>
                <a:cubicBezTo>
                  <a:pt x="0" y="186"/>
                  <a:pt x="151" y="336"/>
                  <a:pt x="337" y="336"/>
                </a:cubicBezTo>
                <a:cubicBezTo>
                  <a:pt x="523" y="336"/>
                  <a:pt x="673" y="186"/>
                  <a:pt x="673" y="0"/>
                </a:cubicBezTo>
                <a:cubicBezTo>
                  <a:pt x="578" y="0"/>
                  <a:pt x="578" y="0"/>
                  <a:pt x="578" y="0"/>
                </a:cubicBezTo>
                <a:cubicBezTo>
                  <a:pt x="578" y="133"/>
                  <a:pt x="470" y="241"/>
                  <a:pt x="337" y="241"/>
                </a:cubicBezTo>
                <a:close/>
              </a:path>
            </a:pathLst>
          </a:custGeom>
          <a:solidFill>
            <a:srgbClr val="FB8989"/>
          </a:solidFill>
          <a:ln>
            <a:noFill/>
          </a:ln>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378" name="Freeform 18"/>
          <p:cNvSpPr/>
          <p:nvPr/>
        </p:nvSpPr>
        <p:spPr bwMode="auto">
          <a:xfrm>
            <a:off x="4914900" y="2036168"/>
            <a:ext cx="2355851" cy="1183217"/>
          </a:xfrm>
          <a:custGeom>
            <a:avLst/>
            <a:gdLst>
              <a:gd name="T0" fmla="*/ 883444 w 674"/>
              <a:gd name="T1" fmla="*/ 0 h 337"/>
              <a:gd name="T2" fmla="*/ 0 w 674"/>
              <a:gd name="T3" fmla="*/ 887413 h 337"/>
              <a:gd name="T4" fmla="*/ 249042 w 674"/>
              <a:gd name="T5" fmla="*/ 887413 h 337"/>
              <a:gd name="T6" fmla="*/ 883444 w 674"/>
              <a:gd name="T7" fmla="*/ 250161 h 337"/>
              <a:gd name="T8" fmla="*/ 1517846 w 674"/>
              <a:gd name="T9" fmla="*/ 887413 h 337"/>
              <a:gd name="T10" fmla="*/ 1766888 w 674"/>
              <a:gd name="T11" fmla="*/ 887413 h 337"/>
              <a:gd name="T12" fmla="*/ 883444 w 674"/>
              <a:gd name="T13" fmla="*/ 0 h 3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4" h="337">
                <a:moveTo>
                  <a:pt x="337" y="0"/>
                </a:moveTo>
                <a:cubicBezTo>
                  <a:pt x="151" y="0"/>
                  <a:pt x="0" y="151"/>
                  <a:pt x="0" y="337"/>
                </a:cubicBezTo>
                <a:cubicBezTo>
                  <a:pt x="95" y="337"/>
                  <a:pt x="95" y="337"/>
                  <a:pt x="95" y="337"/>
                </a:cubicBezTo>
                <a:cubicBezTo>
                  <a:pt x="95" y="203"/>
                  <a:pt x="204" y="95"/>
                  <a:pt x="337" y="95"/>
                </a:cubicBezTo>
                <a:cubicBezTo>
                  <a:pt x="471" y="95"/>
                  <a:pt x="579" y="203"/>
                  <a:pt x="579" y="337"/>
                </a:cubicBezTo>
                <a:cubicBezTo>
                  <a:pt x="674" y="337"/>
                  <a:pt x="674" y="337"/>
                  <a:pt x="674" y="337"/>
                </a:cubicBezTo>
                <a:cubicBezTo>
                  <a:pt x="674" y="151"/>
                  <a:pt x="523" y="0"/>
                  <a:pt x="337" y="0"/>
                </a:cubicBezTo>
                <a:close/>
              </a:path>
            </a:pathLst>
          </a:custGeom>
          <a:solidFill>
            <a:srgbClr val="FB8989"/>
          </a:solidFill>
          <a:ln>
            <a:noFill/>
          </a:ln>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379" name="Freeform 19"/>
          <p:cNvSpPr/>
          <p:nvPr/>
        </p:nvSpPr>
        <p:spPr bwMode="auto">
          <a:xfrm>
            <a:off x="6938434" y="3210918"/>
            <a:ext cx="2353733" cy="1181100"/>
          </a:xfrm>
          <a:custGeom>
            <a:avLst/>
            <a:gdLst>
              <a:gd name="T0" fmla="*/ 881338 w 673"/>
              <a:gd name="T1" fmla="*/ 635369 h 336"/>
              <a:gd name="T2" fmla="*/ 249188 w 673"/>
              <a:gd name="T3" fmla="*/ 0 h 336"/>
              <a:gd name="T4" fmla="*/ 0 w 673"/>
              <a:gd name="T5" fmla="*/ 0 h 336"/>
              <a:gd name="T6" fmla="*/ 881338 w 673"/>
              <a:gd name="T7" fmla="*/ 885825 h 336"/>
              <a:gd name="T8" fmla="*/ 1765300 w 673"/>
              <a:gd name="T9" fmla="*/ 0 h 336"/>
              <a:gd name="T10" fmla="*/ 1516112 w 673"/>
              <a:gd name="T11" fmla="*/ 0 h 336"/>
              <a:gd name="T12" fmla="*/ 881338 w 673"/>
              <a:gd name="T13" fmla="*/ 635369 h 3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3" h="336">
                <a:moveTo>
                  <a:pt x="336" y="241"/>
                </a:moveTo>
                <a:cubicBezTo>
                  <a:pt x="203" y="241"/>
                  <a:pt x="95" y="133"/>
                  <a:pt x="95" y="0"/>
                </a:cubicBezTo>
                <a:cubicBezTo>
                  <a:pt x="0" y="0"/>
                  <a:pt x="0" y="0"/>
                  <a:pt x="0" y="0"/>
                </a:cubicBezTo>
                <a:cubicBezTo>
                  <a:pt x="0" y="186"/>
                  <a:pt x="150" y="336"/>
                  <a:pt x="336" y="336"/>
                </a:cubicBezTo>
                <a:cubicBezTo>
                  <a:pt x="522" y="336"/>
                  <a:pt x="673" y="186"/>
                  <a:pt x="673" y="0"/>
                </a:cubicBezTo>
                <a:cubicBezTo>
                  <a:pt x="578" y="0"/>
                  <a:pt x="578" y="0"/>
                  <a:pt x="578" y="0"/>
                </a:cubicBezTo>
                <a:cubicBezTo>
                  <a:pt x="578" y="133"/>
                  <a:pt x="470" y="241"/>
                  <a:pt x="336" y="241"/>
                </a:cubicBezTo>
                <a:close/>
              </a:path>
            </a:pathLst>
          </a:custGeom>
          <a:solidFill>
            <a:srgbClr val="FB8989"/>
          </a:solidFill>
          <a:ln>
            <a:noFill/>
          </a:ln>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380" name="Freeform 20"/>
          <p:cNvSpPr/>
          <p:nvPr/>
        </p:nvSpPr>
        <p:spPr bwMode="auto">
          <a:xfrm>
            <a:off x="8959852" y="2036168"/>
            <a:ext cx="2355849" cy="1183217"/>
          </a:xfrm>
          <a:custGeom>
            <a:avLst/>
            <a:gdLst>
              <a:gd name="T0" fmla="*/ 883444 w 674"/>
              <a:gd name="T1" fmla="*/ 0 h 337"/>
              <a:gd name="T2" fmla="*/ 0 w 674"/>
              <a:gd name="T3" fmla="*/ 887413 h 337"/>
              <a:gd name="T4" fmla="*/ 249042 w 674"/>
              <a:gd name="T5" fmla="*/ 887413 h 337"/>
              <a:gd name="T6" fmla="*/ 883444 w 674"/>
              <a:gd name="T7" fmla="*/ 250161 h 337"/>
              <a:gd name="T8" fmla="*/ 1517845 w 674"/>
              <a:gd name="T9" fmla="*/ 887413 h 337"/>
              <a:gd name="T10" fmla="*/ 1766887 w 674"/>
              <a:gd name="T11" fmla="*/ 887413 h 337"/>
              <a:gd name="T12" fmla="*/ 883444 w 674"/>
              <a:gd name="T13" fmla="*/ 0 h 3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4" h="337">
                <a:moveTo>
                  <a:pt x="337" y="0"/>
                </a:moveTo>
                <a:cubicBezTo>
                  <a:pt x="151" y="0"/>
                  <a:pt x="0" y="151"/>
                  <a:pt x="0" y="337"/>
                </a:cubicBezTo>
                <a:cubicBezTo>
                  <a:pt x="95" y="337"/>
                  <a:pt x="95" y="337"/>
                  <a:pt x="95" y="337"/>
                </a:cubicBezTo>
                <a:cubicBezTo>
                  <a:pt x="95" y="203"/>
                  <a:pt x="203" y="95"/>
                  <a:pt x="337" y="95"/>
                </a:cubicBezTo>
                <a:cubicBezTo>
                  <a:pt x="470" y="95"/>
                  <a:pt x="579" y="203"/>
                  <a:pt x="579" y="337"/>
                </a:cubicBezTo>
                <a:cubicBezTo>
                  <a:pt x="674" y="337"/>
                  <a:pt x="674" y="337"/>
                  <a:pt x="674" y="337"/>
                </a:cubicBezTo>
                <a:cubicBezTo>
                  <a:pt x="674" y="151"/>
                  <a:pt x="523" y="0"/>
                  <a:pt x="337" y="0"/>
                </a:cubicBezTo>
                <a:close/>
              </a:path>
            </a:pathLst>
          </a:custGeom>
          <a:solidFill>
            <a:srgbClr val="FB8989"/>
          </a:solidFill>
          <a:ln>
            <a:noFill/>
          </a:ln>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5" name="组合 4"/>
          <p:cNvGrpSpPr/>
          <p:nvPr/>
        </p:nvGrpSpPr>
        <p:grpSpPr>
          <a:xfrm>
            <a:off x="9884834" y="2927285"/>
            <a:ext cx="529167" cy="529167"/>
            <a:chOff x="7413625" y="1862138"/>
            <a:chExt cx="396875" cy="396875"/>
          </a:xfrm>
        </p:grpSpPr>
        <p:sp>
          <p:nvSpPr>
            <p:cNvPr id="15365" name="Oval 5"/>
            <p:cNvSpPr>
              <a:spLocks noChangeArrowheads="1"/>
            </p:cNvSpPr>
            <p:nvPr/>
          </p:nvSpPr>
          <p:spPr bwMode="auto">
            <a:xfrm>
              <a:off x="7413625" y="1862138"/>
              <a:ext cx="396875" cy="396875"/>
            </a:xfrm>
            <a:prstGeom prst="ellipse">
              <a:avLst/>
            </a:prstGeom>
            <a:solidFill>
              <a:srgbClr val="DA5665"/>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5381" name="Group 21"/>
            <p:cNvGrpSpPr/>
            <p:nvPr/>
          </p:nvGrpSpPr>
          <p:grpSpPr bwMode="auto">
            <a:xfrm>
              <a:off x="7539038" y="2016125"/>
              <a:ext cx="141287" cy="103188"/>
              <a:chOff x="0" y="0"/>
              <a:chExt cx="89" cy="65"/>
            </a:xfrm>
          </p:grpSpPr>
          <p:sp>
            <p:nvSpPr>
              <p:cNvPr id="15402" name="Oval 22"/>
              <p:cNvSpPr>
                <a:spLocks noChangeArrowheads="1"/>
              </p:cNvSpPr>
              <p:nvPr/>
            </p:nvSpPr>
            <p:spPr bwMode="auto">
              <a:xfrm>
                <a:off x="32" y="23"/>
                <a:ext cx="26" cy="2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403" name="Freeform 23"/>
              <p:cNvSpPr>
                <a:spLocks noEditPoints="1"/>
              </p:cNvSpPr>
              <p:nvPr/>
            </p:nvSpPr>
            <p:spPr bwMode="auto">
              <a:xfrm>
                <a:off x="0" y="0"/>
                <a:ext cx="89" cy="65"/>
              </a:xfrm>
              <a:custGeom>
                <a:avLst/>
                <a:gdLst>
                  <a:gd name="T0" fmla="*/ 84 w 54"/>
                  <a:gd name="T1" fmla="*/ 10 h 39"/>
                  <a:gd name="T2" fmla="*/ 63 w 54"/>
                  <a:gd name="T3" fmla="*/ 10 h 39"/>
                  <a:gd name="T4" fmla="*/ 61 w 54"/>
                  <a:gd name="T5" fmla="*/ 5 h 39"/>
                  <a:gd name="T6" fmla="*/ 56 w 54"/>
                  <a:gd name="T7" fmla="*/ 0 h 39"/>
                  <a:gd name="T8" fmla="*/ 33 w 54"/>
                  <a:gd name="T9" fmla="*/ 0 h 39"/>
                  <a:gd name="T10" fmla="*/ 26 w 54"/>
                  <a:gd name="T11" fmla="*/ 5 h 39"/>
                  <a:gd name="T12" fmla="*/ 26 w 54"/>
                  <a:gd name="T13" fmla="*/ 10 h 39"/>
                  <a:gd name="T14" fmla="*/ 3 w 54"/>
                  <a:gd name="T15" fmla="*/ 10 h 39"/>
                  <a:gd name="T16" fmla="*/ 0 w 54"/>
                  <a:gd name="T17" fmla="*/ 13 h 39"/>
                  <a:gd name="T18" fmla="*/ 0 w 54"/>
                  <a:gd name="T19" fmla="*/ 62 h 39"/>
                  <a:gd name="T20" fmla="*/ 3 w 54"/>
                  <a:gd name="T21" fmla="*/ 65 h 39"/>
                  <a:gd name="T22" fmla="*/ 84 w 54"/>
                  <a:gd name="T23" fmla="*/ 65 h 39"/>
                  <a:gd name="T24" fmla="*/ 89 w 54"/>
                  <a:gd name="T25" fmla="*/ 62 h 39"/>
                  <a:gd name="T26" fmla="*/ 89 w 54"/>
                  <a:gd name="T27" fmla="*/ 13 h 39"/>
                  <a:gd name="T28" fmla="*/ 84 w 54"/>
                  <a:gd name="T29" fmla="*/ 10 h 39"/>
                  <a:gd name="T30" fmla="*/ 45 w 54"/>
                  <a:gd name="T31" fmla="*/ 60 h 39"/>
                  <a:gd name="T32" fmla="*/ 21 w 54"/>
                  <a:gd name="T33" fmla="*/ 38 h 39"/>
                  <a:gd name="T34" fmla="*/ 45 w 54"/>
                  <a:gd name="T35" fmla="*/ 15 h 39"/>
                  <a:gd name="T36" fmla="*/ 68 w 54"/>
                  <a:gd name="T37" fmla="*/ 38 h 39"/>
                  <a:gd name="T38" fmla="*/ 45 w 54"/>
                  <a:gd name="T39" fmla="*/ 60 h 39"/>
                  <a:gd name="T40" fmla="*/ 84 w 54"/>
                  <a:gd name="T41" fmla="*/ 20 h 39"/>
                  <a:gd name="T42" fmla="*/ 64 w 54"/>
                  <a:gd name="T43" fmla="*/ 20 h 39"/>
                  <a:gd name="T44" fmla="*/ 64 w 54"/>
                  <a:gd name="T45" fmla="*/ 15 h 39"/>
                  <a:gd name="T46" fmla="*/ 84 w 54"/>
                  <a:gd name="T47" fmla="*/ 15 h 39"/>
                  <a:gd name="T48" fmla="*/ 84 w 54"/>
                  <a:gd name="T49" fmla="*/ 20 h 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4" h="39">
                    <a:moveTo>
                      <a:pt x="51" y="6"/>
                    </a:moveTo>
                    <a:cubicBezTo>
                      <a:pt x="38" y="6"/>
                      <a:pt x="38" y="6"/>
                      <a:pt x="38" y="6"/>
                    </a:cubicBezTo>
                    <a:cubicBezTo>
                      <a:pt x="37" y="3"/>
                      <a:pt x="37" y="3"/>
                      <a:pt x="37" y="3"/>
                    </a:cubicBezTo>
                    <a:cubicBezTo>
                      <a:pt x="37" y="1"/>
                      <a:pt x="36" y="0"/>
                      <a:pt x="34" y="0"/>
                    </a:cubicBezTo>
                    <a:cubicBezTo>
                      <a:pt x="20" y="0"/>
                      <a:pt x="20" y="0"/>
                      <a:pt x="20" y="0"/>
                    </a:cubicBezTo>
                    <a:cubicBezTo>
                      <a:pt x="18" y="0"/>
                      <a:pt x="16" y="1"/>
                      <a:pt x="16" y="3"/>
                    </a:cubicBezTo>
                    <a:cubicBezTo>
                      <a:pt x="16" y="6"/>
                      <a:pt x="16" y="6"/>
                      <a:pt x="16" y="6"/>
                    </a:cubicBezTo>
                    <a:cubicBezTo>
                      <a:pt x="2" y="6"/>
                      <a:pt x="2" y="6"/>
                      <a:pt x="2" y="6"/>
                    </a:cubicBezTo>
                    <a:cubicBezTo>
                      <a:pt x="1" y="6"/>
                      <a:pt x="0" y="7"/>
                      <a:pt x="0" y="8"/>
                    </a:cubicBezTo>
                    <a:cubicBezTo>
                      <a:pt x="0" y="37"/>
                      <a:pt x="0" y="37"/>
                      <a:pt x="0" y="37"/>
                    </a:cubicBezTo>
                    <a:cubicBezTo>
                      <a:pt x="0" y="38"/>
                      <a:pt x="1" y="39"/>
                      <a:pt x="2" y="39"/>
                    </a:cubicBezTo>
                    <a:cubicBezTo>
                      <a:pt x="51" y="39"/>
                      <a:pt x="51" y="39"/>
                      <a:pt x="51" y="39"/>
                    </a:cubicBezTo>
                    <a:cubicBezTo>
                      <a:pt x="53" y="39"/>
                      <a:pt x="54" y="38"/>
                      <a:pt x="54" y="37"/>
                    </a:cubicBezTo>
                    <a:cubicBezTo>
                      <a:pt x="54" y="8"/>
                      <a:pt x="54" y="8"/>
                      <a:pt x="54" y="8"/>
                    </a:cubicBezTo>
                    <a:cubicBezTo>
                      <a:pt x="54" y="7"/>
                      <a:pt x="53" y="6"/>
                      <a:pt x="51" y="6"/>
                    </a:cubicBezTo>
                    <a:close/>
                    <a:moveTo>
                      <a:pt x="27" y="36"/>
                    </a:moveTo>
                    <a:cubicBezTo>
                      <a:pt x="19" y="36"/>
                      <a:pt x="13" y="30"/>
                      <a:pt x="13" y="23"/>
                    </a:cubicBezTo>
                    <a:cubicBezTo>
                      <a:pt x="13" y="15"/>
                      <a:pt x="19" y="9"/>
                      <a:pt x="27" y="9"/>
                    </a:cubicBezTo>
                    <a:cubicBezTo>
                      <a:pt x="34" y="9"/>
                      <a:pt x="41" y="15"/>
                      <a:pt x="41" y="23"/>
                    </a:cubicBezTo>
                    <a:cubicBezTo>
                      <a:pt x="41" y="30"/>
                      <a:pt x="34" y="36"/>
                      <a:pt x="27" y="36"/>
                    </a:cubicBezTo>
                    <a:close/>
                    <a:moveTo>
                      <a:pt x="51" y="12"/>
                    </a:moveTo>
                    <a:cubicBezTo>
                      <a:pt x="39" y="12"/>
                      <a:pt x="39" y="12"/>
                      <a:pt x="39" y="12"/>
                    </a:cubicBezTo>
                    <a:cubicBezTo>
                      <a:pt x="39" y="9"/>
                      <a:pt x="39" y="9"/>
                      <a:pt x="39" y="9"/>
                    </a:cubicBezTo>
                    <a:cubicBezTo>
                      <a:pt x="51" y="9"/>
                      <a:pt x="51" y="9"/>
                      <a:pt x="51" y="9"/>
                    </a:cubicBezTo>
                    <a:lnTo>
                      <a:pt x="51"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grpSp>
        <p:nvGrpSpPr>
          <p:cNvPr id="4" name="组合 3"/>
          <p:cNvGrpSpPr/>
          <p:nvPr/>
        </p:nvGrpSpPr>
        <p:grpSpPr>
          <a:xfrm>
            <a:off x="7863418" y="2927285"/>
            <a:ext cx="529167" cy="529167"/>
            <a:chOff x="5897563" y="1862138"/>
            <a:chExt cx="396875" cy="396875"/>
          </a:xfrm>
        </p:grpSpPr>
        <p:sp>
          <p:nvSpPr>
            <p:cNvPr id="15364" name="Oval 4"/>
            <p:cNvSpPr>
              <a:spLocks noChangeArrowheads="1"/>
            </p:cNvSpPr>
            <p:nvPr/>
          </p:nvSpPr>
          <p:spPr bwMode="auto">
            <a:xfrm>
              <a:off x="5897563" y="1862138"/>
              <a:ext cx="396875" cy="396875"/>
            </a:xfrm>
            <a:prstGeom prst="ellipse">
              <a:avLst/>
            </a:prstGeom>
            <a:solidFill>
              <a:srgbClr val="DA5665"/>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382" name="Freeform 24"/>
            <p:cNvSpPr>
              <a:spLocks noEditPoints="1"/>
            </p:cNvSpPr>
            <p:nvPr/>
          </p:nvSpPr>
          <p:spPr bwMode="auto">
            <a:xfrm>
              <a:off x="6018213" y="2001838"/>
              <a:ext cx="147637" cy="144462"/>
            </a:xfrm>
            <a:custGeom>
              <a:avLst/>
              <a:gdLst>
                <a:gd name="T0" fmla="*/ 139728 w 56"/>
                <a:gd name="T1" fmla="*/ 0 h 55"/>
                <a:gd name="T2" fmla="*/ 10546 w 56"/>
                <a:gd name="T3" fmla="*/ 0 h 55"/>
                <a:gd name="T4" fmla="*/ 0 w 56"/>
                <a:gd name="T5" fmla="*/ 7880 h 55"/>
                <a:gd name="T6" fmla="*/ 0 w 56"/>
                <a:gd name="T7" fmla="*/ 105063 h 55"/>
                <a:gd name="T8" fmla="*/ 10546 w 56"/>
                <a:gd name="T9" fmla="*/ 112943 h 55"/>
                <a:gd name="T10" fmla="*/ 139728 w 56"/>
                <a:gd name="T11" fmla="*/ 112943 h 55"/>
                <a:gd name="T12" fmla="*/ 147637 w 56"/>
                <a:gd name="T13" fmla="*/ 105063 h 55"/>
                <a:gd name="T14" fmla="*/ 147637 w 56"/>
                <a:gd name="T15" fmla="*/ 7880 h 55"/>
                <a:gd name="T16" fmla="*/ 139728 w 56"/>
                <a:gd name="T17" fmla="*/ 0 h 55"/>
                <a:gd name="T18" fmla="*/ 139728 w 56"/>
                <a:gd name="T19" fmla="*/ 81424 h 55"/>
                <a:gd name="T20" fmla="*/ 129182 w 56"/>
                <a:gd name="T21" fmla="*/ 91930 h 55"/>
                <a:gd name="T22" fmla="*/ 18455 w 56"/>
                <a:gd name="T23" fmla="*/ 91930 h 55"/>
                <a:gd name="T24" fmla="*/ 10546 w 56"/>
                <a:gd name="T25" fmla="*/ 81424 h 55"/>
                <a:gd name="T26" fmla="*/ 10546 w 56"/>
                <a:gd name="T27" fmla="*/ 18386 h 55"/>
                <a:gd name="T28" fmla="*/ 18455 w 56"/>
                <a:gd name="T29" fmla="*/ 7880 h 55"/>
                <a:gd name="T30" fmla="*/ 129182 w 56"/>
                <a:gd name="T31" fmla="*/ 7880 h 55"/>
                <a:gd name="T32" fmla="*/ 139728 w 56"/>
                <a:gd name="T33" fmla="*/ 18386 h 55"/>
                <a:gd name="T34" fmla="*/ 139728 w 56"/>
                <a:gd name="T35" fmla="*/ 81424 h 55"/>
                <a:gd name="T36" fmla="*/ 84364 w 56"/>
                <a:gd name="T37" fmla="*/ 118196 h 55"/>
                <a:gd name="T38" fmla="*/ 89637 w 56"/>
                <a:gd name="T39" fmla="*/ 123449 h 55"/>
                <a:gd name="T40" fmla="*/ 89637 w 56"/>
                <a:gd name="T41" fmla="*/ 126076 h 55"/>
                <a:gd name="T42" fmla="*/ 92273 w 56"/>
                <a:gd name="T43" fmla="*/ 133956 h 55"/>
                <a:gd name="T44" fmla="*/ 102819 w 56"/>
                <a:gd name="T45" fmla="*/ 141835 h 55"/>
                <a:gd name="T46" fmla="*/ 102819 w 56"/>
                <a:gd name="T47" fmla="*/ 144462 h 55"/>
                <a:gd name="T48" fmla="*/ 47455 w 56"/>
                <a:gd name="T49" fmla="*/ 144462 h 55"/>
                <a:gd name="T50" fmla="*/ 47455 w 56"/>
                <a:gd name="T51" fmla="*/ 141835 h 55"/>
                <a:gd name="T52" fmla="*/ 58000 w 56"/>
                <a:gd name="T53" fmla="*/ 133956 h 55"/>
                <a:gd name="T54" fmla="*/ 60637 w 56"/>
                <a:gd name="T55" fmla="*/ 126076 h 55"/>
                <a:gd name="T56" fmla="*/ 60637 w 56"/>
                <a:gd name="T57" fmla="*/ 123449 h 55"/>
                <a:gd name="T58" fmla="*/ 65909 w 56"/>
                <a:gd name="T59" fmla="*/ 118196 h 55"/>
                <a:gd name="T60" fmla="*/ 84364 w 56"/>
                <a:gd name="T61" fmla="*/ 118196 h 5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6" h="55">
                  <a:moveTo>
                    <a:pt x="53" y="0"/>
                  </a:moveTo>
                  <a:cubicBezTo>
                    <a:pt x="4" y="0"/>
                    <a:pt x="4" y="0"/>
                    <a:pt x="4" y="0"/>
                  </a:cubicBezTo>
                  <a:cubicBezTo>
                    <a:pt x="2" y="0"/>
                    <a:pt x="0" y="1"/>
                    <a:pt x="0" y="3"/>
                  </a:cubicBezTo>
                  <a:cubicBezTo>
                    <a:pt x="0" y="40"/>
                    <a:pt x="0" y="40"/>
                    <a:pt x="0" y="40"/>
                  </a:cubicBezTo>
                  <a:cubicBezTo>
                    <a:pt x="0" y="42"/>
                    <a:pt x="2" y="43"/>
                    <a:pt x="4" y="43"/>
                  </a:cubicBezTo>
                  <a:cubicBezTo>
                    <a:pt x="53" y="43"/>
                    <a:pt x="53" y="43"/>
                    <a:pt x="53" y="43"/>
                  </a:cubicBezTo>
                  <a:cubicBezTo>
                    <a:pt x="55" y="43"/>
                    <a:pt x="56" y="42"/>
                    <a:pt x="56" y="40"/>
                  </a:cubicBezTo>
                  <a:cubicBezTo>
                    <a:pt x="56" y="3"/>
                    <a:pt x="56" y="3"/>
                    <a:pt x="56" y="3"/>
                  </a:cubicBezTo>
                  <a:cubicBezTo>
                    <a:pt x="56" y="1"/>
                    <a:pt x="55" y="0"/>
                    <a:pt x="53" y="0"/>
                  </a:cubicBezTo>
                  <a:close/>
                  <a:moveTo>
                    <a:pt x="53" y="31"/>
                  </a:moveTo>
                  <a:cubicBezTo>
                    <a:pt x="53" y="33"/>
                    <a:pt x="51" y="35"/>
                    <a:pt x="49" y="35"/>
                  </a:cubicBezTo>
                  <a:cubicBezTo>
                    <a:pt x="7" y="35"/>
                    <a:pt x="7" y="35"/>
                    <a:pt x="7" y="35"/>
                  </a:cubicBezTo>
                  <a:cubicBezTo>
                    <a:pt x="5" y="35"/>
                    <a:pt x="4" y="33"/>
                    <a:pt x="4" y="31"/>
                  </a:cubicBezTo>
                  <a:cubicBezTo>
                    <a:pt x="4" y="7"/>
                    <a:pt x="4" y="7"/>
                    <a:pt x="4" y="7"/>
                  </a:cubicBezTo>
                  <a:cubicBezTo>
                    <a:pt x="4" y="5"/>
                    <a:pt x="5" y="3"/>
                    <a:pt x="7" y="3"/>
                  </a:cubicBezTo>
                  <a:cubicBezTo>
                    <a:pt x="49" y="3"/>
                    <a:pt x="49" y="3"/>
                    <a:pt x="49" y="3"/>
                  </a:cubicBezTo>
                  <a:cubicBezTo>
                    <a:pt x="51" y="3"/>
                    <a:pt x="53" y="5"/>
                    <a:pt x="53" y="7"/>
                  </a:cubicBezTo>
                  <a:lnTo>
                    <a:pt x="53" y="31"/>
                  </a:lnTo>
                  <a:close/>
                  <a:moveTo>
                    <a:pt x="32" y="45"/>
                  </a:moveTo>
                  <a:cubicBezTo>
                    <a:pt x="33" y="45"/>
                    <a:pt x="34" y="46"/>
                    <a:pt x="34" y="47"/>
                  </a:cubicBezTo>
                  <a:cubicBezTo>
                    <a:pt x="34" y="48"/>
                    <a:pt x="34" y="48"/>
                    <a:pt x="34" y="48"/>
                  </a:cubicBezTo>
                  <a:cubicBezTo>
                    <a:pt x="34" y="49"/>
                    <a:pt x="34" y="51"/>
                    <a:pt x="35" y="51"/>
                  </a:cubicBezTo>
                  <a:cubicBezTo>
                    <a:pt x="39" y="54"/>
                    <a:pt x="39" y="54"/>
                    <a:pt x="39" y="54"/>
                  </a:cubicBezTo>
                  <a:cubicBezTo>
                    <a:pt x="40" y="55"/>
                    <a:pt x="40" y="55"/>
                    <a:pt x="39" y="55"/>
                  </a:cubicBezTo>
                  <a:cubicBezTo>
                    <a:pt x="18" y="55"/>
                    <a:pt x="18" y="55"/>
                    <a:pt x="18" y="55"/>
                  </a:cubicBezTo>
                  <a:cubicBezTo>
                    <a:pt x="17" y="55"/>
                    <a:pt x="17" y="55"/>
                    <a:pt x="18" y="54"/>
                  </a:cubicBezTo>
                  <a:cubicBezTo>
                    <a:pt x="22" y="51"/>
                    <a:pt x="22" y="51"/>
                    <a:pt x="22" y="51"/>
                  </a:cubicBezTo>
                  <a:cubicBezTo>
                    <a:pt x="22" y="51"/>
                    <a:pt x="23" y="49"/>
                    <a:pt x="23" y="48"/>
                  </a:cubicBezTo>
                  <a:cubicBezTo>
                    <a:pt x="23" y="47"/>
                    <a:pt x="23" y="47"/>
                    <a:pt x="23" y="47"/>
                  </a:cubicBezTo>
                  <a:cubicBezTo>
                    <a:pt x="23" y="46"/>
                    <a:pt x="24" y="45"/>
                    <a:pt x="25" y="45"/>
                  </a:cubicBezTo>
                  <a:lnTo>
                    <a:pt x="32" y="4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3" name="组合 2"/>
          <p:cNvGrpSpPr/>
          <p:nvPr/>
        </p:nvGrpSpPr>
        <p:grpSpPr>
          <a:xfrm>
            <a:off x="5831418" y="2927285"/>
            <a:ext cx="529167" cy="529167"/>
            <a:chOff x="4373563" y="1862138"/>
            <a:chExt cx="396875" cy="396875"/>
          </a:xfrm>
        </p:grpSpPr>
        <p:sp>
          <p:nvSpPr>
            <p:cNvPr id="15363" name="Oval 3"/>
            <p:cNvSpPr>
              <a:spLocks noChangeArrowheads="1"/>
            </p:cNvSpPr>
            <p:nvPr/>
          </p:nvSpPr>
          <p:spPr bwMode="auto">
            <a:xfrm>
              <a:off x="4373563" y="1862138"/>
              <a:ext cx="396875" cy="396875"/>
            </a:xfrm>
            <a:prstGeom prst="ellipse">
              <a:avLst/>
            </a:prstGeom>
            <a:solidFill>
              <a:srgbClr val="DA5665"/>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5383" name="Group 25"/>
            <p:cNvGrpSpPr/>
            <p:nvPr/>
          </p:nvGrpSpPr>
          <p:grpSpPr bwMode="auto">
            <a:xfrm>
              <a:off x="4483100" y="2027238"/>
              <a:ext cx="173038" cy="92075"/>
              <a:chOff x="0" y="0"/>
              <a:chExt cx="109" cy="58"/>
            </a:xfrm>
          </p:grpSpPr>
          <p:sp>
            <p:nvSpPr>
              <p:cNvPr id="15400" name="Freeform 26"/>
              <p:cNvSpPr/>
              <p:nvPr/>
            </p:nvSpPr>
            <p:spPr bwMode="auto">
              <a:xfrm>
                <a:off x="36" y="0"/>
                <a:ext cx="73" cy="58"/>
              </a:xfrm>
              <a:custGeom>
                <a:avLst/>
                <a:gdLst>
                  <a:gd name="T0" fmla="*/ 0 w 44"/>
                  <a:gd name="T1" fmla="*/ 0 h 35"/>
                  <a:gd name="T2" fmla="*/ 53 w 44"/>
                  <a:gd name="T3" fmla="*/ 0 h 35"/>
                  <a:gd name="T4" fmla="*/ 56 w 44"/>
                  <a:gd name="T5" fmla="*/ 3 h 35"/>
                  <a:gd name="T6" fmla="*/ 56 w 44"/>
                  <a:gd name="T7" fmla="*/ 35 h 35"/>
                  <a:gd name="T8" fmla="*/ 73 w 44"/>
                  <a:gd name="T9" fmla="*/ 35 h 35"/>
                  <a:gd name="T10" fmla="*/ 51 w 44"/>
                  <a:gd name="T11" fmla="*/ 58 h 35"/>
                  <a:gd name="T12" fmla="*/ 50 w 44"/>
                  <a:gd name="T13" fmla="*/ 58 h 35"/>
                  <a:gd name="T14" fmla="*/ 28 w 44"/>
                  <a:gd name="T15" fmla="*/ 35 h 35"/>
                  <a:gd name="T16" fmla="*/ 45 w 44"/>
                  <a:gd name="T17" fmla="*/ 35 h 35"/>
                  <a:gd name="T18" fmla="*/ 45 w 44"/>
                  <a:gd name="T19" fmla="*/ 12 h 35"/>
                  <a:gd name="T20" fmla="*/ 12 w 44"/>
                  <a:gd name="T21" fmla="*/ 12 h 35"/>
                  <a:gd name="T22" fmla="*/ 0 w 44"/>
                  <a:gd name="T23" fmla="*/ 0 h 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 h="35">
                    <a:moveTo>
                      <a:pt x="0" y="0"/>
                    </a:moveTo>
                    <a:cubicBezTo>
                      <a:pt x="8" y="0"/>
                      <a:pt x="25" y="0"/>
                      <a:pt x="32" y="0"/>
                    </a:cubicBezTo>
                    <a:cubicBezTo>
                      <a:pt x="33" y="0"/>
                      <a:pt x="34" y="1"/>
                      <a:pt x="34" y="2"/>
                    </a:cubicBezTo>
                    <a:cubicBezTo>
                      <a:pt x="34" y="8"/>
                      <a:pt x="34" y="14"/>
                      <a:pt x="34" y="21"/>
                    </a:cubicBezTo>
                    <a:cubicBezTo>
                      <a:pt x="38" y="21"/>
                      <a:pt x="41" y="21"/>
                      <a:pt x="44" y="21"/>
                    </a:cubicBezTo>
                    <a:cubicBezTo>
                      <a:pt x="40" y="25"/>
                      <a:pt x="35" y="30"/>
                      <a:pt x="31" y="35"/>
                    </a:cubicBezTo>
                    <a:cubicBezTo>
                      <a:pt x="31" y="35"/>
                      <a:pt x="31" y="35"/>
                      <a:pt x="30" y="35"/>
                    </a:cubicBezTo>
                    <a:cubicBezTo>
                      <a:pt x="26" y="30"/>
                      <a:pt x="22" y="25"/>
                      <a:pt x="17" y="21"/>
                    </a:cubicBezTo>
                    <a:cubicBezTo>
                      <a:pt x="21" y="21"/>
                      <a:pt x="24" y="21"/>
                      <a:pt x="27" y="21"/>
                    </a:cubicBezTo>
                    <a:cubicBezTo>
                      <a:pt x="27" y="16"/>
                      <a:pt x="27" y="12"/>
                      <a:pt x="27" y="7"/>
                    </a:cubicBezTo>
                    <a:cubicBezTo>
                      <a:pt x="24" y="7"/>
                      <a:pt x="11" y="7"/>
                      <a:pt x="7" y="7"/>
                    </a:cubicBezTo>
                    <a:cubicBezTo>
                      <a:pt x="5" y="5"/>
                      <a:pt x="3" y="2"/>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401" name="Freeform 27"/>
              <p:cNvSpPr/>
              <p:nvPr/>
            </p:nvSpPr>
            <p:spPr bwMode="auto">
              <a:xfrm>
                <a:off x="0" y="0"/>
                <a:ext cx="73" cy="58"/>
              </a:xfrm>
              <a:custGeom>
                <a:avLst/>
                <a:gdLst>
                  <a:gd name="T0" fmla="*/ 22 w 44"/>
                  <a:gd name="T1" fmla="*/ 0 h 35"/>
                  <a:gd name="T2" fmla="*/ 23 w 44"/>
                  <a:gd name="T3" fmla="*/ 0 h 35"/>
                  <a:gd name="T4" fmla="*/ 45 w 44"/>
                  <a:gd name="T5" fmla="*/ 25 h 35"/>
                  <a:gd name="T6" fmla="*/ 28 w 44"/>
                  <a:gd name="T7" fmla="*/ 25 h 35"/>
                  <a:gd name="T8" fmla="*/ 28 w 44"/>
                  <a:gd name="T9" fmla="*/ 46 h 35"/>
                  <a:gd name="T10" fmla="*/ 61 w 44"/>
                  <a:gd name="T11" fmla="*/ 46 h 35"/>
                  <a:gd name="T12" fmla="*/ 73 w 44"/>
                  <a:gd name="T13" fmla="*/ 58 h 35"/>
                  <a:gd name="T14" fmla="*/ 20 w 44"/>
                  <a:gd name="T15" fmla="*/ 58 h 35"/>
                  <a:gd name="T16" fmla="*/ 17 w 44"/>
                  <a:gd name="T17" fmla="*/ 55 h 35"/>
                  <a:gd name="T18" fmla="*/ 17 w 44"/>
                  <a:gd name="T19" fmla="*/ 25 h 35"/>
                  <a:gd name="T20" fmla="*/ 0 w 44"/>
                  <a:gd name="T21" fmla="*/ 25 h 35"/>
                  <a:gd name="T22" fmla="*/ 22 w 44"/>
                  <a:gd name="T23" fmla="*/ 0 h 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 h="35">
                    <a:moveTo>
                      <a:pt x="13" y="0"/>
                    </a:moveTo>
                    <a:cubicBezTo>
                      <a:pt x="13" y="0"/>
                      <a:pt x="14" y="0"/>
                      <a:pt x="14" y="0"/>
                    </a:cubicBezTo>
                    <a:cubicBezTo>
                      <a:pt x="18" y="5"/>
                      <a:pt x="22" y="10"/>
                      <a:pt x="27" y="15"/>
                    </a:cubicBezTo>
                    <a:cubicBezTo>
                      <a:pt x="23" y="15"/>
                      <a:pt x="20" y="15"/>
                      <a:pt x="17" y="15"/>
                    </a:cubicBezTo>
                    <a:cubicBezTo>
                      <a:pt x="17" y="19"/>
                      <a:pt x="17" y="24"/>
                      <a:pt x="17" y="28"/>
                    </a:cubicBezTo>
                    <a:cubicBezTo>
                      <a:pt x="20" y="28"/>
                      <a:pt x="34" y="28"/>
                      <a:pt x="37" y="28"/>
                    </a:cubicBezTo>
                    <a:cubicBezTo>
                      <a:pt x="40" y="30"/>
                      <a:pt x="42" y="33"/>
                      <a:pt x="44" y="35"/>
                    </a:cubicBezTo>
                    <a:cubicBezTo>
                      <a:pt x="37" y="35"/>
                      <a:pt x="20" y="35"/>
                      <a:pt x="12" y="35"/>
                    </a:cubicBezTo>
                    <a:cubicBezTo>
                      <a:pt x="11" y="35"/>
                      <a:pt x="10" y="34"/>
                      <a:pt x="10" y="33"/>
                    </a:cubicBezTo>
                    <a:cubicBezTo>
                      <a:pt x="10" y="27"/>
                      <a:pt x="10" y="21"/>
                      <a:pt x="10" y="15"/>
                    </a:cubicBezTo>
                    <a:cubicBezTo>
                      <a:pt x="7" y="15"/>
                      <a:pt x="3" y="15"/>
                      <a:pt x="0" y="15"/>
                    </a:cubicBezTo>
                    <a:cubicBezTo>
                      <a:pt x="4" y="10"/>
                      <a:pt x="9" y="5"/>
                      <a:pt x="13"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grpSp>
        <p:nvGrpSpPr>
          <p:cNvPr id="2" name="组合 1"/>
          <p:cNvGrpSpPr/>
          <p:nvPr/>
        </p:nvGrpSpPr>
        <p:grpSpPr>
          <a:xfrm>
            <a:off x="3816351" y="2927285"/>
            <a:ext cx="529167" cy="529167"/>
            <a:chOff x="2862263" y="1862138"/>
            <a:chExt cx="396875" cy="396875"/>
          </a:xfrm>
        </p:grpSpPr>
        <p:sp>
          <p:nvSpPr>
            <p:cNvPr id="15362" name="Oval 2"/>
            <p:cNvSpPr>
              <a:spLocks noChangeArrowheads="1"/>
            </p:cNvSpPr>
            <p:nvPr/>
          </p:nvSpPr>
          <p:spPr bwMode="auto">
            <a:xfrm>
              <a:off x="2862263" y="1862138"/>
              <a:ext cx="396875" cy="396875"/>
            </a:xfrm>
            <a:prstGeom prst="ellipse">
              <a:avLst/>
            </a:prstGeom>
            <a:solidFill>
              <a:srgbClr val="DA5665"/>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5384" name="Group 28"/>
            <p:cNvGrpSpPr/>
            <p:nvPr/>
          </p:nvGrpSpPr>
          <p:grpSpPr bwMode="auto">
            <a:xfrm>
              <a:off x="2974975" y="1995488"/>
              <a:ext cx="157163" cy="158750"/>
              <a:chOff x="0" y="0"/>
              <a:chExt cx="99" cy="100"/>
            </a:xfrm>
          </p:grpSpPr>
          <p:sp>
            <p:nvSpPr>
              <p:cNvPr id="15397" name="Freeform 29"/>
              <p:cNvSpPr/>
              <p:nvPr/>
            </p:nvSpPr>
            <p:spPr bwMode="auto">
              <a:xfrm>
                <a:off x="60" y="60"/>
                <a:ext cx="39" cy="40"/>
              </a:xfrm>
              <a:custGeom>
                <a:avLst/>
                <a:gdLst>
                  <a:gd name="T0" fmla="*/ 36 w 24"/>
                  <a:gd name="T1" fmla="*/ 23 h 24"/>
                  <a:gd name="T2" fmla="*/ 13 w 24"/>
                  <a:gd name="T3" fmla="*/ 0 h 24"/>
                  <a:gd name="T4" fmla="*/ 0 w 24"/>
                  <a:gd name="T5" fmla="*/ 13 h 24"/>
                  <a:gd name="T6" fmla="*/ 23 w 24"/>
                  <a:gd name="T7" fmla="*/ 37 h 24"/>
                  <a:gd name="T8" fmla="*/ 36 w 24"/>
                  <a:gd name="T9" fmla="*/ 37 h 24"/>
                  <a:gd name="T10" fmla="*/ 36 w 24"/>
                  <a:gd name="T11" fmla="*/ 23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 h="24">
                    <a:moveTo>
                      <a:pt x="22" y="14"/>
                    </a:moveTo>
                    <a:cubicBezTo>
                      <a:pt x="8" y="0"/>
                      <a:pt x="8" y="0"/>
                      <a:pt x="8" y="0"/>
                    </a:cubicBezTo>
                    <a:cubicBezTo>
                      <a:pt x="6" y="3"/>
                      <a:pt x="3" y="6"/>
                      <a:pt x="0" y="8"/>
                    </a:cubicBezTo>
                    <a:cubicBezTo>
                      <a:pt x="14" y="22"/>
                      <a:pt x="14" y="22"/>
                      <a:pt x="14" y="22"/>
                    </a:cubicBezTo>
                    <a:cubicBezTo>
                      <a:pt x="16" y="24"/>
                      <a:pt x="20" y="24"/>
                      <a:pt x="22" y="22"/>
                    </a:cubicBezTo>
                    <a:cubicBezTo>
                      <a:pt x="24" y="19"/>
                      <a:pt x="24" y="16"/>
                      <a:pt x="22" y="1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398" name="Freeform 30"/>
              <p:cNvSpPr>
                <a:spLocks noEditPoints="1"/>
              </p:cNvSpPr>
              <p:nvPr/>
            </p:nvSpPr>
            <p:spPr bwMode="auto">
              <a:xfrm>
                <a:off x="0" y="0"/>
                <a:ext cx="73" cy="73"/>
              </a:xfrm>
              <a:custGeom>
                <a:avLst/>
                <a:gdLst>
                  <a:gd name="T0" fmla="*/ 73 w 44"/>
                  <a:gd name="T1" fmla="*/ 37 h 44"/>
                  <a:gd name="T2" fmla="*/ 37 w 44"/>
                  <a:gd name="T3" fmla="*/ 0 h 44"/>
                  <a:gd name="T4" fmla="*/ 0 w 44"/>
                  <a:gd name="T5" fmla="*/ 37 h 44"/>
                  <a:gd name="T6" fmla="*/ 37 w 44"/>
                  <a:gd name="T7" fmla="*/ 73 h 44"/>
                  <a:gd name="T8" fmla="*/ 73 w 44"/>
                  <a:gd name="T9" fmla="*/ 37 h 44"/>
                  <a:gd name="T10" fmla="*/ 37 w 44"/>
                  <a:gd name="T11" fmla="*/ 65 h 44"/>
                  <a:gd name="T12" fmla="*/ 8 w 44"/>
                  <a:gd name="T13" fmla="*/ 37 h 44"/>
                  <a:gd name="T14" fmla="*/ 37 w 44"/>
                  <a:gd name="T15" fmla="*/ 8 h 44"/>
                  <a:gd name="T16" fmla="*/ 65 w 44"/>
                  <a:gd name="T17" fmla="*/ 37 h 44"/>
                  <a:gd name="T18" fmla="*/ 37 w 44"/>
                  <a:gd name="T19" fmla="*/ 65 h 4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4" h="44">
                    <a:moveTo>
                      <a:pt x="44" y="22"/>
                    </a:moveTo>
                    <a:cubicBezTo>
                      <a:pt x="44" y="10"/>
                      <a:pt x="34" y="0"/>
                      <a:pt x="22" y="0"/>
                    </a:cubicBezTo>
                    <a:cubicBezTo>
                      <a:pt x="10" y="0"/>
                      <a:pt x="0" y="10"/>
                      <a:pt x="0" y="22"/>
                    </a:cubicBezTo>
                    <a:cubicBezTo>
                      <a:pt x="0" y="34"/>
                      <a:pt x="10" y="44"/>
                      <a:pt x="22" y="44"/>
                    </a:cubicBezTo>
                    <a:cubicBezTo>
                      <a:pt x="34" y="44"/>
                      <a:pt x="44" y="34"/>
                      <a:pt x="44" y="22"/>
                    </a:cubicBezTo>
                    <a:close/>
                    <a:moveTo>
                      <a:pt x="22" y="39"/>
                    </a:moveTo>
                    <a:cubicBezTo>
                      <a:pt x="13" y="39"/>
                      <a:pt x="5" y="31"/>
                      <a:pt x="5" y="22"/>
                    </a:cubicBezTo>
                    <a:cubicBezTo>
                      <a:pt x="5" y="13"/>
                      <a:pt x="13" y="5"/>
                      <a:pt x="22" y="5"/>
                    </a:cubicBezTo>
                    <a:cubicBezTo>
                      <a:pt x="31" y="5"/>
                      <a:pt x="39" y="13"/>
                      <a:pt x="39" y="22"/>
                    </a:cubicBezTo>
                    <a:cubicBezTo>
                      <a:pt x="39" y="31"/>
                      <a:pt x="31" y="39"/>
                      <a:pt x="22" y="3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399" name="Freeform 31"/>
              <p:cNvSpPr/>
              <p:nvPr/>
            </p:nvSpPr>
            <p:spPr bwMode="auto">
              <a:xfrm>
                <a:off x="15" y="15"/>
                <a:ext cx="21" cy="22"/>
              </a:xfrm>
              <a:custGeom>
                <a:avLst/>
                <a:gdLst>
                  <a:gd name="T0" fmla="*/ 0 w 13"/>
                  <a:gd name="T1" fmla="*/ 22 h 13"/>
                  <a:gd name="T2" fmla="*/ 6 w 13"/>
                  <a:gd name="T3" fmla="*/ 22 h 13"/>
                  <a:gd name="T4" fmla="*/ 21 w 13"/>
                  <a:gd name="T5" fmla="*/ 7 h 13"/>
                  <a:gd name="T6" fmla="*/ 21 w 13"/>
                  <a:gd name="T7" fmla="*/ 0 h 13"/>
                  <a:gd name="T8" fmla="*/ 0 w 13"/>
                  <a:gd name="T9" fmla="*/ 22 h 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13">
                    <a:moveTo>
                      <a:pt x="0" y="13"/>
                    </a:moveTo>
                    <a:cubicBezTo>
                      <a:pt x="4" y="13"/>
                      <a:pt x="4" y="13"/>
                      <a:pt x="4" y="13"/>
                    </a:cubicBezTo>
                    <a:cubicBezTo>
                      <a:pt x="4" y="8"/>
                      <a:pt x="8" y="4"/>
                      <a:pt x="13" y="4"/>
                    </a:cubicBezTo>
                    <a:cubicBezTo>
                      <a:pt x="13" y="0"/>
                      <a:pt x="13" y="0"/>
                      <a:pt x="13" y="0"/>
                    </a:cubicBezTo>
                    <a:cubicBezTo>
                      <a:pt x="6" y="0"/>
                      <a:pt x="0" y="6"/>
                      <a:pt x="0" y="1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sp>
        <p:nvSpPr>
          <p:cNvPr id="15385" name="Freeform 32"/>
          <p:cNvSpPr/>
          <p:nvPr/>
        </p:nvSpPr>
        <p:spPr bwMode="auto">
          <a:xfrm>
            <a:off x="1949451" y="3113551"/>
            <a:ext cx="198967" cy="192616"/>
          </a:xfrm>
          <a:custGeom>
            <a:avLst/>
            <a:gdLst>
              <a:gd name="T0" fmla="*/ 75921 w 57"/>
              <a:gd name="T1" fmla="*/ 0 h 55"/>
              <a:gd name="T2" fmla="*/ 20944 w 57"/>
              <a:gd name="T3" fmla="*/ 28892 h 55"/>
              <a:gd name="T4" fmla="*/ 0 w 57"/>
              <a:gd name="T5" fmla="*/ 15759 h 55"/>
              <a:gd name="T6" fmla="*/ 0 w 57"/>
              <a:gd name="T7" fmla="*/ 84051 h 55"/>
              <a:gd name="T8" fmla="*/ 57596 w 57"/>
              <a:gd name="T9" fmla="*/ 49905 h 55"/>
              <a:gd name="T10" fmla="*/ 39270 w 57"/>
              <a:gd name="T11" fmla="*/ 39399 h 55"/>
              <a:gd name="T12" fmla="*/ 75921 w 57"/>
              <a:gd name="T13" fmla="*/ 23639 h 55"/>
              <a:gd name="T14" fmla="*/ 125663 w 57"/>
              <a:gd name="T15" fmla="*/ 73544 h 55"/>
              <a:gd name="T16" fmla="*/ 75921 w 57"/>
              <a:gd name="T17" fmla="*/ 123449 h 55"/>
              <a:gd name="T18" fmla="*/ 75921 w 57"/>
              <a:gd name="T19" fmla="*/ 144462 h 55"/>
              <a:gd name="T20" fmla="*/ 149225 w 57"/>
              <a:gd name="T21" fmla="*/ 73544 h 55"/>
              <a:gd name="T22" fmla="*/ 75921 w 57"/>
              <a:gd name="T23" fmla="*/ 0 h 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7" h="55">
                <a:moveTo>
                  <a:pt x="29" y="0"/>
                </a:moveTo>
                <a:cubicBezTo>
                  <a:pt x="21" y="0"/>
                  <a:pt x="13" y="4"/>
                  <a:pt x="8" y="11"/>
                </a:cubicBezTo>
                <a:cubicBezTo>
                  <a:pt x="0" y="6"/>
                  <a:pt x="0" y="6"/>
                  <a:pt x="0" y="6"/>
                </a:cubicBezTo>
                <a:cubicBezTo>
                  <a:pt x="0" y="32"/>
                  <a:pt x="0" y="32"/>
                  <a:pt x="0" y="32"/>
                </a:cubicBezTo>
                <a:cubicBezTo>
                  <a:pt x="22" y="19"/>
                  <a:pt x="22" y="19"/>
                  <a:pt x="22" y="19"/>
                </a:cubicBezTo>
                <a:cubicBezTo>
                  <a:pt x="15" y="15"/>
                  <a:pt x="15" y="15"/>
                  <a:pt x="15" y="15"/>
                </a:cubicBezTo>
                <a:cubicBezTo>
                  <a:pt x="19" y="11"/>
                  <a:pt x="24" y="9"/>
                  <a:pt x="29" y="9"/>
                </a:cubicBezTo>
                <a:cubicBezTo>
                  <a:pt x="40" y="9"/>
                  <a:pt x="48" y="17"/>
                  <a:pt x="48" y="28"/>
                </a:cubicBezTo>
                <a:cubicBezTo>
                  <a:pt x="48" y="38"/>
                  <a:pt x="40" y="47"/>
                  <a:pt x="29" y="47"/>
                </a:cubicBezTo>
                <a:cubicBezTo>
                  <a:pt x="29" y="55"/>
                  <a:pt x="29" y="55"/>
                  <a:pt x="29" y="55"/>
                </a:cubicBezTo>
                <a:cubicBezTo>
                  <a:pt x="44" y="55"/>
                  <a:pt x="57" y="43"/>
                  <a:pt x="57" y="28"/>
                </a:cubicBezTo>
                <a:cubicBezTo>
                  <a:pt x="57" y="12"/>
                  <a:pt x="44" y="0"/>
                  <a:pt x="29"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391" name="Line 38"/>
          <p:cNvSpPr>
            <a:spLocks noChangeShapeType="1"/>
          </p:cNvSpPr>
          <p:nvPr/>
        </p:nvSpPr>
        <p:spPr bwMode="auto">
          <a:xfrm>
            <a:off x="2059517" y="4590984"/>
            <a:ext cx="0" cy="480483"/>
          </a:xfrm>
          <a:prstGeom prst="line">
            <a:avLst/>
          </a:prstGeom>
          <a:noFill/>
          <a:ln w="6350">
            <a:solidFill>
              <a:srgbClr val="C0C0C0"/>
            </a:solidFill>
            <a:prstDash val="dash"/>
            <a:rou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392" name="Line 39"/>
          <p:cNvSpPr>
            <a:spLocks noChangeShapeType="1"/>
          </p:cNvSpPr>
          <p:nvPr/>
        </p:nvSpPr>
        <p:spPr bwMode="auto">
          <a:xfrm>
            <a:off x="4080933" y="4590984"/>
            <a:ext cx="0" cy="480483"/>
          </a:xfrm>
          <a:prstGeom prst="line">
            <a:avLst/>
          </a:prstGeom>
          <a:noFill/>
          <a:ln w="6350">
            <a:solidFill>
              <a:srgbClr val="C0C0C0"/>
            </a:solidFill>
            <a:prstDash val="dash"/>
            <a:rou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393" name="Line 40"/>
          <p:cNvSpPr>
            <a:spLocks noChangeShapeType="1"/>
          </p:cNvSpPr>
          <p:nvPr/>
        </p:nvSpPr>
        <p:spPr bwMode="auto">
          <a:xfrm>
            <a:off x="6096000" y="4590984"/>
            <a:ext cx="0" cy="480483"/>
          </a:xfrm>
          <a:prstGeom prst="line">
            <a:avLst/>
          </a:prstGeom>
          <a:noFill/>
          <a:ln w="6350">
            <a:solidFill>
              <a:srgbClr val="C0C0C0"/>
            </a:solidFill>
            <a:prstDash val="dash"/>
            <a:rou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394" name="Line 41"/>
          <p:cNvSpPr>
            <a:spLocks noChangeShapeType="1"/>
          </p:cNvSpPr>
          <p:nvPr/>
        </p:nvSpPr>
        <p:spPr bwMode="auto">
          <a:xfrm>
            <a:off x="8128000" y="4590984"/>
            <a:ext cx="0" cy="480483"/>
          </a:xfrm>
          <a:prstGeom prst="line">
            <a:avLst/>
          </a:prstGeom>
          <a:noFill/>
          <a:ln w="6350">
            <a:solidFill>
              <a:srgbClr val="C0C0C0"/>
            </a:solidFill>
            <a:prstDash val="dash"/>
            <a:rou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395" name="Line 42"/>
          <p:cNvSpPr>
            <a:spLocks noChangeShapeType="1"/>
          </p:cNvSpPr>
          <p:nvPr/>
        </p:nvSpPr>
        <p:spPr bwMode="auto">
          <a:xfrm>
            <a:off x="10149417" y="4590984"/>
            <a:ext cx="0" cy="480483"/>
          </a:xfrm>
          <a:prstGeom prst="line">
            <a:avLst/>
          </a:prstGeom>
          <a:noFill/>
          <a:ln w="6350">
            <a:solidFill>
              <a:srgbClr val="C0C0C0"/>
            </a:solidFill>
            <a:prstDash val="dash"/>
            <a:rou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48" name="组合 47"/>
          <p:cNvGrpSpPr/>
          <p:nvPr/>
        </p:nvGrpSpPr>
        <p:grpSpPr>
          <a:xfrm>
            <a:off x="0" y="1059"/>
            <a:ext cx="12192001" cy="989605"/>
            <a:chOff x="-1" y="0"/>
            <a:chExt cx="9144001" cy="742204"/>
          </a:xfrm>
        </p:grpSpPr>
        <p:sp>
          <p:nvSpPr>
            <p:cNvPr id="49" name="矩形 48"/>
            <p:cNvSpPr/>
            <p:nvPr/>
          </p:nvSpPr>
          <p:spPr>
            <a:xfrm>
              <a:off x="-1" y="0"/>
              <a:ext cx="762101" cy="742204"/>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0" name="矩形 49"/>
            <p:cNvSpPr/>
            <p:nvPr/>
          </p:nvSpPr>
          <p:spPr>
            <a:xfrm>
              <a:off x="816248" y="0"/>
              <a:ext cx="122807" cy="742204"/>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2" name="TextBox 8"/>
            <p:cNvSpPr txBox="1"/>
            <p:nvPr/>
          </p:nvSpPr>
          <p:spPr>
            <a:xfrm>
              <a:off x="44116" y="34318"/>
              <a:ext cx="717985" cy="684755"/>
            </a:xfrm>
            <a:prstGeom prst="rect">
              <a:avLst/>
            </a:prstGeom>
            <a:noFill/>
          </p:spPr>
          <p:txBody>
            <a:bodyPr wrap="none" rtlCol="0">
              <a:spAutoFit/>
            </a:bodyPr>
            <a:lstStyle/>
            <a:p>
              <a:pPr algn="r" defTabSz="1218565"/>
              <a:r>
                <a:rPr lang="en-US" altLang="zh-CN" sz="5335" b="1"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03</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3" name="文本占位符 3"/>
            <p:cNvSpPr txBox="1"/>
            <p:nvPr/>
          </p:nvSpPr>
          <p:spPr>
            <a:xfrm>
              <a:off x="976845" y="166078"/>
              <a:ext cx="4186412" cy="431935"/>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点击输入相关标题</a:t>
              </a:r>
              <a:endPar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4" name="矩形 53"/>
            <p:cNvSpPr/>
            <p:nvPr/>
          </p:nvSpPr>
          <p:spPr>
            <a:xfrm flipV="1">
              <a:off x="4033674" y="533830"/>
              <a:ext cx="5110326" cy="45719"/>
            </a:xfrm>
            <a:prstGeom prst="rect">
              <a:avLst/>
            </a:prstGeom>
            <a:solidFill>
              <a:srgbClr val="FB8989"/>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51" name="矩形 1"/>
          <p:cNvSpPr>
            <a:spLocks noChangeArrowheads="1"/>
          </p:cNvSpPr>
          <p:nvPr/>
        </p:nvSpPr>
        <p:spPr bwMode="auto">
          <a:xfrm>
            <a:off x="1016135" y="5566768"/>
            <a:ext cx="2089118" cy="819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105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a:t>
            </a:r>
            <a:endParaRPr lang="en-US" altLang="zh-CN" sz="105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5" name="矩形 54"/>
          <p:cNvSpPr/>
          <p:nvPr/>
        </p:nvSpPr>
        <p:spPr>
          <a:xfrm>
            <a:off x="1259136" y="5116683"/>
            <a:ext cx="1600761" cy="450085"/>
          </a:xfrm>
          <a:prstGeom prst="rect">
            <a:avLst/>
          </a:prstGeom>
        </p:spPr>
        <p:txBody>
          <a:bodyPr wrap="square" lIns="91403" tIns="45701" rIns="91403" bIns="45701">
            <a:spAutoFit/>
          </a:bodyPr>
          <a:lstStyle/>
          <a:p>
            <a:pPr algn="dist">
              <a:lnSpc>
                <a:spcPct val="150000"/>
              </a:lnSpc>
            </a:pPr>
            <a:r>
              <a:rPr lang="zh-CN" altLang="en-US"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6" name="矩形 1"/>
          <p:cNvSpPr>
            <a:spLocks noChangeArrowheads="1"/>
          </p:cNvSpPr>
          <p:nvPr/>
        </p:nvSpPr>
        <p:spPr bwMode="auto">
          <a:xfrm>
            <a:off x="2999452" y="5584265"/>
            <a:ext cx="2089118" cy="819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105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a:t>
            </a:r>
            <a:endParaRPr lang="en-US" altLang="zh-CN" sz="105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7" name="矩形 56"/>
          <p:cNvSpPr/>
          <p:nvPr/>
        </p:nvSpPr>
        <p:spPr>
          <a:xfrm>
            <a:off x="3242453" y="5134180"/>
            <a:ext cx="1600761" cy="450085"/>
          </a:xfrm>
          <a:prstGeom prst="rect">
            <a:avLst/>
          </a:prstGeom>
        </p:spPr>
        <p:txBody>
          <a:bodyPr wrap="square" lIns="91403" tIns="45701" rIns="91403" bIns="45701">
            <a:spAutoFit/>
          </a:bodyPr>
          <a:lstStyle/>
          <a:p>
            <a:pPr algn="dist">
              <a:lnSpc>
                <a:spcPct val="150000"/>
              </a:lnSpc>
            </a:pPr>
            <a:r>
              <a:rPr lang="zh-CN" altLang="en-US"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8" name="矩形 1"/>
          <p:cNvSpPr>
            <a:spLocks noChangeArrowheads="1"/>
          </p:cNvSpPr>
          <p:nvPr/>
        </p:nvSpPr>
        <p:spPr bwMode="auto">
          <a:xfrm>
            <a:off x="5052618" y="5584265"/>
            <a:ext cx="2089118" cy="819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105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a:t>
            </a:r>
            <a:endParaRPr lang="en-US" altLang="zh-CN" sz="105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9" name="矩形 58"/>
          <p:cNvSpPr/>
          <p:nvPr/>
        </p:nvSpPr>
        <p:spPr>
          <a:xfrm>
            <a:off x="5295619" y="5134180"/>
            <a:ext cx="1600761" cy="450085"/>
          </a:xfrm>
          <a:prstGeom prst="rect">
            <a:avLst/>
          </a:prstGeom>
        </p:spPr>
        <p:txBody>
          <a:bodyPr wrap="square" lIns="91403" tIns="45701" rIns="91403" bIns="45701">
            <a:spAutoFit/>
          </a:bodyPr>
          <a:lstStyle/>
          <a:p>
            <a:pPr algn="dist">
              <a:lnSpc>
                <a:spcPct val="150000"/>
              </a:lnSpc>
            </a:pPr>
            <a:r>
              <a:rPr lang="zh-CN" altLang="en-US"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0" name="矩形 1"/>
          <p:cNvSpPr>
            <a:spLocks noChangeArrowheads="1"/>
          </p:cNvSpPr>
          <p:nvPr/>
        </p:nvSpPr>
        <p:spPr bwMode="auto">
          <a:xfrm>
            <a:off x="7105784" y="5564810"/>
            <a:ext cx="2089118" cy="819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105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a:t>
            </a:r>
            <a:endParaRPr lang="en-US" altLang="zh-CN" sz="105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1" name="矩形 60"/>
          <p:cNvSpPr/>
          <p:nvPr/>
        </p:nvSpPr>
        <p:spPr>
          <a:xfrm>
            <a:off x="7348785" y="5114725"/>
            <a:ext cx="1600761" cy="450085"/>
          </a:xfrm>
          <a:prstGeom prst="rect">
            <a:avLst/>
          </a:prstGeom>
        </p:spPr>
        <p:txBody>
          <a:bodyPr wrap="square" lIns="91403" tIns="45701" rIns="91403" bIns="45701">
            <a:spAutoFit/>
          </a:bodyPr>
          <a:lstStyle/>
          <a:p>
            <a:pPr algn="dist">
              <a:lnSpc>
                <a:spcPct val="150000"/>
              </a:lnSpc>
            </a:pPr>
            <a:r>
              <a:rPr lang="zh-CN" altLang="en-US"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2" name="矩形 1"/>
          <p:cNvSpPr>
            <a:spLocks noChangeArrowheads="1"/>
          </p:cNvSpPr>
          <p:nvPr/>
        </p:nvSpPr>
        <p:spPr bwMode="auto">
          <a:xfrm>
            <a:off x="9089101" y="5564810"/>
            <a:ext cx="2089118" cy="819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105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a:t>
            </a:r>
            <a:endParaRPr lang="en-US" altLang="zh-CN" sz="105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3" name="矩形 62"/>
          <p:cNvSpPr/>
          <p:nvPr/>
        </p:nvSpPr>
        <p:spPr>
          <a:xfrm>
            <a:off x="9332102" y="5114725"/>
            <a:ext cx="1600761" cy="450085"/>
          </a:xfrm>
          <a:prstGeom prst="rect">
            <a:avLst/>
          </a:prstGeom>
        </p:spPr>
        <p:txBody>
          <a:bodyPr wrap="square" lIns="91403" tIns="45701" rIns="91403" bIns="45701">
            <a:spAutoFit/>
          </a:bodyPr>
          <a:lstStyle/>
          <a:p>
            <a:pPr algn="dist">
              <a:lnSpc>
                <a:spcPct val="150000"/>
              </a:lnSpc>
            </a:pPr>
            <a:r>
              <a:rPr lang="zh-CN" altLang="en-US"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376"/>
                                        </p:tgtEl>
                                        <p:attrNameLst>
                                          <p:attrName>style.visibility</p:attrName>
                                        </p:attrNameLst>
                                      </p:cBhvr>
                                      <p:to>
                                        <p:strVal val="visible"/>
                                      </p:to>
                                    </p:set>
                                    <p:animEffect transition="in" filter="wipe(left)">
                                      <p:cBhvr>
                                        <p:cTn id="7" dur="500"/>
                                        <p:tgtEl>
                                          <p:spTgt spid="1537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5371"/>
                                        </p:tgtEl>
                                        <p:attrNameLst>
                                          <p:attrName>style.visibility</p:attrName>
                                        </p:attrNameLst>
                                      </p:cBhvr>
                                      <p:to>
                                        <p:strVal val="visible"/>
                                      </p:to>
                                    </p:set>
                                    <p:animEffect transition="in" filter="wipe(left)">
                                      <p:cBhvr>
                                        <p:cTn id="10" dur="500"/>
                                        <p:tgtEl>
                                          <p:spTgt spid="15371"/>
                                        </p:tgtEl>
                                      </p:cBhvr>
                                    </p:animEffect>
                                  </p:childTnLst>
                                </p:cTn>
                              </p:par>
                            </p:childTnLst>
                          </p:cTn>
                        </p:par>
                        <p:par>
                          <p:cTn id="11" fill="hold">
                            <p:stCondLst>
                              <p:cond delay="500"/>
                            </p:stCondLst>
                            <p:childTnLst>
                              <p:par>
                                <p:cTn id="12" presetID="21" presetClass="entr" presetSubtype="1" fill="hold" grpId="0" nodeType="afterEffect">
                                  <p:stCondLst>
                                    <p:cond delay="0"/>
                                  </p:stCondLst>
                                  <p:childTnLst>
                                    <p:set>
                                      <p:cBhvr>
                                        <p:cTn id="13" dur="1" fill="hold">
                                          <p:stCondLst>
                                            <p:cond delay="0"/>
                                          </p:stCondLst>
                                        </p:cTn>
                                        <p:tgtEl>
                                          <p:spTgt spid="15366"/>
                                        </p:tgtEl>
                                        <p:attrNameLst>
                                          <p:attrName>style.visibility</p:attrName>
                                        </p:attrNameLst>
                                      </p:cBhvr>
                                      <p:to>
                                        <p:strVal val="visible"/>
                                      </p:to>
                                    </p:set>
                                    <p:animEffect transition="in" filter="wheel(1)">
                                      <p:cBhvr>
                                        <p:cTn id="14" dur="2000"/>
                                        <p:tgtEl>
                                          <p:spTgt spid="15366"/>
                                        </p:tgtEl>
                                      </p:cBhvr>
                                    </p:animEffect>
                                  </p:childTnLst>
                                </p:cTn>
                              </p:par>
                            </p:childTnLst>
                          </p:cTn>
                        </p:par>
                        <p:par>
                          <p:cTn id="15" fill="hold">
                            <p:stCondLst>
                              <p:cond delay="2500"/>
                            </p:stCondLst>
                            <p:childTnLst>
                              <p:par>
                                <p:cTn id="16" presetID="22" presetClass="entr" presetSubtype="1" fill="hold" grpId="0" nodeType="afterEffect">
                                  <p:stCondLst>
                                    <p:cond delay="0"/>
                                  </p:stCondLst>
                                  <p:childTnLst>
                                    <p:set>
                                      <p:cBhvr>
                                        <p:cTn id="17" dur="1" fill="hold">
                                          <p:stCondLst>
                                            <p:cond delay="0"/>
                                          </p:stCondLst>
                                        </p:cTn>
                                        <p:tgtEl>
                                          <p:spTgt spid="15391"/>
                                        </p:tgtEl>
                                        <p:attrNameLst>
                                          <p:attrName>style.visibility</p:attrName>
                                        </p:attrNameLst>
                                      </p:cBhvr>
                                      <p:to>
                                        <p:strVal val="visible"/>
                                      </p:to>
                                    </p:set>
                                    <p:animEffect transition="in" filter="wipe(up)">
                                      <p:cBhvr>
                                        <p:cTn id="18" dur="500"/>
                                        <p:tgtEl>
                                          <p:spTgt spid="15391"/>
                                        </p:tgtEl>
                                      </p:cBhvr>
                                    </p:animEffect>
                                  </p:childTnLst>
                                </p:cTn>
                              </p:par>
                            </p:childTnLst>
                          </p:cTn>
                        </p:par>
                        <p:par>
                          <p:cTn id="19" fill="hold">
                            <p:stCondLst>
                              <p:cond delay="3000"/>
                            </p:stCondLst>
                            <p:childTnLst>
                              <p:par>
                                <p:cTn id="20" presetID="22" presetClass="entr" presetSubtype="8" fill="hold" grpId="0" nodeType="afterEffect">
                                  <p:stCondLst>
                                    <p:cond delay="0"/>
                                  </p:stCondLst>
                                  <p:childTnLst>
                                    <p:set>
                                      <p:cBhvr>
                                        <p:cTn id="21" dur="1" fill="hold">
                                          <p:stCondLst>
                                            <p:cond delay="0"/>
                                          </p:stCondLst>
                                        </p:cTn>
                                        <p:tgtEl>
                                          <p:spTgt spid="15372"/>
                                        </p:tgtEl>
                                        <p:attrNameLst>
                                          <p:attrName>style.visibility</p:attrName>
                                        </p:attrNameLst>
                                      </p:cBhvr>
                                      <p:to>
                                        <p:strVal val="visible"/>
                                      </p:to>
                                    </p:set>
                                    <p:animEffect transition="in" filter="wipe(left)">
                                      <p:cBhvr>
                                        <p:cTn id="22" dur="500"/>
                                        <p:tgtEl>
                                          <p:spTgt spid="1537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5377"/>
                                        </p:tgtEl>
                                        <p:attrNameLst>
                                          <p:attrName>style.visibility</p:attrName>
                                        </p:attrNameLst>
                                      </p:cBhvr>
                                      <p:to>
                                        <p:strVal val="visible"/>
                                      </p:to>
                                    </p:set>
                                    <p:animEffect transition="in" filter="wipe(left)">
                                      <p:cBhvr>
                                        <p:cTn id="25" dur="500"/>
                                        <p:tgtEl>
                                          <p:spTgt spid="15377"/>
                                        </p:tgtEl>
                                      </p:cBhvr>
                                    </p:animEffect>
                                  </p:childTnLst>
                                </p:cTn>
                              </p:par>
                            </p:childTnLst>
                          </p:cTn>
                        </p:par>
                        <p:par>
                          <p:cTn id="26" fill="hold">
                            <p:stCondLst>
                              <p:cond delay="3500"/>
                            </p:stCondLst>
                            <p:childTnLst>
                              <p:par>
                                <p:cTn id="27" presetID="21" presetClass="entr" presetSubtype="1" fill="hold" nodeType="after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heel(1)">
                                      <p:cBhvr>
                                        <p:cTn id="29" dur="2000"/>
                                        <p:tgtEl>
                                          <p:spTgt spid="2"/>
                                        </p:tgtEl>
                                      </p:cBhvr>
                                    </p:animEffect>
                                  </p:childTnLst>
                                </p:cTn>
                              </p:par>
                            </p:childTnLst>
                          </p:cTn>
                        </p:par>
                        <p:par>
                          <p:cTn id="30" fill="hold">
                            <p:stCondLst>
                              <p:cond delay="5500"/>
                            </p:stCondLst>
                            <p:childTnLst>
                              <p:par>
                                <p:cTn id="31" presetID="22" presetClass="entr" presetSubtype="1" fill="hold" grpId="0" nodeType="afterEffect">
                                  <p:stCondLst>
                                    <p:cond delay="0"/>
                                  </p:stCondLst>
                                  <p:childTnLst>
                                    <p:set>
                                      <p:cBhvr>
                                        <p:cTn id="32" dur="1" fill="hold">
                                          <p:stCondLst>
                                            <p:cond delay="0"/>
                                          </p:stCondLst>
                                        </p:cTn>
                                        <p:tgtEl>
                                          <p:spTgt spid="15392"/>
                                        </p:tgtEl>
                                        <p:attrNameLst>
                                          <p:attrName>style.visibility</p:attrName>
                                        </p:attrNameLst>
                                      </p:cBhvr>
                                      <p:to>
                                        <p:strVal val="visible"/>
                                      </p:to>
                                    </p:set>
                                    <p:animEffect transition="in" filter="wipe(up)">
                                      <p:cBhvr>
                                        <p:cTn id="33" dur="500"/>
                                        <p:tgtEl>
                                          <p:spTgt spid="15392"/>
                                        </p:tgtEl>
                                      </p:cBhvr>
                                    </p:animEffect>
                                  </p:childTnLst>
                                </p:cTn>
                              </p:par>
                            </p:childTnLst>
                          </p:cTn>
                        </p:par>
                        <p:par>
                          <p:cTn id="34" fill="hold">
                            <p:stCondLst>
                              <p:cond delay="6000"/>
                            </p:stCondLst>
                            <p:childTnLst>
                              <p:par>
                                <p:cTn id="35" presetID="22" presetClass="entr" presetSubtype="8" fill="hold" grpId="0" nodeType="afterEffect">
                                  <p:stCondLst>
                                    <p:cond delay="0"/>
                                  </p:stCondLst>
                                  <p:childTnLst>
                                    <p:set>
                                      <p:cBhvr>
                                        <p:cTn id="36" dur="1" fill="hold">
                                          <p:stCondLst>
                                            <p:cond delay="0"/>
                                          </p:stCondLst>
                                        </p:cTn>
                                        <p:tgtEl>
                                          <p:spTgt spid="15378"/>
                                        </p:tgtEl>
                                        <p:attrNameLst>
                                          <p:attrName>style.visibility</p:attrName>
                                        </p:attrNameLst>
                                      </p:cBhvr>
                                      <p:to>
                                        <p:strVal val="visible"/>
                                      </p:to>
                                    </p:set>
                                    <p:animEffect transition="in" filter="wipe(left)">
                                      <p:cBhvr>
                                        <p:cTn id="37" dur="500"/>
                                        <p:tgtEl>
                                          <p:spTgt spid="15378"/>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5373"/>
                                        </p:tgtEl>
                                        <p:attrNameLst>
                                          <p:attrName>style.visibility</p:attrName>
                                        </p:attrNameLst>
                                      </p:cBhvr>
                                      <p:to>
                                        <p:strVal val="visible"/>
                                      </p:to>
                                    </p:set>
                                    <p:animEffect transition="in" filter="wipe(left)">
                                      <p:cBhvr>
                                        <p:cTn id="40" dur="500"/>
                                        <p:tgtEl>
                                          <p:spTgt spid="15373"/>
                                        </p:tgtEl>
                                      </p:cBhvr>
                                    </p:animEffect>
                                  </p:childTnLst>
                                </p:cTn>
                              </p:par>
                            </p:childTnLst>
                          </p:cTn>
                        </p:par>
                        <p:par>
                          <p:cTn id="41" fill="hold">
                            <p:stCondLst>
                              <p:cond delay="6500"/>
                            </p:stCondLst>
                            <p:childTnLst>
                              <p:par>
                                <p:cTn id="42" presetID="21" presetClass="entr" presetSubtype="1" fill="hold" nodeType="after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wheel(1)">
                                      <p:cBhvr>
                                        <p:cTn id="44" dur="2000"/>
                                        <p:tgtEl>
                                          <p:spTgt spid="3"/>
                                        </p:tgtEl>
                                      </p:cBhvr>
                                    </p:animEffect>
                                  </p:childTnLst>
                                </p:cTn>
                              </p:par>
                            </p:childTnLst>
                          </p:cTn>
                        </p:par>
                        <p:par>
                          <p:cTn id="45" fill="hold">
                            <p:stCondLst>
                              <p:cond delay="8500"/>
                            </p:stCondLst>
                            <p:childTnLst>
                              <p:par>
                                <p:cTn id="46" presetID="22" presetClass="entr" presetSubtype="1" fill="hold" grpId="0" nodeType="afterEffect">
                                  <p:stCondLst>
                                    <p:cond delay="0"/>
                                  </p:stCondLst>
                                  <p:childTnLst>
                                    <p:set>
                                      <p:cBhvr>
                                        <p:cTn id="47" dur="1" fill="hold">
                                          <p:stCondLst>
                                            <p:cond delay="0"/>
                                          </p:stCondLst>
                                        </p:cTn>
                                        <p:tgtEl>
                                          <p:spTgt spid="15393"/>
                                        </p:tgtEl>
                                        <p:attrNameLst>
                                          <p:attrName>style.visibility</p:attrName>
                                        </p:attrNameLst>
                                      </p:cBhvr>
                                      <p:to>
                                        <p:strVal val="visible"/>
                                      </p:to>
                                    </p:set>
                                    <p:animEffect transition="in" filter="wipe(up)">
                                      <p:cBhvr>
                                        <p:cTn id="48" dur="500"/>
                                        <p:tgtEl>
                                          <p:spTgt spid="15393"/>
                                        </p:tgtEl>
                                      </p:cBhvr>
                                    </p:animEffect>
                                  </p:childTnLst>
                                </p:cTn>
                              </p:par>
                            </p:childTnLst>
                          </p:cTn>
                        </p:par>
                        <p:par>
                          <p:cTn id="49" fill="hold">
                            <p:stCondLst>
                              <p:cond delay="9000"/>
                            </p:stCondLst>
                            <p:childTnLst>
                              <p:par>
                                <p:cTn id="50" presetID="22" presetClass="entr" presetSubtype="8" fill="hold" grpId="0" nodeType="afterEffect">
                                  <p:stCondLst>
                                    <p:cond delay="0"/>
                                  </p:stCondLst>
                                  <p:childTnLst>
                                    <p:set>
                                      <p:cBhvr>
                                        <p:cTn id="51" dur="1" fill="hold">
                                          <p:stCondLst>
                                            <p:cond delay="0"/>
                                          </p:stCondLst>
                                        </p:cTn>
                                        <p:tgtEl>
                                          <p:spTgt spid="15374"/>
                                        </p:tgtEl>
                                        <p:attrNameLst>
                                          <p:attrName>style.visibility</p:attrName>
                                        </p:attrNameLst>
                                      </p:cBhvr>
                                      <p:to>
                                        <p:strVal val="visible"/>
                                      </p:to>
                                    </p:set>
                                    <p:animEffect transition="in" filter="wipe(left)">
                                      <p:cBhvr>
                                        <p:cTn id="52" dur="500"/>
                                        <p:tgtEl>
                                          <p:spTgt spid="15374"/>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15379"/>
                                        </p:tgtEl>
                                        <p:attrNameLst>
                                          <p:attrName>style.visibility</p:attrName>
                                        </p:attrNameLst>
                                      </p:cBhvr>
                                      <p:to>
                                        <p:strVal val="visible"/>
                                      </p:to>
                                    </p:set>
                                    <p:animEffect transition="in" filter="wipe(left)">
                                      <p:cBhvr>
                                        <p:cTn id="55" dur="500"/>
                                        <p:tgtEl>
                                          <p:spTgt spid="15379"/>
                                        </p:tgtEl>
                                      </p:cBhvr>
                                    </p:animEffect>
                                  </p:childTnLst>
                                </p:cTn>
                              </p:par>
                            </p:childTnLst>
                          </p:cTn>
                        </p:par>
                        <p:par>
                          <p:cTn id="56" fill="hold">
                            <p:stCondLst>
                              <p:cond delay="9500"/>
                            </p:stCondLst>
                            <p:childTnLst>
                              <p:par>
                                <p:cTn id="57" presetID="21" presetClass="entr" presetSubtype="1" fill="hold" nodeType="afterEffect">
                                  <p:stCondLst>
                                    <p:cond delay="0"/>
                                  </p:stCondLst>
                                  <p:childTnLst>
                                    <p:set>
                                      <p:cBhvr>
                                        <p:cTn id="58" dur="1" fill="hold">
                                          <p:stCondLst>
                                            <p:cond delay="0"/>
                                          </p:stCondLst>
                                        </p:cTn>
                                        <p:tgtEl>
                                          <p:spTgt spid="4"/>
                                        </p:tgtEl>
                                        <p:attrNameLst>
                                          <p:attrName>style.visibility</p:attrName>
                                        </p:attrNameLst>
                                      </p:cBhvr>
                                      <p:to>
                                        <p:strVal val="visible"/>
                                      </p:to>
                                    </p:set>
                                    <p:animEffect transition="in" filter="wheel(1)">
                                      <p:cBhvr>
                                        <p:cTn id="59" dur="2000"/>
                                        <p:tgtEl>
                                          <p:spTgt spid="4"/>
                                        </p:tgtEl>
                                      </p:cBhvr>
                                    </p:animEffect>
                                  </p:childTnLst>
                                </p:cTn>
                              </p:par>
                            </p:childTnLst>
                          </p:cTn>
                        </p:par>
                        <p:par>
                          <p:cTn id="60" fill="hold">
                            <p:stCondLst>
                              <p:cond delay="11500"/>
                            </p:stCondLst>
                            <p:childTnLst>
                              <p:par>
                                <p:cTn id="61" presetID="22" presetClass="entr" presetSubtype="1" fill="hold" grpId="0" nodeType="afterEffect">
                                  <p:stCondLst>
                                    <p:cond delay="0"/>
                                  </p:stCondLst>
                                  <p:childTnLst>
                                    <p:set>
                                      <p:cBhvr>
                                        <p:cTn id="62" dur="1" fill="hold">
                                          <p:stCondLst>
                                            <p:cond delay="0"/>
                                          </p:stCondLst>
                                        </p:cTn>
                                        <p:tgtEl>
                                          <p:spTgt spid="15394"/>
                                        </p:tgtEl>
                                        <p:attrNameLst>
                                          <p:attrName>style.visibility</p:attrName>
                                        </p:attrNameLst>
                                      </p:cBhvr>
                                      <p:to>
                                        <p:strVal val="visible"/>
                                      </p:to>
                                    </p:set>
                                    <p:animEffect transition="in" filter="wipe(up)">
                                      <p:cBhvr>
                                        <p:cTn id="63" dur="500"/>
                                        <p:tgtEl>
                                          <p:spTgt spid="15394"/>
                                        </p:tgtEl>
                                      </p:cBhvr>
                                    </p:animEffect>
                                  </p:childTnLst>
                                </p:cTn>
                              </p:par>
                            </p:childTnLst>
                          </p:cTn>
                        </p:par>
                        <p:par>
                          <p:cTn id="64" fill="hold">
                            <p:stCondLst>
                              <p:cond delay="12000"/>
                            </p:stCondLst>
                            <p:childTnLst>
                              <p:par>
                                <p:cTn id="65" presetID="22" presetClass="entr" presetSubtype="8" fill="hold" grpId="0" nodeType="afterEffect">
                                  <p:stCondLst>
                                    <p:cond delay="0"/>
                                  </p:stCondLst>
                                  <p:childTnLst>
                                    <p:set>
                                      <p:cBhvr>
                                        <p:cTn id="66" dur="1" fill="hold">
                                          <p:stCondLst>
                                            <p:cond delay="0"/>
                                          </p:stCondLst>
                                        </p:cTn>
                                        <p:tgtEl>
                                          <p:spTgt spid="15380"/>
                                        </p:tgtEl>
                                        <p:attrNameLst>
                                          <p:attrName>style.visibility</p:attrName>
                                        </p:attrNameLst>
                                      </p:cBhvr>
                                      <p:to>
                                        <p:strVal val="visible"/>
                                      </p:to>
                                    </p:set>
                                    <p:animEffect transition="in" filter="wipe(left)">
                                      <p:cBhvr>
                                        <p:cTn id="67" dur="500"/>
                                        <p:tgtEl>
                                          <p:spTgt spid="15380"/>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15375"/>
                                        </p:tgtEl>
                                        <p:attrNameLst>
                                          <p:attrName>style.visibility</p:attrName>
                                        </p:attrNameLst>
                                      </p:cBhvr>
                                      <p:to>
                                        <p:strVal val="visible"/>
                                      </p:to>
                                    </p:set>
                                    <p:animEffect transition="in" filter="wipe(left)">
                                      <p:cBhvr>
                                        <p:cTn id="70" dur="500"/>
                                        <p:tgtEl>
                                          <p:spTgt spid="15375"/>
                                        </p:tgtEl>
                                      </p:cBhvr>
                                    </p:animEffect>
                                  </p:childTnLst>
                                </p:cTn>
                              </p:par>
                            </p:childTnLst>
                          </p:cTn>
                        </p:par>
                        <p:par>
                          <p:cTn id="71" fill="hold">
                            <p:stCondLst>
                              <p:cond delay="12500"/>
                            </p:stCondLst>
                            <p:childTnLst>
                              <p:par>
                                <p:cTn id="72" presetID="21" presetClass="entr" presetSubtype="1" fill="hold" nodeType="afterEffect">
                                  <p:stCondLst>
                                    <p:cond delay="0"/>
                                  </p:stCondLst>
                                  <p:childTnLst>
                                    <p:set>
                                      <p:cBhvr>
                                        <p:cTn id="73" dur="1" fill="hold">
                                          <p:stCondLst>
                                            <p:cond delay="0"/>
                                          </p:stCondLst>
                                        </p:cTn>
                                        <p:tgtEl>
                                          <p:spTgt spid="5"/>
                                        </p:tgtEl>
                                        <p:attrNameLst>
                                          <p:attrName>style.visibility</p:attrName>
                                        </p:attrNameLst>
                                      </p:cBhvr>
                                      <p:to>
                                        <p:strVal val="visible"/>
                                      </p:to>
                                    </p:set>
                                    <p:animEffect transition="in" filter="wheel(1)">
                                      <p:cBhvr>
                                        <p:cTn id="74" dur="2000"/>
                                        <p:tgtEl>
                                          <p:spTgt spid="5"/>
                                        </p:tgtEl>
                                      </p:cBhvr>
                                    </p:animEffect>
                                  </p:childTnLst>
                                </p:cTn>
                              </p:par>
                            </p:childTnLst>
                          </p:cTn>
                        </p:par>
                        <p:par>
                          <p:cTn id="75" fill="hold">
                            <p:stCondLst>
                              <p:cond delay="14500"/>
                            </p:stCondLst>
                            <p:childTnLst>
                              <p:par>
                                <p:cTn id="76" presetID="22" presetClass="entr" presetSubtype="1" fill="hold" grpId="0" nodeType="afterEffect">
                                  <p:stCondLst>
                                    <p:cond delay="0"/>
                                  </p:stCondLst>
                                  <p:childTnLst>
                                    <p:set>
                                      <p:cBhvr>
                                        <p:cTn id="77" dur="1" fill="hold">
                                          <p:stCondLst>
                                            <p:cond delay="0"/>
                                          </p:stCondLst>
                                        </p:cTn>
                                        <p:tgtEl>
                                          <p:spTgt spid="15395"/>
                                        </p:tgtEl>
                                        <p:attrNameLst>
                                          <p:attrName>style.visibility</p:attrName>
                                        </p:attrNameLst>
                                      </p:cBhvr>
                                      <p:to>
                                        <p:strVal val="visible"/>
                                      </p:to>
                                    </p:set>
                                    <p:animEffect transition="in" filter="wipe(up)">
                                      <p:cBhvr>
                                        <p:cTn id="78" dur="500"/>
                                        <p:tgtEl>
                                          <p:spTgt spid="15395"/>
                                        </p:tgtEl>
                                      </p:cBhvr>
                                    </p:animEffect>
                                  </p:childTnLst>
                                </p:cTn>
                              </p:par>
                            </p:childTnLst>
                          </p:cTn>
                        </p:par>
                        <p:par>
                          <p:cTn id="79" fill="hold">
                            <p:stCondLst>
                              <p:cond delay="15000"/>
                            </p:stCondLst>
                            <p:childTnLst>
                              <p:par>
                                <p:cTn id="80" presetID="22" presetClass="entr" presetSubtype="1" fill="hold" grpId="0" nodeType="afterEffect">
                                  <p:stCondLst>
                                    <p:cond delay="0"/>
                                  </p:stCondLst>
                                  <p:childTnLst>
                                    <p:set>
                                      <p:cBhvr>
                                        <p:cTn id="81" dur="1" fill="hold">
                                          <p:stCondLst>
                                            <p:cond delay="0"/>
                                          </p:stCondLst>
                                        </p:cTn>
                                        <p:tgtEl>
                                          <p:spTgt spid="51"/>
                                        </p:tgtEl>
                                        <p:attrNameLst>
                                          <p:attrName>style.visibility</p:attrName>
                                        </p:attrNameLst>
                                      </p:cBhvr>
                                      <p:to>
                                        <p:strVal val="visible"/>
                                      </p:to>
                                    </p:set>
                                    <p:animEffect transition="in" filter="wipe(up)">
                                      <p:cBhvr>
                                        <p:cTn id="82" dur="500"/>
                                        <p:tgtEl>
                                          <p:spTgt spid="51"/>
                                        </p:tgtEl>
                                      </p:cBhvr>
                                    </p:animEffect>
                                  </p:childTnLst>
                                </p:cTn>
                              </p:par>
                            </p:childTnLst>
                          </p:cTn>
                        </p:par>
                        <p:par>
                          <p:cTn id="83" fill="hold">
                            <p:stCondLst>
                              <p:cond delay="15500"/>
                            </p:stCondLst>
                            <p:childTnLst>
                              <p:par>
                                <p:cTn id="84" presetID="22" presetClass="entr" presetSubtype="1" fill="hold" grpId="0" nodeType="afterEffect">
                                  <p:stCondLst>
                                    <p:cond delay="0"/>
                                  </p:stCondLst>
                                  <p:childTnLst>
                                    <p:set>
                                      <p:cBhvr>
                                        <p:cTn id="85" dur="1" fill="hold">
                                          <p:stCondLst>
                                            <p:cond delay="0"/>
                                          </p:stCondLst>
                                        </p:cTn>
                                        <p:tgtEl>
                                          <p:spTgt spid="56"/>
                                        </p:tgtEl>
                                        <p:attrNameLst>
                                          <p:attrName>style.visibility</p:attrName>
                                        </p:attrNameLst>
                                      </p:cBhvr>
                                      <p:to>
                                        <p:strVal val="visible"/>
                                      </p:to>
                                    </p:set>
                                    <p:animEffect transition="in" filter="wipe(up)">
                                      <p:cBhvr>
                                        <p:cTn id="86" dur="500"/>
                                        <p:tgtEl>
                                          <p:spTgt spid="56"/>
                                        </p:tgtEl>
                                      </p:cBhvr>
                                    </p:animEffect>
                                  </p:childTnLst>
                                </p:cTn>
                              </p:par>
                            </p:childTnLst>
                          </p:cTn>
                        </p:par>
                        <p:par>
                          <p:cTn id="87" fill="hold">
                            <p:stCondLst>
                              <p:cond delay="16000"/>
                            </p:stCondLst>
                            <p:childTnLst>
                              <p:par>
                                <p:cTn id="88" presetID="22" presetClass="entr" presetSubtype="1" fill="hold" grpId="0" nodeType="afterEffect">
                                  <p:stCondLst>
                                    <p:cond delay="0"/>
                                  </p:stCondLst>
                                  <p:childTnLst>
                                    <p:set>
                                      <p:cBhvr>
                                        <p:cTn id="89" dur="1" fill="hold">
                                          <p:stCondLst>
                                            <p:cond delay="0"/>
                                          </p:stCondLst>
                                        </p:cTn>
                                        <p:tgtEl>
                                          <p:spTgt spid="58"/>
                                        </p:tgtEl>
                                        <p:attrNameLst>
                                          <p:attrName>style.visibility</p:attrName>
                                        </p:attrNameLst>
                                      </p:cBhvr>
                                      <p:to>
                                        <p:strVal val="visible"/>
                                      </p:to>
                                    </p:set>
                                    <p:animEffect transition="in" filter="wipe(up)">
                                      <p:cBhvr>
                                        <p:cTn id="90" dur="500"/>
                                        <p:tgtEl>
                                          <p:spTgt spid="58"/>
                                        </p:tgtEl>
                                      </p:cBhvr>
                                    </p:animEffect>
                                  </p:childTnLst>
                                </p:cTn>
                              </p:par>
                            </p:childTnLst>
                          </p:cTn>
                        </p:par>
                        <p:par>
                          <p:cTn id="91" fill="hold">
                            <p:stCondLst>
                              <p:cond delay="16500"/>
                            </p:stCondLst>
                            <p:childTnLst>
                              <p:par>
                                <p:cTn id="92" presetID="22" presetClass="entr" presetSubtype="1" fill="hold" grpId="0" nodeType="afterEffect">
                                  <p:stCondLst>
                                    <p:cond delay="0"/>
                                  </p:stCondLst>
                                  <p:childTnLst>
                                    <p:set>
                                      <p:cBhvr>
                                        <p:cTn id="93" dur="1" fill="hold">
                                          <p:stCondLst>
                                            <p:cond delay="0"/>
                                          </p:stCondLst>
                                        </p:cTn>
                                        <p:tgtEl>
                                          <p:spTgt spid="60"/>
                                        </p:tgtEl>
                                        <p:attrNameLst>
                                          <p:attrName>style.visibility</p:attrName>
                                        </p:attrNameLst>
                                      </p:cBhvr>
                                      <p:to>
                                        <p:strVal val="visible"/>
                                      </p:to>
                                    </p:set>
                                    <p:animEffect transition="in" filter="wipe(up)">
                                      <p:cBhvr>
                                        <p:cTn id="94" dur="500"/>
                                        <p:tgtEl>
                                          <p:spTgt spid="60"/>
                                        </p:tgtEl>
                                      </p:cBhvr>
                                    </p:animEffect>
                                  </p:childTnLst>
                                </p:cTn>
                              </p:par>
                            </p:childTnLst>
                          </p:cTn>
                        </p:par>
                        <p:par>
                          <p:cTn id="95" fill="hold">
                            <p:stCondLst>
                              <p:cond delay="17000"/>
                            </p:stCondLst>
                            <p:childTnLst>
                              <p:par>
                                <p:cTn id="96" presetID="22" presetClass="entr" presetSubtype="1" fill="hold" grpId="0" nodeType="afterEffect">
                                  <p:stCondLst>
                                    <p:cond delay="0"/>
                                  </p:stCondLst>
                                  <p:childTnLst>
                                    <p:set>
                                      <p:cBhvr>
                                        <p:cTn id="97" dur="1" fill="hold">
                                          <p:stCondLst>
                                            <p:cond delay="0"/>
                                          </p:stCondLst>
                                        </p:cTn>
                                        <p:tgtEl>
                                          <p:spTgt spid="62"/>
                                        </p:tgtEl>
                                        <p:attrNameLst>
                                          <p:attrName>style.visibility</p:attrName>
                                        </p:attrNameLst>
                                      </p:cBhvr>
                                      <p:to>
                                        <p:strVal val="visible"/>
                                      </p:to>
                                    </p:set>
                                    <p:animEffect transition="in" filter="wipe(up)">
                                      <p:cBhvr>
                                        <p:cTn id="98"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6" grpId="0" animBg="1"/>
      <p:bldP spid="15371" grpId="0" animBg="1"/>
      <p:bldP spid="15372" grpId="0" animBg="1"/>
      <p:bldP spid="15373" grpId="0" animBg="1"/>
      <p:bldP spid="15374" grpId="0" animBg="1"/>
      <p:bldP spid="15375" grpId="0" animBg="1"/>
      <p:bldP spid="15376" grpId="0" animBg="1"/>
      <p:bldP spid="15377" grpId="0" animBg="1"/>
      <p:bldP spid="15378" grpId="0" animBg="1"/>
      <p:bldP spid="15379" grpId="0" animBg="1"/>
      <p:bldP spid="15380" grpId="0" animBg="1"/>
      <p:bldP spid="15391" grpId="0" animBg="1"/>
      <p:bldP spid="15392" grpId="0" animBg="1"/>
      <p:bldP spid="15393" grpId="0" animBg="1"/>
      <p:bldP spid="15394" grpId="0" animBg="1"/>
      <p:bldP spid="15395" grpId="0" animBg="1"/>
      <p:bldP spid="51" grpId="0"/>
      <p:bldP spid="56" grpId="0"/>
      <p:bldP spid="58" grpId="0"/>
      <p:bldP spid="60" grpId="0"/>
      <p:bldP spid="6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915786" y="1519205"/>
            <a:ext cx="2126038" cy="3199412"/>
          </a:xfrm>
          <a:prstGeom prst="rect">
            <a:avLst/>
          </a:prstGeom>
        </p:spPr>
      </p:pic>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67038" y="1519205"/>
            <a:ext cx="2124905" cy="3199412"/>
          </a:xfrm>
          <a:prstGeom prst="rect">
            <a:avLst/>
          </a:prstGeom>
        </p:spPr>
      </p:pic>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8229" y="1546627"/>
            <a:ext cx="2369294" cy="3199412"/>
          </a:xfrm>
          <a:prstGeom prst="rect">
            <a:avLst/>
          </a:prstGeom>
        </p:spPr>
      </p:pic>
      <p:grpSp>
        <p:nvGrpSpPr>
          <p:cNvPr id="15" name="组合 14"/>
          <p:cNvGrpSpPr/>
          <p:nvPr/>
        </p:nvGrpSpPr>
        <p:grpSpPr>
          <a:xfrm>
            <a:off x="0" y="1059"/>
            <a:ext cx="12192001" cy="989605"/>
            <a:chOff x="-1" y="0"/>
            <a:chExt cx="9144001" cy="742204"/>
          </a:xfrm>
        </p:grpSpPr>
        <p:sp>
          <p:nvSpPr>
            <p:cNvPr id="16" name="矩形 15"/>
            <p:cNvSpPr/>
            <p:nvPr/>
          </p:nvSpPr>
          <p:spPr>
            <a:xfrm>
              <a:off x="-1" y="0"/>
              <a:ext cx="762101" cy="742204"/>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矩形 16"/>
            <p:cNvSpPr/>
            <p:nvPr/>
          </p:nvSpPr>
          <p:spPr>
            <a:xfrm>
              <a:off x="816248" y="0"/>
              <a:ext cx="122807" cy="742204"/>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TextBox 8"/>
            <p:cNvSpPr txBox="1"/>
            <p:nvPr/>
          </p:nvSpPr>
          <p:spPr>
            <a:xfrm>
              <a:off x="44116" y="34318"/>
              <a:ext cx="717985" cy="684755"/>
            </a:xfrm>
            <a:prstGeom prst="rect">
              <a:avLst/>
            </a:prstGeom>
            <a:noFill/>
          </p:spPr>
          <p:txBody>
            <a:bodyPr wrap="none" rtlCol="0">
              <a:spAutoFit/>
            </a:bodyPr>
            <a:lstStyle/>
            <a:p>
              <a:pPr algn="r" defTabSz="1218565"/>
              <a:r>
                <a:rPr lang="en-US" altLang="zh-CN" sz="5335" b="1"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03</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文本占位符 3"/>
            <p:cNvSpPr txBox="1"/>
            <p:nvPr/>
          </p:nvSpPr>
          <p:spPr>
            <a:xfrm>
              <a:off x="976845" y="166078"/>
              <a:ext cx="4186412" cy="431935"/>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点击输入相关标题</a:t>
              </a:r>
              <a:endPar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矩形 19"/>
            <p:cNvSpPr/>
            <p:nvPr/>
          </p:nvSpPr>
          <p:spPr>
            <a:xfrm flipV="1">
              <a:off x="4033674" y="533830"/>
              <a:ext cx="5110326" cy="45719"/>
            </a:xfrm>
            <a:prstGeom prst="rect">
              <a:avLst/>
            </a:prstGeom>
            <a:solidFill>
              <a:srgbClr val="FB8989"/>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21" name="矩形 1"/>
          <p:cNvSpPr>
            <a:spLocks noChangeArrowheads="1"/>
          </p:cNvSpPr>
          <p:nvPr/>
        </p:nvSpPr>
        <p:spPr bwMode="auto">
          <a:xfrm>
            <a:off x="1056635" y="5494257"/>
            <a:ext cx="2572482" cy="543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105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a:t>
            </a:r>
            <a:endParaRPr lang="en-US" altLang="zh-CN" sz="105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矩形 21"/>
          <p:cNvSpPr/>
          <p:nvPr/>
        </p:nvSpPr>
        <p:spPr>
          <a:xfrm>
            <a:off x="1542495" y="5044172"/>
            <a:ext cx="1600761" cy="450085"/>
          </a:xfrm>
          <a:prstGeom prst="rect">
            <a:avLst/>
          </a:prstGeom>
        </p:spPr>
        <p:txBody>
          <a:bodyPr wrap="square" lIns="91403" tIns="45701" rIns="91403" bIns="45701">
            <a:spAutoFit/>
          </a:bodyPr>
          <a:lstStyle/>
          <a:p>
            <a:pPr algn="dist">
              <a:lnSpc>
                <a:spcPct val="150000"/>
              </a:lnSpc>
            </a:pPr>
            <a:r>
              <a:rPr lang="zh-CN" altLang="en-US"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矩形 1"/>
          <p:cNvSpPr>
            <a:spLocks noChangeArrowheads="1"/>
          </p:cNvSpPr>
          <p:nvPr/>
        </p:nvSpPr>
        <p:spPr bwMode="auto">
          <a:xfrm>
            <a:off x="4695764" y="5494257"/>
            <a:ext cx="2572482" cy="543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105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a:t>
            </a:r>
            <a:endParaRPr lang="en-US" altLang="zh-CN" sz="105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矩形 23"/>
          <p:cNvSpPr/>
          <p:nvPr/>
        </p:nvSpPr>
        <p:spPr>
          <a:xfrm>
            <a:off x="5181624" y="5044172"/>
            <a:ext cx="1600761" cy="450085"/>
          </a:xfrm>
          <a:prstGeom prst="rect">
            <a:avLst/>
          </a:prstGeom>
        </p:spPr>
        <p:txBody>
          <a:bodyPr wrap="square" lIns="91403" tIns="45701" rIns="91403" bIns="45701">
            <a:spAutoFit/>
          </a:bodyPr>
          <a:lstStyle/>
          <a:p>
            <a:pPr algn="dist">
              <a:lnSpc>
                <a:spcPct val="150000"/>
              </a:lnSpc>
            </a:pPr>
            <a:r>
              <a:rPr lang="zh-CN" altLang="en-US"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矩形 1"/>
          <p:cNvSpPr>
            <a:spLocks noChangeArrowheads="1"/>
          </p:cNvSpPr>
          <p:nvPr/>
        </p:nvSpPr>
        <p:spPr bwMode="auto">
          <a:xfrm>
            <a:off x="8658060" y="5494257"/>
            <a:ext cx="2572482" cy="543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105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a:t>
            </a:r>
            <a:endParaRPr lang="en-US" altLang="zh-CN" sz="105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 name="矩形 25"/>
          <p:cNvSpPr/>
          <p:nvPr/>
        </p:nvSpPr>
        <p:spPr>
          <a:xfrm>
            <a:off x="9143920" y="5044172"/>
            <a:ext cx="1600761" cy="450085"/>
          </a:xfrm>
          <a:prstGeom prst="rect">
            <a:avLst/>
          </a:prstGeom>
        </p:spPr>
        <p:txBody>
          <a:bodyPr wrap="square" lIns="91403" tIns="45701" rIns="91403" bIns="45701">
            <a:spAutoFit/>
          </a:bodyPr>
          <a:lstStyle/>
          <a:p>
            <a:pPr algn="dist">
              <a:lnSpc>
                <a:spcPct val="150000"/>
              </a:lnSpc>
            </a:pPr>
            <a:r>
              <a:rPr lang="zh-CN" altLang="en-US"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up)">
                                      <p:cBhvr>
                                        <p:cTn id="11" dur="500"/>
                                        <p:tgtEl>
                                          <p:spTgt spid="23"/>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up)">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3" grpId="0"/>
      <p:bldP spid="2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五边形 5"/>
          <p:cNvSpPr/>
          <p:nvPr/>
        </p:nvSpPr>
        <p:spPr>
          <a:xfrm rot="16200000" flipV="1">
            <a:off x="10344168" y="5662003"/>
            <a:ext cx="1615211" cy="833669"/>
          </a:xfrm>
          <a:prstGeom prst="homePlate">
            <a:avLst/>
          </a:prstGeom>
          <a:solidFill>
            <a:srgbClr val="D232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6" name="组合 15"/>
          <p:cNvGrpSpPr/>
          <p:nvPr/>
        </p:nvGrpSpPr>
        <p:grpSpPr>
          <a:xfrm>
            <a:off x="9550038" y="1482198"/>
            <a:ext cx="833669" cy="5422247"/>
            <a:chOff x="7331124" y="625256"/>
            <a:chExt cx="625252" cy="4066685"/>
          </a:xfrm>
          <a:solidFill>
            <a:schemeClr val="tx1">
              <a:lumMod val="95000"/>
              <a:lumOff val="5000"/>
            </a:schemeClr>
          </a:solidFill>
        </p:grpSpPr>
        <p:sp>
          <p:nvSpPr>
            <p:cNvPr id="17" name="五边形 16"/>
            <p:cNvSpPr/>
            <p:nvPr/>
          </p:nvSpPr>
          <p:spPr>
            <a:xfrm rot="5400000">
              <a:off x="5610407" y="2345973"/>
              <a:ext cx="4066685" cy="625252"/>
            </a:xfrm>
            <a:prstGeom prst="homePlate">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9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TextBox 17"/>
            <p:cNvSpPr txBox="1"/>
            <p:nvPr/>
          </p:nvSpPr>
          <p:spPr>
            <a:xfrm>
              <a:off x="7470624" y="942387"/>
              <a:ext cx="346249" cy="1454244"/>
            </a:xfrm>
            <a:prstGeom prst="rect">
              <a:avLst/>
            </a:prstGeom>
            <a:noFill/>
          </p:spPr>
          <p:txBody>
            <a:bodyPr vert="eaVert" wrap="none" rtlCol="0">
              <a:spAutoFit/>
            </a:bodyPr>
            <a:lstStyle/>
            <a:p>
              <a:r>
                <a:rPr lang="zh-CN" altLang="en-US"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输入相关文字标题</a:t>
              </a:r>
              <a:endParaRPr lang="zh-CN" altLang="en-US"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19" name="组合 18"/>
          <p:cNvGrpSpPr/>
          <p:nvPr/>
        </p:nvGrpSpPr>
        <p:grpSpPr>
          <a:xfrm>
            <a:off x="8439242" y="3251743"/>
            <a:ext cx="833669" cy="3634700"/>
            <a:chOff x="6395020" y="2376256"/>
            <a:chExt cx="625252" cy="2726025"/>
          </a:xfrm>
          <a:solidFill>
            <a:srgbClr val="C00000"/>
          </a:solidFill>
        </p:grpSpPr>
        <p:sp>
          <p:nvSpPr>
            <p:cNvPr id="20" name="五边形 19"/>
            <p:cNvSpPr/>
            <p:nvPr/>
          </p:nvSpPr>
          <p:spPr>
            <a:xfrm rot="16200000" flipV="1">
              <a:off x="5344633" y="3426643"/>
              <a:ext cx="2726025" cy="625252"/>
            </a:xfrm>
            <a:prstGeom prst="homePlate">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TextBox 24"/>
            <p:cNvSpPr txBox="1"/>
            <p:nvPr/>
          </p:nvSpPr>
          <p:spPr>
            <a:xfrm>
              <a:off x="6534521" y="2909238"/>
              <a:ext cx="346249" cy="1454244"/>
            </a:xfrm>
            <a:prstGeom prst="rect">
              <a:avLst/>
            </a:prstGeom>
            <a:noFill/>
          </p:spPr>
          <p:txBody>
            <a:bodyPr vert="eaVert" wrap="none" rtlCol="0">
              <a:spAutoFit/>
            </a:bodyPr>
            <a:lstStyle/>
            <a:p>
              <a:r>
                <a:rPr lang="zh-CN" altLang="en-US"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输入相关文字标题</a:t>
              </a:r>
              <a:endParaRPr lang="zh-CN" altLang="en-US"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24" name="组合 23"/>
          <p:cNvGrpSpPr/>
          <p:nvPr/>
        </p:nvGrpSpPr>
        <p:grpSpPr>
          <a:xfrm>
            <a:off x="0" y="1059"/>
            <a:ext cx="12192001" cy="989605"/>
            <a:chOff x="-1" y="0"/>
            <a:chExt cx="9144001" cy="742204"/>
          </a:xfrm>
        </p:grpSpPr>
        <p:sp>
          <p:nvSpPr>
            <p:cNvPr id="26" name="矩形 25"/>
            <p:cNvSpPr/>
            <p:nvPr/>
          </p:nvSpPr>
          <p:spPr>
            <a:xfrm>
              <a:off x="-1" y="0"/>
              <a:ext cx="762101" cy="742204"/>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矩形 26"/>
            <p:cNvSpPr/>
            <p:nvPr/>
          </p:nvSpPr>
          <p:spPr>
            <a:xfrm>
              <a:off x="816248" y="0"/>
              <a:ext cx="122807" cy="742204"/>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 name="TextBox 8"/>
            <p:cNvSpPr txBox="1"/>
            <p:nvPr/>
          </p:nvSpPr>
          <p:spPr>
            <a:xfrm>
              <a:off x="44116" y="34318"/>
              <a:ext cx="717985" cy="684755"/>
            </a:xfrm>
            <a:prstGeom prst="rect">
              <a:avLst/>
            </a:prstGeom>
            <a:noFill/>
          </p:spPr>
          <p:txBody>
            <a:bodyPr wrap="none" rtlCol="0">
              <a:spAutoFit/>
            </a:bodyPr>
            <a:lstStyle/>
            <a:p>
              <a:pPr algn="r" defTabSz="1218565"/>
              <a:r>
                <a:rPr lang="en-US" altLang="zh-CN" sz="5335" b="1"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03</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 name="文本占位符 3"/>
            <p:cNvSpPr txBox="1"/>
            <p:nvPr/>
          </p:nvSpPr>
          <p:spPr>
            <a:xfrm>
              <a:off x="976845" y="166078"/>
              <a:ext cx="4186412" cy="431935"/>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点击输入相关标题</a:t>
              </a:r>
              <a:endPar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矩形 29"/>
            <p:cNvSpPr/>
            <p:nvPr/>
          </p:nvSpPr>
          <p:spPr>
            <a:xfrm flipV="1">
              <a:off x="4033674" y="533830"/>
              <a:ext cx="5110326" cy="45719"/>
            </a:xfrm>
            <a:prstGeom prst="rect">
              <a:avLst/>
            </a:prstGeom>
            <a:solidFill>
              <a:srgbClr val="FB8989"/>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21" name="矩形 1"/>
          <p:cNvSpPr>
            <a:spLocks noChangeArrowheads="1"/>
          </p:cNvSpPr>
          <p:nvPr/>
        </p:nvSpPr>
        <p:spPr bwMode="auto">
          <a:xfrm>
            <a:off x="1194634" y="2481057"/>
            <a:ext cx="535855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矩形 21"/>
          <p:cNvSpPr/>
          <p:nvPr/>
        </p:nvSpPr>
        <p:spPr>
          <a:xfrm>
            <a:off x="1194634" y="1918055"/>
            <a:ext cx="3092325" cy="646292"/>
          </a:xfrm>
          <a:prstGeom prst="rect">
            <a:avLst/>
          </a:prstGeom>
        </p:spPr>
        <p:txBody>
          <a:bodyPr wrap="square" lIns="91403" tIns="45701" rIns="91403" bIns="45701">
            <a:spAutoFit/>
          </a:bodyPr>
          <a:lstStyle/>
          <a:p>
            <a:pPr>
              <a:lnSpc>
                <a:spcPct val="150000"/>
              </a:lnSpc>
            </a:pPr>
            <a:r>
              <a:rPr lang="zh-CN" altLang="en-US" sz="2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4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矩形 1"/>
          <p:cNvSpPr>
            <a:spLocks noChangeArrowheads="1"/>
          </p:cNvSpPr>
          <p:nvPr/>
        </p:nvSpPr>
        <p:spPr bwMode="auto">
          <a:xfrm>
            <a:off x="1167095" y="3812556"/>
            <a:ext cx="535855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矩形 30"/>
          <p:cNvSpPr/>
          <p:nvPr/>
        </p:nvSpPr>
        <p:spPr>
          <a:xfrm>
            <a:off x="1167095" y="3249554"/>
            <a:ext cx="3092325" cy="646292"/>
          </a:xfrm>
          <a:prstGeom prst="rect">
            <a:avLst/>
          </a:prstGeom>
        </p:spPr>
        <p:txBody>
          <a:bodyPr wrap="square" lIns="91403" tIns="45701" rIns="91403" bIns="45701">
            <a:spAutoFit/>
          </a:bodyPr>
          <a:lstStyle/>
          <a:p>
            <a:pPr>
              <a:lnSpc>
                <a:spcPct val="150000"/>
              </a:lnSpc>
            </a:pPr>
            <a:r>
              <a:rPr lang="zh-CN" altLang="en-US" sz="2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4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矩形 1"/>
          <p:cNvSpPr>
            <a:spLocks noChangeArrowheads="1"/>
          </p:cNvSpPr>
          <p:nvPr/>
        </p:nvSpPr>
        <p:spPr bwMode="auto">
          <a:xfrm>
            <a:off x="1167095" y="5137709"/>
            <a:ext cx="535855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矩形 32"/>
          <p:cNvSpPr/>
          <p:nvPr/>
        </p:nvSpPr>
        <p:spPr>
          <a:xfrm>
            <a:off x="1167095" y="4574707"/>
            <a:ext cx="3092325" cy="646292"/>
          </a:xfrm>
          <a:prstGeom prst="rect">
            <a:avLst/>
          </a:prstGeom>
        </p:spPr>
        <p:txBody>
          <a:bodyPr wrap="square" lIns="91403" tIns="45701" rIns="91403" bIns="45701">
            <a:spAutoFit/>
          </a:bodyPr>
          <a:lstStyle/>
          <a:p>
            <a:pPr>
              <a:lnSpc>
                <a:spcPct val="150000"/>
              </a:lnSpc>
            </a:pPr>
            <a:r>
              <a:rPr lang="zh-CN" altLang="en-US" sz="2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4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up)">
                                      <p:cBhvr>
                                        <p:cTn id="11" dur="500"/>
                                        <p:tgtEl>
                                          <p:spTgt spid="16"/>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up)">
                                      <p:cBhvr>
                                        <p:cTn id="19" dur="500"/>
                                        <p:tgtEl>
                                          <p:spTgt spid="21"/>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up)">
                                      <p:cBhvr>
                                        <p:cTn id="23" dur="500"/>
                                        <p:tgtEl>
                                          <p:spTgt spid="23"/>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up)">
                                      <p:cBhvr>
                                        <p:cTn id="2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1" grpId="0"/>
      <p:bldP spid="23" grpId="0"/>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2" name="直接连接符 41"/>
          <p:cNvCxnSpPr/>
          <p:nvPr/>
        </p:nvCxnSpPr>
        <p:spPr>
          <a:xfrm>
            <a:off x="6023991" y="2033191"/>
            <a:ext cx="0" cy="384042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grpSp>
        <p:nvGrpSpPr>
          <p:cNvPr id="43" name="组合 42"/>
          <p:cNvGrpSpPr/>
          <p:nvPr/>
        </p:nvGrpSpPr>
        <p:grpSpPr>
          <a:xfrm>
            <a:off x="5615944" y="1557851"/>
            <a:ext cx="816090" cy="816091"/>
            <a:chOff x="3714631" y="870654"/>
            <a:chExt cx="612068" cy="612068"/>
          </a:xfrm>
        </p:grpSpPr>
        <p:sp>
          <p:nvSpPr>
            <p:cNvPr id="44" name="椭圆 43"/>
            <p:cNvSpPr/>
            <p:nvPr/>
          </p:nvSpPr>
          <p:spPr>
            <a:xfrm>
              <a:off x="3714631" y="870654"/>
              <a:ext cx="612068" cy="612068"/>
            </a:xfrm>
            <a:prstGeom prst="ellipse">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5" name="TextBox 44"/>
            <p:cNvSpPr txBox="1"/>
            <p:nvPr/>
          </p:nvSpPr>
          <p:spPr>
            <a:xfrm>
              <a:off x="3742827" y="1022799"/>
              <a:ext cx="555681" cy="284742"/>
            </a:xfrm>
            <a:prstGeom prst="rect">
              <a:avLst/>
            </a:prstGeom>
            <a:noFill/>
          </p:spPr>
          <p:txBody>
            <a:bodyPr wrap="none" rtlCol="0">
              <a:spAutoFit/>
            </a:bodyPr>
            <a:lstStyle/>
            <a:p>
              <a:pPr algn="ctr"/>
              <a:r>
                <a:rPr lang="en-US" altLang="zh-CN" sz="1865"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2018</a:t>
              </a:r>
              <a:endParaRPr lang="zh-CN" altLang="en-US" sz="1865"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46" name="组合 45"/>
          <p:cNvGrpSpPr/>
          <p:nvPr/>
        </p:nvGrpSpPr>
        <p:grpSpPr>
          <a:xfrm>
            <a:off x="5615944" y="2837993"/>
            <a:ext cx="816090" cy="816091"/>
            <a:chOff x="3707904" y="1851670"/>
            <a:chExt cx="612068" cy="612068"/>
          </a:xfrm>
        </p:grpSpPr>
        <p:sp>
          <p:nvSpPr>
            <p:cNvPr id="47" name="椭圆 46"/>
            <p:cNvSpPr/>
            <p:nvPr/>
          </p:nvSpPr>
          <p:spPr>
            <a:xfrm>
              <a:off x="3707904" y="1851670"/>
              <a:ext cx="612068" cy="612068"/>
            </a:xfrm>
            <a:prstGeom prst="ellipse">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8" name="TextBox 47"/>
            <p:cNvSpPr txBox="1"/>
            <p:nvPr/>
          </p:nvSpPr>
          <p:spPr>
            <a:xfrm>
              <a:off x="3737299" y="2003815"/>
              <a:ext cx="553277" cy="284742"/>
            </a:xfrm>
            <a:prstGeom prst="rect">
              <a:avLst/>
            </a:prstGeom>
            <a:noFill/>
          </p:spPr>
          <p:txBody>
            <a:bodyPr wrap="none" rtlCol="0">
              <a:spAutoFit/>
            </a:bodyPr>
            <a:lstStyle/>
            <a:p>
              <a:pPr algn="ctr"/>
              <a:r>
                <a:rPr lang="en-US" altLang="zh-CN" sz="1865"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2019</a:t>
              </a:r>
              <a:endParaRPr lang="zh-CN" altLang="en-US" sz="1865"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49" name="组合 48"/>
          <p:cNvGrpSpPr/>
          <p:nvPr/>
        </p:nvGrpSpPr>
        <p:grpSpPr>
          <a:xfrm>
            <a:off x="5615944" y="4118136"/>
            <a:ext cx="816090" cy="816091"/>
            <a:chOff x="3701177" y="2832686"/>
            <a:chExt cx="612068" cy="612068"/>
          </a:xfrm>
        </p:grpSpPr>
        <p:sp>
          <p:nvSpPr>
            <p:cNvPr id="50" name="椭圆 49"/>
            <p:cNvSpPr/>
            <p:nvPr/>
          </p:nvSpPr>
          <p:spPr>
            <a:xfrm>
              <a:off x="3701177" y="2832686"/>
              <a:ext cx="612068" cy="612068"/>
            </a:xfrm>
            <a:prstGeom prst="ellipse">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1" name="TextBox 50"/>
            <p:cNvSpPr txBox="1"/>
            <p:nvPr/>
          </p:nvSpPr>
          <p:spPr>
            <a:xfrm>
              <a:off x="3729971" y="2984831"/>
              <a:ext cx="554480" cy="284742"/>
            </a:xfrm>
            <a:prstGeom prst="rect">
              <a:avLst/>
            </a:prstGeom>
            <a:noFill/>
          </p:spPr>
          <p:txBody>
            <a:bodyPr wrap="none" rtlCol="0">
              <a:spAutoFit/>
            </a:bodyPr>
            <a:lstStyle/>
            <a:p>
              <a:pPr algn="ctr"/>
              <a:r>
                <a:rPr lang="en-US" altLang="zh-CN" sz="1865"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2020</a:t>
              </a:r>
              <a:endParaRPr lang="zh-CN" altLang="en-US" sz="1865"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52" name="组合 51"/>
          <p:cNvGrpSpPr/>
          <p:nvPr/>
        </p:nvGrpSpPr>
        <p:grpSpPr>
          <a:xfrm>
            <a:off x="5615944" y="5398277"/>
            <a:ext cx="816090" cy="816091"/>
            <a:chOff x="3694450" y="3813702"/>
            <a:chExt cx="612068" cy="612068"/>
          </a:xfrm>
        </p:grpSpPr>
        <p:sp>
          <p:nvSpPr>
            <p:cNvPr id="53" name="椭圆 52"/>
            <p:cNvSpPr/>
            <p:nvPr/>
          </p:nvSpPr>
          <p:spPr>
            <a:xfrm>
              <a:off x="3694450" y="3813702"/>
              <a:ext cx="612068" cy="612068"/>
            </a:xfrm>
            <a:prstGeom prst="ellipse">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4" name="TextBox 53"/>
            <p:cNvSpPr txBox="1"/>
            <p:nvPr/>
          </p:nvSpPr>
          <p:spPr>
            <a:xfrm>
              <a:off x="3722643" y="3965847"/>
              <a:ext cx="555681" cy="284742"/>
            </a:xfrm>
            <a:prstGeom prst="rect">
              <a:avLst/>
            </a:prstGeom>
            <a:noFill/>
          </p:spPr>
          <p:txBody>
            <a:bodyPr wrap="none" rtlCol="0">
              <a:spAutoFit/>
            </a:bodyPr>
            <a:lstStyle/>
            <a:p>
              <a:pPr algn="ctr"/>
              <a:r>
                <a:rPr lang="en-US" altLang="zh-CN" sz="1865"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2021</a:t>
              </a:r>
              <a:endParaRPr lang="zh-CN" altLang="en-US" sz="1865"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27" name="组合 26"/>
          <p:cNvGrpSpPr/>
          <p:nvPr/>
        </p:nvGrpSpPr>
        <p:grpSpPr>
          <a:xfrm>
            <a:off x="0" y="1059"/>
            <a:ext cx="12192001" cy="989605"/>
            <a:chOff x="-1" y="0"/>
            <a:chExt cx="9144001" cy="742204"/>
          </a:xfrm>
        </p:grpSpPr>
        <p:sp>
          <p:nvSpPr>
            <p:cNvPr id="28" name="矩形 27"/>
            <p:cNvSpPr/>
            <p:nvPr/>
          </p:nvSpPr>
          <p:spPr>
            <a:xfrm>
              <a:off x="-1" y="0"/>
              <a:ext cx="762101" cy="742204"/>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 name="矩形 28"/>
            <p:cNvSpPr/>
            <p:nvPr/>
          </p:nvSpPr>
          <p:spPr>
            <a:xfrm>
              <a:off x="816248" y="0"/>
              <a:ext cx="122807" cy="742204"/>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TextBox 8"/>
            <p:cNvSpPr txBox="1"/>
            <p:nvPr/>
          </p:nvSpPr>
          <p:spPr>
            <a:xfrm>
              <a:off x="44116" y="34318"/>
              <a:ext cx="717985" cy="684755"/>
            </a:xfrm>
            <a:prstGeom prst="rect">
              <a:avLst/>
            </a:prstGeom>
            <a:noFill/>
          </p:spPr>
          <p:txBody>
            <a:bodyPr wrap="none" rtlCol="0">
              <a:spAutoFit/>
            </a:bodyPr>
            <a:lstStyle/>
            <a:p>
              <a:pPr algn="r" defTabSz="1218565"/>
              <a:r>
                <a:rPr lang="en-US" altLang="zh-CN" sz="5335" b="1"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03</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文本占位符 3"/>
            <p:cNvSpPr txBox="1"/>
            <p:nvPr/>
          </p:nvSpPr>
          <p:spPr>
            <a:xfrm>
              <a:off x="976845" y="166078"/>
              <a:ext cx="4186412" cy="431935"/>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点击输入相关标题</a:t>
              </a:r>
              <a:endPar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4" name="矩形 33"/>
            <p:cNvSpPr/>
            <p:nvPr/>
          </p:nvSpPr>
          <p:spPr>
            <a:xfrm flipV="1">
              <a:off x="4033674" y="533830"/>
              <a:ext cx="5110326" cy="45719"/>
            </a:xfrm>
            <a:prstGeom prst="rect">
              <a:avLst/>
            </a:prstGeom>
            <a:solidFill>
              <a:srgbClr val="FB8989"/>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30" name="矩形 1"/>
          <p:cNvSpPr>
            <a:spLocks noChangeArrowheads="1"/>
          </p:cNvSpPr>
          <p:nvPr/>
        </p:nvSpPr>
        <p:spPr bwMode="auto">
          <a:xfrm>
            <a:off x="6676912" y="1738830"/>
            <a:ext cx="3000394"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105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a:t>
            </a:r>
            <a:endParaRPr lang="en-US" altLang="zh-CN" sz="105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矩形 30"/>
          <p:cNvSpPr/>
          <p:nvPr/>
        </p:nvSpPr>
        <p:spPr>
          <a:xfrm>
            <a:off x="6676912" y="1288745"/>
            <a:ext cx="1600761" cy="507793"/>
          </a:xfrm>
          <a:prstGeom prst="rect">
            <a:avLst/>
          </a:prstGeom>
        </p:spPr>
        <p:txBody>
          <a:bodyPr wrap="square" lIns="91403" tIns="45701" rIns="91403" bIns="45701">
            <a:spAutoFit/>
          </a:bodyPr>
          <a:lstStyle/>
          <a:p>
            <a:pPr>
              <a:lnSpc>
                <a:spcPct val="150000"/>
              </a:lnSpc>
            </a:pPr>
            <a:r>
              <a:rPr lang="zh-CN" altLang="en-US"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矩形 1"/>
          <p:cNvSpPr>
            <a:spLocks noChangeArrowheads="1"/>
          </p:cNvSpPr>
          <p:nvPr/>
        </p:nvSpPr>
        <p:spPr bwMode="auto">
          <a:xfrm>
            <a:off x="6676912" y="4375032"/>
            <a:ext cx="3000394"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105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a:t>
            </a:r>
            <a:endParaRPr lang="en-US" altLang="zh-CN" sz="105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6" name="矩形 35"/>
          <p:cNvSpPr/>
          <p:nvPr/>
        </p:nvSpPr>
        <p:spPr>
          <a:xfrm>
            <a:off x="6676912" y="3924947"/>
            <a:ext cx="1600761" cy="507793"/>
          </a:xfrm>
          <a:prstGeom prst="rect">
            <a:avLst/>
          </a:prstGeom>
        </p:spPr>
        <p:txBody>
          <a:bodyPr wrap="square" lIns="91403" tIns="45701" rIns="91403" bIns="45701">
            <a:spAutoFit/>
          </a:bodyPr>
          <a:lstStyle/>
          <a:p>
            <a:pPr>
              <a:lnSpc>
                <a:spcPct val="150000"/>
              </a:lnSpc>
            </a:pPr>
            <a:r>
              <a:rPr lang="zh-CN" altLang="en-US"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7" name="矩形 1"/>
          <p:cNvSpPr>
            <a:spLocks noChangeArrowheads="1"/>
          </p:cNvSpPr>
          <p:nvPr/>
        </p:nvSpPr>
        <p:spPr bwMode="auto">
          <a:xfrm>
            <a:off x="2206943" y="3043003"/>
            <a:ext cx="3000394"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r">
              <a:lnSpc>
                <a:spcPct val="150000"/>
              </a:lnSpc>
            </a:pPr>
            <a:r>
              <a:rPr lang="zh-CN" altLang="en-US" sz="105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a:t>
            </a:r>
            <a:endParaRPr lang="en-US" altLang="zh-CN" sz="105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矩形 37"/>
          <p:cNvSpPr/>
          <p:nvPr/>
        </p:nvSpPr>
        <p:spPr>
          <a:xfrm>
            <a:off x="3577457" y="2590549"/>
            <a:ext cx="1600761" cy="507793"/>
          </a:xfrm>
          <a:prstGeom prst="rect">
            <a:avLst/>
          </a:prstGeom>
        </p:spPr>
        <p:txBody>
          <a:bodyPr wrap="square" lIns="91403" tIns="45701" rIns="91403" bIns="45701">
            <a:spAutoFit/>
          </a:bodyPr>
          <a:lstStyle/>
          <a:p>
            <a:pPr algn="r">
              <a:lnSpc>
                <a:spcPct val="150000"/>
              </a:lnSpc>
            </a:pPr>
            <a:r>
              <a:rPr lang="zh-CN" altLang="en-US"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矩形 1"/>
          <p:cNvSpPr>
            <a:spLocks noChangeArrowheads="1"/>
          </p:cNvSpPr>
          <p:nvPr/>
        </p:nvSpPr>
        <p:spPr bwMode="auto">
          <a:xfrm>
            <a:off x="2206943" y="5627577"/>
            <a:ext cx="3000394"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r">
              <a:lnSpc>
                <a:spcPct val="150000"/>
              </a:lnSpc>
            </a:pPr>
            <a:r>
              <a:rPr lang="zh-CN" altLang="en-US" sz="105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a:t>
            </a:r>
            <a:endParaRPr lang="en-US" altLang="zh-CN" sz="105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0" name="矩形 39"/>
          <p:cNvSpPr/>
          <p:nvPr/>
        </p:nvSpPr>
        <p:spPr>
          <a:xfrm>
            <a:off x="3577457" y="5175123"/>
            <a:ext cx="1600761" cy="507793"/>
          </a:xfrm>
          <a:prstGeom prst="rect">
            <a:avLst/>
          </a:prstGeom>
        </p:spPr>
        <p:txBody>
          <a:bodyPr wrap="square" lIns="91403" tIns="45701" rIns="91403" bIns="45701">
            <a:spAutoFit/>
          </a:bodyPr>
          <a:lstStyle/>
          <a:p>
            <a:pPr algn="r">
              <a:lnSpc>
                <a:spcPct val="150000"/>
              </a:lnSpc>
            </a:pPr>
            <a:r>
              <a:rPr lang="zh-CN" altLang="en-US"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up)">
                                      <p:cBhvr>
                                        <p:cTn id="7" dur="500"/>
                                        <p:tgtEl>
                                          <p:spTgt spid="42"/>
                                        </p:tgtEl>
                                      </p:cBhvr>
                                    </p:animEffect>
                                  </p:childTnLst>
                                </p:cTn>
                              </p:par>
                            </p:childTnLst>
                          </p:cTn>
                        </p:par>
                        <p:par>
                          <p:cTn id="8" fill="hold">
                            <p:stCondLst>
                              <p:cond delay="500"/>
                            </p:stCondLst>
                            <p:childTnLst>
                              <p:par>
                                <p:cTn id="9" presetID="15" presetClass="entr" presetSubtype="0"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 calcmode="lin" valueType="num">
                                      <p:cBhvr>
                                        <p:cTn id="11" dur="1000" fill="hold"/>
                                        <p:tgtEl>
                                          <p:spTgt spid="43"/>
                                        </p:tgtEl>
                                        <p:attrNameLst>
                                          <p:attrName>ppt_w</p:attrName>
                                        </p:attrNameLst>
                                      </p:cBhvr>
                                      <p:tavLst>
                                        <p:tav tm="0">
                                          <p:val>
                                            <p:fltVal val="0"/>
                                          </p:val>
                                        </p:tav>
                                        <p:tav tm="100000">
                                          <p:val>
                                            <p:strVal val="#ppt_w"/>
                                          </p:val>
                                        </p:tav>
                                      </p:tavLst>
                                    </p:anim>
                                    <p:anim calcmode="lin" valueType="num">
                                      <p:cBhvr>
                                        <p:cTn id="12" dur="1000" fill="hold"/>
                                        <p:tgtEl>
                                          <p:spTgt spid="43"/>
                                        </p:tgtEl>
                                        <p:attrNameLst>
                                          <p:attrName>ppt_h</p:attrName>
                                        </p:attrNameLst>
                                      </p:cBhvr>
                                      <p:tavLst>
                                        <p:tav tm="0">
                                          <p:val>
                                            <p:fltVal val="0"/>
                                          </p:val>
                                        </p:tav>
                                        <p:tav tm="100000">
                                          <p:val>
                                            <p:strVal val="#ppt_h"/>
                                          </p:val>
                                        </p:tav>
                                      </p:tavLst>
                                    </p:anim>
                                    <p:anim calcmode="lin" valueType="num">
                                      <p:cBhvr>
                                        <p:cTn id="13" dur="1000" fill="hold"/>
                                        <p:tgtEl>
                                          <p:spTgt spid="43"/>
                                        </p:tgtEl>
                                        <p:attrNameLst>
                                          <p:attrName>ppt_x</p:attrName>
                                        </p:attrNameLst>
                                      </p:cBhvr>
                                      <p:tavLst>
                                        <p:tav tm="0" fmla="#ppt_x+(cos(-2*pi*(1-$))*-#ppt_x-sin(-2*pi*(1-$))*(1-#ppt_y))*(1-$)">
                                          <p:val>
                                            <p:fltVal val="0"/>
                                          </p:val>
                                        </p:tav>
                                        <p:tav tm="100000">
                                          <p:val>
                                            <p:fltVal val="1"/>
                                          </p:val>
                                        </p:tav>
                                      </p:tavLst>
                                    </p:anim>
                                    <p:anim calcmode="lin" valueType="num">
                                      <p:cBhvr>
                                        <p:cTn id="14" dur="1000" fill="hold"/>
                                        <p:tgtEl>
                                          <p:spTgt spid="43"/>
                                        </p:tgtEl>
                                        <p:attrNameLst>
                                          <p:attrName>ppt_y</p:attrName>
                                        </p:attrNameLst>
                                      </p:cBhvr>
                                      <p:tavLst>
                                        <p:tav tm="0" fmla="#ppt_y+(sin(-2*pi*(1-$))*-#ppt_x+cos(-2*pi*(1-$))*(1-#ppt_y))*(1-$)">
                                          <p:val>
                                            <p:fltVal val="0"/>
                                          </p:val>
                                        </p:tav>
                                        <p:tav tm="100000">
                                          <p:val>
                                            <p:fltVal val="1"/>
                                          </p:val>
                                        </p:tav>
                                      </p:tavLst>
                                    </p:anim>
                                  </p:childTnLst>
                                </p:cTn>
                              </p:par>
                            </p:childTnLst>
                          </p:cTn>
                        </p:par>
                        <p:par>
                          <p:cTn id="15" fill="hold">
                            <p:stCondLst>
                              <p:cond delay="1500"/>
                            </p:stCondLst>
                            <p:childTnLst>
                              <p:par>
                                <p:cTn id="16" presetID="15" presetClass="entr" presetSubtype="0" fill="hold" nodeType="afterEffect">
                                  <p:stCondLst>
                                    <p:cond delay="0"/>
                                  </p:stCondLst>
                                  <p:childTnLst>
                                    <p:set>
                                      <p:cBhvr>
                                        <p:cTn id="17" dur="1" fill="hold">
                                          <p:stCondLst>
                                            <p:cond delay="0"/>
                                          </p:stCondLst>
                                        </p:cTn>
                                        <p:tgtEl>
                                          <p:spTgt spid="46"/>
                                        </p:tgtEl>
                                        <p:attrNameLst>
                                          <p:attrName>style.visibility</p:attrName>
                                        </p:attrNameLst>
                                      </p:cBhvr>
                                      <p:to>
                                        <p:strVal val="visible"/>
                                      </p:to>
                                    </p:set>
                                    <p:anim calcmode="lin" valueType="num">
                                      <p:cBhvr>
                                        <p:cTn id="18" dur="1000" fill="hold"/>
                                        <p:tgtEl>
                                          <p:spTgt spid="46"/>
                                        </p:tgtEl>
                                        <p:attrNameLst>
                                          <p:attrName>ppt_w</p:attrName>
                                        </p:attrNameLst>
                                      </p:cBhvr>
                                      <p:tavLst>
                                        <p:tav tm="0">
                                          <p:val>
                                            <p:fltVal val="0"/>
                                          </p:val>
                                        </p:tav>
                                        <p:tav tm="100000">
                                          <p:val>
                                            <p:strVal val="#ppt_w"/>
                                          </p:val>
                                        </p:tav>
                                      </p:tavLst>
                                    </p:anim>
                                    <p:anim calcmode="lin" valueType="num">
                                      <p:cBhvr>
                                        <p:cTn id="19" dur="1000" fill="hold"/>
                                        <p:tgtEl>
                                          <p:spTgt spid="46"/>
                                        </p:tgtEl>
                                        <p:attrNameLst>
                                          <p:attrName>ppt_h</p:attrName>
                                        </p:attrNameLst>
                                      </p:cBhvr>
                                      <p:tavLst>
                                        <p:tav tm="0">
                                          <p:val>
                                            <p:fltVal val="0"/>
                                          </p:val>
                                        </p:tav>
                                        <p:tav tm="100000">
                                          <p:val>
                                            <p:strVal val="#ppt_h"/>
                                          </p:val>
                                        </p:tav>
                                      </p:tavLst>
                                    </p:anim>
                                    <p:anim calcmode="lin" valueType="num">
                                      <p:cBhvr>
                                        <p:cTn id="20" dur="1000" fill="hold"/>
                                        <p:tgtEl>
                                          <p:spTgt spid="46"/>
                                        </p:tgtEl>
                                        <p:attrNameLst>
                                          <p:attrName>ppt_x</p:attrName>
                                        </p:attrNameLst>
                                      </p:cBhvr>
                                      <p:tavLst>
                                        <p:tav tm="0" fmla="#ppt_x+(cos(-2*pi*(1-$))*-#ppt_x-sin(-2*pi*(1-$))*(1-#ppt_y))*(1-$)">
                                          <p:val>
                                            <p:fltVal val="0"/>
                                          </p:val>
                                        </p:tav>
                                        <p:tav tm="100000">
                                          <p:val>
                                            <p:fltVal val="1"/>
                                          </p:val>
                                        </p:tav>
                                      </p:tavLst>
                                    </p:anim>
                                    <p:anim calcmode="lin" valueType="num">
                                      <p:cBhvr>
                                        <p:cTn id="21" dur="1000" fill="hold"/>
                                        <p:tgtEl>
                                          <p:spTgt spid="46"/>
                                        </p:tgtEl>
                                        <p:attrNameLst>
                                          <p:attrName>ppt_y</p:attrName>
                                        </p:attrNameLst>
                                      </p:cBhvr>
                                      <p:tavLst>
                                        <p:tav tm="0" fmla="#ppt_y+(sin(-2*pi*(1-$))*-#ppt_x+cos(-2*pi*(1-$))*(1-#ppt_y))*(1-$)">
                                          <p:val>
                                            <p:fltVal val="0"/>
                                          </p:val>
                                        </p:tav>
                                        <p:tav tm="100000">
                                          <p:val>
                                            <p:fltVal val="1"/>
                                          </p:val>
                                        </p:tav>
                                      </p:tavLst>
                                    </p:anim>
                                  </p:childTnLst>
                                </p:cTn>
                              </p:par>
                            </p:childTnLst>
                          </p:cTn>
                        </p:par>
                        <p:par>
                          <p:cTn id="22" fill="hold">
                            <p:stCondLst>
                              <p:cond delay="2500"/>
                            </p:stCondLst>
                            <p:childTnLst>
                              <p:par>
                                <p:cTn id="23" presetID="15" presetClass="entr" presetSubtype="0" fill="hold" nodeType="afterEffect">
                                  <p:stCondLst>
                                    <p:cond delay="0"/>
                                  </p:stCondLst>
                                  <p:childTnLst>
                                    <p:set>
                                      <p:cBhvr>
                                        <p:cTn id="24" dur="1" fill="hold">
                                          <p:stCondLst>
                                            <p:cond delay="0"/>
                                          </p:stCondLst>
                                        </p:cTn>
                                        <p:tgtEl>
                                          <p:spTgt spid="49"/>
                                        </p:tgtEl>
                                        <p:attrNameLst>
                                          <p:attrName>style.visibility</p:attrName>
                                        </p:attrNameLst>
                                      </p:cBhvr>
                                      <p:to>
                                        <p:strVal val="visible"/>
                                      </p:to>
                                    </p:set>
                                    <p:anim calcmode="lin" valueType="num">
                                      <p:cBhvr>
                                        <p:cTn id="25" dur="1000" fill="hold"/>
                                        <p:tgtEl>
                                          <p:spTgt spid="49"/>
                                        </p:tgtEl>
                                        <p:attrNameLst>
                                          <p:attrName>ppt_w</p:attrName>
                                        </p:attrNameLst>
                                      </p:cBhvr>
                                      <p:tavLst>
                                        <p:tav tm="0">
                                          <p:val>
                                            <p:fltVal val="0"/>
                                          </p:val>
                                        </p:tav>
                                        <p:tav tm="100000">
                                          <p:val>
                                            <p:strVal val="#ppt_w"/>
                                          </p:val>
                                        </p:tav>
                                      </p:tavLst>
                                    </p:anim>
                                    <p:anim calcmode="lin" valueType="num">
                                      <p:cBhvr>
                                        <p:cTn id="26" dur="1000" fill="hold"/>
                                        <p:tgtEl>
                                          <p:spTgt spid="49"/>
                                        </p:tgtEl>
                                        <p:attrNameLst>
                                          <p:attrName>ppt_h</p:attrName>
                                        </p:attrNameLst>
                                      </p:cBhvr>
                                      <p:tavLst>
                                        <p:tav tm="0">
                                          <p:val>
                                            <p:fltVal val="0"/>
                                          </p:val>
                                        </p:tav>
                                        <p:tav tm="100000">
                                          <p:val>
                                            <p:strVal val="#ppt_h"/>
                                          </p:val>
                                        </p:tav>
                                      </p:tavLst>
                                    </p:anim>
                                    <p:anim calcmode="lin" valueType="num">
                                      <p:cBhvr>
                                        <p:cTn id="27" dur="1000" fill="hold"/>
                                        <p:tgtEl>
                                          <p:spTgt spid="49"/>
                                        </p:tgtEl>
                                        <p:attrNameLst>
                                          <p:attrName>ppt_x</p:attrName>
                                        </p:attrNameLst>
                                      </p:cBhvr>
                                      <p:tavLst>
                                        <p:tav tm="0" fmla="#ppt_x+(cos(-2*pi*(1-$))*-#ppt_x-sin(-2*pi*(1-$))*(1-#ppt_y))*(1-$)">
                                          <p:val>
                                            <p:fltVal val="0"/>
                                          </p:val>
                                        </p:tav>
                                        <p:tav tm="100000">
                                          <p:val>
                                            <p:fltVal val="1"/>
                                          </p:val>
                                        </p:tav>
                                      </p:tavLst>
                                    </p:anim>
                                    <p:anim calcmode="lin" valueType="num">
                                      <p:cBhvr>
                                        <p:cTn id="28" dur="1000" fill="hold"/>
                                        <p:tgtEl>
                                          <p:spTgt spid="49"/>
                                        </p:tgtEl>
                                        <p:attrNameLst>
                                          <p:attrName>ppt_y</p:attrName>
                                        </p:attrNameLst>
                                      </p:cBhvr>
                                      <p:tavLst>
                                        <p:tav tm="0" fmla="#ppt_y+(sin(-2*pi*(1-$))*-#ppt_x+cos(-2*pi*(1-$))*(1-#ppt_y))*(1-$)">
                                          <p:val>
                                            <p:fltVal val="0"/>
                                          </p:val>
                                        </p:tav>
                                        <p:tav tm="100000">
                                          <p:val>
                                            <p:fltVal val="1"/>
                                          </p:val>
                                        </p:tav>
                                      </p:tavLst>
                                    </p:anim>
                                  </p:childTnLst>
                                </p:cTn>
                              </p:par>
                            </p:childTnLst>
                          </p:cTn>
                        </p:par>
                        <p:par>
                          <p:cTn id="29" fill="hold">
                            <p:stCondLst>
                              <p:cond delay="3500"/>
                            </p:stCondLst>
                            <p:childTnLst>
                              <p:par>
                                <p:cTn id="30" presetID="15" presetClass="entr" presetSubtype="0" fill="hold" nodeType="afterEffect">
                                  <p:stCondLst>
                                    <p:cond delay="0"/>
                                  </p:stCondLst>
                                  <p:childTnLst>
                                    <p:set>
                                      <p:cBhvr>
                                        <p:cTn id="31" dur="1" fill="hold">
                                          <p:stCondLst>
                                            <p:cond delay="0"/>
                                          </p:stCondLst>
                                        </p:cTn>
                                        <p:tgtEl>
                                          <p:spTgt spid="52"/>
                                        </p:tgtEl>
                                        <p:attrNameLst>
                                          <p:attrName>style.visibility</p:attrName>
                                        </p:attrNameLst>
                                      </p:cBhvr>
                                      <p:to>
                                        <p:strVal val="visible"/>
                                      </p:to>
                                    </p:set>
                                    <p:anim calcmode="lin" valueType="num">
                                      <p:cBhvr>
                                        <p:cTn id="32" dur="1000" fill="hold"/>
                                        <p:tgtEl>
                                          <p:spTgt spid="52"/>
                                        </p:tgtEl>
                                        <p:attrNameLst>
                                          <p:attrName>ppt_w</p:attrName>
                                        </p:attrNameLst>
                                      </p:cBhvr>
                                      <p:tavLst>
                                        <p:tav tm="0">
                                          <p:val>
                                            <p:fltVal val="0"/>
                                          </p:val>
                                        </p:tav>
                                        <p:tav tm="100000">
                                          <p:val>
                                            <p:strVal val="#ppt_w"/>
                                          </p:val>
                                        </p:tav>
                                      </p:tavLst>
                                    </p:anim>
                                    <p:anim calcmode="lin" valueType="num">
                                      <p:cBhvr>
                                        <p:cTn id="33" dur="1000" fill="hold"/>
                                        <p:tgtEl>
                                          <p:spTgt spid="52"/>
                                        </p:tgtEl>
                                        <p:attrNameLst>
                                          <p:attrName>ppt_h</p:attrName>
                                        </p:attrNameLst>
                                      </p:cBhvr>
                                      <p:tavLst>
                                        <p:tav tm="0">
                                          <p:val>
                                            <p:fltVal val="0"/>
                                          </p:val>
                                        </p:tav>
                                        <p:tav tm="100000">
                                          <p:val>
                                            <p:strVal val="#ppt_h"/>
                                          </p:val>
                                        </p:tav>
                                      </p:tavLst>
                                    </p:anim>
                                    <p:anim calcmode="lin" valueType="num">
                                      <p:cBhvr>
                                        <p:cTn id="34" dur="1000" fill="hold"/>
                                        <p:tgtEl>
                                          <p:spTgt spid="52"/>
                                        </p:tgtEl>
                                        <p:attrNameLst>
                                          <p:attrName>ppt_x</p:attrName>
                                        </p:attrNameLst>
                                      </p:cBhvr>
                                      <p:tavLst>
                                        <p:tav tm="0" fmla="#ppt_x+(cos(-2*pi*(1-$))*-#ppt_x-sin(-2*pi*(1-$))*(1-#ppt_y))*(1-$)">
                                          <p:val>
                                            <p:fltVal val="0"/>
                                          </p:val>
                                        </p:tav>
                                        <p:tav tm="100000">
                                          <p:val>
                                            <p:fltVal val="1"/>
                                          </p:val>
                                        </p:tav>
                                      </p:tavLst>
                                    </p:anim>
                                    <p:anim calcmode="lin" valueType="num">
                                      <p:cBhvr>
                                        <p:cTn id="35" dur="1000" fill="hold"/>
                                        <p:tgtEl>
                                          <p:spTgt spid="52"/>
                                        </p:tgtEl>
                                        <p:attrNameLst>
                                          <p:attrName>ppt_y</p:attrName>
                                        </p:attrNameLst>
                                      </p:cBhvr>
                                      <p:tavLst>
                                        <p:tav tm="0" fmla="#ppt_y+(sin(-2*pi*(1-$))*-#ppt_x+cos(-2*pi*(1-$))*(1-#ppt_y))*(1-$)">
                                          <p:val>
                                            <p:fltVal val="0"/>
                                          </p:val>
                                        </p:tav>
                                        <p:tav tm="100000">
                                          <p:val>
                                            <p:fltVal val="1"/>
                                          </p:val>
                                        </p:tav>
                                      </p:tavLst>
                                    </p:anim>
                                  </p:childTnLst>
                                </p:cTn>
                              </p:par>
                            </p:childTnLst>
                          </p:cTn>
                        </p:par>
                        <p:par>
                          <p:cTn id="36" fill="hold">
                            <p:stCondLst>
                              <p:cond delay="4500"/>
                            </p:stCondLst>
                            <p:childTnLst>
                              <p:par>
                                <p:cTn id="37" presetID="22" presetClass="entr" presetSubtype="1" fill="hold" grpId="0" nodeType="after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wipe(up)">
                                      <p:cBhvr>
                                        <p:cTn id="39" dur="500"/>
                                        <p:tgtEl>
                                          <p:spTgt spid="30"/>
                                        </p:tgtEl>
                                      </p:cBhvr>
                                    </p:animEffect>
                                  </p:childTnLst>
                                </p:cTn>
                              </p:par>
                            </p:childTnLst>
                          </p:cTn>
                        </p:par>
                        <p:par>
                          <p:cTn id="40" fill="hold">
                            <p:stCondLst>
                              <p:cond delay="5000"/>
                            </p:stCondLst>
                            <p:childTnLst>
                              <p:par>
                                <p:cTn id="41" presetID="22" presetClass="entr" presetSubtype="1" fill="hold" grpId="0" nodeType="after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wipe(up)">
                                      <p:cBhvr>
                                        <p:cTn id="43" dur="500"/>
                                        <p:tgtEl>
                                          <p:spTgt spid="35"/>
                                        </p:tgtEl>
                                      </p:cBhvr>
                                    </p:animEffect>
                                  </p:childTnLst>
                                </p:cTn>
                              </p:par>
                            </p:childTnLst>
                          </p:cTn>
                        </p:par>
                        <p:par>
                          <p:cTn id="44" fill="hold">
                            <p:stCondLst>
                              <p:cond delay="5500"/>
                            </p:stCondLst>
                            <p:childTnLst>
                              <p:par>
                                <p:cTn id="45" presetID="22" presetClass="entr" presetSubtype="1" fill="hold" grpId="0" nodeType="after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wipe(up)">
                                      <p:cBhvr>
                                        <p:cTn id="47" dur="500"/>
                                        <p:tgtEl>
                                          <p:spTgt spid="37"/>
                                        </p:tgtEl>
                                      </p:cBhvr>
                                    </p:animEffect>
                                  </p:childTnLst>
                                </p:cTn>
                              </p:par>
                            </p:childTnLst>
                          </p:cTn>
                        </p:par>
                        <p:par>
                          <p:cTn id="48" fill="hold">
                            <p:stCondLst>
                              <p:cond delay="6000"/>
                            </p:stCondLst>
                            <p:childTnLst>
                              <p:par>
                                <p:cTn id="49" presetID="22" presetClass="entr" presetSubtype="1" fill="hold" grpId="0" nodeType="after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wipe(up)">
                                      <p:cBhvr>
                                        <p:cTn id="51"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5" grpId="0"/>
      <p:bldP spid="37" grpId="0"/>
      <p:bldP spid="3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028" y="1934824"/>
            <a:ext cx="5748028" cy="2876826"/>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 name="矩形 2"/>
          <p:cNvSpPr/>
          <p:nvPr/>
        </p:nvSpPr>
        <p:spPr>
          <a:xfrm>
            <a:off x="5806787" y="2269402"/>
            <a:ext cx="383943" cy="2207671"/>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 name="TextBox 11"/>
          <p:cNvSpPr txBox="1"/>
          <p:nvPr/>
        </p:nvSpPr>
        <p:spPr>
          <a:xfrm>
            <a:off x="3314429" y="2191753"/>
            <a:ext cx="2117888" cy="2062103"/>
          </a:xfrm>
          <a:prstGeom prst="rect">
            <a:avLst/>
          </a:prstGeom>
          <a:noFill/>
        </p:spPr>
        <p:txBody>
          <a:bodyPr wrap="none" rtlCol="0">
            <a:spAutoFit/>
          </a:bodyPr>
          <a:lstStyle/>
          <a:p>
            <a:pPr algn="r" defTabSz="1218565"/>
            <a:r>
              <a:rPr lang="en-US" altLang="zh-CN" sz="12800" b="1"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04</a:t>
            </a:r>
            <a:endParaRPr lang="zh-CN" altLang="en-US" sz="128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文本占位符 3"/>
          <p:cNvSpPr txBox="1"/>
          <p:nvPr/>
        </p:nvSpPr>
        <p:spPr>
          <a:xfrm>
            <a:off x="6629386" y="2171591"/>
            <a:ext cx="3124118" cy="749787"/>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4800" dirty="0" smtClean="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精彩语句</a:t>
            </a:r>
            <a:endParaRPr lang="zh-CN" altLang="en-US" sz="4800"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 name="矩形 5"/>
          <p:cNvSpPr/>
          <p:nvPr/>
        </p:nvSpPr>
        <p:spPr>
          <a:xfrm>
            <a:off x="6384034" y="3046017"/>
            <a:ext cx="5376597" cy="60959"/>
          </a:xfrm>
          <a:prstGeom prst="rect">
            <a:avLst/>
          </a:prstGeom>
          <a:solidFill>
            <a:srgbClr val="DA5665"/>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矩形 6"/>
          <p:cNvSpPr/>
          <p:nvPr/>
        </p:nvSpPr>
        <p:spPr>
          <a:xfrm>
            <a:off x="6445878" y="3046016"/>
            <a:ext cx="4796623" cy="1823728"/>
          </a:xfrm>
          <a:prstGeom prst="rect">
            <a:avLst/>
          </a:prstGeom>
        </p:spPr>
        <p:txBody>
          <a:bodyPr vert="horz" lIns="121888" tIns="60944" rIns="121888" bIns="60944" rtlCol="0" anchor="ctr">
            <a:noAutofit/>
          </a:bodyPr>
          <a:lstStyle/>
          <a:p>
            <a:pPr>
              <a:lnSpc>
                <a:spcPct val="150000"/>
              </a:lnSpc>
              <a:spcBef>
                <a:spcPct val="20000"/>
              </a:spcBef>
              <a:buFont typeface="Arial" panose="020B0604020202020204" pitchFamily="34" charset="0"/>
              <a:buNone/>
            </a:pPr>
            <a:r>
              <a:rPr lang="en-US" altLang="zh-CN"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1</a:t>
            </a:r>
            <a:r>
              <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、点击添加文字标题</a:t>
            </a:r>
            <a:endParaRPr lang="en-US" altLang="zh-CN"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spcBef>
                <a:spcPct val="20000"/>
              </a:spcBef>
            </a:pPr>
            <a:r>
              <a:rPr lang="en-US" altLang="zh-CN"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2</a:t>
            </a:r>
            <a:r>
              <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、点击添加相关文字标题</a:t>
            </a:r>
            <a:endPar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spcBef>
                <a:spcPct val="20000"/>
              </a:spcBef>
              <a:buFont typeface="Arial" panose="020B0604020202020204" pitchFamily="34" charset="0"/>
              <a:buNone/>
            </a:pPr>
            <a:r>
              <a:rPr lang="en-US" altLang="zh-CN"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3</a:t>
            </a:r>
            <a:r>
              <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、点击添加文字标题</a:t>
            </a:r>
            <a:endPar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60" y="5400737"/>
            <a:ext cx="12192000" cy="1624224"/>
          </a:xfrm>
          <a:prstGeom prst="rect">
            <a:avLst/>
          </a:prstGeom>
        </p:spPr>
      </p:pic>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flipH="1">
            <a:off x="3547702" y="-3223270"/>
            <a:ext cx="67348" cy="6858000"/>
          </a:xfrm>
          <a:prstGeom prst="rect">
            <a:avLst/>
          </a:prstGeom>
        </p:spPr>
      </p:pic>
      <p:sp>
        <p:nvSpPr>
          <p:cNvPr id="12" name="文本框 11"/>
          <p:cNvSpPr txBox="1"/>
          <p:nvPr/>
        </p:nvSpPr>
        <p:spPr>
          <a:xfrm>
            <a:off x="7155840" y="-12611"/>
            <a:ext cx="4426416" cy="369332"/>
          </a:xfrm>
          <a:prstGeom prst="rect">
            <a:avLst/>
          </a:prstGeom>
          <a:noFill/>
        </p:spPr>
        <p:txBody>
          <a:bodyPr vert="horz" wrap="square" rtlCol="0">
            <a:spAutoFit/>
          </a:bodyPr>
          <a:lstStyle/>
          <a:p>
            <a:pPr algn="dist"/>
            <a:r>
              <a:rPr lang="zh-CN" altLang="en-US" dirty="0" smtClean="0">
                <a:solidFill>
                  <a:srgbClr val="FB8989"/>
                </a:solidFill>
                <a:latin typeface="字魂105号-简雅黑" panose="00000500000000000000" pitchFamily="2" charset="-122"/>
                <a:ea typeface="字魂105号-简雅黑" panose="00000500000000000000" pitchFamily="2" charset="-122"/>
              </a:rPr>
              <a:t>读万卷书</a:t>
            </a:r>
            <a:r>
              <a:rPr lang="en-US" altLang="zh-CN" dirty="0" smtClean="0">
                <a:solidFill>
                  <a:srgbClr val="FB8989"/>
                </a:solidFill>
                <a:latin typeface="字魂105号-简雅黑" panose="00000500000000000000" pitchFamily="2" charset="-122"/>
                <a:ea typeface="字魂105号-简雅黑" panose="00000500000000000000" pitchFamily="2" charset="-122"/>
              </a:rPr>
              <a:t>·</a:t>
            </a:r>
            <a:r>
              <a:rPr lang="zh-CN" altLang="en-US" dirty="0" smtClean="0">
                <a:solidFill>
                  <a:srgbClr val="FB8989"/>
                </a:solidFill>
                <a:latin typeface="字魂105号-简雅黑" panose="00000500000000000000" pitchFamily="2" charset="-122"/>
                <a:ea typeface="字魂105号-简雅黑" panose="00000500000000000000" pitchFamily="2" charset="-122"/>
              </a:rPr>
              <a:t>行万里路</a:t>
            </a:r>
            <a:endParaRPr lang="zh-CN" altLang="en-US" dirty="0">
              <a:solidFill>
                <a:srgbClr val="FB8989"/>
              </a:solidFill>
              <a:latin typeface="字魂105号-简雅黑" panose="00000500000000000000" pitchFamily="2" charset="-122"/>
              <a:ea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400"/>
                                        <p:tgtEl>
                                          <p:spTgt spid="3"/>
                                        </p:tgtEl>
                                      </p:cBhvr>
                                    </p:animEffect>
                                  </p:childTnLst>
                                </p:cTn>
                              </p:par>
                              <p:par>
                                <p:cTn id="8" presetID="22" presetClass="entr" presetSubtype="2" fill="hold" grpId="0" nodeType="withEffect">
                                  <p:stCondLst>
                                    <p:cond delay="200"/>
                                  </p:stCondLst>
                                  <p:childTnLst>
                                    <p:set>
                                      <p:cBhvr>
                                        <p:cTn id="9" dur="1" fill="hold">
                                          <p:stCondLst>
                                            <p:cond delay="0"/>
                                          </p:stCondLst>
                                        </p:cTn>
                                        <p:tgtEl>
                                          <p:spTgt spid="2"/>
                                        </p:tgtEl>
                                        <p:attrNameLst>
                                          <p:attrName>style.visibility</p:attrName>
                                        </p:attrNameLst>
                                      </p:cBhvr>
                                      <p:to>
                                        <p:strVal val="visible"/>
                                      </p:to>
                                    </p:set>
                                    <p:animEffect transition="in" filter="wipe(right)">
                                      <p:cBhvr>
                                        <p:cTn id="10" dur="500"/>
                                        <p:tgtEl>
                                          <p:spTgt spid="2"/>
                                        </p:tgtEl>
                                      </p:cBhvr>
                                    </p:animEffect>
                                  </p:childTnLst>
                                </p:cTn>
                              </p:par>
                              <p:par>
                                <p:cTn id="11" presetID="15" presetClass="entr" presetSubtype="0" fill="hold" grpId="0" nodeType="withEffect">
                                  <p:stCondLst>
                                    <p:cond delay="200"/>
                                  </p:stCondLst>
                                  <p:iterate type="lt">
                                    <p:tmPct val="10000"/>
                                  </p:iterate>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par>
                          <p:cTn id="17" fill="hold">
                            <p:stCondLst>
                              <p:cond delay="0"/>
                            </p:stCondLst>
                            <p:childTnLst>
                              <p:par>
                                <p:cTn id="18" presetID="22" presetClass="entr" presetSubtype="8"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400"/>
                                        <p:tgtEl>
                                          <p:spTgt spid="5"/>
                                        </p:tgtEl>
                                      </p:cBhvr>
                                    </p:animEffect>
                                  </p:childTnLst>
                                </p:cTn>
                              </p:par>
                              <p:par>
                                <p:cTn id="21" presetID="22" presetClass="entr" presetSubtype="8" fill="hold" grpId="0" nodeType="withEffect">
                                  <p:stCondLst>
                                    <p:cond delay="20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400"/>
                                        <p:tgtEl>
                                          <p:spTgt spid="6"/>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P spid="6" grpId="0" animBg="1"/>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3406" y="1675281"/>
            <a:ext cx="3819182" cy="2548865"/>
          </a:xfrm>
          <a:prstGeom prst="rect">
            <a:avLst/>
          </a:prstGeom>
        </p:spPr>
      </p:pic>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04926" y="1676446"/>
            <a:ext cx="3821923" cy="2548865"/>
          </a:xfrm>
          <a:prstGeom prst="rect">
            <a:avLst/>
          </a:prstGeom>
        </p:spPr>
      </p:pic>
      <p:grpSp>
        <p:nvGrpSpPr>
          <p:cNvPr id="10" name="组合 9"/>
          <p:cNvGrpSpPr/>
          <p:nvPr/>
        </p:nvGrpSpPr>
        <p:grpSpPr>
          <a:xfrm>
            <a:off x="0" y="1059"/>
            <a:ext cx="12192001" cy="989605"/>
            <a:chOff x="-1" y="0"/>
            <a:chExt cx="9144001" cy="742204"/>
          </a:xfrm>
        </p:grpSpPr>
        <p:sp>
          <p:nvSpPr>
            <p:cNvPr id="11" name="矩形 10"/>
            <p:cNvSpPr/>
            <p:nvPr/>
          </p:nvSpPr>
          <p:spPr>
            <a:xfrm>
              <a:off x="-1" y="0"/>
              <a:ext cx="762101" cy="742204"/>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 name="矩形 11"/>
            <p:cNvSpPr/>
            <p:nvPr/>
          </p:nvSpPr>
          <p:spPr>
            <a:xfrm>
              <a:off x="816248" y="0"/>
              <a:ext cx="122807" cy="742204"/>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TextBox 8"/>
            <p:cNvSpPr txBox="1"/>
            <p:nvPr/>
          </p:nvSpPr>
          <p:spPr>
            <a:xfrm>
              <a:off x="20071" y="34318"/>
              <a:ext cx="742030" cy="684755"/>
            </a:xfrm>
            <a:prstGeom prst="rect">
              <a:avLst/>
            </a:prstGeom>
            <a:noFill/>
          </p:spPr>
          <p:txBody>
            <a:bodyPr wrap="none" rtlCol="0">
              <a:spAutoFit/>
            </a:bodyPr>
            <a:lstStyle/>
            <a:p>
              <a:pPr algn="r" defTabSz="1218565"/>
              <a:r>
                <a:rPr lang="en-US" altLang="zh-CN" sz="5335" b="1"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04</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文本占位符 3"/>
            <p:cNvSpPr txBox="1"/>
            <p:nvPr/>
          </p:nvSpPr>
          <p:spPr>
            <a:xfrm>
              <a:off x="976845" y="166078"/>
              <a:ext cx="4186412" cy="431935"/>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点击输入相关标题</a:t>
              </a:r>
              <a:endPar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矩形 14"/>
            <p:cNvSpPr/>
            <p:nvPr/>
          </p:nvSpPr>
          <p:spPr>
            <a:xfrm flipV="1">
              <a:off x="4033674" y="533830"/>
              <a:ext cx="5110326" cy="45719"/>
            </a:xfrm>
            <a:prstGeom prst="rect">
              <a:avLst/>
            </a:prstGeom>
            <a:solidFill>
              <a:srgbClr val="FB8989"/>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16" name="组合 15"/>
          <p:cNvGrpSpPr/>
          <p:nvPr/>
        </p:nvGrpSpPr>
        <p:grpSpPr>
          <a:xfrm>
            <a:off x="1083406" y="4719371"/>
            <a:ext cx="3661208" cy="1484684"/>
            <a:chOff x="4898843" y="1647983"/>
            <a:chExt cx="3662339" cy="1485142"/>
          </a:xfrm>
        </p:grpSpPr>
        <p:sp>
          <p:nvSpPr>
            <p:cNvPr id="17" name="矩形 16"/>
            <p:cNvSpPr/>
            <p:nvPr/>
          </p:nvSpPr>
          <p:spPr>
            <a:xfrm>
              <a:off x="4903803" y="1647983"/>
              <a:ext cx="2408441" cy="529757"/>
            </a:xfrm>
            <a:prstGeom prst="rect">
              <a:avLst/>
            </a:prstGeom>
          </p:spPr>
          <p:txBody>
            <a:bodyPr wrap="square" lIns="91403" tIns="45701" rIns="91403" bIns="45701">
              <a:spAutoFit/>
            </a:bodyPr>
            <a:lstStyle/>
            <a:p>
              <a:pPr>
                <a:lnSpc>
                  <a:spcPct val="150000"/>
                </a:lnSpc>
              </a:pPr>
              <a:r>
                <a:rPr lang="zh-CN" altLang="en-US"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矩形 47"/>
            <p:cNvSpPr>
              <a:spLocks noChangeArrowheads="1"/>
            </p:cNvSpPr>
            <p:nvPr/>
          </p:nvSpPr>
          <p:spPr bwMode="auto">
            <a:xfrm>
              <a:off x="4898843" y="2209549"/>
              <a:ext cx="3662339" cy="923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lnSpc>
                  <a:spcPct val="150000"/>
                </a:lnSpc>
                <a:spcBef>
                  <a:spcPct val="0"/>
                </a:spcBef>
                <a:buNone/>
              </a:pPr>
              <a:r>
                <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在此录入上述图表的综合描述说明，在此录入上述图表的综合描述说明，在此录入上述图表的综合描述说明，在此录入上述图表的综合描述说明。</a:t>
              </a:r>
              <a:endPar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19" name="组合 18"/>
          <p:cNvGrpSpPr/>
          <p:nvPr/>
        </p:nvGrpSpPr>
        <p:grpSpPr>
          <a:xfrm>
            <a:off x="7204926" y="4719371"/>
            <a:ext cx="3661208" cy="1463575"/>
            <a:chOff x="4911769" y="1576758"/>
            <a:chExt cx="3662339" cy="1464027"/>
          </a:xfrm>
        </p:grpSpPr>
        <p:sp>
          <p:nvSpPr>
            <p:cNvPr id="20" name="矩形 19"/>
            <p:cNvSpPr/>
            <p:nvPr/>
          </p:nvSpPr>
          <p:spPr>
            <a:xfrm>
              <a:off x="4911769" y="1576758"/>
              <a:ext cx="2408441" cy="529757"/>
            </a:xfrm>
            <a:prstGeom prst="rect">
              <a:avLst/>
            </a:prstGeom>
          </p:spPr>
          <p:txBody>
            <a:bodyPr wrap="square" lIns="91403" tIns="45701" rIns="91403" bIns="45701">
              <a:spAutoFit/>
            </a:bodyPr>
            <a:lstStyle/>
            <a:p>
              <a:pPr>
                <a:lnSpc>
                  <a:spcPct val="150000"/>
                </a:lnSpc>
              </a:pPr>
              <a:r>
                <a:rPr lang="zh-CN" altLang="en-US"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矩形 47"/>
            <p:cNvSpPr>
              <a:spLocks noChangeArrowheads="1"/>
            </p:cNvSpPr>
            <p:nvPr/>
          </p:nvSpPr>
          <p:spPr bwMode="auto">
            <a:xfrm>
              <a:off x="4911769" y="2117209"/>
              <a:ext cx="3662339" cy="923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lnSpc>
                  <a:spcPct val="150000"/>
                </a:lnSpc>
                <a:spcBef>
                  <a:spcPct val="0"/>
                </a:spcBef>
                <a:buNone/>
              </a:pPr>
              <a:r>
                <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在此录入上述图表的综合描述说明，在此录入上述图表的综合描述说明，在此录入上述图表的综合描述说明，在此录入上述图表的综合描述说明。</a:t>
              </a:r>
              <a:endPar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2" presetClass="entr" presetSubtype="2" fill="hold" nodeType="afterEffect">
                                  <p:stCondLst>
                                    <p:cond delay="10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p:tgtEl>
                                          <p:spTgt spid="16"/>
                                        </p:tgtEl>
                                        <p:attrNameLst>
                                          <p:attrName>ppt_x</p:attrName>
                                        </p:attrNameLst>
                                      </p:cBhvr>
                                      <p:tavLst>
                                        <p:tav tm="0">
                                          <p:val>
                                            <p:strVal val="#ppt_x+#ppt_w*1.125000"/>
                                          </p:val>
                                        </p:tav>
                                        <p:tav tm="100000">
                                          <p:val>
                                            <p:strVal val="#ppt_x"/>
                                          </p:val>
                                        </p:tav>
                                      </p:tavLst>
                                    </p:anim>
                                    <p:animEffect transition="in" filter="wipe(left)">
                                      <p:cBhvr>
                                        <p:cTn id="17" dur="500"/>
                                        <p:tgtEl>
                                          <p:spTgt spid="16"/>
                                        </p:tgtEl>
                                      </p:cBhvr>
                                    </p:animEffect>
                                  </p:childTnLst>
                                </p:cTn>
                              </p:par>
                            </p:childTnLst>
                          </p:cTn>
                        </p:par>
                        <p:par>
                          <p:cTn id="18" fill="hold">
                            <p:stCondLst>
                              <p:cond delay="1100"/>
                            </p:stCondLst>
                            <p:childTnLst>
                              <p:par>
                                <p:cTn id="19" presetID="12" presetClass="entr" presetSubtype="2" fill="hold" nodeType="afterEffect">
                                  <p:stCondLst>
                                    <p:cond delay="10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500"/>
                                        <p:tgtEl>
                                          <p:spTgt spid="19"/>
                                        </p:tgtEl>
                                        <p:attrNameLst>
                                          <p:attrName>ppt_x</p:attrName>
                                        </p:attrNameLst>
                                      </p:cBhvr>
                                      <p:tavLst>
                                        <p:tav tm="0">
                                          <p:val>
                                            <p:strVal val="#ppt_x+#ppt_w*1.125000"/>
                                          </p:val>
                                        </p:tav>
                                        <p:tav tm="100000">
                                          <p:val>
                                            <p:strVal val="#ppt_x"/>
                                          </p:val>
                                        </p:tav>
                                      </p:tavLst>
                                    </p:anim>
                                    <p:animEffect transition="in" filter="wipe(left)">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52617" y="2621267"/>
            <a:ext cx="1394979" cy="1248139"/>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矩形 6"/>
          <p:cNvSpPr/>
          <p:nvPr/>
        </p:nvSpPr>
        <p:spPr>
          <a:xfrm>
            <a:off x="2396765" y="2621267"/>
            <a:ext cx="1394979" cy="1248139"/>
          </a:xfrm>
          <a:prstGeom prst="rect">
            <a:avLst/>
          </a:prstGeom>
          <a:blipFill dpi="0" rotWithShape="1">
            <a:blip r:embed="rId1"/>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TextBox 7"/>
          <p:cNvSpPr txBox="1"/>
          <p:nvPr/>
        </p:nvSpPr>
        <p:spPr>
          <a:xfrm>
            <a:off x="1148628" y="2830320"/>
            <a:ext cx="1198845" cy="913007"/>
          </a:xfrm>
          <a:prstGeom prst="rect">
            <a:avLst/>
          </a:prstGeom>
          <a:noFill/>
        </p:spPr>
        <p:txBody>
          <a:bodyPr wrap="square" rtlCol="0">
            <a:spAutoFit/>
          </a:bodyPr>
          <a:lstStyle/>
          <a:p>
            <a:r>
              <a:rPr lang="en-US" altLang="zh-CN"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01</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 name="矩形 9"/>
          <p:cNvSpPr/>
          <p:nvPr/>
        </p:nvSpPr>
        <p:spPr>
          <a:xfrm>
            <a:off x="4605012" y="2621267"/>
            <a:ext cx="1394979" cy="1248139"/>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 name="矩形 10"/>
          <p:cNvSpPr/>
          <p:nvPr/>
        </p:nvSpPr>
        <p:spPr>
          <a:xfrm>
            <a:off x="5949160" y="2621267"/>
            <a:ext cx="1394979" cy="1248139"/>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 name="TextBox 11"/>
          <p:cNvSpPr txBox="1"/>
          <p:nvPr/>
        </p:nvSpPr>
        <p:spPr>
          <a:xfrm>
            <a:off x="4701023" y="2830320"/>
            <a:ext cx="1198845" cy="913007"/>
          </a:xfrm>
          <a:prstGeom prst="rect">
            <a:avLst/>
          </a:prstGeom>
          <a:noFill/>
        </p:spPr>
        <p:txBody>
          <a:bodyPr wrap="square" rtlCol="0">
            <a:spAutoFit/>
          </a:bodyPr>
          <a:lstStyle/>
          <a:p>
            <a:r>
              <a:rPr lang="en-US" altLang="zh-CN"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02</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矩形 12"/>
          <p:cNvSpPr/>
          <p:nvPr/>
        </p:nvSpPr>
        <p:spPr>
          <a:xfrm>
            <a:off x="8349427" y="2621267"/>
            <a:ext cx="1394979" cy="1248139"/>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矩形 13"/>
          <p:cNvSpPr/>
          <p:nvPr/>
        </p:nvSpPr>
        <p:spPr>
          <a:xfrm>
            <a:off x="9693575" y="2621267"/>
            <a:ext cx="1394979" cy="1248139"/>
          </a:xfrm>
          <a:prstGeom prst="rect">
            <a:avLst/>
          </a:prstGeom>
          <a:blipFill dpi="0" rotWithShape="1">
            <a:blip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TextBox 14"/>
          <p:cNvSpPr txBox="1"/>
          <p:nvPr/>
        </p:nvSpPr>
        <p:spPr>
          <a:xfrm>
            <a:off x="8445438" y="2830320"/>
            <a:ext cx="1198845" cy="913007"/>
          </a:xfrm>
          <a:prstGeom prst="rect">
            <a:avLst/>
          </a:prstGeom>
          <a:noFill/>
        </p:spPr>
        <p:txBody>
          <a:bodyPr wrap="square" rtlCol="0">
            <a:spAutoFit/>
          </a:bodyPr>
          <a:lstStyle/>
          <a:p>
            <a:r>
              <a:rPr lang="en-US" altLang="zh-CN"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03</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9" name="组合 18"/>
          <p:cNvGrpSpPr/>
          <p:nvPr/>
        </p:nvGrpSpPr>
        <p:grpSpPr>
          <a:xfrm>
            <a:off x="0" y="1059"/>
            <a:ext cx="12192001" cy="989605"/>
            <a:chOff x="-1" y="0"/>
            <a:chExt cx="9144001" cy="742204"/>
          </a:xfrm>
        </p:grpSpPr>
        <p:sp>
          <p:nvSpPr>
            <p:cNvPr id="20" name="矩形 19"/>
            <p:cNvSpPr/>
            <p:nvPr/>
          </p:nvSpPr>
          <p:spPr>
            <a:xfrm>
              <a:off x="-1" y="0"/>
              <a:ext cx="762101" cy="742204"/>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矩形 23"/>
            <p:cNvSpPr/>
            <p:nvPr/>
          </p:nvSpPr>
          <p:spPr>
            <a:xfrm>
              <a:off x="816248" y="0"/>
              <a:ext cx="122807" cy="742204"/>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TextBox 8"/>
            <p:cNvSpPr txBox="1"/>
            <p:nvPr/>
          </p:nvSpPr>
          <p:spPr>
            <a:xfrm>
              <a:off x="20071" y="34318"/>
              <a:ext cx="742030" cy="684755"/>
            </a:xfrm>
            <a:prstGeom prst="rect">
              <a:avLst/>
            </a:prstGeom>
            <a:noFill/>
          </p:spPr>
          <p:txBody>
            <a:bodyPr wrap="none" rtlCol="0">
              <a:spAutoFit/>
            </a:bodyPr>
            <a:lstStyle/>
            <a:p>
              <a:pPr algn="r" defTabSz="1218565"/>
              <a:r>
                <a:rPr lang="en-US" altLang="zh-CN" sz="5335" b="1"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04</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 name="文本占位符 3"/>
            <p:cNvSpPr txBox="1"/>
            <p:nvPr/>
          </p:nvSpPr>
          <p:spPr>
            <a:xfrm>
              <a:off x="976845" y="166078"/>
              <a:ext cx="4186412" cy="431935"/>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点击输入相关标题</a:t>
              </a:r>
              <a:endPar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矩形 26"/>
            <p:cNvSpPr/>
            <p:nvPr/>
          </p:nvSpPr>
          <p:spPr>
            <a:xfrm flipV="1">
              <a:off x="4033674" y="533830"/>
              <a:ext cx="5110326" cy="45719"/>
            </a:xfrm>
            <a:prstGeom prst="rect">
              <a:avLst/>
            </a:prstGeom>
            <a:solidFill>
              <a:srgbClr val="FB8989"/>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21" name="组合 20"/>
          <p:cNvGrpSpPr/>
          <p:nvPr/>
        </p:nvGrpSpPr>
        <p:grpSpPr>
          <a:xfrm>
            <a:off x="1016135" y="4078459"/>
            <a:ext cx="2877047" cy="1761683"/>
            <a:chOff x="4898843" y="1647983"/>
            <a:chExt cx="2877936" cy="1762226"/>
          </a:xfrm>
        </p:grpSpPr>
        <p:sp>
          <p:nvSpPr>
            <p:cNvPr id="22" name="矩形 21"/>
            <p:cNvSpPr/>
            <p:nvPr/>
          </p:nvSpPr>
          <p:spPr>
            <a:xfrm>
              <a:off x="4903803" y="1647983"/>
              <a:ext cx="2408441" cy="600311"/>
            </a:xfrm>
            <a:prstGeom prst="rect">
              <a:avLst/>
            </a:prstGeom>
          </p:spPr>
          <p:txBody>
            <a:bodyPr wrap="square" lIns="91403" tIns="45701" rIns="91403" bIns="45701">
              <a:spAutoFit/>
            </a:bodyPr>
            <a:lstStyle/>
            <a:p>
              <a:pPr>
                <a:lnSpc>
                  <a:spcPct val="150000"/>
                </a:lnSpc>
              </a:pPr>
              <a:r>
                <a:rPr lang="zh-CN" altLang="en-US"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矩形 47"/>
            <p:cNvSpPr>
              <a:spLocks noChangeArrowheads="1"/>
            </p:cNvSpPr>
            <p:nvPr/>
          </p:nvSpPr>
          <p:spPr bwMode="auto">
            <a:xfrm>
              <a:off x="4898843" y="2209549"/>
              <a:ext cx="2877936" cy="1200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lnSpc>
                  <a:spcPct val="150000"/>
                </a:lnSpc>
                <a:spcBef>
                  <a:spcPct val="0"/>
                </a:spcBef>
                <a:buNone/>
              </a:pPr>
              <a:r>
                <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在此录入上述图表的综合描述说明，在此录入上述图表的综合描述说明，在此录入上述图表的综合描述说明，在此录入上述图表的综合描述说明。</a:t>
              </a:r>
              <a:endPar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28" name="组合 27"/>
          <p:cNvGrpSpPr/>
          <p:nvPr/>
        </p:nvGrpSpPr>
        <p:grpSpPr>
          <a:xfrm>
            <a:off x="4561467" y="4078459"/>
            <a:ext cx="2877047" cy="1761683"/>
            <a:chOff x="4898843" y="1647983"/>
            <a:chExt cx="2877936" cy="1762226"/>
          </a:xfrm>
        </p:grpSpPr>
        <p:sp>
          <p:nvSpPr>
            <p:cNvPr id="29" name="矩形 28"/>
            <p:cNvSpPr/>
            <p:nvPr/>
          </p:nvSpPr>
          <p:spPr>
            <a:xfrm>
              <a:off x="4903803" y="1647983"/>
              <a:ext cx="2408441" cy="600311"/>
            </a:xfrm>
            <a:prstGeom prst="rect">
              <a:avLst/>
            </a:prstGeom>
          </p:spPr>
          <p:txBody>
            <a:bodyPr wrap="square" lIns="91403" tIns="45701" rIns="91403" bIns="45701">
              <a:spAutoFit/>
            </a:bodyPr>
            <a:lstStyle/>
            <a:p>
              <a:pPr>
                <a:lnSpc>
                  <a:spcPct val="150000"/>
                </a:lnSpc>
              </a:pPr>
              <a:r>
                <a:rPr lang="zh-CN" altLang="en-US"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矩形 47"/>
            <p:cNvSpPr>
              <a:spLocks noChangeArrowheads="1"/>
            </p:cNvSpPr>
            <p:nvPr/>
          </p:nvSpPr>
          <p:spPr bwMode="auto">
            <a:xfrm>
              <a:off x="4898843" y="2209549"/>
              <a:ext cx="2877936" cy="1200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lnSpc>
                  <a:spcPct val="150000"/>
                </a:lnSpc>
                <a:spcBef>
                  <a:spcPct val="0"/>
                </a:spcBef>
                <a:buNone/>
              </a:pPr>
              <a:r>
                <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在此录入上述图表的综合描述说明，在此录入上述图表的综合描述说明，在此录入上述图表的综合描述说明，在此录入上述图表的综合描述说明。</a:t>
              </a:r>
              <a:endPar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31" name="组合 30"/>
          <p:cNvGrpSpPr/>
          <p:nvPr/>
        </p:nvGrpSpPr>
        <p:grpSpPr>
          <a:xfrm>
            <a:off x="8305882" y="4078459"/>
            <a:ext cx="2877047" cy="1761683"/>
            <a:chOff x="4898843" y="1647983"/>
            <a:chExt cx="2877936" cy="1762226"/>
          </a:xfrm>
        </p:grpSpPr>
        <p:sp>
          <p:nvSpPr>
            <p:cNvPr id="32" name="矩形 31"/>
            <p:cNvSpPr/>
            <p:nvPr/>
          </p:nvSpPr>
          <p:spPr>
            <a:xfrm>
              <a:off x="4903803" y="1647983"/>
              <a:ext cx="2408441" cy="600311"/>
            </a:xfrm>
            <a:prstGeom prst="rect">
              <a:avLst/>
            </a:prstGeom>
          </p:spPr>
          <p:txBody>
            <a:bodyPr wrap="square" lIns="91403" tIns="45701" rIns="91403" bIns="45701">
              <a:spAutoFit/>
            </a:bodyPr>
            <a:lstStyle/>
            <a:p>
              <a:pPr>
                <a:lnSpc>
                  <a:spcPct val="150000"/>
                </a:lnSpc>
              </a:pPr>
              <a:r>
                <a:rPr lang="zh-CN" altLang="en-US"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矩形 47"/>
            <p:cNvSpPr>
              <a:spLocks noChangeArrowheads="1"/>
            </p:cNvSpPr>
            <p:nvPr/>
          </p:nvSpPr>
          <p:spPr bwMode="auto">
            <a:xfrm>
              <a:off x="4898843" y="2209549"/>
              <a:ext cx="2877936" cy="1200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lnSpc>
                  <a:spcPct val="150000"/>
                </a:lnSpc>
                <a:spcBef>
                  <a:spcPct val="0"/>
                </a:spcBef>
                <a:buNone/>
              </a:pPr>
              <a:r>
                <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在此录入上述图表的综合描述说明，在此录入上述图表的综合描述说明，在此录入上述图表的综合描述说明，在此录入上述图表的综合描述说明。</a:t>
              </a:r>
              <a:endPar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42"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000"/>
                                        <p:tgtEl>
                                          <p:spTgt spid="10"/>
                                        </p:tgtEl>
                                      </p:cBhvr>
                                    </p:animEffect>
                                    <p:anim calcmode="lin" valueType="num">
                                      <p:cBhvr>
                                        <p:cTn id="24" dur="1000" fill="hold"/>
                                        <p:tgtEl>
                                          <p:spTgt spid="10"/>
                                        </p:tgtEl>
                                        <p:attrNameLst>
                                          <p:attrName>ppt_x</p:attrName>
                                        </p:attrNameLst>
                                      </p:cBhvr>
                                      <p:tavLst>
                                        <p:tav tm="0">
                                          <p:val>
                                            <p:strVal val="#ppt_x"/>
                                          </p:val>
                                        </p:tav>
                                        <p:tav tm="100000">
                                          <p:val>
                                            <p:strVal val="#ppt_x"/>
                                          </p:val>
                                        </p:tav>
                                      </p:tavLst>
                                    </p:anim>
                                    <p:anim calcmode="lin" valueType="num">
                                      <p:cBhvr>
                                        <p:cTn id="25" dur="1000" fill="hold"/>
                                        <p:tgtEl>
                                          <p:spTgt spid="10"/>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1000"/>
                                        <p:tgtEl>
                                          <p:spTgt spid="12"/>
                                        </p:tgtEl>
                                      </p:cBhvr>
                                    </p:animEffect>
                                    <p:anim calcmode="lin" valueType="num">
                                      <p:cBhvr>
                                        <p:cTn id="34" dur="1000" fill="hold"/>
                                        <p:tgtEl>
                                          <p:spTgt spid="12"/>
                                        </p:tgtEl>
                                        <p:attrNameLst>
                                          <p:attrName>ppt_x</p:attrName>
                                        </p:attrNameLst>
                                      </p:cBhvr>
                                      <p:tavLst>
                                        <p:tav tm="0">
                                          <p:val>
                                            <p:strVal val="#ppt_x"/>
                                          </p:val>
                                        </p:tav>
                                        <p:tav tm="100000">
                                          <p:val>
                                            <p:strVal val="#ppt_x"/>
                                          </p:val>
                                        </p:tav>
                                      </p:tavLst>
                                    </p:anim>
                                    <p:anim calcmode="lin" valueType="num">
                                      <p:cBhvr>
                                        <p:cTn id="35" dur="1000" fill="hold"/>
                                        <p:tgtEl>
                                          <p:spTgt spid="12"/>
                                        </p:tgtEl>
                                        <p:attrNameLst>
                                          <p:attrName>ppt_y</p:attrName>
                                        </p:attrNameLst>
                                      </p:cBhvr>
                                      <p:tavLst>
                                        <p:tav tm="0">
                                          <p:val>
                                            <p:strVal val="#ppt_y+.1"/>
                                          </p:val>
                                        </p:tav>
                                        <p:tav tm="100000">
                                          <p:val>
                                            <p:strVal val="#ppt_y"/>
                                          </p:val>
                                        </p:tav>
                                      </p:tavLst>
                                    </p:anim>
                                  </p:childTnLst>
                                </p:cTn>
                              </p:par>
                            </p:childTnLst>
                          </p:cTn>
                        </p:par>
                        <p:par>
                          <p:cTn id="36" fill="hold">
                            <p:stCondLst>
                              <p:cond delay="2000"/>
                            </p:stCondLst>
                            <p:childTnLst>
                              <p:par>
                                <p:cTn id="37" presetID="42" presetClass="entr" presetSubtype="0"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1000"/>
                                        <p:tgtEl>
                                          <p:spTgt spid="13"/>
                                        </p:tgtEl>
                                      </p:cBhvr>
                                    </p:animEffect>
                                    <p:anim calcmode="lin" valueType="num">
                                      <p:cBhvr>
                                        <p:cTn id="40" dur="1000" fill="hold"/>
                                        <p:tgtEl>
                                          <p:spTgt spid="13"/>
                                        </p:tgtEl>
                                        <p:attrNameLst>
                                          <p:attrName>ppt_x</p:attrName>
                                        </p:attrNameLst>
                                      </p:cBhvr>
                                      <p:tavLst>
                                        <p:tav tm="0">
                                          <p:val>
                                            <p:strVal val="#ppt_x"/>
                                          </p:val>
                                        </p:tav>
                                        <p:tav tm="100000">
                                          <p:val>
                                            <p:strVal val="#ppt_x"/>
                                          </p:val>
                                        </p:tav>
                                      </p:tavLst>
                                    </p:anim>
                                    <p:anim calcmode="lin" valueType="num">
                                      <p:cBhvr>
                                        <p:cTn id="41" dur="1000" fill="hold"/>
                                        <p:tgtEl>
                                          <p:spTgt spid="13"/>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1000"/>
                                        <p:tgtEl>
                                          <p:spTgt spid="14"/>
                                        </p:tgtEl>
                                      </p:cBhvr>
                                    </p:animEffect>
                                    <p:anim calcmode="lin" valueType="num">
                                      <p:cBhvr>
                                        <p:cTn id="45" dur="1000" fill="hold"/>
                                        <p:tgtEl>
                                          <p:spTgt spid="14"/>
                                        </p:tgtEl>
                                        <p:attrNameLst>
                                          <p:attrName>ppt_x</p:attrName>
                                        </p:attrNameLst>
                                      </p:cBhvr>
                                      <p:tavLst>
                                        <p:tav tm="0">
                                          <p:val>
                                            <p:strVal val="#ppt_x"/>
                                          </p:val>
                                        </p:tav>
                                        <p:tav tm="100000">
                                          <p:val>
                                            <p:strVal val="#ppt_x"/>
                                          </p:val>
                                        </p:tav>
                                      </p:tavLst>
                                    </p:anim>
                                    <p:anim calcmode="lin" valueType="num">
                                      <p:cBhvr>
                                        <p:cTn id="46" dur="1000" fill="hold"/>
                                        <p:tgtEl>
                                          <p:spTgt spid="14"/>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1000"/>
                                        <p:tgtEl>
                                          <p:spTgt spid="15"/>
                                        </p:tgtEl>
                                      </p:cBhvr>
                                    </p:animEffect>
                                    <p:anim calcmode="lin" valueType="num">
                                      <p:cBhvr>
                                        <p:cTn id="50" dur="1000" fill="hold"/>
                                        <p:tgtEl>
                                          <p:spTgt spid="15"/>
                                        </p:tgtEl>
                                        <p:attrNameLst>
                                          <p:attrName>ppt_x</p:attrName>
                                        </p:attrNameLst>
                                      </p:cBhvr>
                                      <p:tavLst>
                                        <p:tav tm="0">
                                          <p:val>
                                            <p:strVal val="#ppt_x"/>
                                          </p:val>
                                        </p:tav>
                                        <p:tav tm="100000">
                                          <p:val>
                                            <p:strVal val="#ppt_x"/>
                                          </p:val>
                                        </p:tav>
                                      </p:tavLst>
                                    </p:anim>
                                    <p:anim calcmode="lin" valueType="num">
                                      <p:cBhvr>
                                        <p:cTn id="51" dur="1000" fill="hold"/>
                                        <p:tgtEl>
                                          <p:spTgt spid="15"/>
                                        </p:tgtEl>
                                        <p:attrNameLst>
                                          <p:attrName>ppt_y</p:attrName>
                                        </p:attrNameLst>
                                      </p:cBhvr>
                                      <p:tavLst>
                                        <p:tav tm="0">
                                          <p:val>
                                            <p:strVal val="#ppt_y+.1"/>
                                          </p:val>
                                        </p:tav>
                                        <p:tav tm="100000">
                                          <p:val>
                                            <p:strVal val="#ppt_y"/>
                                          </p:val>
                                        </p:tav>
                                      </p:tavLst>
                                    </p:anim>
                                  </p:childTnLst>
                                </p:cTn>
                              </p:par>
                            </p:childTnLst>
                          </p:cTn>
                        </p:par>
                        <p:par>
                          <p:cTn id="52" fill="hold">
                            <p:stCondLst>
                              <p:cond delay="3000"/>
                            </p:stCondLst>
                            <p:childTnLst>
                              <p:par>
                                <p:cTn id="53" presetID="12" presetClass="entr" presetSubtype="2" fill="hold" nodeType="afterEffect">
                                  <p:stCondLst>
                                    <p:cond delay="100"/>
                                  </p:stCondLst>
                                  <p:childTnLst>
                                    <p:set>
                                      <p:cBhvr>
                                        <p:cTn id="54" dur="1" fill="hold">
                                          <p:stCondLst>
                                            <p:cond delay="0"/>
                                          </p:stCondLst>
                                        </p:cTn>
                                        <p:tgtEl>
                                          <p:spTgt spid="21"/>
                                        </p:tgtEl>
                                        <p:attrNameLst>
                                          <p:attrName>style.visibility</p:attrName>
                                        </p:attrNameLst>
                                      </p:cBhvr>
                                      <p:to>
                                        <p:strVal val="visible"/>
                                      </p:to>
                                    </p:set>
                                    <p:anim calcmode="lin" valueType="num">
                                      <p:cBhvr additive="base">
                                        <p:cTn id="55" dur="500"/>
                                        <p:tgtEl>
                                          <p:spTgt spid="21"/>
                                        </p:tgtEl>
                                        <p:attrNameLst>
                                          <p:attrName>ppt_x</p:attrName>
                                        </p:attrNameLst>
                                      </p:cBhvr>
                                      <p:tavLst>
                                        <p:tav tm="0">
                                          <p:val>
                                            <p:strVal val="#ppt_x+#ppt_w*1.125000"/>
                                          </p:val>
                                        </p:tav>
                                        <p:tav tm="100000">
                                          <p:val>
                                            <p:strVal val="#ppt_x"/>
                                          </p:val>
                                        </p:tav>
                                      </p:tavLst>
                                    </p:anim>
                                    <p:animEffect transition="in" filter="wipe(left)">
                                      <p:cBhvr>
                                        <p:cTn id="56" dur="500"/>
                                        <p:tgtEl>
                                          <p:spTgt spid="21"/>
                                        </p:tgtEl>
                                      </p:cBhvr>
                                    </p:animEffect>
                                  </p:childTnLst>
                                </p:cTn>
                              </p:par>
                            </p:childTnLst>
                          </p:cTn>
                        </p:par>
                        <p:par>
                          <p:cTn id="57" fill="hold">
                            <p:stCondLst>
                              <p:cond delay="3600"/>
                            </p:stCondLst>
                            <p:childTnLst>
                              <p:par>
                                <p:cTn id="58" presetID="12" presetClass="entr" presetSubtype="2" fill="hold" nodeType="afterEffect">
                                  <p:stCondLst>
                                    <p:cond delay="100"/>
                                  </p:stCondLst>
                                  <p:childTnLst>
                                    <p:set>
                                      <p:cBhvr>
                                        <p:cTn id="59" dur="1" fill="hold">
                                          <p:stCondLst>
                                            <p:cond delay="0"/>
                                          </p:stCondLst>
                                        </p:cTn>
                                        <p:tgtEl>
                                          <p:spTgt spid="28"/>
                                        </p:tgtEl>
                                        <p:attrNameLst>
                                          <p:attrName>style.visibility</p:attrName>
                                        </p:attrNameLst>
                                      </p:cBhvr>
                                      <p:to>
                                        <p:strVal val="visible"/>
                                      </p:to>
                                    </p:set>
                                    <p:anim calcmode="lin" valueType="num">
                                      <p:cBhvr additive="base">
                                        <p:cTn id="60" dur="500"/>
                                        <p:tgtEl>
                                          <p:spTgt spid="28"/>
                                        </p:tgtEl>
                                        <p:attrNameLst>
                                          <p:attrName>ppt_x</p:attrName>
                                        </p:attrNameLst>
                                      </p:cBhvr>
                                      <p:tavLst>
                                        <p:tav tm="0">
                                          <p:val>
                                            <p:strVal val="#ppt_x+#ppt_w*1.125000"/>
                                          </p:val>
                                        </p:tav>
                                        <p:tav tm="100000">
                                          <p:val>
                                            <p:strVal val="#ppt_x"/>
                                          </p:val>
                                        </p:tav>
                                      </p:tavLst>
                                    </p:anim>
                                    <p:animEffect transition="in" filter="wipe(left)">
                                      <p:cBhvr>
                                        <p:cTn id="61" dur="500"/>
                                        <p:tgtEl>
                                          <p:spTgt spid="28"/>
                                        </p:tgtEl>
                                      </p:cBhvr>
                                    </p:animEffect>
                                  </p:childTnLst>
                                </p:cTn>
                              </p:par>
                            </p:childTnLst>
                          </p:cTn>
                        </p:par>
                        <p:par>
                          <p:cTn id="62" fill="hold">
                            <p:stCondLst>
                              <p:cond delay="4200"/>
                            </p:stCondLst>
                            <p:childTnLst>
                              <p:par>
                                <p:cTn id="63" presetID="12" presetClass="entr" presetSubtype="2" fill="hold" nodeType="afterEffect">
                                  <p:stCondLst>
                                    <p:cond delay="100"/>
                                  </p:stCondLst>
                                  <p:childTnLst>
                                    <p:set>
                                      <p:cBhvr>
                                        <p:cTn id="64" dur="1" fill="hold">
                                          <p:stCondLst>
                                            <p:cond delay="0"/>
                                          </p:stCondLst>
                                        </p:cTn>
                                        <p:tgtEl>
                                          <p:spTgt spid="31"/>
                                        </p:tgtEl>
                                        <p:attrNameLst>
                                          <p:attrName>style.visibility</p:attrName>
                                        </p:attrNameLst>
                                      </p:cBhvr>
                                      <p:to>
                                        <p:strVal val="visible"/>
                                      </p:to>
                                    </p:set>
                                    <p:anim calcmode="lin" valueType="num">
                                      <p:cBhvr additive="base">
                                        <p:cTn id="65" dur="500"/>
                                        <p:tgtEl>
                                          <p:spTgt spid="31"/>
                                        </p:tgtEl>
                                        <p:attrNameLst>
                                          <p:attrName>ppt_x</p:attrName>
                                        </p:attrNameLst>
                                      </p:cBhvr>
                                      <p:tavLst>
                                        <p:tav tm="0">
                                          <p:val>
                                            <p:strVal val="#ppt_x+#ppt_w*1.125000"/>
                                          </p:val>
                                        </p:tav>
                                        <p:tav tm="100000">
                                          <p:val>
                                            <p:strVal val="#ppt_x"/>
                                          </p:val>
                                        </p:tav>
                                      </p:tavLst>
                                    </p:anim>
                                    <p:animEffect transition="in" filter="wipe(left)">
                                      <p:cBhvr>
                                        <p:cTn id="6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10" grpId="0" animBg="1"/>
      <p:bldP spid="11" grpId="0" animBg="1"/>
      <p:bldP spid="12" grpId="0"/>
      <p:bldP spid="13" grpId="0" animBg="1"/>
      <p:bldP spid="14" grpId="0" animBg="1"/>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cstate="print">
            <a:extLst>
              <a:ext uri="{28A0092B-C50C-407E-A947-70E740481C1C}">
                <a14:useLocalDpi xmlns:a14="http://schemas.microsoft.com/office/drawing/2010/main" val="0"/>
              </a:ext>
            </a:extLst>
          </a:blip>
          <a:srcRect l="383" t="20530" r="-383" b="6426"/>
          <a:stretch>
            <a:fillRect/>
          </a:stretch>
        </p:blipFill>
        <p:spPr>
          <a:xfrm>
            <a:off x="508067" y="3659467"/>
            <a:ext cx="5791048" cy="2855041"/>
          </a:xfrm>
          <a:prstGeom prst="rect">
            <a:avLst/>
          </a:prstGeom>
        </p:spPr>
      </p:pic>
      <p:pic>
        <p:nvPicPr>
          <p:cNvPr id="2" name="图片 1"/>
          <p:cNvPicPr>
            <a:picLocks noChangeAspect="1"/>
          </p:cNvPicPr>
          <p:nvPr/>
        </p:nvPicPr>
        <p:blipFill rotWithShape="1">
          <a:blip r:embed="rId2" cstate="print">
            <a:extLst>
              <a:ext uri="{28A0092B-C50C-407E-A947-70E740481C1C}">
                <a14:useLocalDpi xmlns:a14="http://schemas.microsoft.com/office/drawing/2010/main" val="0"/>
              </a:ext>
            </a:extLst>
          </a:blip>
          <a:srcRect t="11821" b="14075"/>
          <a:stretch>
            <a:fillRect/>
          </a:stretch>
        </p:blipFill>
        <p:spPr>
          <a:xfrm>
            <a:off x="5889593" y="1107345"/>
            <a:ext cx="5791048" cy="2866083"/>
          </a:xfrm>
          <a:prstGeom prst="rect">
            <a:avLst/>
          </a:prstGeom>
        </p:spPr>
      </p:pic>
      <p:grpSp>
        <p:nvGrpSpPr>
          <p:cNvPr id="10" name="组合 9"/>
          <p:cNvGrpSpPr/>
          <p:nvPr/>
        </p:nvGrpSpPr>
        <p:grpSpPr>
          <a:xfrm>
            <a:off x="0" y="1059"/>
            <a:ext cx="12192001" cy="989605"/>
            <a:chOff x="-1" y="0"/>
            <a:chExt cx="9144001" cy="742204"/>
          </a:xfrm>
        </p:grpSpPr>
        <p:sp>
          <p:nvSpPr>
            <p:cNvPr id="11" name="矩形 10"/>
            <p:cNvSpPr/>
            <p:nvPr/>
          </p:nvSpPr>
          <p:spPr>
            <a:xfrm>
              <a:off x="-1" y="0"/>
              <a:ext cx="762101" cy="742204"/>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 name="矩形 11"/>
            <p:cNvSpPr/>
            <p:nvPr/>
          </p:nvSpPr>
          <p:spPr>
            <a:xfrm>
              <a:off x="816248" y="0"/>
              <a:ext cx="122807" cy="742204"/>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TextBox 8"/>
            <p:cNvSpPr txBox="1"/>
            <p:nvPr/>
          </p:nvSpPr>
          <p:spPr>
            <a:xfrm>
              <a:off x="20071" y="34318"/>
              <a:ext cx="742030" cy="684755"/>
            </a:xfrm>
            <a:prstGeom prst="rect">
              <a:avLst/>
            </a:prstGeom>
            <a:noFill/>
          </p:spPr>
          <p:txBody>
            <a:bodyPr wrap="none" rtlCol="0">
              <a:spAutoFit/>
            </a:bodyPr>
            <a:lstStyle/>
            <a:p>
              <a:pPr algn="r" defTabSz="1218565"/>
              <a:r>
                <a:rPr lang="en-US" altLang="zh-CN" sz="5335" b="1"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04</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文本占位符 3"/>
            <p:cNvSpPr txBox="1"/>
            <p:nvPr/>
          </p:nvSpPr>
          <p:spPr>
            <a:xfrm>
              <a:off x="976845" y="166078"/>
              <a:ext cx="4186412" cy="431935"/>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点击输入相关标题</a:t>
              </a:r>
              <a:endPar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矩形 14"/>
            <p:cNvSpPr/>
            <p:nvPr/>
          </p:nvSpPr>
          <p:spPr>
            <a:xfrm flipV="1">
              <a:off x="4033674" y="533830"/>
              <a:ext cx="5110326" cy="45719"/>
            </a:xfrm>
            <a:prstGeom prst="rect">
              <a:avLst/>
            </a:prstGeom>
            <a:solidFill>
              <a:srgbClr val="FB8989"/>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16" name="组合 15"/>
          <p:cNvGrpSpPr/>
          <p:nvPr/>
        </p:nvGrpSpPr>
        <p:grpSpPr>
          <a:xfrm>
            <a:off x="7010376" y="4363126"/>
            <a:ext cx="4670265" cy="1761683"/>
            <a:chOff x="4898843" y="1647983"/>
            <a:chExt cx="2877936" cy="1762226"/>
          </a:xfrm>
        </p:grpSpPr>
        <p:sp>
          <p:nvSpPr>
            <p:cNvPr id="17" name="矩形 16"/>
            <p:cNvSpPr/>
            <p:nvPr/>
          </p:nvSpPr>
          <p:spPr>
            <a:xfrm>
              <a:off x="4903803" y="1647983"/>
              <a:ext cx="2408441" cy="600311"/>
            </a:xfrm>
            <a:prstGeom prst="rect">
              <a:avLst/>
            </a:prstGeom>
          </p:spPr>
          <p:txBody>
            <a:bodyPr wrap="square" lIns="91403" tIns="45701" rIns="91403" bIns="45701">
              <a:spAutoFit/>
            </a:bodyPr>
            <a:lstStyle/>
            <a:p>
              <a:pPr>
                <a:lnSpc>
                  <a:spcPct val="150000"/>
                </a:lnSpc>
              </a:pPr>
              <a:r>
                <a:rPr lang="zh-CN" altLang="en-US"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矩形 47"/>
            <p:cNvSpPr>
              <a:spLocks noChangeArrowheads="1"/>
            </p:cNvSpPr>
            <p:nvPr/>
          </p:nvSpPr>
          <p:spPr bwMode="auto">
            <a:xfrm>
              <a:off x="4898843" y="2209549"/>
              <a:ext cx="2877936" cy="1200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lnSpc>
                  <a:spcPct val="150000"/>
                </a:lnSpc>
                <a:spcBef>
                  <a:spcPct val="0"/>
                </a:spcBef>
                <a:buNone/>
              </a:pPr>
              <a:r>
                <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在此录入上述图表的综合描述说明，在此录入上述图表的综合描述说明，在此录入上述图表的综合描述说明，在此录入上述图表的综合描述说明。</a:t>
              </a:r>
              <a:endPar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19" name="组合 18"/>
          <p:cNvGrpSpPr/>
          <p:nvPr/>
        </p:nvGrpSpPr>
        <p:grpSpPr>
          <a:xfrm>
            <a:off x="876568" y="1736305"/>
            <a:ext cx="4670265" cy="1761683"/>
            <a:chOff x="4898843" y="1647983"/>
            <a:chExt cx="2877936" cy="1762226"/>
          </a:xfrm>
        </p:grpSpPr>
        <p:sp>
          <p:nvSpPr>
            <p:cNvPr id="20" name="矩形 19"/>
            <p:cNvSpPr/>
            <p:nvPr/>
          </p:nvSpPr>
          <p:spPr>
            <a:xfrm>
              <a:off x="4903803" y="1647983"/>
              <a:ext cx="2408441" cy="600311"/>
            </a:xfrm>
            <a:prstGeom prst="rect">
              <a:avLst/>
            </a:prstGeom>
          </p:spPr>
          <p:txBody>
            <a:bodyPr wrap="square" lIns="91403" tIns="45701" rIns="91403" bIns="45701">
              <a:spAutoFit/>
            </a:bodyPr>
            <a:lstStyle/>
            <a:p>
              <a:pPr>
                <a:lnSpc>
                  <a:spcPct val="150000"/>
                </a:lnSpc>
              </a:pPr>
              <a:r>
                <a:rPr lang="zh-CN" altLang="en-US"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矩形 47"/>
            <p:cNvSpPr>
              <a:spLocks noChangeArrowheads="1"/>
            </p:cNvSpPr>
            <p:nvPr/>
          </p:nvSpPr>
          <p:spPr bwMode="auto">
            <a:xfrm>
              <a:off x="4898843" y="2209549"/>
              <a:ext cx="2877936" cy="1200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lnSpc>
                  <a:spcPct val="150000"/>
                </a:lnSpc>
                <a:spcBef>
                  <a:spcPct val="0"/>
                </a:spcBef>
                <a:buNone/>
              </a:pPr>
              <a:r>
                <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在此录入上述图表的综合描述说明，在此录入上述图表的综合描述说明，在此录入上述图表的综合描述说明，在此录入上述图表的综合描述说明。</a:t>
              </a:r>
              <a:endPar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2" presetClass="entr" presetSubtype="2" fill="hold" nodeType="afterEffect">
                                  <p:stCondLst>
                                    <p:cond delay="10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p:tgtEl>
                                          <p:spTgt spid="16"/>
                                        </p:tgtEl>
                                        <p:attrNameLst>
                                          <p:attrName>ppt_x</p:attrName>
                                        </p:attrNameLst>
                                      </p:cBhvr>
                                      <p:tavLst>
                                        <p:tav tm="0">
                                          <p:val>
                                            <p:strVal val="#ppt_x+#ppt_w*1.125000"/>
                                          </p:val>
                                        </p:tav>
                                        <p:tav tm="100000">
                                          <p:val>
                                            <p:strVal val="#ppt_x"/>
                                          </p:val>
                                        </p:tav>
                                      </p:tavLst>
                                    </p:anim>
                                    <p:animEffect transition="in" filter="wipe(left)">
                                      <p:cBhvr>
                                        <p:cTn id="17" dur="500"/>
                                        <p:tgtEl>
                                          <p:spTgt spid="16"/>
                                        </p:tgtEl>
                                      </p:cBhvr>
                                    </p:animEffect>
                                  </p:childTnLst>
                                </p:cTn>
                              </p:par>
                            </p:childTnLst>
                          </p:cTn>
                        </p:par>
                        <p:par>
                          <p:cTn id="18" fill="hold">
                            <p:stCondLst>
                              <p:cond delay="1100"/>
                            </p:stCondLst>
                            <p:childTnLst>
                              <p:par>
                                <p:cTn id="19" presetID="12" presetClass="entr" presetSubtype="2" fill="hold" nodeType="afterEffect">
                                  <p:stCondLst>
                                    <p:cond delay="10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500"/>
                                        <p:tgtEl>
                                          <p:spTgt spid="19"/>
                                        </p:tgtEl>
                                        <p:attrNameLst>
                                          <p:attrName>ppt_x</p:attrName>
                                        </p:attrNameLst>
                                      </p:cBhvr>
                                      <p:tavLst>
                                        <p:tav tm="0">
                                          <p:val>
                                            <p:strVal val="#ppt_x+#ppt_w*1.125000"/>
                                          </p:val>
                                        </p:tav>
                                        <p:tav tm="100000">
                                          <p:val>
                                            <p:strVal val="#ppt_x"/>
                                          </p:val>
                                        </p:tav>
                                      </p:tavLst>
                                    </p:anim>
                                    <p:animEffect transition="in" filter="wipe(left)">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a:xfrm flipH="1">
            <a:off x="5903979" y="3540477"/>
            <a:ext cx="2865912" cy="2865912"/>
          </a:xfrm>
          <a:prstGeom prst="ellipse">
            <a:avLst/>
          </a:prstGeom>
          <a:blipFill dpi="0" rotWithShape="1">
            <a:blip r:embed="rId1"/>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椭圆 6"/>
          <p:cNvSpPr/>
          <p:nvPr/>
        </p:nvSpPr>
        <p:spPr>
          <a:xfrm>
            <a:off x="7890462" y="4072392"/>
            <a:ext cx="2333997" cy="2333997"/>
          </a:xfrm>
          <a:prstGeom prst="ellipse">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椭圆 7"/>
          <p:cNvSpPr/>
          <p:nvPr/>
        </p:nvSpPr>
        <p:spPr>
          <a:xfrm>
            <a:off x="9529835" y="4467613"/>
            <a:ext cx="1938776" cy="1938776"/>
          </a:xfrm>
          <a:prstGeom prst="ellipse">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矩形 14"/>
          <p:cNvSpPr/>
          <p:nvPr/>
        </p:nvSpPr>
        <p:spPr bwMode="auto">
          <a:xfrm>
            <a:off x="6870754" y="2772393"/>
            <a:ext cx="953439" cy="369332"/>
          </a:xfrm>
          <a:prstGeom prst="rect">
            <a:avLst/>
          </a:prstGeom>
        </p:spPr>
        <p:txBody>
          <a:bodyPr wrap="square">
            <a:spAutoFit/>
          </a:bodyPr>
          <a:lstStyle/>
          <a:p>
            <a:pPr fontAlgn="auto">
              <a:spcBef>
                <a:spcPts val="0"/>
              </a:spcBef>
              <a:spcAft>
                <a:spcPts val="0"/>
              </a:spcAft>
              <a:defRPr/>
            </a:pPr>
            <a:r>
              <a:rPr lang="zh-CN" altLang="en-US" b="1"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标题</a:t>
            </a:r>
            <a:endParaRPr lang="zh-CN" altLang="en-US" b="1"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 name="矩形 15"/>
          <p:cNvSpPr/>
          <p:nvPr/>
        </p:nvSpPr>
        <p:spPr bwMode="auto">
          <a:xfrm>
            <a:off x="8576397" y="3500913"/>
            <a:ext cx="953439" cy="369332"/>
          </a:xfrm>
          <a:prstGeom prst="rect">
            <a:avLst/>
          </a:prstGeom>
        </p:spPr>
        <p:txBody>
          <a:bodyPr wrap="square">
            <a:spAutoFit/>
          </a:bodyPr>
          <a:lstStyle/>
          <a:p>
            <a:pPr fontAlgn="auto">
              <a:spcBef>
                <a:spcPts val="0"/>
              </a:spcBef>
              <a:spcAft>
                <a:spcPts val="0"/>
              </a:spcAft>
              <a:defRPr/>
            </a:pPr>
            <a:r>
              <a:rPr lang="zh-CN" altLang="en-US" b="1"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标题</a:t>
            </a:r>
            <a:endParaRPr lang="zh-CN" altLang="en-US" b="1"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矩形 16"/>
          <p:cNvSpPr/>
          <p:nvPr/>
        </p:nvSpPr>
        <p:spPr bwMode="auto">
          <a:xfrm>
            <a:off x="10039106" y="3826170"/>
            <a:ext cx="953439" cy="369332"/>
          </a:xfrm>
          <a:prstGeom prst="rect">
            <a:avLst/>
          </a:prstGeom>
        </p:spPr>
        <p:txBody>
          <a:bodyPr wrap="square">
            <a:spAutoFit/>
          </a:bodyPr>
          <a:lstStyle/>
          <a:p>
            <a:pPr fontAlgn="auto">
              <a:spcBef>
                <a:spcPts val="0"/>
              </a:spcBef>
              <a:spcAft>
                <a:spcPts val="0"/>
              </a:spcAft>
              <a:defRPr/>
            </a:pPr>
            <a:r>
              <a:rPr lang="zh-CN" altLang="en-US" b="1"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标题</a:t>
            </a:r>
            <a:endParaRPr lang="zh-CN" altLang="en-US" b="1"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8" name="组合 17"/>
          <p:cNvGrpSpPr/>
          <p:nvPr/>
        </p:nvGrpSpPr>
        <p:grpSpPr>
          <a:xfrm>
            <a:off x="0" y="1059"/>
            <a:ext cx="12192001" cy="989605"/>
            <a:chOff x="-1" y="0"/>
            <a:chExt cx="9144001" cy="742204"/>
          </a:xfrm>
        </p:grpSpPr>
        <p:sp>
          <p:nvSpPr>
            <p:cNvPr id="19" name="矩形 18"/>
            <p:cNvSpPr/>
            <p:nvPr/>
          </p:nvSpPr>
          <p:spPr>
            <a:xfrm>
              <a:off x="-1" y="0"/>
              <a:ext cx="762101" cy="742204"/>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矩形 19"/>
            <p:cNvSpPr/>
            <p:nvPr/>
          </p:nvSpPr>
          <p:spPr>
            <a:xfrm>
              <a:off x="816248" y="0"/>
              <a:ext cx="122807" cy="742204"/>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TextBox 8"/>
            <p:cNvSpPr txBox="1"/>
            <p:nvPr/>
          </p:nvSpPr>
          <p:spPr>
            <a:xfrm>
              <a:off x="20071" y="34318"/>
              <a:ext cx="742030" cy="684755"/>
            </a:xfrm>
            <a:prstGeom prst="rect">
              <a:avLst/>
            </a:prstGeom>
            <a:noFill/>
          </p:spPr>
          <p:txBody>
            <a:bodyPr wrap="none" rtlCol="0">
              <a:spAutoFit/>
            </a:bodyPr>
            <a:lstStyle/>
            <a:p>
              <a:pPr algn="r" defTabSz="1218565"/>
              <a:r>
                <a:rPr lang="en-US" altLang="zh-CN" sz="5335" b="1"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04</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文本占位符 3"/>
            <p:cNvSpPr txBox="1"/>
            <p:nvPr/>
          </p:nvSpPr>
          <p:spPr>
            <a:xfrm>
              <a:off x="976845" y="166078"/>
              <a:ext cx="4186412" cy="431935"/>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点击输入相关标题</a:t>
              </a:r>
              <a:endPar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 name="矩形 25"/>
            <p:cNvSpPr/>
            <p:nvPr/>
          </p:nvSpPr>
          <p:spPr>
            <a:xfrm flipV="1">
              <a:off x="4033674" y="533830"/>
              <a:ext cx="5110326" cy="45719"/>
            </a:xfrm>
            <a:prstGeom prst="rect">
              <a:avLst/>
            </a:prstGeom>
            <a:solidFill>
              <a:srgbClr val="FB8989"/>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21" name="矩形 1"/>
          <p:cNvSpPr>
            <a:spLocks noChangeArrowheads="1"/>
          </p:cNvSpPr>
          <p:nvPr/>
        </p:nvSpPr>
        <p:spPr bwMode="auto">
          <a:xfrm>
            <a:off x="876674" y="2689103"/>
            <a:ext cx="448894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矩形 21"/>
          <p:cNvSpPr/>
          <p:nvPr/>
        </p:nvSpPr>
        <p:spPr>
          <a:xfrm>
            <a:off x="876675" y="2126101"/>
            <a:ext cx="2590486" cy="646292"/>
          </a:xfrm>
          <a:prstGeom prst="rect">
            <a:avLst/>
          </a:prstGeom>
        </p:spPr>
        <p:txBody>
          <a:bodyPr wrap="square" lIns="91403" tIns="45701" rIns="91403" bIns="45701">
            <a:spAutoFit/>
          </a:bodyPr>
          <a:lstStyle/>
          <a:p>
            <a:pPr>
              <a:lnSpc>
                <a:spcPct val="150000"/>
              </a:lnSpc>
            </a:pPr>
            <a:r>
              <a:rPr lang="zh-CN" altLang="en-US" sz="2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4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矩形 1"/>
          <p:cNvSpPr>
            <a:spLocks noChangeArrowheads="1"/>
          </p:cNvSpPr>
          <p:nvPr/>
        </p:nvSpPr>
        <p:spPr bwMode="auto">
          <a:xfrm>
            <a:off x="849135" y="4020602"/>
            <a:ext cx="448894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矩形 26"/>
          <p:cNvSpPr/>
          <p:nvPr/>
        </p:nvSpPr>
        <p:spPr>
          <a:xfrm>
            <a:off x="849136" y="3457600"/>
            <a:ext cx="2590486" cy="646292"/>
          </a:xfrm>
          <a:prstGeom prst="rect">
            <a:avLst/>
          </a:prstGeom>
        </p:spPr>
        <p:txBody>
          <a:bodyPr wrap="square" lIns="91403" tIns="45701" rIns="91403" bIns="45701">
            <a:spAutoFit/>
          </a:bodyPr>
          <a:lstStyle/>
          <a:p>
            <a:pPr>
              <a:lnSpc>
                <a:spcPct val="150000"/>
              </a:lnSpc>
            </a:pPr>
            <a:r>
              <a:rPr lang="zh-CN" altLang="en-US" sz="2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4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 name="矩形 1"/>
          <p:cNvSpPr>
            <a:spLocks noChangeArrowheads="1"/>
          </p:cNvSpPr>
          <p:nvPr/>
        </p:nvSpPr>
        <p:spPr bwMode="auto">
          <a:xfrm>
            <a:off x="849135" y="5345755"/>
            <a:ext cx="448894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 name="矩形 28"/>
          <p:cNvSpPr/>
          <p:nvPr/>
        </p:nvSpPr>
        <p:spPr>
          <a:xfrm>
            <a:off x="849136" y="4782753"/>
            <a:ext cx="2590486" cy="646292"/>
          </a:xfrm>
          <a:prstGeom prst="rect">
            <a:avLst/>
          </a:prstGeom>
        </p:spPr>
        <p:txBody>
          <a:bodyPr wrap="square" lIns="91403" tIns="45701" rIns="91403" bIns="45701">
            <a:spAutoFit/>
          </a:bodyPr>
          <a:lstStyle/>
          <a:p>
            <a:pPr>
              <a:lnSpc>
                <a:spcPct val="150000"/>
              </a:lnSpc>
            </a:pPr>
            <a:r>
              <a:rPr lang="zh-CN" altLang="en-US" sz="2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4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strVal val="4*#ppt_w"/>
                                          </p:val>
                                        </p:tav>
                                        <p:tav tm="100000">
                                          <p:val>
                                            <p:strVal val="#ppt_w"/>
                                          </p:val>
                                        </p:tav>
                                      </p:tavLst>
                                    </p:anim>
                                    <p:anim calcmode="lin" valueType="num">
                                      <p:cBhvr>
                                        <p:cTn id="8" dur="500" fill="hold"/>
                                        <p:tgtEl>
                                          <p:spTgt spid="6"/>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3" presetClass="entr" presetSubtype="32"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strVal val="4*#ppt_w"/>
                                          </p:val>
                                        </p:tav>
                                        <p:tav tm="100000">
                                          <p:val>
                                            <p:strVal val="#ppt_w"/>
                                          </p:val>
                                        </p:tav>
                                      </p:tavLst>
                                    </p:anim>
                                    <p:anim calcmode="lin" valueType="num">
                                      <p:cBhvr>
                                        <p:cTn id="13" dur="500" fill="hold"/>
                                        <p:tgtEl>
                                          <p:spTgt spid="7"/>
                                        </p:tgtEl>
                                        <p:attrNameLst>
                                          <p:attrName>ppt_h</p:attrName>
                                        </p:attrNameLst>
                                      </p:cBhvr>
                                      <p:tavLst>
                                        <p:tav tm="0">
                                          <p:val>
                                            <p:strVal val="4*#ppt_h"/>
                                          </p:val>
                                        </p:tav>
                                        <p:tav tm="100000">
                                          <p:val>
                                            <p:strVal val="#ppt_h"/>
                                          </p:val>
                                        </p:tav>
                                      </p:tavLst>
                                    </p:anim>
                                  </p:childTnLst>
                                </p:cTn>
                              </p:par>
                            </p:childTnLst>
                          </p:cTn>
                        </p:par>
                        <p:par>
                          <p:cTn id="14" fill="hold">
                            <p:stCondLst>
                              <p:cond delay="1000"/>
                            </p:stCondLst>
                            <p:childTnLst>
                              <p:par>
                                <p:cTn id="15" presetID="23" presetClass="entr" presetSubtype="32"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strVal val="4*#ppt_w"/>
                                          </p:val>
                                        </p:tav>
                                        <p:tav tm="100000">
                                          <p:val>
                                            <p:strVal val="#ppt_w"/>
                                          </p:val>
                                        </p:tav>
                                      </p:tavLst>
                                    </p:anim>
                                    <p:anim calcmode="lin" valueType="num">
                                      <p:cBhvr>
                                        <p:cTn id="18" dur="500" fill="hold"/>
                                        <p:tgtEl>
                                          <p:spTgt spid="8"/>
                                        </p:tgtEl>
                                        <p:attrNameLst>
                                          <p:attrName>ppt_h</p:attrName>
                                        </p:attrNameLst>
                                      </p:cBhvr>
                                      <p:tavLst>
                                        <p:tav tm="0">
                                          <p:val>
                                            <p:strVal val="4*#ppt_h"/>
                                          </p:val>
                                        </p:tav>
                                        <p:tav tm="100000">
                                          <p:val>
                                            <p:strVal val="#ppt_h"/>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additive="base">
                                        <p:cTn id="22" dur="500" fill="hold"/>
                                        <p:tgtEl>
                                          <p:spTgt spid="16"/>
                                        </p:tgtEl>
                                        <p:attrNameLst>
                                          <p:attrName>ppt_x</p:attrName>
                                        </p:attrNameLst>
                                      </p:cBhvr>
                                      <p:tavLst>
                                        <p:tav tm="0">
                                          <p:val>
                                            <p:strVal val="#ppt_x"/>
                                          </p:val>
                                        </p:tav>
                                        <p:tav tm="100000">
                                          <p:val>
                                            <p:strVal val="#ppt_x"/>
                                          </p:val>
                                        </p:tav>
                                      </p:tavLst>
                                    </p:anim>
                                    <p:anim calcmode="lin" valueType="num">
                                      <p:cBhvr additive="base">
                                        <p:cTn id="23" dur="500" fill="hold"/>
                                        <p:tgtEl>
                                          <p:spTgt spid="16"/>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 calcmode="lin" valueType="num">
                                      <p:cBhvr additive="base">
                                        <p:cTn id="30" dur="500" fill="hold"/>
                                        <p:tgtEl>
                                          <p:spTgt spid="17"/>
                                        </p:tgtEl>
                                        <p:attrNameLst>
                                          <p:attrName>ppt_x</p:attrName>
                                        </p:attrNameLst>
                                      </p:cBhvr>
                                      <p:tavLst>
                                        <p:tav tm="0">
                                          <p:val>
                                            <p:strVal val="#ppt_x"/>
                                          </p:val>
                                        </p:tav>
                                        <p:tav tm="100000">
                                          <p:val>
                                            <p:strVal val="#ppt_x"/>
                                          </p:val>
                                        </p:tav>
                                      </p:tavLst>
                                    </p:anim>
                                    <p:anim calcmode="lin" valueType="num">
                                      <p:cBhvr additive="base">
                                        <p:cTn id="31" dur="500" fill="hold"/>
                                        <p:tgtEl>
                                          <p:spTgt spid="17"/>
                                        </p:tgtEl>
                                        <p:attrNameLst>
                                          <p:attrName>ppt_y</p:attrName>
                                        </p:attrNameLst>
                                      </p:cBhvr>
                                      <p:tavLst>
                                        <p:tav tm="0">
                                          <p:val>
                                            <p:strVal val="1+#ppt_h/2"/>
                                          </p:val>
                                        </p:tav>
                                        <p:tav tm="100000">
                                          <p:val>
                                            <p:strVal val="#ppt_y"/>
                                          </p:val>
                                        </p:tav>
                                      </p:tavLst>
                                    </p:anim>
                                  </p:childTnLst>
                                </p:cTn>
                              </p:par>
                            </p:childTnLst>
                          </p:cTn>
                        </p:par>
                        <p:par>
                          <p:cTn id="32" fill="hold">
                            <p:stCondLst>
                              <p:cond delay="2000"/>
                            </p:stCondLst>
                            <p:childTnLst>
                              <p:par>
                                <p:cTn id="33" presetID="22" presetClass="entr" presetSubtype="1" fill="hold" grpId="0" nodeType="after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wipe(up)">
                                      <p:cBhvr>
                                        <p:cTn id="35" dur="500"/>
                                        <p:tgtEl>
                                          <p:spTgt spid="21"/>
                                        </p:tgtEl>
                                      </p:cBhvr>
                                    </p:animEffect>
                                  </p:childTnLst>
                                </p:cTn>
                              </p:par>
                            </p:childTnLst>
                          </p:cTn>
                        </p:par>
                        <p:par>
                          <p:cTn id="36" fill="hold">
                            <p:stCondLst>
                              <p:cond delay="2500"/>
                            </p:stCondLst>
                            <p:childTnLst>
                              <p:par>
                                <p:cTn id="37" presetID="22" presetClass="entr" presetSubtype="1" fill="hold" grpId="0"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ipe(up)">
                                      <p:cBhvr>
                                        <p:cTn id="39" dur="500"/>
                                        <p:tgtEl>
                                          <p:spTgt spid="23"/>
                                        </p:tgtEl>
                                      </p:cBhvr>
                                    </p:animEffect>
                                  </p:childTnLst>
                                </p:cTn>
                              </p:par>
                            </p:childTnLst>
                          </p:cTn>
                        </p:par>
                        <p:par>
                          <p:cTn id="40" fill="hold">
                            <p:stCondLst>
                              <p:cond delay="3000"/>
                            </p:stCondLst>
                            <p:childTnLst>
                              <p:par>
                                <p:cTn id="41" presetID="22" presetClass="entr" presetSubtype="1" fill="hold" grpId="0" nodeType="after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wipe(up)">
                                      <p:cBhvr>
                                        <p:cTn id="4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5" grpId="0"/>
      <p:bldP spid="16" grpId="0"/>
      <p:bldP spid="17" grpId="0"/>
      <p:bldP spid="21" grpId="0"/>
      <p:bldP spid="23" grpId="0"/>
      <p:bldP spid="2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028" y="1934824"/>
            <a:ext cx="5748028" cy="2876826"/>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 name="矩形 2"/>
          <p:cNvSpPr/>
          <p:nvPr/>
        </p:nvSpPr>
        <p:spPr>
          <a:xfrm>
            <a:off x="5806787" y="2269402"/>
            <a:ext cx="383943" cy="2207671"/>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 name="TextBox 11"/>
          <p:cNvSpPr txBox="1"/>
          <p:nvPr/>
        </p:nvSpPr>
        <p:spPr>
          <a:xfrm>
            <a:off x="3368931" y="2191753"/>
            <a:ext cx="2063386" cy="2062103"/>
          </a:xfrm>
          <a:prstGeom prst="rect">
            <a:avLst/>
          </a:prstGeom>
          <a:noFill/>
        </p:spPr>
        <p:txBody>
          <a:bodyPr wrap="none" rtlCol="0">
            <a:spAutoFit/>
          </a:bodyPr>
          <a:lstStyle/>
          <a:p>
            <a:pPr algn="r" defTabSz="1218565"/>
            <a:r>
              <a:rPr lang="en-US" altLang="zh-CN" sz="12800" b="1"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05</a:t>
            </a:r>
            <a:endParaRPr lang="zh-CN" altLang="en-US" sz="128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文本占位符 3"/>
          <p:cNvSpPr txBox="1"/>
          <p:nvPr/>
        </p:nvSpPr>
        <p:spPr>
          <a:xfrm>
            <a:off x="6629386" y="2171591"/>
            <a:ext cx="3124118" cy="749787"/>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4800" dirty="0" smtClean="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书籍附注</a:t>
            </a:r>
            <a:endParaRPr lang="zh-CN" altLang="en-US" sz="4800"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 name="矩形 5"/>
          <p:cNvSpPr/>
          <p:nvPr/>
        </p:nvSpPr>
        <p:spPr>
          <a:xfrm>
            <a:off x="6384034" y="3046017"/>
            <a:ext cx="5376597" cy="60959"/>
          </a:xfrm>
          <a:prstGeom prst="rect">
            <a:avLst/>
          </a:prstGeom>
          <a:solidFill>
            <a:srgbClr val="DA5665"/>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矩形 6"/>
          <p:cNvSpPr/>
          <p:nvPr/>
        </p:nvSpPr>
        <p:spPr>
          <a:xfrm>
            <a:off x="6445878" y="3046016"/>
            <a:ext cx="4796623" cy="1823728"/>
          </a:xfrm>
          <a:prstGeom prst="rect">
            <a:avLst/>
          </a:prstGeom>
        </p:spPr>
        <p:txBody>
          <a:bodyPr vert="horz" lIns="121888" tIns="60944" rIns="121888" bIns="60944" rtlCol="0" anchor="ctr">
            <a:noAutofit/>
          </a:bodyPr>
          <a:lstStyle/>
          <a:p>
            <a:pPr>
              <a:lnSpc>
                <a:spcPct val="150000"/>
              </a:lnSpc>
              <a:spcBef>
                <a:spcPct val="20000"/>
              </a:spcBef>
              <a:buFont typeface="Arial" panose="020B0604020202020204" pitchFamily="34" charset="0"/>
              <a:buNone/>
            </a:pPr>
            <a:r>
              <a:rPr lang="en-US" altLang="zh-CN"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1</a:t>
            </a:r>
            <a:r>
              <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、点击添加文字标题</a:t>
            </a:r>
            <a:endParaRPr lang="en-US" altLang="zh-CN"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spcBef>
                <a:spcPct val="20000"/>
              </a:spcBef>
            </a:pPr>
            <a:r>
              <a:rPr lang="en-US" altLang="zh-CN"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2</a:t>
            </a:r>
            <a:r>
              <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、点击添加相关文字标题</a:t>
            </a:r>
            <a:endPar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spcBef>
                <a:spcPct val="20000"/>
              </a:spcBef>
              <a:buFont typeface="Arial" panose="020B0604020202020204" pitchFamily="34" charset="0"/>
              <a:buNone/>
            </a:pPr>
            <a:r>
              <a:rPr lang="en-US" altLang="zh-CN"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3</a:t>
            </a:r>
            <a:r>
              <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、点击添加文字标题</a:t>
            </a:r>
            <a:endParaRPr lang="zh-CN" altLang="en-US" sz="2135"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60" y="5400737"/>
            <a:ext cx="12192000" cy="1624224"/>
          </a:xfrm>
          <a:prstGeom prst="rect">
            <a:avLst/>
          </a:prstGeom>
        </p:spPr>
      </p:pic>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flipH="1">
            <a:off x="3547702" y="-3223270"/>
            <a:ext cx="67348" cy="6858000"/>
          </a:xfrm>
          <a:prstGeom prst="rect">
            <a:avLst/>
          </a:prstGeom>
        </p:spPr>
      </p:pic>
      <p:sp>
        <p:nvSpPr>
          <p:cNvPr id="12" name="文本框 11"/>
          <p:cNvSpPr txBox="1"/>
          <p:nvPr/>
        </p:nvSpPr>
        <p:spPr>
          <a:xfrm>
            <a:off x="7155840" y="-12611"/>
            <a:ext cx="4426416" cy="369332"/>
          </a:xfrm>
          <a:prstGeom prst="rect">
            <a:avLst/>
          </a:prstGeom>
          <a:noFill/>
        </p:spPr>
        <p:txBody>
          <a:bodyPr vert="horz" wrap="square" rtlCol="0">
            <a:spAutoFit/>
          </a:bodyPr>
          <a:lstStyle/>
          <a:p>
            <a:pPr algn="dist"/>
            <a:r>
              <a:rPr lang="zh-CN" altLang="en-US" dirty="0" smtClean="0">
                <a:solidFill>
                  <a:srgbClr val="FB8989"/>
                </a:solidFill>
                <a:latin typeface="字魂105号-简雅黑" panose="00000500000000000000" pitchFamily="2" charset="-122"/>
                <a:ea typeface="字魂105号-简雅黑" panose="00000500000000000000" pitchFamily="2" charset="-122"/>
              </a:rPr>
              <a:t>读万卷书</a:t>
            </a:r>
            <a:r>
              <a:rPr lang="en-US" altLang="zh-CN" dirty="0" smtClean="0">
                <a:solidFill>
                  <a:srgbClr val="FB8989"/>
                </a:solidFill>
                <a:latin typeface="字魂105号-简雅黑" panose="00000500000000000000" pitchFamily="2" charset="-122"/>
                <a:ea typeface="字魂105号-简雅黑" panose="00000500000000000000" pitchFamily="2" charset="-122"/>
              </a:rPr>
              <a:t>·</a:t>
            </a:r>
            <a:r>
              <a:rPr lang="zh-CN" altLang="en-US" dirty="0" smtClean="0">
                <a:solidFill>
                  <a:srgbClr val="FB8989"/>
                </a:solidFill>
                <a:latin typeface="字魂105号-简雅黑" panose="00000500000000000000" pitchFamily="2" charset="-122"/>
                <a:ea typeface="字魂105号-简雅黑" panose="00000500000000000000" pitchFamily="2" charset="-122"/>
              </a:rPr>
              <a:t>行万里路</a:t>
            </a:r>
            <a:endParaRPr lang="zh-CN" altLang="en-US" dirty="0">
              <a:solidFill>
                <a:srgbClr val="FB8989"/>
              </a:solidFill>
              <a:latin typeface="字魂105号-简雅黑" panose="00000500000000000000" pitchFamily="2" charset="-122"/>
              <a:ea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400"/>
                                        <p:tgtEl>
                                          <p:spTgt spid="3"/>
                                        </p:tgtEl>
                                      </p:cBhvr>
                                    </p:animEffect>
                                  </p:childTnLst>
                                </p:cTn>
                              </p:par>
                              <p:par>
                                <p:cTn id="8" presetID="22" presetClass="entr" presetSubtype="2" fill="hold" grpId="0" nodeType="withEffect">
                                  <p:stCondLst>
                                    <p:cond delay="200"/>
                                  </p:stCondLst>
                                  <p:childTnLst>
                                    <p:set>
                                      <p:cBhvr>
                                        <p:cTn id="9" dur="1" fill="hold">
                                          <p:stCondLst>
                                            <p:cond delay="0"/>
                                          </p:stCondLst>
                                        </p:cTn>
                                        <p:tgtEl>
                                          <p:spTgt spid="2"/>
                                        </p:tgtEl>
                                        <p:attrNameLst>
                                          <p:attrName>style.visibility</p:attrName>
                                        </p:attrNameLst>
                                      </p:cBhvr>
                                      <p:to>
                                        <p:strVal val="visible"/>
                                      </p:to>
                                    </p:set>
                                    <p:animEffect transition="in" filter="wipe(right)">
                                      <p:cBhvr>
                                        <p:cTn id="10" dur="500"/>
                                        <p:tgtEl>
                                          <p:spTgt spid="2"/>
                                        </p:tgtEl>
                                      </p:cBhvr>
                                    </p:animEffect>
                                  </p:childTnLst>
                                </p:cTn>
                              </p:par>
                              <p:par>
                                <p:cTn id="11" presetID="15" presetClass="entr" presetSubtype="0" fill="hold" grpId="0" nodeType="withEffect">
                                  <p:stCondLst>
                                    <p:cond delay="200"/>
                                  </p:stCondLst>
                                  <p:iterate type="lt">
                                    <p:tmPct val="10000"/>
                                  </p:iterate>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par>
                          <p:cTn id="17" fill="hold">
                            <p:stCondLst>
                              <p:cond delay="0"/>
                            </p:stCondLst>
                            <p:childTnLst>
                              <p:par>
                                <p:cTn id="18" presetID="22" presetClass="entr" presetSubtype="8"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400"/>
                                        <p:tgtEl>
                                          <p:spTgt spid="5"/>
                                        </p:tgtEl>
                                      </p:cBhvr>
                                    </p:animEffect>
                                  </p:childTnLst>
                                </p:cTn>
                              </p:par>
                              <p:par>
                                <p:cTn id="21" presetID="22" presetClass="entr" presetSubtype="8" fill="hold" grpId="0" nodeType="withEffect">
                                  <p:stCondLst>
                                    <p:cond delay="20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400"/>
                                        <p:tgtEl>
                                          <p:spTgt spid="6"/>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P spid="6" grpId="0" animBg="1"/>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872068" y="2162176"/>
            <a:ext cx="5185833" cy="2848146"/>
            <a:chOff x="654050" y="1620838"/>
            <a:chExt cx="3889375" cy="2136109"/>
          </a:xfrm>
        </p:grpSpPr>
        <p:sp>
          <p:nvSpPr>
            <p:cNvPr id="25605" name="Freeform 5"/>
            <p:cNvSpPr/>
            <p:nvPr/>
          </p:nvSpPr>
          <p:spPr bwMode="auto">
            <a:xfrm>
              <a:off x="654050" y="1620838"/>
              <a:ext cx="446088" cy="128587"/>
            </a:xfrm>
            <a:custGeom>
              <a:avLst/>
              <a:gdLst>
                <a:gd name="T0" fmla="*/ 446088 w 199"/>
                <a:gd name="T1" fmla="*/ 101516 h 57"/>
                <a:gd name="T2" fmla="*/ 421430 w 199"/>
                <a:gd name="T3" fmla="*/ 128587 h 57"/>
                <a:gd name="T4" fmla="*/ 24658 w 199"/>
                <a:gd name="T5" fmla="*/ 128587 h 57"/>
                <a:gd name="T6" fmla="*/ 0 w 199"/>
                <a:gd name="T7" fmla="*/ 101516 h 57"/>
                <a:gd name="T8" fmla="*/ 0 w 199"/>
                <a:gd name="T9" fmla="*/ 24815 h 57"/>
                <a:gd name="T10" fmla="*/ 24658 w 199"/>
                <a:gd name="T11" fmla="*/ 0 h 57"/>
                <a:gd name="T12" fmla="*/ 421430 w 199"/>
                <a:gd name="T13" fmla="*/ 0 h 57"/>
                <a:gd name="T14" fmla="*/ 446088 w 199"/>
                <a:gd name="T15" fmla="*/ 24815 h 57"/>
                <a:gd name="T16" fmla="*/ 446088 w 199"/>
                <a:gd name="T17" fmla="*/ 101516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5"/>
                  </a:moveTo>
                  <a:cubicBezTo>
                    <a:pt x="199" y="52"/>
                    <a:pt x="194" y="57"/>
                    <a:pt x="188" y="57"/>
                  </a:cubicBezTo>
                  <a:cubicBezTo>
                    <a:pt x="11" y="57"/>
                    <a:pt x="11" y="57"/>
                    <a:pt x="11" y="57"/>
                  </a:cubicBezTo>
                  <a:cubicBezTo>
                    <a:pt x="5" y="57"/>
                    <a:pt x="0" y="52"/>
                    <a:pt x="0" y="45"/>
                  </a:cubicBezTo>
                  <a:cubicBezTo>
                    <a:pt x="0" y="11"/>
                    <a:pt x="0" y="11"/>
                    <a:pt x="0" y="11"/>
                  </a:cubicBezTo>
                  <a:cubicBezTo>
                    <a:pt x="0" y="5"/>
                    <a:pt x="5" y="0"/>
                    <a:pt x="11" y="0"/>
                  </a:cubicBezTo>
                  <a:cubicBezTo>
                    <a:pt x="188" y="0"/>
                    <a:pt x="188" y="0"/>
                    <a:pt x="188" y="0"/>
                  </a:cubicBezTo>
                  <a:cubicBezTo>
                    <a:pt x="194" y="0"/>
                    <a:pt x="199" y="5"/>
                    <a:pt x="199" y="11"/>
                  </a:cubicBezTo>
                  <a:lnTo>
                    <a:pt x="199" y="45"/>
                  </a:lnTo>
                  <a:close/>
                </a:path>
              </a:pathLst>
            </a:custGeom>
            <a:solidFill>
              <a:srgbClr val="C0C0C0">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06" name="Freeform 6"/>
            <p:cNvSpPr/>
            <p:nvPr/>
          </p:nvSpPr>
          <p:spPr bwMode="auto">
            <a:xfrm>
              <a:off x="654050" y="1816100"/>
              <a:ext cx="446088" cy="128588"/>
            </a:xfrm>
            <a:custGeom>
              <a:avLst/>
              <a:gdLst>
                <a:gd name="T0" fmla="*/ 446088 w 199"/>
                <a:gd name="T1" fmla="*/ 101517 h 57"/>
                <a:gd name="T2" fmla="*/ 421430 w 199"/>
                <a:gd name="T3" fmla="*/ 128588 h 57"/>
                <a:gd name="T4" fmla="*/ 24658 w 199"/>
                <a:gd name="T5" fmla="*/ 128588 h 57"/>
                <a:gd name="T6" fmla="*/ 0 w 199"/>
                <a:gd name="T7" fmla="*/ 101517 h 57"/>
                <a:gd name="T8" fmla="*/ 0 w 199"/>
                <a:gd name="T9" fmla="*/ 24815 h 57"/>
                <a:gd name="T10" fmla="*/ 24658 w 199"/>
                <a:gd name="T11" fmla="*/ 0 h 57"/>
                <a:gd name="T12" fmla="*/ 421430 w 199"/>
                <a:gd name="T13" fmla="*/ 0 h 57"/>
                <a:gd name="T14" fmla="*/ 446088 w 199"/>
                <a:gd name="T15" fmla="*/ 24815 h 57"/>
                <a:gd name="T16" fmla="*/ 446088 w 199"/>
                <a:gd name="T17" fmla="*/ 101517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5"/>
                  </a:moveTo>
                  <a:cubicBezTo>
                    <a:pt x="199" y="52"/>
                    <a:pt x="194" y="57"/>
                    <a:pt x="188" y="57"/>
                  </a:cubicBezTo>
                  <a:cubicBezTo>
                    <a:pt x="11" y="57"/>
                    <a:pt x="11" y="57"/>
                    <a:pt x="11" y="57"/>
                  </a:cubicBezTo>
                  <a:cubicBezTo>
                    <a:pt x="5" y="57"/>
                    <a:pt x="0" y="52"/>
                    <a:pt x="0" y="45"/>
                  </a:cubicBezTo>
                  <a:cubicBezTo>
                    <a:pt x="0" y="11"/>
                    <a:pt x="0" y="11"/>
                    <a:pt x="0" y="11"/>
                  </a:cubicBezTo>
                  <a:cubicBezTo>
                    <a:pt x="0" y="5"/>
                    <a:pt x="5" y="0"/>
                    <a:pt x="11" y="0"/>
                  </a:cubicBezTo>
                  <a:cubicBezTo>
                    <a:pt x="188" y="0"/>
                    <a:pt x="188" y="0"/>
                    <a:pt x="188" y="0"/>
                  </a:cubicBezTo>
                  <a:cubicBezTo>
                    <a:pt x="194" y="0"/>
                    <a:pt x="199" y="5"/>
                    <a:pt x="199" y="11"/>
                  </a:cubicBezTo>
                  <a:lnTo>
                    <a:pt x="199" y="45"/>
                  </a:lnTo>
                  <a:close/>
                </a:path>
              </a:pathLst>
            </a:custGeom>
            <a:solidFill>
              <a:srgbClr val="C0C0C0">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07" name="Freeform 7"/>
            <p:cNvSpPr/>
            <p:nvPr/>
          </p:nvSpPr>
          <p:spPr bwMode="auto">
            <a:xfrm>
              <a:off x="654050" y="2011363"/>
              <a:ext cx="446088" cy="128587"/>
            </a:xfrm>
            <a:custGeom>
              <a:avLst/>
              <a:gdLst>
                <a:gd name="T0" fmla="*/ 446088 w 199"/>
                <a:gd name="T1" fmla="*/ 103772 h 57"/>
                <a:gd name="T2" fmla="*/ 421430 w 199"/>
                <a:gd name="T3" fmla="*/ 128587 h 57"/>
                <a:gd name="T4" fmla="*/ 24658 w 199"/>
                <a:gd name="T5" fmla="*/ 128587 h 57"/>
                <a:gd name="T6" fmla="*/ 0 w 199"/>
                <a:gd name="T7" fmla="*/ 103772 h 57"/>
                <a:gd name="T8" fmla="*/ 0 w 199"/>
                <a:gd name="T9" fmla="*/ 24815 h 57"/>
                <a:gd name="T10" fmla="*/ 24658 w 199"/>
                <a:gd name="T11" fmla="*/ 0 h 57"/>
                <a:gd name="T12" fmla="*/ 421430 w 199"/>
                <a:gd name="T13" fmla="*/ 0 h 57"/>
                <a:gd name="T14" fmla="*/ 446088 w 199"/>
                <a:gd name="T15" fmla="*/ 24815 h 57"/>
                <a:gd name="T16" fmla="*/ 446088 w 199"/>
                <a:gd name="T17" fmla="*/ 103772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C0C0C0">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08" name="Freeform 8"/>
            <p:cNvSpPr/>
            <p:nvPr/>
          </p:nvSpPr>
          <p:spPr bwMode="auto">
            <a:xfrm>
              <a:off x="654050" y="2206625"/>
              <a:ext cx="446088" cy="128588"/>
            </a:xfrm>
            <a:custGeom>
              <a:avLst/>
              <a:gdLst>
                <a:gd name="T0" fmla="*/ 446088 w 199"/>
                <a:gd name="T1" fmla="*/ 103773 h 57"/>
                <a:gd name="T2" fmla="*/ 421430 w 199"/>
                <a:gd name="T3" fmla="*/ 128588 h 57"/>
                <a:gd name="T4" fmla="*/ 24658 w 199"/>
                <a:gd name="T5" fmla="*/ 128588 h 57"/>
                <a:gd name="T6" fmla="*/ 0 w 199"/>
                <a:gd name="T7" fmla="*/ 103773 h 57"/>
                <a:gd name="T8" fmla="*/ 0 w 199"/>
                <a:gd name="T9" fmla="*/ 24815 h 57"/>
                <a:gd name="T10" fmla="*/ 24658 w 199"/>
                <a:gd name="T11" fmla="*/ 0 h 57"/>
                <a:gd name="T12" fmla="*/ 421430 w 199"/>
                <a:gd name="T13" fmla="*/ 0 h 57"/>
                <a:gd name="T14" fmla="*/ 446088 w 199"/>
                <a:gd name="T15" fmla="*/ 24815 h 57"/>
                <a:gd name="T16" fmla="*/ 446088 w 199"/>
                <a:gd name="T17" fmla="*/ 103773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09" name="Freeform 9"/>
            <p:cNvSpPr/>
            <p:nvPr/>
          </p:nvSpPr>
          <p:spPr bwMode="auto">
            <a:xfrm>
              <a:off x="654050" y="2401888"/>
              <a:ext cx="446088" cy="127000"/>
            </a:xfrm>
            <a:custGeom>
              <a:avLst/>
              <a:gdLst>
                <a:gd name="T0" fmla="*/ 446088 w 199"/>
                <a:gd name="T1" fmla="*/ 102491 h 57"/>
                <a:gd name="T2" fmla="*/ 421430 w 199"/>
                <a:gd name="T3" fmla="*/ 127000 h 57"/>
                <a:gd name="T4" fmla="*/ 24658 w 199"/>
                <a:gd name="T5" fmla="*/ 127000 h 57"/>
                <a:gd name="T6" fmla="*/ 0 w 199"/>
                <a:gd name="T7" fmla="*/ 102491 h 57"/>
                <a:gd name="T8" fmla="*/ 0 w 199"/>
                <a:gd name="T9" fmla="*/ 24509 h 57"/>
                <a:gd name="T10" fmla="*/ 24658 w 199"/>
                <a:gd name="T11" fmla="*/ 0 h 57"/>
                <a:gd name="T12" fmla="*/ 421430 w 199"/>
                <a:gd name="T13" fmla="*/ 0 h 57"/>
                <a:gd name="T14" fmla="*/ 446088 w 199"/>
                <a:gd name="T15" fmla="*/ 24509 h 57"/>
                <a:gd name="T16" fmla="*/ 446088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10" name="Freeform 10"/>
            <p:cNvSpPr/>
            <p:nvPr/>
          </p:nvSpPr>
          <p:spPr bwMode="auto">
            <a:xfrm>
              <a:off x="654050" y="2597150"/>
              <a:ext cx="446088" cy="127000"/>
            </a:xfrm>
            <a:custGeom>
              <a:avLst/>
              <a:gdLst>
                <a:gd name="T0" fmla="*/ 446088 w 199"/>
                <a:gd name="T1" fmla="*/ 102491 h 57"/>
                <a:gd name="T2" fmla="*/ 421430 w 199"/>
                <a:gd name="T3" fmla="*/ 127000 h 57"/>
                <a:gd name="T4" fmla="*/ 24658 w 199"/>
                <a:gd name="T5" fmla="*/ 127000 h 57"/>
                <a:gd name="T6" fmla="*/ 0 w 199"/>
                <a:gd name="T7" fmla="*/ 102491 h 57"/>
                <a:gd name="T8" fmla="*/ 0 w 199"/>
                <a:gd name="T9" fmla="*/ 24509 h 57"/>
                <a:gd name="T10" fmla="*/ 24658 w 199"/>
                <a:gd name="T11" fmla="*/ 0 h 57"/>
                <a:gd name="T12" fmla="*/ 421430 w 199"/>
                <a:gd name="T13" fmla="*/ 0 h 57"/>
                <a:gd name="T14" fmla="*/ 446088 w 199"/>
                <a:gd name="T15" fmla="*/ 24509 h 57"/>
                <a:gd name="T16" fmla="*/ 446088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11" name="Freeform 11"/>
            <p:cNvSpPr/>
            <p:nvPr/>
          </p:nvSpPr>
          <p:spPr bwMode="auto">
            <a:xfrm>
              <a:off x="654050" y="2792413"/>
              <a:ext cx="446088" cy="127000"/>
            </a:xfrm>
            <a:custGeom>
              <a:avLst/>
              <a:gdLst>
                <a:gd name="T0" fmla="*/ 446088 w 199"/>
                <a:gd name="T1" fmla="*/ 102491 h 57"/>
                <a:gd name="T2" fmla="*/ 421430 w 199"/>
                <a:gd name="T3" fmla="*/ 127000 h 57"/>
                <a:gd name="T4" fmla="*/ 24658 w 199"/>
                <a:gd name="T5" fmla="*/ 127000 h 57"/>
                <a:gd name="T6" fmla="*/ 0 w 199"/>
                <a:gd name="T7" fmla="*/ 102491 h 57"/>
                <a:gd name="T8" fmla="*/ 0 w 199"/>
                <a:gd name="T9" fmla="*/ 24509 h 57"/>
                <a:gd name="T10" fmla="*/ 24658 w 199"/>
                <a:gd name="T11" fmla="*/ 0 h 57"/>
                <a:gd name="T12" fmla="*/ 421430 w 199"/>
                <a:gd name="T13" fmla="*/ 0 h 57"/>
                <a:gd name="T14" fmla="*/ 446088 w 199"/>
                <a:gd name="T15" fmla="*/ 24509 h 57"/>
                <a:gd name="T16" fmla="*/ 446088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12" name="Freeform 12"/>
            <p:cNvSpPr/>
            <p:nvPr/>
          </p:nvSpPr>
          <p:spPr bwMode="auto">
            <a:xfrm>
              <a:off x="654050" y="2987675"/>
              <a:ext cx="446088" cy="127000"/>
            </a:xfrm>
            <a:custGeom>
              <a:avLst/>
              <a:gdLst>
                <a:gd name="T0" fmla="*/ 446088 w 199"/>
                <a:gd name="T1" fmla="*/ 102491 h 57"/>
                <a:gd name="T2" fmla="*/ 421430 w 199"/>
                <a:gd name="T3" fmla="*/ 127000 h 57"/>
                <a:gd name="T4" fmla="*/ 24658 w 199"/>
                <a:gd name="T5" fmla="*/ 127000 h 57"/>
                <a:gd name="T6" fmla="*/ 0 w 199"/>
                <a:gd name="T7" fmla="*/ 102491 h 57"/>
                <a:gd name="T8" fmla="*/ 0 w 199"/>
                <a:gd name="T9" fmla="*/ 24509 h 57"/>
                <a:gd name="T10" fmla="*/ 24658 w 199"/>
                <a:gd name="T11" fmla="*/ 0 h 57"/>
                <a:gd name="T12" fmla="*/ 421430 w 199"/>
                <a:gd name="T13" fmla="*/ 0 h 57"/>
                <a:gd name="T14" fmla="*/ 446088 w 199"/>
                <a:gd name="T15" fmla="*/ 24509 h 57"/>
                <a:gd name="T16" fmla="*/ 446088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13" name="Freeform 13"/>
            <p:cNvSpPr/>
            <p:nvPr/>
          </p:nvSpPr>
          <p:spPr bwMode="auto">
            <a:xfrm>
              <a:off x="654050" y="3181350"/>
              <a:ext cx="446088" cy="128588"/>
            </a:xfrm>
            <a:custGeom>
              <a:avLst/>
              <a:gdLst>
                <a:gd name="T0" fmla="*/ 446088 w 199"/>
                <a:gd name="T1" fmla="*/ 103773 h 57"/>
                <a:gd name="T2" fmla="*/ 421430 w 199"/>
                <a:gd name="T3" fmla="*/ 128588 h 57"/>
                <a:gd name="T4" fmla="*/ 24658 w 199"/>
                <a:gd name="T5" fmla="*/ 128588 h 57"/>
                <a:gd name="T6" fmla="*/ 0 w 199"/>
                <a:gd name="T7" fmla="*/ 103773 h 57"/>
                <a:gd name="T8" fmla="*/ 0 w 199"/>
                <a:gd name="T9" fmla="*/ 24815 h 57"/>
                <a:gd name="T10" fmla="*/ 24658 w 199"/>
                <a:gd name="T11" fmla="*/ 0 h 57"/>
                <a:gd name="T12" fmla="*/ 421430 w 199"/>
                <a:gd name="T13" fmla="*/ 0 h 57"/>
                <a:gd name="T14" fmla="*/ 446088 w 199"/>
                <a:gd name="T15" fmla="*/ 24815 h 57"/>
                <a:gd name="T16" fmla="*/ 446088 w 199"/>
                <a:gd name="T17" fmla="*/ 103773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14" name="Freeform 14"/>
            <p:cNvSpPr/>
            <p:nvPr/>
          </p:nvSpPr>
          <p:spPr bwMode="auto">
            <a:xfrm>
              <a:off x="654050" y="3376613"/>
              <a:ext cx="446088" cy="128587"/>
            </a:xfrm>
            <a:custGeom>
              <a:avLst/>
              <a:gdLst>
                <a:gd name="T0" fmla="*/ 446088 w 199"/>
                <a:gd name="T1" fmla="*/ 103772 h 57"/>
                <a:gd name="T2" fmla="*/ 421430 w 199"/>
                <a:gd name="T3" fmla="*/ 128587 h 57"/>
                <a:gd name="T4" fmla="*/ 24658 w 199"/>
                <a:gd name="T5" fmla="*/ 128587 h 57"/>
                <a:gd name="T6" fmla="*/ 0 w 199"/>
                <a:gd name="T7" fmla="*/ 103772 h 57"/>
                <a:gd name="T8" fmla="*/ 0 w 199"/>
                <a:gd name="T9" fmla="*/ 24815 h 57"/>
                <a:gd name="T10" fmla="*/ 24658 w 199"/>
                <a:gd name="T11" fmla="*/ 0 h 57"/>
                <a:gd name="T12" fmla="*/ 421430 w 199"/>
                <a:gd name="T13" fmla="*/ 0 h 57"/>
                <a:gd name="T14" fmla="*/ 446088 w 199"/>
                <a:gd name="T15" fmla="*/ 24815 h 57"/>
                <a:gd name="T16" fmla="*/ 446088 w 199"/>
                <a:gd name="T17" fmla="*/ 103772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15" name="Freeform 15"/>
            <p:cNvSpPr/>
            <p:nvPr/>
          </p:nvSpPr>
          <p:spPr bwMode="auto">
            <a:xfrm>
              <a:off x="1227138" y="1620838"/>
              <a:ext cx="446087" cy="128587"/>
            </a:xfrm>
            <a:custGeom>
              <a:avLst/>
              <a:gdLst>
                <a:gd name="T0" fmla="*/ 446087 w 199"/>
                <a:gd name="T1" fmla="*/ 101516 h 57"/>
                <a:gd name="T2" fmla="*/ 421429 w 199"/>
                <a:gd name="T3" fmla="*/ 128587 h 57"/>
                <a:gd name="T4" fmla="*/ 24658 w 199"/>
                <a:gd name="T5" fmla="*/ 128587 h 57"/>
                <a:gd name="T6" fmla="*/ 0 w 199"/>
                <a:gd name="T7" fmla="*/ 101516 h 57"/>
                <a:gd name="T8" fmla="*/ 0 w 199"/>
                <a:gd name="T9" fmla="*/ 24815 h 57"/>
                <a:gd name="T10" fmla="*/ 24658 w 199"/>
                <a:gd name="T11" fmla="*/ 0 h 57"/>
                <a:gd name="T12" fmla="*/ 421429 w 199"/>
                <a:gd name="T13" fmla="*/ 0 h 57"/>
                <a:gd name="T14" fmla="*/ 446087 w 199"/>
                <a:gd name="T15" fmla="*/ 24815 h 57"/>
                <a:gd name="T16" fmla="*/ 446087 w 199"/>
                <a:gd name="T17" fmla="*/ 101516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5"/>
                  </a:moveTo>
                  <a:cubicBezTo>
                    <a:pt x="199" y="52"/>
                    <a:pt x="194" y="57"/>
                    <a:pt x="188" y="57"/>
                  </a:cubicBezTo>
                  <a:cubicBezTo>
                    <a:pt x="11" y="57"/>
                    <a:pt x="11" y="57"/>
                    <a:pt x="11" y="57"/>
                  </a:cubicBezTo>
                  <a:cubicBezTo>
                    <a:pt x="5" y="57"/>
                    <a:pt x="0" y="52"/>
                    <a:pt x="0" y="45"/>
                  </a:cubicBezTo>
                  <a:cubicBezTo>
                    <a:pt x="0" y="11"/>
                    <a:pt x="0" y="11"/>
                    <a:pt x="0" y="11"/>
                  </a:cubicBezTo>
                  <a:cubicBezTo>
                    <a:pt x="0" y="5"/>
                    <a:pt x="5" y="0"/>
                    <a:pt x="11" y="0"/>
                  </a:cubicBezTo>
                  <a:cubicBezTo>
                    <a:pt x="188" y="0"/>
                    <a:pt x="188" y="0"/>
                    <a:pt x="188" y="0"/>
                  </a:cubicBezTo>
                  <a:cubicBezTo>
                    <a:pt x="194" y="0"/>
                    <a:pt x="199" y="5"/>
                    <a:pt x="199" y="11"/>
                  </a:cubicBezTo>
                  <a:lnTo>
                    <a:pt x="199" y="45"/>
                  </a:lnTo>
                  <a:close/>
                </a:path>
              </a:pathLst>
            </a:custGeom>
            <a:solidFill>
              <a:srgbClr val="C0C0C0">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16" name="Freeform 16"/>
            <p:cNvSpPr/>
            <p:nvPr/>
          </p:nvSpPr>
          <p:spPr bwMode="auto">
            <a:xfrm>
              <a:off x="1227138" y="1816100"/>
              <a:ext cx="446087" cy="128588"/>
            </a:xfrm>
            <a:custGeom>
              <a:avLst/>
              <a:gdLst>
                <a:gd name="T0" fmla="*/ 446087 w 199"/>
                <a:gd name="T1" fmla="*/ 101517 h 57"/>
                <a:gd name="T2" fmla="*/ 421429 w 199"/>
                <a:gd name="T3" fmla="*/ 128588 h 57"/>
                <a:gd name="T4" fmla="*/ 24658 w 199"/>
                <a:gd name="T5" fmla="*/ 128588 h 57"/>
                <a:gd name="T6" fmla="*/ 0 w 199"/>
                <a:gd name="T7" fmla="*/ 101517 h 57"/>
                <a:gd name="T8" fmla="*/ 0 w 199"/>
                <a:gd name="T9" fmla="*/ 24815 h 57"/>
                <a:gd name="T10" fmla="*/ 24658 w 199"/>
                <a:gd name="T11" fmla="*/ 0 h 57"/>
                <a:gd name="T12" fmla="*/ 421429 w 199"/>
                <a:gd name="T13" fmla="*/ 0 h 57"/>
                <a:gd name="T14" fmla="*/ 446087 w 199"/>
                <a:gd name="T15" fmla="*/ 24815 h 57"/>
                <a:gd name="T16" fmla="*/ 446087 w 199"/>
                <a:gd name="T17" fmla="*/ 101517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5"/>
                  </a:moveTo>
                  <a:cubicBezTo>
                    <a:pt x="199" y="52"/>
                    <a:pt x="194" y="57"/>
                    <a:pt x="188" y="57"/>
                  </a:cubicBezTo>
                  <a:cubicBezTo>
                    <a:pt x="11" y="57"/>
                    <a:pt x="11" y="57"/>
                    <a:pt x="11" y="57"/>
                  </a:cubicBezTo>
                  <a:cubicBezTo>
                    <a:pt x="5" y="57"/>
                    <a:pt x="0" y="52"/>
                    <a:pt x="0" y="45"/>
                  </a:cubicBezTo>
                  <a:cubicBezTo>
                    <a:pt x="0" y="11"/>
                    <a:pt x="0" y="11"/>
                    <a:pt x="0" y="11"/>
                  </a:cubicBezTo>
                  <a:cubicBezTo>
                    <a:pt x="0" y="5"/>
                    <a:pt x="5" y="0"/>
                    <a:pt x="11" y="0"/>
                  </a:cubicBezTo>
                  <a:cubicBezTo>
                    <a:pt x="188" y="0"/>
                    <a:pt x="188" y="0"/>
                    <a:pt x="188" y="0"/>
                  </a:cubicBezTo>
                  <a:cubicBezTo>
                    <a:pt x="194" y="0"/>
                    <a:pt x="199" y="5"/>
                    <a:pt x="199" y="11"/>
                  </a:cubicBezTo>
                  <a:lnTo>
                    <a:pt x="199" y="45"/>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17" name="Freeform 17"/>
            <p:cNvSpPr/>
            <p:nvPr/>
          </p:nvSpPr>
          <p:spPr bwMode="auto">
            <a:xfrm>
              <a:off x="1227138" y="2011363"/>
              <a:ext cx="446087" cy="128587"/>
            </a:xfrm>
            <a:custGeom>
              <a:avLst/>
              <a:gdLst>
                <a:gd name="T0" fmla="*/ 446087 w 199"/>
                <a:gd name="T1" fmla="*/ 103772 h 57"/>
                <a:gd name="T2" fmla="*/ 421429 w 199"/>
                <a:gd name="T3" fmla="*/ 128587 h 57"/>
                <a:gd name="T4" fmla="*/ 24658 w 199"/>
                <a:gd name="T5" fmla="*/ 128587 h 57"/>
                <a:gd name="T6" fmla="*/ 0 w 199"/>
                <a:gd name="T7" fmla="*/ 103772 h 57"/>
                <a:gd name="T8" fmla="*/ 0 w 199"/>
                <a:gd name="T9" fmla="*/ 24815 h 57"/>
                <a:gd name="T10" fmla="*/ 24658 w 199"/>
                <a:gd name="T11" fmla="*/ 0 h 57"/>
                <a:gd name="T12" fmla="*/ 421429 w 199"/>
                <a:gd name="T13" fmla="*/ 0 h 57"/>
                <a:gd name="T14" fmla="*/ 446087 w 199"/>
                <a:gd name="T15" fmla="*/ 24815 h 57"/>
                <a:gd name="T16" fmla="*/ 446087 w 199"/>
                <a:gd name="T17" fmla="*/ 103772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18" name="Freeform 18"/>
            <p:cNvSpPr/>
            <p:nvPr/>
          </p:nvSpPr>
          <p:spPr bwMode="auto">
            <a:xfrm>
              <a:off x="1227138" y="2206625"/>
              <a:ext cx="446087" cy="128588"/>
            </a:xfrm>
            <a:custGeom>
              <a:avLst/>
              <a:gdLst>
                <a:gd name="T0" fmla="*/ 446087 w 199"/>
                <a:gd name="T1" fmla="*/ 103773 h 57"/>
                <a:gd name="T2" fmla="*/ 421429 w 199"/>
                <a:gd name="T3" fmla="*/ 128588 h 57"/>
                <a:gd name="T4" fmla="*/ 24658 w 199"/>
                <a:gd name="T5" fmla="*/ 128588 h 57"/>
                <a:gd name="T6" fmla="*/ 0 w 199"/>
                <a:gd name="T7" fmla="*/ 103773 h 57"/>
                <a:gd name="T8" fmla="*/ 0 w 199"/>
                <a:gd name="T9" fmla="*/ 24815 h 57"/>
                <a:gd name="T10" fmla="*/ 24658 w 199"/>
                <a:gd name="T11" fmla="*/ 0 h 57"/>
                <a:gd name="T12" fmla="*/ 421429 w 199"/>
                <a:gd name="T13" fmla="*/ 0 h 57"/>
                <a:gd name="T14" fmla="*/ 446087 w 199"/>
                <a:gd name="T15" fmla="*/ 24815 h 57"/>
                <a:gd name="T16" fmla="*/ 446087 w 199"/>
                <a:gd name="T17" fmla="*/ 103773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19" name="Freeform 19"/>
            <p:cNvSpPr/>
            <p:nvPr/>
          </p:nvSpPr>
          <p:spPr bwMode="auto">
            <a:xfrm>
              <a:off x="1227138" y="2401888"/>
              <a:ext cx="446087" cy="127000"/>
            </a:xfrm>
            <a:custGeom>
              <a:avLst/>
              <a:gdLst>
                <a:gd name="T0" fmla="*/ 446087 w 199"/>
                <a:gd name="T1" fmla="*/ 102491 h 57"/>
                <a:gd name="T2" fmla="*/ 421429 w 199"/>
                <a:gd name="T3" fmla="*/ 127000 h 57"/>
                <a:gd name="T4" fmla="*/ 24658 w 199"/>
                <a:gd name="T5" fmla="*/ 127000 h 57"/>
                <a:gd name="T6" fmla="*/ 0 w 199"/>
                <a:gd name="T7" fmla="*/ 102491 h 57"/>
                <a:gd name="T8" fmla="*/ 0 w 199"/>
                <a:gd name="T9" fmla="*/ 24509 h 57"/>
                <a:gd name="T10" fmla="*/ 24658 w 199"/>
                <a:gd name="T11" fmla="*/ 0 h 57"/>
                <a:gd name="T12" fmla="*/ 421429 w 199"/>
                <a:gd name="T13" fmla="*/ 0 h 57"/>
                <a:gd name="T14" fmla="*/ 446087 w 199"/>
                <a:gd name="T15" fmla="*/ 24509 h 57"/>
                <a:gd name="T16" fmla="*/ 446087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20" name="Freeform 20"/>
            <p:cNvSpPr/>
            <p:nvPr/>
          </p:nvSpPr>
          <p:spPr bwMode="auto">
            <a:xfrm>
              <a:off x="1227138" y="2597150"/>
              <a:ext cx="446087" cy="127000"/>
            </a:xfrm>
            <a:custGeom>
              <a:avLst/>
              <a:gdLst>
                <a:gd name="T0" fmla="*/ 446087 w 199"/>
                <a:gd name="T1" fmla="*/ 102491 h 57"/>
                <a:gd name="T2" fmla="*/ 421429 w 199"/>
                <a:gd name="T3" fmla="*/ 127000 h 57"/>
                <a:gd name="T4" fmla="*/ 24658 w 199"/>
                <a:gd name="T5" fmla="*/ 127000 h 57"/>
                <a:gd name="T6" fmla="*/ 0 w 199"/>
                <a:gd name="T7" fmla="*/ 102491 h 57"/>
                <a:gd name="T8" fmla="*/ 0 w 199"/>
                <a:gd name="T9" fmla="*/ 24509 h 57"/>
                <a:gd name="T10" fmla="*/ 24658 w 199"/>
                <a:gd name="T11" fmla="*/ 0 h 57"/>
                <a:gd name="T12" fmla="*/ 421429 w 199"/>
                <a:gd name="T13" fmla="*/ 0 h 57"/>
                <a:gd name="T14" fmla="*/ 446087 w 199"/>
                <a:gd name="T15" fmla="*/ 24509 h 57"/>
                <a:gd name="T16" fmla="*/ 446087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21" name="Freeform 21"/>
            <p:cNvSpPr/>
            <p:nvPr/>
          </p:nvSpPr>
          <p:spPr bwMode="auto">
            <a:xfrm>
              <a:off x="1227138" y="2792413"/>
              <a:ext cx="446087" cy="127000"/>
            </a:xfrm>
            <a:custGeom>
              <a:avLst/>
              <a:gdLst>
                <a:gd name="T0" fmla="*/ 446087 w 199"/>
                <a:gd name="T1" fmla="*/ 102491 h 57"/>
                <a:gd name="T2" fmla="*/ 421429 w 199"/>
                <a:gd name="T3" fmla="*/ 127000 h 57"/>
                <a:gd name="T4" fmla="*/ 24658 w 199"/>
                <a:gd name="T5" fmla="*/ 127000 h 57"/>
                <a:gd name="T6" fmla="*/ 0 w 199"/>
                <a:gd name="T7" fmla="*/ 102491 h 57"/>
                <a:gd name="T8" fmla="*/ 0 w 199"/>
                <a:gd name="T9" fmla="*/ 24509 h 57"/>
                <a:gd name="T10" fmla="*/ 24658 w 199"/>
                <a:gd name="T11" fmla="*/ 0 h 57"/>
                <a:gd name="T12" fmla="*/ 421429 w 199"/>
                <a:gd name="T13" fmla="*/ 0 h 57"/>
                <a:gd name="T14" fmla="*/ 446087 w 199"/>
                <a:gd name="T15" fmla="*/ 24509 h 57"/>
                <a:gd name="T16" fmla="*/ 446087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22" name="Freeform 22"/>
            <p:cNvSpPr/>
            <p:nvPr/>
          </p:nvSpPr>
          <p:spPr bwMode="auto">
            <a:xfrm>
              <a:off x="1227138" y="2987675"/>
              <a:ext cx="446087" cy="127000"/>
            </a:xfrm>
            <a:custGeom>
              <a:avLst/>
              <a:gdLst>
                <a:gd name="T0" fmla="*/ 446087 w 199"/>
                <a:gd name="T1" fmla="*/ 102491 h 57"/>
                <a:gd name="T2" fmla="*/ 421429 w 199"/>
                <a:gd name="T3" fmla="*/ 127000 h 57"/>
                <a:gd name="T4" fmla="*/ 24658 w 199"/>
                <a:gd name="T5" fmla="*/ 127000 h 57"/>
                <a:gd name="T6" fmla="*/ 0 w 199"/>
                <a:gd name="T7" fmla="*/ 102491 h 57"/>
                <a:gd name="T8" fmla="*/ 0 w 199"/>
                <a:gd name="T9" fmla="*/ 24509 h 57"/>
                <a:gd name="T10" fmla="*/ 24658 w 199"/>
                <a:gd name="T11" fmla="*/ 0 h 57"/>
                <a:gd name="T12" fmla="*/ 421429 w 199"/>
                <a:gd name="T13" fmla="*/ 0 h 57"/>
                <a:gd name="T14" fmla="*/ 446087 w 199"/>
                <a:gd name="T15" fmla="*/ 24509 h 57"/>
                <a:gd name="T16" fmla="*/ 446087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23" name="Freeform 23"/>
            <p:cNvSpPr/>
            <p:nvPr/>
          </p:nvSpPr>
          <p:spPr bwMode="auto">
            <a:xfrm>
              <a:off x="1227138" y="3181350"/>
              <a:ext cx="446087" cy="128588"/>
            </a:xfrm>
            <a:custGeom>
              <a:avLst/>
              <a:gdLst>
                <a:gd name="T0" fmla="*/ 446087 w 199"/>
                <a:gd name="T1" fmla="*/ 103773 h 57"/>
                <a:gd name="T2" fmla="*/ 421429 w 199"/>
                <a:gd name="T3" fmla="*/ 128588 h 57"/>
                <a:gd name="T4" fmla="*/ 24658 w 199"/>
                <a:gd name="T5" fmla="*/ 128588 h 57"/>
                <a:gd name="T6" fmla="*/ 0 w 199"/>
                <a:gd name="T7" fmla="*/ 103773 h 57"/>
                <a:gd name="T8" fmla="*/ 0 w 199"/>
                <a:gd name="T9" fmla="*/ 24815 h 57"/>
                <a:gd name="T10" fmla="*/ 24658 w 199"/>
                <a:gd name="T11" fmla="*/ 0 h 57"/>
                <a:gd name="T12" fmla="*/ 421429 w 199"/>
                <a:gd name="T13" fmla="*/ 0 h 57"/>
                <a:gd name="T14" fmla="*/ 446087 w 199"/>
                <a:gd name="T15" fmla="*/ 24815 h 57"/>
                <a:gd name="T16" fmla="*/ 446087 w 199"/>
                <a:gd name="T17" fmla="*/ 103773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24" name="Freeform 24"/>
            <p:cNvSpPr/>
            <p:nvPr/>
          </p:nvSpPr>
          <p:spPr bwMode="auto">
            <a:xfrm>
              <a:off x="1227138" y="3376613"/>
              <a:ext cx="446087" cy="128587"/>
            </a:xfrm>
            <a:custGeom>
              <a:avLst/>
              <a:gdLst>
                <a:gd name="T0" fmla="*/ 446087 w 199"/>
                <a:gd name="T1" fmla="*/ 103772 h 57"/>
                <a:gd name="T2" fmla="*/ 421429 w 199"/>
                <a:gd name="T3" fmla="*/ 128587 h 57"/>
                <a:gd name="T4" fmla="*/ 24658 w 199"/>
                <a:gd name="T5" fmla="*/ 128587 h 57"/>
                <a:gd name="T6" fmla="*/ 0 w 199"/>
                <a:gd name="T7" fmla="*/ 103772 h 57"/>
                <a:gd name="T8" fmla="*/ 0 w 199"/>
                <a:gd name="T9" fmla="*/ 24815 h 57"/>
                <a:gd name="T10" fmla="*/ 24658 w 199"/>
                <a:gd name="T11" fmla="*/ 0 h 57"/>
                <a:gd name="T12" fmla="*/ 421429 w 199"/>
                <a:gd name="T13" fmla="*/ 0 h 57"/>
                <a:gd name="T14" fmla="*/ 446087 w 199"/>
                <a:gd name="T15" fmla="*/ 24815 h 57"/>
                <a:gd name="T16" fmla="*/ 446087 w 199"/>
                <a:gd name="T17" fmla="*/ 103772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25" name="Freeform 25"/>
            <p:cNvSpPr/>
            <p:nvPr/>
          </p:nvSpPr>
          <p:spPr bwMode="auto">
            <a:xfrm>
              <a:off x="1801813" y="1620838"/>
              <a:ext cx="446087" cy="128587"/>
            </a:xfrm>
            <a:custGeom>
              <a:avLst/>
              <a:gdLst>
                <a:gd name="T0" fmla="*/ 446087 w 199"/>
                <a:gd name="T1" fmla="*/ 101516 h 57"/>
                <a:gd name="T2" fmla="*/ 421429 w 199"/>
                <a:gd name="T3" fmla="*/ 128587 h 57"/>
                <a:gd name="T4" fmla="*/ 24658 w 199"/>
                <a:gd name="T5" fmla="*/ 128587 h 57"/>
                <a:gd name="T6" fmla="*/ 0 w 199"/>
                <a:gd name="T7" fmla="*/ 101516 h 57"/>
                <a:gd name="T8" fmla="*/ 0 w 199"/>
                <a:gd name="T9" fmla="*/ 24815 h 57"/>
                <a:gd name="T10" fmla="*/ 24658 w 199"/>
                <a:gd name="T11" fmla="*/ 0 h 57"/>
                <a:gd name="T12" fmla="*/ 421429 w 199"/>
                <a:gd name="T13" fmla="*/ 0 h 57"/>
                <a:gd name="T14" fmla="*/ 446087 w 199"/>
                <a:gd name="T15" fmla="*/ 24815 h 57"/>
                <a:gd name="T16" fmla="*/ 446087 w 199"/>
                <a:gd name="T17" fmla="*/ 101516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5"/>
                  </a:moveTo>
                  <a:cubicBezTo>
                    <a:pt x="199" y="52"/>
                    <a:pt x="194" y="57"/>
                    <a:pt x="188" y="57"/>
                  </a:cubicBezTo>
                  <a:cubicBezTo>
                    <a:pt x="11" y="57"/>
                    <a:pt x="11" y="57"/>
                    <a:pt x="11" y="57"/>
                  </a:cubicBezTo>
                  <a:cubicBezTo>
                    <a:pt x="5" y="57"/>
                    <a:pt x="0" y="52"/>
                    <a:pt x="0" y="45"/>
                  </a:cubicBezTo>
                  <a:cubicBezTo>
                    <a:pt x="0" y="11"/>
                    <a:pt x="0" y="11"/>
                    <a:pt x="0" y="11"/>
                  </a:cubicBezTo>
                  <a:cubicBezTo>
                    <a:pt x="0" y="5"/>
                    <a:pt x="5" y="0"/>
                    <a:pt x="11" y="0"/>
                  </a:cubicBezTo>
                  <a:cubicBezTo>
                    <a:pt x="188" y="0"/>
                    <a:pt x="188" y="0"/>
                    <a:pt x="188" y="0"/>
                  </a:cubicBezTo>
                  <a:cubicBezTo>
                    <a:pt x="194" y="0"/>
                    <a:pt x="199" y="5"/>
                    <a:pt x="199" y="11"/>
                  </a:cubicBezTo>
                  <a:lnTo>
                    <a:pt x="199" y="45"/>
                  </a:lnTo>
                  <a:close/>
                </a:path>
              </a:pathLst>
            </a:custGeom>
            <a:solidFill>
              <a:srgbClr val="C0C0C0">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26" name="Freeform 26"/>
            <p:cNvSpPr/>
            <p:nvPr/>
          </p:nvSpPr>
          <p:spPr bwMode="auto">
            <a:xfrm>
              <a:off x="1801813" y="1816100"/>
              <a:ext cx="446087" cy="128588"/>
            </a:xfrm>
            <a:custGeom>
              <a:avLst/>
              <a:gdLst>
                <a:gd name="T0" fmla="*/ 446087 w 199"/>
                <a:gd name="T1" fmla="*/ 101517 h 57"/>
                <a:gd name="T2" fmla="*/ 421429 w 199"/>
                <a:gd name="T3" fmla="*/ 128588 h 57"/>
                <a:gd name="T4" fmla="*/ 24658 w 199"/>
                <a:gd name="T5" fmla="*/ 128588 h 57"/>
                <a:gd name="T6" fmla="*/ 0 w 199"/>
                <a:gd name="T7" fmla="*/ 101517 h 57"/>
                <a:gd name="T8" fmla="*/ 0 w 199"/>
                <a:gd name="T9" fmla="*/ 24815 h 57"/>
                <a:gd name="T10" fmla="*/ 24658 w 199"/>
                <a:gd name="T11" fmla="*/ 0 h 57"/>
                <a:gd name="T12" fmla="*/ 421429 w 199"/>
                <a:gd name="T13" fmla="*/ 0 h 57"/>
                <a:gd name="T14" fmla="*/ 446087 w 199"/>
                <a:gd name="T15" fmla="*/ 24815 h 57"/>
                <a:gd name="T16" fmla="*/ 446087 w 199"/>
                <a:gd name="T17" fmla="*/ 101517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5"/>
                  </a:moveTo>
                  <a:cubicBezTo>
                    <a:pt x="199" y="52"/>
                    <a:pt x="194" y="57"/>
                    <a:pt x="188" y="57"/>
                  </a:cubicBezTo>
                  <a:cubicBezTo>
                    <a:pt x="11" y="57"/>
                    <a:pt x="11" y="57"/>
                    <a:pt x="11" y="57"/>
                  </a:cubicBezTo>
                  <a:cubicBezTo>
                    <a:pt x="5" y="57"/>
                    <a:pt x="0" y="52"/>
                    <a:pt x="0" y="45"/>
                  </a:cubicBezTo>
                  <a:cubicBezTo>
                    <a:pt x="0" y="11"/>
                    <a:pt x="0" y="11"/>
                    <a:pt x="0" y="11"/>
                  </a:cubicBezTo>
                  <a:cubicBezTo>
                    <a:pt x="0" y="5"/>
                    <a:pt x="5" y="0"/>
                    <a:pt x="11" y="0"/>
                  </a:cubicBezTo>
                  <a:cubicBezTo>
                    <a:pt x="188" y="0"/>
                    <a:pt x="188" y="0"/>
                    <a:pt x="188" y="0"/>
                  </a:cubicBezTo>
                  <a:cubicBezTo>
                    <a:pt x="194" y="0"/>
                    <a:pt x="199" y="5"/>
                    <a:pt x="199" y="11"/>
                  </a:cubicBezTo>
                  <a:lnTo>
                    <a:pt x="199" y="45"/>
                  </a:lnTo>
                  <a:close/>
                </a:path>
              </a:pathLst>
            </a:custGeom>
            <a:solidFill>
              <a:srgbClr val="C0C0C0">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27" name="Freeform 27"/>
            <p:cNvSpPr/>
            <p:nvPr/>
          </p:nvSpPr>
          <p:spPr bwMode="auto">
            <a:xfrm>
              <a:off x="1801813" y="2011363"/>
              <a:ext cx="446087" cy="128587"/>
            </a:xfrm>
            <a:custGeom>
              <a:avLst/>
              <a:gdLst>
                <a:gd name="T0" fmla="*/ 446087 w 199"/>
                <a:gd name="T1" fmla="*/ 103772 h 57"/>
                <a:gd name="T2" fmla="*/ 421429 w 199"/>
                <a:gd name="T3" fmla="*/ 128587 h 57"/>
                <a:gd name="T4" fmla="*/ 24658 w 199"/>
                <a:gd name="T5" fmla="*/ 128587 h 57"/>
                <a:gd name="T6" fmla="*/ 0 w 199"/>
                <a:gd name="T7" fmla="*/ 103772 h 57"/>
                <a:gd name="T8" fmla="*/ 0 w 199"/>
                <a:gd name="T9" fmla="*/ 24815 h 57"/>
                <a:gd name="T10" fmla="*/ 24658 w 199"/>
                <a:gd name="T11" fmla="*/ 0 h 57"/>
                <a:gd name="T12" fmla="*/ 421429 w 199"/>
                <a:gd name="T13" fmla="*/ 0 h 57"/>
                <a:gd name="T14" fmla="*/ 446087 w 199"/>
                <a:gd name="T15" fmla="*/ 24815 h 57"/>
                <a:gd name="T16" fmla="*/ 446087 w 199"/>
                <a:gd name="T17" fmla="*/ 103772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C0C0C0">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28" name="Freeform 28"/>
            <p:cNvSpPr/>
            <p:nvPr/>
          </p:nvSpPr>
          <p:spPr bwMode="auto">
            <a:xfrm>
              <a:off x="1801813" y="2206625"/>
              <a:ext cx="446087" cy="128588"/>
            </a:xfrm>
            <a:custGeom>
              <a:avLst/>
              <a:gdLst>
                <a:gd name="T0" fmla="*/ 446087 w 199"/>
                <a:gd name="T1" fmla="*/ 103773 h 57"/>
                <a:gd name="T2" fmla="*/ 421429 w 199"/>
                <a:gd name="T3" fmla="*/ 128588 h 57"/>
                <a:gd name="T4" fmla="*/ 24658 w 199"/>
                <a:gd name="T5" fmla="*/ 128588 h 57"/>
                <a:gd name="T6" fmla="*/ 0 w 199"/>
                <a:gd name="T7" fmla="*/ 103773 h 57"/>
                <a:gd name="T8" fmla="*/ 0 w 199"/>
                <a:gd name="T9" fmla="*/ 24815 h 57"/>
                <a:gd name="T10" fmla="*/ 24658 w 199"/>
                <a:gd name="T11" fmla="*/ 0 h 57"/>
                <a:gd name="T12" fmla="*/ 421429 w 199"/>
                <a:gd name="T13" fmla="*/ 0 h 57"/>
                <a:gd name="T14" fmla="*/ 446087 w 199"/>
                <a:gd name="T15" fmla="*/ 24815 h 57"/>
                <a:gd name="T16" fmla="*/ 446087 w 199"/>
                <a:gd name="T17" fmla="*/ 103773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C0C0C0">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29" name="Freeform 29"/>
            <p:cNvSpPr/>
            <p:nvPr/>
          </p:nvSpPr>
          <p:spPr bwMode="auto">
            <a:xfrm>
              <a:off x="1801813" y="2401888"/>
              <a:ext cx="446087" cy="127000"/>
            </a:xfrm>
            <a:custGeom>
              <a:avLst/>
              <a:gdLst>
                <a:gd name="T0" fmla="*/ 446087 w 199"/>
                <a:gd name="T1" fmla="*/ 102491 h 57"/>
                <a:gd name="T2" fmla="*/ 421429 w 199"/>
                <a:gd name="T3" fmla="*/ 127000 h 57"/>
                <a:gd name="T4" fmla="*/ 24658 w 199"/>
                <a:gd name="T5" fmla="*/ 127000 h 57"/>
                <a:gd name="T6" fmla="*/ 0 w 199"/>
                <a:gd name="T7" fmla="*/ 102491 h 57"/>
                <a:gd name="T8" fmla="*/ 0 w 199"/>
                <a:gd name="T9" fmla="*/ 24509 h 57"/>
                <a:gd name="T10" fmla="*/ 24658 w 199"/>
                <a:gd name="T11" fmla="*/ 0 h 57"/>
                <a:gd name="T12" fmla="*/ 421429 w 199"/>
                <a:gd name="T13" fmla="*/ 0 h 57"/>
                <a:gd name="T14" fmla="*/ 446087 w 199"/>
                <a:gd name="T15" fmla="*/ 24509 h 57"/>
                <a:gd name="T16" fmla="*/ 446087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C0C0C0">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30" name="Freeform 30"/>
            <p:cNvSpPr/>
            <p:nvPr/>
          </p:nvSpPr>
          <p:spPr bwMode="auto">
            <a:xfrm>
              <a:off x="1801813" y="2597150"/>
              <a:ext cx="446087" cy="127000"/>
            </a:xfrm>
            <a:custGeom>
              <a:avLst/>
              <a:gdLst>
                <a:gd name="T0" fmla="*/ 446087 w 199"/>
                <a:gd name="T1" fmla="*/ 102491 h 57"/>
                <a:gd name="T2" fmla="*/ 421429 w 199"/>
                <a:gd name="T3" fmla="*/ 127000 h 57"/>
                <a:gd name="T4" fmla="*/ 24658 w 199"/>
                <a:gd name="T5" fmla="*/ 127000 h 57"/>
                <a:gd name="T6" fmla="*/ 0 w 199"/>
                <a:gd name="T7" fmla="*/ 102491 h 57"/>
                <a:gd name="T8" fmla="*/ 0 w 199"/>
                <a:gd name="T9" fmla="*/ 24509 h 57"/>
                <a:gd name="T10" fmla="*/ 24658 w 199"/>
                <a:gd name="T11" fmla="*/ 0 h 57"/>
                <a:gd name="T12" fmla="*/ 421429 w 199"/>
                <a:gd name="T13" fmla="*/ 0 h 57"/>
                <a:gd name="T14" fmla="*/ 446087 w 199"/>
                <a:gd name="T15" fmla="*/ 24509 h 57"/>
                <a:gd name="T16" fmla="*/ 446087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31" name="Freeform 31"/>
            <p:cNvSpPr/>
            <p:nvPr/>
          </p:nvSpPr>
          <p:spPr bwMode="auto">
            <a:xfrm>
              <a:off x="1801813" y="2792413"/>
              <a:ext cx="446087" cy="127000"/>
            </a:xfrm>
            <a:custGeom>
              <a:avLst/>
              <a:gdLst>
                <a:gd name="T0" fmla="*/ 446087 w 199"/>
                <a:gd name="T1" fmla="*/ 102491 h 57"/>
                <a:gd name="T2" fmla="*/ 421429 w 199"/>
                <a:gd name="T3" fmla="*/ 127000 h 57"/>
                <a:gd name="T4" fmla="*/ 24658 w 199"/>
                <a:gd name="T5" fmla="*/ 127000 h 57"/>
                <a:gd name="T6" fmla="*/ 0 w 199"/>
                <a:gd name="T7" fmla="*/ 102491 h 57"/>
                <a:gd name="T8" fmla="*/ 0 w 199"/>
                <a:gd name="T9" fmla="*/ 24509 h 57"/>
                <a:gd name="T10" fmla="*/ 24658 w 199"/>
                <a:gd name="T11" fmla="*/ 0 h 57"/>
                <a:gd name="T12" fmla="*/ 421429 w 199"/>
                <a:gd name="T13" fmla="*/ 0 h 57"/>
                <a:gd name="T14" fmla="*/ 446087 w 199"/>
                <a:gd name="T15" fmla="*/ 24509 h 57"/>
                <a:gd name="T16" fmla="*/ 446087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32" name="Freeform 32"/>
            <p:cNvSpPr/>
            <p:nvPr/>
          </p:nvSpPr>
          <p:spPr bwMode="auto">
            <a:xfrm>
              <a:off x="1801813" y="2987675"/>
              <a:ext cx="446087" cy="127000"/>
            </a:xfrm>
            <a:custGeom>
              <a:avLst/>
              <a:gdLst>
                <a:gd name="T0" fmla="*/ 446087 w 199"/>
                <a:gd name="T1" fmla="*/ 102491 h 57"/>
                <a:gd name="T2" fmla="*/ 421429 w 199"/>
                <a:gd name="T3" fmla="*/ 127000 h 57"/>
                <a:gd name="T4" fmla="*/ 24658 w 199"/>
                <a:gd name="T5" fmla="*/ 127000 h 57"/>
                <a:gd name="T6" fmla="*/ 0 w 199"/>
                <a:gd name="T7" fmla="*/ 102491 h 57"/>
                <a:gd name="T8" fmla="*/ 0 w 199"/>
                <a:gd name="T9" fmla="*/ 24509 h 57"/>
                <a:gd name="T10" fmla="*/ 24658 w 199"/>
                <a:gd name="T11" fmla="*/ 0 h 57"/>
                <a:gd name="T12" fmla="*/ 421429 w 199"/>
                <a:gd name="T13" fmla="*/ 0 h 57"/>
                <a:gd name="T14" fmla="*/ 446087 w 199"/>
                <a:gd name="T15" fmla="*/ 24509 h 57"/>
                <a:gd name="T16" fmla="*/ 446087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33" name="Freeform 33"/>
            <p:cNvSpPr/>
            <p:nvPr/>
          </p:nvSpPr>
          <p:spPr bwMode="auto">
            <a:xfrm>
              <a:off x="1801813" y="3181350"/>
              <a:ext cx="446087" cy="128588"/>
            </a:xfrm>
            <a:custGeom>
              <a:avLst/>
              <a:gdLst>
                <a:gd name="T0" fmla="*/ 446087 w 199"/>
                <a:gd name="T1" fmla="*/ 103773 h 57"/>
                <a:gd name="T2" fmla="*/ 421429 w 199"/>
                <a:gd name="T3" fmla="*/ 128588 h 57"/>
                <a:gd name="T4" fmla="*/ 24658 w 199"/>
                <a:gd name="T5" fmla="*/ 128588 h 57"/>
                <a:gd name="T6" fmla="*/ 0 w 199"/>
                <a:gd name="T7" fmla="*/ 103773 h 57"/>
                <a:gd name="T8" fmla="*/ 0 w 199"/>
                <a:gd name="T9" fmla="*/ 24815 h 57"/>
                <a:gd name="T10" fmla="*/ 24658 w 199"/>
                <a:gd name="T11" fmla="*/ 0 h 57"/>
                <a:gd name="T12" fmla="*/ 421429 w 199"/>
                <a:gd name="T13" fmla="*/ 0 h 57"/>
                <a:gd name="T14" fmla="*/ 446087 w 199"/>
                <a:gd name="T15" fmla="*/ 24815 h 57"/>
                <a:gd name="T16" fmla="*/ 446087 w 199"/>
                <a:gd name="T17" fmla="*/ 103773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34" name="Freeform 34"/>
            <p:cNvSpPr/>
            <p:nvPr/>
          </p:nvSpPr>
          <p:spPr bwMode="auto">
            <a:xfrm>
              <a:off x="1801813" y="3376613"/>
              <a:ext cx="446087" cy="128587"/>
            </a:xfrm>
            <a:custGeom>
              <a:avLst/>
              <a:gdLst>
                <a:gd name="T0" fmla="*/ 446087 w 199"/>
                <a:gd name="T1" fmla="*/ 103772 h 57"/>
                <a:gd name="T2" fmla="*/ 421429 w 199"/>
                <a:gd name="T3" fmla="*/ 128587 h 57"/>
                <a:gd name="T4" fmla="*/ 24658 w 199"/>
                <a:gd name="T5" fmla="*/ 128587 h 57"/>
                <a:gd name="T6" fmla="*/ 0 w 199"/>
                <a:gd name="T7" fmla="*/ 103772 h 57"/>
                <a:gd name="T8" fmla="*/ 0 w 199"/>
                <a:gd name="T9" fmla="*/ 24815 h 57"/>
                <a:gd name="T10" fmla="*/ 24658 w 199"/>
                <a:gd name="T11" fmla="*/ 0 h 57"/>
                <a:gd name="T12" fmla="*/ 421429 w 199"/>
                <a:gd name="T13" fmla="*/ 0 h 57"/>
                <a:gd name="T14" fmla="*/ 446087 w 199"/>
                <a:gd name="T15" fmla="*/ 24815 h 57"/>
                <a:gd name="T16" fmla="*/ 446087 w 199"/>
                <a:gd name="T17" fmla="*/ 103772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35" name="Freeform 35"/>
            <p:cNvSpPr/>
            <p:nvPr/>
          </p:nvSpPr>
          <p:spPr bwMode="auto">
            <a:xfrm>
              <a:off x="2374900" y="1620838"/>
              <a:ext cx="446088" cy="128587"/>
            </a:xfrm>
            <a:custGeom>
              <a:avLst/>
              <a:gdLst>
                <a:gd name="T0" fmla="*/ 446088 w 199"/>
                <a:gd name="T1" fmla="*/ 101516 h 57"/>
                <a:gd name="T2" fmla="*/ 421430 w 199"/>
                <a:gd name="T3" fmla="*/ 128587 h 57"/>
                <a:gd name="T4" fmla="*/ 24658 w 199"/>
                <a:gd name="T5" fmla="*/ 128587 h 57"/>
                <a:gd name="T6" fmla="*/ 0 w 199"/>
                <a:gd name="T7" fmla="*/ 101516 h 57"/>
                <a:gd name="T8" fmla="*/ 0 w 199"/>
                <a:gd name="T9" fmla="*/ 24815 h 57"/>
                <a:gd name="T10" fmla="*/ 24658 w 199"/>
                <a:gd name="T11" fmla="*/ 0 h 57"/>
                <a:gd name="T12" fmla="*/ 421430 w 199"/>
                <a:gd name="T13" fmla="*/ 0 h 57"/>
                <a:gd name="T14" fmla="*/ 446088 w 199"/>
                <a:gd name="T15" fmla="*/ 24815 h 57"/>
                <a:gd name="T16" fmla="*/ 446088 w 199"/>
                <a:gd name="T17" fmla="*/ 101516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5"/>
                  </a:moveTo>
                  <a:cubicBezTo>
                    <a:pt x="199" y="52"/>
                    <a:pt x="194" y="57"/>
                    <a:pt x="188" y="57"/>
                  </a:cubicBezTo>
                  <a:cubicBezTo>
                    <a:pt x="11" y="57"/>
                    <a:pt x="11" y="57"/>
                    <a:pt x="11" y="57"/>
                  </a:cubicBezTo>
                  <a:cubicBezTo>
                    <a:pt x="5" y="57"/>
                    <a:pt x="0" y="52"/>
                    <a:pt x="0" y="45"/>
                  </a:cubicBezTo>
                  <a:cubicBezTo>
                    <a:pt x="0" y="11"/>
                    <a:pt x="0" y="11"/>
                    <a:pt x="0" y="11"/>
                  </a:cubicBezTo>
                  <a:cubicBezTo>
                    <a:pt x="0" y="5"/>
                    <a:pt x="5" y="0"/>
                    <a:pt x="11" y="0"/>
                  </a:cubicBezTo>
                  <a:cubicBezTo>
                    <a:pt x="188" y="0"/>
                    <a:pt x="188" y="0"/>
                    <a:pt x="188" y="0"/>
                  </a:cubicBezTo>
                  <a:cubicBezTo>
                    <a:pt x="194" y="0"/>
                    <a:pt x="199" y="5"/>
                    <a:pt x="199" y="11"/>
                  </a:cubicBezTo>
                  <a:lnTo>
                    <a:pt x="199" y="45"/>
                  </a:lnTo>
                  <a:close/>
                </a:path>
              </a:pathLst>
            </a:custGeom>
            <a:solidFill>
              <a:srgbClr val="C0C0C0">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36" name="Freeform 36"/>
            <p:cNvSpPr/>
            <p:nvPr/>
          </p:nvSpPr>
          <p:spPr bwMode="auto">
            <a:xfrm>
              <a:off x="2374900" y="1816100"/>
              <a:ext cx="446088" cy="128588"/>
            </a:xfrm>
            <a:custGeom>
              <a:avLst/>
              <a:gdLst>
                <a:gd name="T0" fmla="*/ 446088 w 199"/>
                <a:gd name="T1" fmla="*/ 101517 h 57"/>
                <a:gd name="T2" fmla="*/ 421430 w 199"/>
                <a:gd name="T3" fmla="*/ 128588 h 57"/>
                <a:gd name="T4" fmla="*/ 24658 w 199"/>
                <a:gd name="T5" fmla="*/ 128588 h 57"/>
                <a:gd name="T6" fmla="*/ 0 w 199"/>
                <a:gd name="T7" fmla="*/ 101517 h 57"/>
                <a:gd name="T8" fmla="*/ 0 w 199"/>
                <a:gd name="T9" fmla="*/ 24815 h 57"/>
                <a:gd name="T10" fmla="*/ 24658 w 199"/>
                <a:gd name="T11" fmla="*/ 0 h 57"/>
                <a:gd name="T12" fmla="*/ 421430 w 199"/>
                <a:gd name="T13" fmla="*/ 0 h 57"/>
                <a:gd name="T14" fmla="*/ 446088 w 199"/>
                <a:gd name="T15" fmla="*/ 24815 h 57"/>
                <a:gd name="T16" fmla="*/ 446088 w 199"/>
                <a:gd name="T17" fmla="*/ 101517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5"/>
                  </a:moveTo>
                  <a:cubicBezTo>
                    <a:pt x="199" y="52"/>
                    <a:pt x="194" y="57"/>
                    <a:pt x="188" y="57"/>
                  </a:cubicBezTo>
                  <a:cubicBezTo>
                    <a:pt x="11" y="57"/>
                    <a:pt x="11" y="57"/>
                    <a:pt x="11" y="57"/>
                  </a:cubicBezTo>
                  <a:cubicBezTo>
                    <a:pt x="5" y="57"/>
                    <a:pt x="0" y="52"/>
                    <a:pt x="0" y="45"/>
                  </a:cubicBezTo>
                  <a:cubicBezTo>
                    <a:pt x="0" y="11"/>
                    <a:pt x="0" y="11"/>
                    <a:pt x="0" y="11"/>
                  </a:cubicBezTo>
                  <a:cubicBezTo>
                    <a:pt x="0" y="5"/>
                    <a:pt x="5" y="0"/>
                    <a:pt x="11" y="0"/>
                  </a:cubicBezTo>
                  <a:cubicBezTo>
                    <a:pt x="188" y="0"/>
                    <a:pt x="188" y="0"/>
                    <a:pt x="188" y="0"/>
                  </a:cubicBezTo>
                  <a:cubicBezTo>
                    <a:pt x="194" y="0"/>
                    <a:pt x="199" y="5"/>
                    <a:pt x="199" y="11"/>
                  </a:cubicBezTo>
                  <a:lnTo>
                    <a:pt x="199" y="45"/>
                  </a:lnTo>
                  <a:close/>
                </a:path>
              </a:pathLst>
            </a:custGeom>
            <a:solidFill>
              <a:srgbClr val="C0C0C0">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37" name="Freeform 37"/>
            <p:cNvSpPr/>
            <p:nvPr/>
          </p:nvSpPr>
          <p:spPr bwMode="auto">
            <a:xfrm>
              <a:off x="2374900" y="2011363"/>
              <a:ext cx="446088" cy="128587"/>
            </a:xfrm>
            <a:custGeom>
              <a:avLst/>
              <a:gdLst>
                <a:gd name="T0" fmla="*/ 446088 w 199"/>
                <a:gd name="T1" fmla="*/ 103772 h 57"/>
                <a:gd name="T2" fmla="*/ 421430 w 199"/>
                <a:gd name="T3" fmla="*/ 128587 h 57"/>
                <a:gd name="T4" fmla="*/ 24658 w 199"/>
                <a:gd name="T5" fmla="*/ 128587 h 57"/>
                <a:gd name="T6" fmla="*/ 0 w 199"/>
                <a:gd name="T7" fmla="*/ 103772 h 57"/>
                <a:gd name="T8" fmla="*/ 0 w 199"/>
                <a:gd name="T9" fmla="*/ 24815 h 57"/>
                <a:gd name="T10" fmla="*/ 24658 w 199"/>
                <a:gd name="T11" fmla="*/ 0 h 57"/>
                <a:gd name="T12" fmla="*/ 421430 w 199"/>
                <a:gd name="T13" fmla="*/ 0 h 57"/>
                <a:gd name="T14" fmla="*/ 446088 w 199"/>
                <a:gd name="T15" fmla="*/ 24815 h 57"/>
                <a:gd name="T16" fmla="*/ 446088 w 199"/>
                <a:gd name="T17" fmla="*/ 103772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C0C0C0">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38" name="Freeform 38"/>
            <p:cNvSpPr/>
            <p:nvPr/>
          </p:nvSpPr>
          <p:spPr bwMode="auto">
            <a:xfrm>
              <a:off x="2374900" y="2206625"/>
              <a:ext cx="446088" cy="128588"/>
            </a:xfrm>
            <a:custGeom>
              <a:avLst/>
              <a:gdLst>
                <a:gd name="T0" fmla="*/ 446088 w 199"/>
                <a:gd name="T1" fmla="*/ 103773 h 57"/>
                <a:gd name="T2" fmla="*/ 421430 w 199"/>
                <a:gd name="T3" fmla="*/ 128588 h 57"/>
                <a:gd name="T4" fmla="*/ 24658 w 199"/>
                <a:gd name="T5" fmla="*/ 128588 h 57"/>
                <a:gd name="T6" fmla="*/ 0 w 199"/>
                <a:gd name="T7" fmla="*/ 103773 h 57"/>
                <a:gd name="T8" fmla="*/ 0 w 199"/>
                <a:gd name="T9" fmla="*/ 24815 h 57"/>
                <a:gd name="T10" fmla="*/ 24658 w 199"/>
                <a:gd name="T11" fmla="*/ 0 h 57"/>
                <a:gd name="T12" fmla="*/ 421430 w 199"/>
                <a:gd name="T13" fmla="*/ 0 h 57"/>
                <a:gd name="T14" fmla="*/ 446088 w 199"/>
                <a:gd name="T15" fmla="*/ 24815 h 57"/>
                <a:gd name="T16" fmla="*/ 446088 w 199"/>
                <a:gd name="T17" fmla="*/ 103773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39" name="Freeform 39"/>
            <p:cNvSpPr/>
            <p:nvPr/>
          </p:nvSpPr>
          <p:spPr bwMode="auto">
            <a:xfrm>
              <a:off x="2374900" y="2401888"/>
              <a:ext cx="446088" cy="127000"/>
            </a:xfrm>
            <a:custGeom>
              <a:avLst/>
              <a:gdLst>
                <a:gd name="T0" fmla="*/ 446088 w 199"/>
                <a:gd name="T1" fmla="*/ 102491 h 57"/>
                <a:gd name="T2" fmla="*/ 421430 w 199"/>
                <a:gd name="T3" fmla="*/ 127000 h 57"/>
                <a:gd name="T4" fmla="*/ 24658 w 199"/>
                <a:gd name="T5" fmla="*/ 127000 h 57"/>
                <a:gd name="T6" fmla="*/ 0 w 199"/>
                <a:gd name="T7" fmla="*/ 102491 h 57"/>
                <a:gd name="T8" fmla="*/ 0 w 199"/>
                <a:gd name="T9" fmla="*/ 24509 h 57"/>
                <a:gd name="T10" fmla="*/ 24658 w 199"/>
                <a:gd name="T11" fmla="*/ 0 h 57"/>
                <a:gd name="T12" fmla="*/ 421430 w 199"/>
                <a:gd name="T13" fmla="*/ 0 h 57"/>
                <a:gd name="T14" fmla="*/ 446088 w 199"/>
                <a:gd name="T15" fmla="*/ 24509 h 57"/>
                <a:gd name="T16" fmla="*/ 446088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40" name="Freeform 40"/>
            <p:cNvSpPr/>
            <p:nvPr/>
          </p:nvSpPr>
          <p:spPr bwMode="auto">
            <a:xfrm>
              <a:off x="2374900" y="2597150"/>
              <a:ext cx="446088" cy="127000"/>
            </a:xfrm>
            <a:custGeom>
              <a:avLst/>
              <a:gdLst>
                <a:gd name="T0" fmla="*/ 446088 w 199"/>
                <a:gd name="T1" fmla="*/ 102491 h 57"/>
                <a:gd name="T2" fmla="*/ 421430 w 199"/>
                <a:gd name="T3" fmla="*/ 127000 h 57"/>
                <a:gd name="T4" fmla="*/ 24658 w 199"/>
                <a:gd name="T5" fmla="*/ 127000 h 57"/>
                <a:gd name="T6" fmla="*/ 0 w 199"/>
                <a:gd name="T7" fmla="*/ 102491 h 57"/>
                <a:gd name="T8" fmla="*/ 0 w 199"/>
                <a:gd name="T9" fmla="*/ 24509 h 57"/>
                <a:gd name="T10" fmla="*/ 24658 w 199"/>
                <a:gd name="T11" fmla="*/ 0 h 57"/>
                <a:gd name="T12" fmla="*/ 421430 w 199"/>
                <a:gd name="T13" fmla="*/ 0 h 57"/>
                <a:gd name="T14" fmla="*/ 446088 w 199"/>
                <a:gd name="T15" fmla="*/ 24509 h 57"/>
                <a:gd name="T16" fmla="*/ 446088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41" name="Freeform 41"/>
            <p:cNvSpPr/>
            <p:nvPr/>
          </p:nvSpPr>
          <p:spPr bwMode="auto">
            <a:xfrm>
              <a:off x="2374900" y="2792413"/>
              <a:ext cx="446088" cy="127000"/>
            </a:xfrm>
            <a:custGeom>
              <a:avLst/>
              <a:gdLst>
                <a:gd name="T0" fmla="*/ 446088 w 199"/>
                <a:gd name="T1" fmla="*/ 102491 h 57"/>
                <a:gd name="T2" fmla="*/ 421430 w 199"/>
                <a:gd name="T3" fmla="*/ 127000 h 57"/>
                <a:gd name="T4" fmla="*/ 24658 w 199"/>
                <a:gd name="T5" fmla="*/ 127000 h 57"/>
                <a:gd name="T6" fmla="*/ 0 w 199"/>
                <a:gd name="T7" fmla="*/ 102491 h 57"/>
                <a:gd name="T8" fmla="*/ 0 w 199"/>
                <a:gd name="T9" fmla="*/ 24509 h 57"/>
                <a:gd name="T10" fmla="*/ 24658 w 199"/>
                <a:gd name="T11" fmla="*/ 0 h 57"/>
                <a:gd name="T12" fmla="*/ 421430 w 199"/>
                <a:gd name="T13" fmla="*/ 0 h 57"/>
                <a:gd name="T14" fmla="*/ 446088 w 199"/>
                <a:gd name="T15" fmla="*/ 24509 h 57"/>
                <a:gd name="T16" fmla="*/ 446088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42" name="Freeform 42"/>
            <p:cNvSpPr/>
            <p:nvPr/>
          </p:nvSpPr>
          <p:spPr bwMode="auto">
            <a:xfrm>
              <a:off x="2374900" y="2987675"/>
              <a:ext cx="446088" cy="127000"/>
            </a:xfrm>
            <a:custGeom>
              <a:avLst/>
              <a:gdLst>
                <a:gd name="T0" fmla="*/ 446088 w 199"/>
                <a:gd name="T1" fmla="*/ 102491 h 57"/>
                <a:gd name="T2" fmla="*/ 421430 w 199"/>
                <a:gd name="T3" fmla="*/ 127000 h 57"/>
                <a:gd name="T4" fmla="*/ 24658 w 199"/>
                <a:gd name="T5" fmla="*/ 127000 h 57"/>
                <a:gd name="T6" fmla="*/ 0 w 199"/>
                <a:gd name="T7" fmla="*/ 102491 h 57"/>
                <a:gd name="T8" fmla="*/ 0 w 199"/>
                <a:gd name="T9" fmla="*/ 24509 h 57"/>
                <a:gd name="T10" fmla="*/ 24658 w 199"/>
                <a:gd name="T11" fmla="*/ 0 h 57"/>
                <a:gd name="T12" fmla="*/ 421430 w 199"/>
                <a:gd name="T13" fmla="*/ 0 h 57"/>
                <a:gd name="T14" fmla="*/ 446088 w 199"/>
                <a:gd name="T15" fmla="*/ 24509 h 57"/>
                <a:gd name="T16" fmla="*/ 446088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43" name="Freeform 43"/>
            <p:cNvSpPr/>
            <p:nvPr/>
          </p:nvSpPr>
          <p:spPr bwMode="auto">
            <a:xfrm>
              <a:off x="2374900" y="3181350"/>
              <a:ext cx="446088" cy="128588"/>
            </a:xfrm>
            <a:custGeom>
              <a:avLst/>
              <a:gdLst>
                <a:gd name="T0" fmla="*/ 446088 w 199"/>
                <a:gd name="T1" fmla="*/ 103773 h 57"/>
                <a:gd name="T2" fmla="*/ 421430 w 199"/>
                <a:gd name="T3" fmla="*/ 128588 h 57"/>
                <a:gd name="T4" fmla="*/ 24658 w 199"/>
                <a:gd name="T5" fmla="*/ 128588 h 57"/>
                <a:gd name="T6" fmla="*/ 0 w 199"/>
                <a:gd name="T7" fmla="*/ 103773 h 57"/>
                <a:gd name="T8" fmla="*/ 0 w 199"/>
                <a:gd name="T9" fmla="*/ 24815 h 57"/>
                <a:gd name="T10" fmla="*/ 24658 w 199"/>
                <a:gd name="T11" fmla="*/ 0 h 57"/>
                <a:gd name="T12" fmla="*/ 421430 w 199"/>
                <a:gd name="T13" fmla="*/ 0 h 57"/>
                <a:gd name="T14" fmla="*/ 446088 w 199"/>
                <a:gd name="T15" fmla="*/ 24815 h 57"/>
                <a:gd name="T16" fmla="*/ 446088 w 199"/>
                <a:gd name="T17" fmla="*/ 103773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44" name="Freeform 44"/>
            <p:cNvSpPr/>
            <p:nvPr/>
          </p:nvSpPr>
          <p:spPr bwMode="auto">
            <a:xfrm>
              <a:off x="2374900" y="3376613"/>
              <a:ext cx="446088" cy="128587"/>
            </a:xfrm>
            <a:custGeom>
              <a:avLst/>
              <a:gdLst>
                <a:gd name="T0" fmla="*/ 446088 w 199"/>
                <a:gd name="T1" fmla="*/ 103772 h 57"/>
                <a:gd name="T2" fmla="*/ 421430 w 199"/>
                <a:gd name="T3" fmla="*/ 128587 h 57"/>
                <a:gd name="T4" fmla="*/ 24658 w 199"/>
                <a:gd name="T5" fmla="*/ 128587 h 57"/>
                <a:gd name="T6" fmla="*/ 0 w 199"/>
                <a:gd name="T7" fmla="*/ 103772 h 57"/>
                <a:gd name="T8" fmla="*/ 0 w 199"/>
                <a:gd name="T9" fmla="*/ 24815 h 57"/>
                <a:gd name="T10" fmla="*/ 24658 w 199"/>
                <a:gd name="T11" fmla="*/ 0 h 57"/>
                <a:gd name="T12" fmla="*/ 421430 w 199"/>
                <a:gd name="T13" fmla="*/ 0 h 57"/>
                <a:gd name="T14" fmla="*/ 446088 w 199"/>
                <a:gd name="T15" fmla="*/ 24815 h 57"/>
                <a:gd name="T16" fmla="*/ 446088 w 199"/>
                <a:gd name="T17" fmla="*/ 103772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45" name="Freeform 45"/>
            <p:cNvSpPr/>
            <p:nvPr/>
          </p:nvSpPr>
          <p:spPr bwMode="auto">
            <a:xfrm>
              <a:off x="2949575" y="1620838"/>
              <a:ext cx="446088" cy="128587"/>
            </a:xfrm>
            <a:custGeom>
              <a:avLst/>
              <a:gdLst>
                <a:gd name="T0" fmla="*/ 446088 w 199"/>
                <a:gd name="T1" fmla="*/ 101516 h 57"/>
                <a:gd name="T2" fmla="*/ 421430 w 199"/>
                <a:gd name="T3" fmla="*/ 128587 h 57"/>
                <a:gd name="T4" fmla="*/ 24658 w 199"/>
                <a:gd name="T5" fmla="*/ 128587 h 57"/>
                <a:gd name="T6" fmla="*/ 0 w 199"/>
                <a:gd name="T7" fmla="*/ 101516 h 57"/>
                <a:gd name="T8" fmla="*/ 0 w 199"/>
                <a:gd name="T9" fmla="*/ 24815 h 57"/>
                <a:gd name="T10" fmla="*/ 24658 w 199"/>
                <a:gd name="T11" fmla="*/ 0 h 57"/>
                <a:gd name="T12" fmla="*/ 421430 w 199"/>
                <a:gd name="T13" fmla="*/ 0 h 57"/>
                <a:gd name="T14" fmla="*/ 446088 w 199"/>
                <a:gd name="T15" fmla="*/ 24815 h 57"/>
                <a:gd name="T16" fmla="*/ 446088 w 199"/>
                <a:gd name="T17" fmla="*/ 101516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5"/>
                  </a:moveTo>
                  <a:cubicBezTo>
                    <a:pt x="199" y="52"/>
                    <a:pt x="194" y="57"/>
                    <a:pt x="188" y="57"/>
                  </a:cubicBezTo>
                  <a:cubicBezTo>
                    <a:pt x="11" y="57"/>
                    <a:pt x="11" y="57"/>
                    <a:pt x="11" y="57"/>
                  </a:cubicBezTo>
                  <a:cubicBezTo>
                    <a:pt x="5" y="57"/>
                    <a:pt x="0" y="52"/>
                    <a:pt x="0" y="45"/>
                  </a:cubicBezTo>
                  <a:cubicBezTo>
                    <a:pt x="0" y="11"/>
                    <a:pt x="0" y="11"/>
                    <a:pt x="0" y="11"/>
                  </a:cubicBezTo>
                  <a:cubicBezTo>
                    <a:pt x="0" y="5"/>
                    <a:pt x="5" y="0"/>
                    <a:pt x="11" y="0"/>
                  </a:cubicBezTo>
                  <a:cubicBezTo>
                    <a:pt x="188" y="0"/>
                    <a:pt x="188" y="0"/>
                    <a:pt x="188" y="0"/>
                  </a:cubicBezTo>
                  <a:cubicBezTo>
                    <a:pt x="194" y="0"/>
                    <a:pt x="199" y="5"/>
                    <a:pt x="199" y="11"/>
                  </a:cubicBezTo>
                  <a:lnTo>
                    <a:pt x="199" y="45"/>
                  </a:lnTo>
                  <a:close/>
                </a:path>
              </a:pathLst>
            </a:custGeom>
            <a:solidFill>
              <a:srgbClr val="C0C0C0">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46" name="Freeform 46"/>
            <p:cNvSpPr/>
            <p:nvPr/>
          </p:nvSpPr>
          <p:spPr bwMode="auto">
            <a:xfrm>
              <a:off x="2949575" y="1816100"/>
              <a:ext cx="446088" cy="128588"/>
            </a:xfrm>
            <a:custGeom>
              <a:avLst/>
              <a:gdLst>
                <a:gd name="T0" fmla="*/ 446088 w 199"/>
                <a:gd name="T1" fmla="*/ 101517 h 57"/>
                <a:gd name="T2" fmla="*/ 421430 w 199"/>
                <a:gd name="T3" fmla="*/ 128588 h 57"/>
                <a:gd name="T4" fmla="*/ 24658 w 199"/>
                <a:gd name="T5" fmla="*/ 128588 h 57"/>
                <a:gd name="T6" fmla="*/ 0 w 199"/>
                <a:gd name="T7" fmla="*/ 101517 h 57"/>
                <a:gd name="T8" fmla="*/ 0 w 199"/>
                <a:gd name="T9" fmla="*/ 24815 h 57"/>
                <a:gd name="T10" fmla="*/ 24658 w 199"/>
                <a:gd name="T11" fmla="*/ 0 h 57"/>
                <a:gd name="T12" fmla="*/ 421430 w 199"/>
                <a:gd name="T13" fmla="*/ 0 h 57"/>
                <a:gd name="T14" fmla="*/ 446088 w 199"/>
                <a:gd name="T15" fmla="*/ 24815 h 57"/>
                <a:gd name="T16" fmla="*/ 446088 w 199"/>
                <a:gd name="T17" fmla="*/ 101517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5"/>
                  </a:moveTo>
                  <a:cubicBezTo>
                    <a:pt x="199" y="52"/>
                    <a:pt x="194" y="57"/>
                    <a:pt x="188" y="57"/>
                  </a:cubicBezTo>
                  <a:cubicBezTo>
                    <a:pt x="11" y="57"/>
                    <a:pt x="11" y="57"/>
                    <a:pt x="11" y="57"/>
                  </a:cubicBezTo>
                  <a:cubicBezTo>
                    <a:pt x="5" y="57"/>
                    <a:pt x="0" y="52"/>
                    <a:pt x="0" y="45"/>
                  </a:cubicBezTo>
                  <a:cubicBezTo>
                    <a:pt x="0" y="11"/>
                    <a:pt x="0" y="11"/>
                    <a:pt x="0" y="11"/>
                  </a:cubicBezTo>
                  <a:cubicBezTo>
                    <a:pt x="0" y="5"/>
                    <a:pt x="5" y="0"/>
                    <a:pt x="11" y="0"/>
                  </a:cubicBezTo>
                  <a:cubicBezTo>
                    <a:pt x="188" y="0"/>
                    <a:pt x="188" y="0"/>
                    <a:pt x="188" y="0"/>
                  </a:cubicBezTo>
                  <a:cubicBezTo>
                    <a:pt x="194" y="0"/>
                    <a:pt x="199" y="5"/>
                    <a:pt x="199" y="11"/>
                  </a:cubicBezTo>
                  <a:lnTo>
                    <a:pt x="199" y="45"/>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47" name="Freeform 47"/>
            <p:cNvSpPr/>
            <p:nvPr/>
          </p:nvSpPr>
          <p:spPr bwMode="auto">
            <a:xfrm>
              <a:off x="2949575" y="2011363"/>
              <a:ext cx="446088" cy="128587"/>
            </a:xfrm>
            <a:custGeom>
              <a:avLst/>
              <a:gdLst>
                <a:gd name="T0" fmla="*/ 446088 w 199"/>
                <a:gd name="T1" fmla="*/ 103772 h 57"/>
                <a:gd name="T2" fmla="*/ 421430 w 199"/>
                <a:gd name="T3" fmla="*/ 128587 h 57"/>
                <a:gd name="T4" fmla="*/ 24658 w 199"/>
                <a:gd name="T5" fmla="*/ 128587 h 57"/>
                <a:gd name="T6" fmla="*/ 0 w 199"/>
                <a:gd name="T7" fmla="*/ 103772 h 57"/>
                <a:gd name="T8" fmla="*/ 0 w 199"/>
                <a:gd name="T9" fmla="*/ 24815 h 57"/>
                <a:gd name="T10" fmla="*/ 24658 w 199"/>
                <a:gd name="T11" fmla="*/ 0 h 57"/>
                <a:gd name="T12" fmla="*/ 421430 w 199"/>
                <a:gd name="T13" fmla="*/ 0 h 57"/>
                <a:gd name="T14" fmla="*/ 446088 w 199"/>
                <a:gd name="T15" fmla="*/ 24815 h 57"/>
                <a:gd name="T16" fmla="*/ 446088 w 199"/>
                <a:gd name="T17" fmla="*/ 103772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48" name="Freeform 48"/>
            <p:cNvSpPr/>
            <p:nvPr/>
          </p:nvSpPr>
          <p:spPr bwMode="auto">
            <a:xfrm>
              <a:off x="2949575" y="2206625"/>
              <a:ext cx="446088" cy="128588"/>
            </a:xfrm>
            <a:custGeom>
              <a:avLst/>
              <a:gdLst>
                <a:gd name="T0" fmla="*/ 446088 w 199"/>
                <a:gd name="T1" fmla="*/ 103773 h 57"/>
                <a:gd name="T2" fmla="*/ 421430 w 199"/>
                <a:gd name="T3" fmla="*/ 128588 h 57"/>
                <a:gd name="T4" fmla="*/ 24658 w 199"/>
                <a:gd name="T5" fmla="*/ 128588 h 57"/>
                <a:gd name="T6" fmla="*/ 0 w 199"/>
                <a:gd name="T7" fmla="*/ 103773 h 57"/>
                <a:gd name="T8" fmla="*/ 0 w 199"/>
                <a:gd name="T9" fmla="*/ 24815 h 57"/>
                <a:gd name="T10" fmla="*/ 24658 w 199"/>
                <a:gd name="T11" fmla="*/ 0 h 57"/>
                <a:gd name="T12" fmla="*/ 421430 w 199"/>
                <a:gd name="T13" fmla="*/ 0 h 57"/>
                <a:gd name="T14" fmla="*/ 446088 w 199"/>
                <a:gd name="T15" fmla="*/ 24815 h 57"/>
                <a:gd name="T16" fmla="*/ 446088 w 199"/>
                <a:gd name="T17" fmla="*/ 103773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49" name="Freeform 49"/>
            <p:cNvSpPr/>
            <p:nvPr/>
          </p:nvSpPr>
          <p:spPr bwMode="auto">
            <a:xfrm>
              <a:off x="2949575" y="2401888"/>
              <a:ext cx="446088" cy="127000"/>
            </a:xfrm>
            <a:custGeom>
              <a:avLst/>
              <a:gdLst>
                <a:gd name="T0" fmla="*/ 446088 w 199"/>
                <a:gd name="T1" fmla="*/ 102491 h 57"/>
                <a:gd name="T2" fmla="*/ 421430 w 199"/>
                <a:gd name="T3" fmla="*/ 127000 h 57"/>
                <a:gd name="T4" fmla="*/ 24658 w 199"/>
                <a:gd name="T5" fmla="*/ 127000 h 57"/>
                <a:gd name="T6" fmla="*/ 0 w 199"/>
                <a:gd name="T7" fmla="*/ 102491 h 57"/>
                <a:gd name="T8" fmla="*/ 0 w 199"/>
                <a:gd name="T9" fmla="*/ 24509 h 57"/>
                <a:gd name="T10" fmla="*/ 24658 w 199"/>
                <a:gd name="T11" fmla="*/ 0 h 57"/>
                <a:gd name="T12" fmla="*/ 421430 w 199"/>
                <a:gd name="T13" fmla="*/ 0 h 57"/>
                <a:gd name="T14" fmla="*/ 446088 w 199"/>
                <a:gd name="T15" fmla="*/ 24509 h 57"/>
                <a:gd name="T16" fmla="*/ 446088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50" name="Freeform 50"/>
            <p:cNvSpPr/>
            <p:nvPr/>
          </p:nvSpPr>
          <p:spPr bwMode="auto">
            <a:xfrm>
              <a:off x="2949575" y="2597150"/>
              <a:ext cx="446088" cy="127000"/>
            </a:xfrm>
            <a:custGeom>
              <a:avLst/>
              <a:gdLst>
                <a:gd name="T0" fmla="*/ 446088 w 199"/>
                <a:gd name="T1" fmla="*/ 102491 h 57"/>
                <a:gd name="T2" fmla="*/ 421430 w 199"/>
                <a:gd name="T3" fmla="*/ 127000 h 57"/>
                <a:gd name="T4" fmla="*/ 24658 w 199"/>
                <a:gd name="T5" fmla="*/ 127000 h 57"/>
                <a:gd name="T6" fmla="*/ 0 w 199"/>
                <a:gd name="T7" fmla="*/ 102491 h 57"/>
                <a:gd name="T8" fmla="*/ 0 w 199"/>
                <a:gd name="T9" fmla="*/ 24509 h 57"/>
                <a:gd name="T10" fmla="*/ 24658 w 199"/>
                <a:gd name="T11" fmla="*/ 0 h 57"/>
                <a:gd name="T12" fmla="*/ 421430 w 199"/>
                <a:gd name="T13" fmla="*/ 0 h 57"/>
                <a:gd name="T14" fmla="*/ 446088 w 199"/>
                <a:gd name="T15" fmla="*/ 24509 h 57"/>
                <a:gd name="T16" fmla="*/ 446088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51" name="Freeform 51"/>
            <p:cNvSpPr/>
            <p:nvPr/>
          </p:nvSpPr>
          <p:spPr bwMode="auto">
            <a:xfrm>
              <a:off x="2949575" y="2792413"/>
              <a:ext cx="446088" cy="127000"/>
            </a:xfrm>
            <a:custGeom>
              <a:avLst/>
              <a:gdLst>
                <a:gd name="T0" fmla="*/ 446088 w 199"/>
                <a:gd name="T1" fmla="*/ 102491 h 57"/>
                <a:gd name="T2" fmla="*/ 421430 w 199"/>
                <a:gd name="T3" fmla="*/ 127000 h 57"/>
                <a:gd name="T4" fmla="*/ 24658 w 199"/>
                <a:gd name="T5" fmla="*/ 127000 h 57"/>
                <a:gd name="T6" fmla="*/ 0 w 199"/>
                <a:gd name="T7" fmla="*/ 102491 h 57"/>
                <a:gd name="T8" fmla="*/ 0 w 199"/>
                <a:gd name="T9" fmla="*/ 24509 h 57"/>
                <a:gd name="T10" fmla="*/ 24658 w 199"/>
                <a:gd name="T11" fmla="*/ 0 h 57"/>
                <a:gd name="T12" fmla="*/ 421430 w 199"/>
                <a:gd name="T13" fmla="*/ 0 h 57"/>
                <a:gd name="T14" fmla="*/ 446088 w 199"/>
                <a:gd name="T15" fmla="*/ 24509 h 57"/>
                <a:gd name="T16" fmla="*/ 446088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52" name="Freeform 52"/>
            <p:cNvSpPr/>
            <p:nvPr/>
          </p:nvSpPr>
          <p:spPr bwMode="auto">
            <a:xfrm>
              <a:off x="2949575" y="2987675"/>
              <a:ext cx="446088" cy="127000"/>
            </a:xfrm>
            <a:custGeom>
              <a:avLst/>
              <a:gdLst>
                <a:gd name="T0" fmla="*/ 446088 w 199"/>
                <a:gd name="T1" fmla="*/ 102491 h 57"/>
                <a:gd name="T2" fmla="*/ 421430 w 199"/>
                <a:gd name="T3" fmla="*/ 127000 h 57"/>
                <a:gd name="T4" fmla="*/ 24658 w 199"/>
                <a:gd name="T5" fmla="*/ 127000 h 57"/>
                <a:gd name="T6" fmla="*/ 0 w 199"/>
                <a:gd name="T7" fmla="*/ 102491 h 57"/>
                <a:gd name="T8" fmla="*/ 0 w 199"/>
                <a:gd name="T9" fmla="*/ 24509 h 57"/>
                <a:gd name="T10" fmla="*/ 24658 w 199"/>
                <a:gd name="T11" fmla="*/ 0 h 57"/>
                <a:gd name="T12" fmla="*/ 421430 w 199"/>
                <a:gd name="T13" fmla="*/ 0 h 57"/>
                <a:gd name="T14" fmla="*/ 446088 w 199"/>
                <a:gd name="T15" fmla="*/ 24509 h 57"/>
                <a:gd name="T16" fmla="*/ 446088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53" name="Freeform 53"/>
            <p:cNvSpPr/>
            <p:nvPr/>
          </p:nvSpPr>
          <p:spPr bwMode="auto">
            <a:xfrm>
              <a:off x="2949575" y="3181350"/>
              <a:ext cx="446088" cy="128588"/>
            </a:xfrm>
            <a:custGeom>
              <a:avLst/>
              <a:gdLst>
                <a:gd name="T0" fmla="*/ 446088 w 199"/>
                <a:gd name="T1" fmla="*/ 103773 h 57"/>
                <a:gd name="T2" fmla="*/ 421430 w 199"/>
                <a:gd name="T3" fmla="*/ 128588 h 57"/>
                <a:gd name="T4" fmla="*/ 24658 w 199"/>
                <a:gd name="T5" fmla="*/ 128588 h 57"/>
                <a:gd name="T6" fmla="*/ 0 w 199"/>
                <a:gd name="T7" fmla="*/ 103773 h 57"/>
                <a:gd name="T8" fmla="*/ 0 w 199"/>
                <a:gd name="T9" fmla="*/ 24815 h 57"/>
                <a:gd name="T10" fmla="*/ 24658 w 199"/>
                <a:gd name="T11" fmla="*/ 0 h 57"/>
                <a:gd name="T12" fmla="*/ 421430 w 199"/>
                <a:gd name="T13" fmla="*/ 0 h 57"/>
                <a:gd name="T14" fmla="*/ 446088 w 199"/>
                <a:gd name="T15" fmla="*/ 24815 h 57"/>
                <a:gd name="T16" fmla="*/ 446088 w 199"/>
                <a:gd name="T17" fmla="*/ 103773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54" name="Freeform 54"/>
            <p:cNvSpPr/>
            <p:nvPr/>
          </p:nvSpPr>
          <p:spPr bwMode="auto">
            <a:xfrm>
              <a:off x="2949575" y="3376613"/>
              <a:ext cx="446088" cy="128587"/>
            </a:xfrm>
            <a:custGeom>
              <a:avLst/>
              <a:gdLst>
                <a:gd name="T0" fmla="*/ 446088 w 199"/>
                <a:gd name="T1" fmla="*/ 103772 h 57"/>
                <a:gd name="T2" fmla="*/ 421430 w 199"/>
                <a:gd name="T3" fmla="*/ 128587 h 57"/>
                <a:gd name="T4" fmla="*/ 24658 w 199"/>
                <a:gd name="T5" fmla="*/ 128587 h 57"/>
                <a:gd name="T6" fmla="*/ 0 w 199"/>
                <a:gd name="T7" fmla="*/ 103772 h 57"/>
                <a:gd name="T8" fmla="*/ 0 w 199"/>
                <a:gd name="T9" fmla="*/ 24815 h 57"/>
                <a:gd name="T10" fmla="*/ 24658 w 199"/>
                <a:gd name="T11" fmla="*/ 0 h 57"/>
                <a:gd name="T12" fmla="*/ 421430 w 199"/>
                <a:gd name="T13" fmla="*/ 0 h 57"/>
                <a:gd name="T14" fmla="*/ 446088 w 199"/>
                <a:gd name="T15" fmla="*/ 24815 h 57"/>
                <a:gd name="T16" fmla="*/ 446088 w 199"/>
                <a:gd name="T17" fmla="*/ 103772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55" name="Freeform 55"/>
            <p:cNvSpPr/>
            <p:nvPr/>
          </p:nvSpPr>
          <p:spPr bwMode="auto">
            <a:xfrm>
              <a:off x="3522663" y="1620838"/>
              <a:ext cx="446087" cy="128587"/>
            </a:xfrm>
            <a:custGeom>
              <a:avLst/>
              <a:gdLst>
                <a:gd name="T0" fmla="*/ 446087 w 199"/>
                <a:gd name="T1" fmla="*/ 101516 h 57"/>
                <a:gd name="T2" fmla="*/ 421429 w 199"/>
                <a:gd name="T3" fmla="*/ 128587 h 57"/>
                <a:gd name="T4" fmla="*/ 24658 w 199"/>
                <a:gd name="T5" fmla="*/ 128587 h 57"/>
                <a:gd name="T6" fmla="*/ 0 w 199"/>
                <a:gd name="T7" fmla="*/ 101516 h 57"/>
                <a:gd name="T8" fmla="*/ 0 w 199"/>
                <a:gd name="T9" fmla="*/ 24815 h 57"/>
                <a:gd name="T10" fmla="*/ 24658 w 199"/>
                <a:gd name="T11" fmla="*/ 0 h 57"/>
                <a:gd name="T12" fmla="*/ 421429 w 199"/>
                <a:gd name="T13" fmla="*/ 0 h 57"/>
                <a:gd name="T14" fmla="*/ 446087 w 199"/>
                <a:gd name="T15" fmla="*/ 24815 h 57"/>
                <a:gd name="T16" fmla="*/ 446087 w 199"/>
                <a:gd name="T17" fmla="*/ 101516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5"/>
                  </a:moveTo>
                  <a:cubicBezTo>
                    <a:pt x="199" y="52"/>
                    <a:pt x="194" y="57"/>
                    <a:pt x="188" y="57"/>
                  </a:cubicBezTo>
                  <a:cubicBezTo>
                    <a:pt x="11" y="57"/>
                    <a:pt x="11" y="57"/>
                    <a:pt x="11" y="57"/>
                  </a:cubicBezTo>
                  <a:cubicBezTo>
                    <a:pt x="5" y="57"/>
                    <a:pt x="0" y="52"/>
                    <a:pt x="0" y="45"/>
                  </a:cubicBezTo>
                  <a:cubicBezTo>
                    <a:pt x="0" y="11"/>
                    <a:pt x="0" y="11"/>
                    <a:pt x="0" y="11"/>
                  </a:cubicBezTo>
                  <a:cubicBezTo>
                    <a:pt x="0" y="5"/>
                    <a:pt x="5" y="0"/>
                    <a:pt x="11" y="0"/>
                  </a:cubicBezTo>
                  <a:cubicBezTo>
                    <a:pt x="188" y="0"/>
                    <a:pt x="188" y="0"/>
                    <a:pt x="188" y="0"/>
                  </a:cubicBezTo>
                  <a:cubicBezTo>
                    <a:pt x="194" y="0"/>
                    <a:pt x="199" y="5"/>
                    <a:pt x="199" y="11"/>
                  </a:cubicBezTo>
                  <a:lnTo>
                    <a:pt x="199" y="45"/>
                  </a:lnTo>
                  <a:close/>
                </a:path>
              </a:pathLst>
            </a:custGeom>
            <a:solidFill>
              <a:srgbClr val="C0C0C0">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56" name="Freeform 56"/>
            <p:cNvSpPr/>
            <p:nvPr/>
          </p:nvSpPr>
          <p:spPr bwMode="auto">
            <a:xfrm>
              <a:off x="3522663" y="1816100"/>
              <a:ext cx="446087" cy="128588"/>
            </a:xfrm>
            <a:custGeom>
              <a:avLst/>
              <a:gdLst>
                <a:gd name="T0" fmla="*/ 446087 w 199"/>
                <a:gd name="T1" fmla="*/ 101517 h 57"/>
                <a:gd name="T2" fmla="*/ 421429 w 199"/>
                <a:gd name="T3" fmla="*/ 128588 h 57"/>
                <a:gd name="T4" fmla="*/ 24658 w 199"/>
                <a:gd name="T5" fmla="*/ 128588 h 57"/>
                <a:gd name="T6" fmla="*/ 0 w 199"/>
                <a:gd name="T7" fmla="*/ 101517 h 57"/>
                <a:gd name="T8" fmla="*/ 0 w 199"/>
                <a:gd name="T9" fmla="*/ 24815 h 57"/>
                <a:gd name="T10" fmla="*/ 24658 w 199"/>
                <a:gd name="T11" fmla="*/ 0 h 57"/>
                <a:gd name="T12" fmla="*/ 421429 w 199"/>
                <a:gd name="T13" fmla="*/ 0 h 57"/>
                <a:gd name="T14" fmla="*/ 446087 w 199"/>
                <a:gd name="T15" fmla="*/ 24815 h 57"/>
                <a:gd name="T16" fmla="*/ 446087 w 199"/>
                <a:gd name="T17" fmla="*/ 101517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5"/>
                  </a:moveTo>
                  <a:cubicBezTo>
                    <a:pt x="199" y="52"/>
                    <a:pt x="194" y="57"/>
                    <a:pt x="188" y="57"/>
                  </a:cubicBezTo>
                  <a:cubicBezTo>
                    <a:pt x="11" y="57"/>
                    <a:pt x="11" y="57"/>
                    <a:pt x="11" y="57"/>
                  </a:cubicBezTo>
                  <a:cubicBezTo>
                    <a:pt x="5" y="57"/>
                    <a:pt x="0" y="52"/>
                    <a:pt x="0" y="45"/>
                  </a:cubicBezTo>
                  <a:cubicBezTo>
                    <a:pt x="0" y="11"/>
                    <a:pt x="0" y="11"/>
                    <a:pt x="0" y="11"/>
                  </a:cubicBezTo>
                  <a:cubicBezTo>
                    <a:pt x="0" y="5"/>
                    <a:pt x="5" y="0"/>
                    <a:pt x="11" y="0"/>
                  </a:cubicBezTo>
                  <a:cubicBezTo>
                    <a:pt x="188" y="0"/>
                    <a:pt x="188" y="0"/>
                    <a:pt x="188" y="0"/>
                  </a:cubicBezTo>
                  <a:cubicBezTo>
                    <a:pt x="194" y="0"/>
                    <a:pt x="199" y="5"/>
                    <a:pt x="199" y="11"/>
                  </a:cubicBezTo>
                  <a:lnTo>
                    <a:pt x="199" y="45"/>
                  </a:lnTo>
                  <a:close/>
                </a:path>
              </a:pathLst>
            </a:custGeom>
            <a:solidFill>
              <a:srgbClr val="C0C0C0">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57" name="Freeform 57"/>
            <p:cNvSpPr/>
            <p:nvPr/>
          </p:nvSpPr>
          <p:spPr bwMode="auto">
            <a:xfrm>
              <a:off x="3522663" y="2011363"/>
              <a:ext cx="446087" cy="128587"/>
            </a:xfrm>
            <a:custGeom>
              <a:avLst/>
              <a:gdLst>
                <a:gd name="T0" fmla="*/ 446087 w 199"/>
                <a:gd name="T1" fmla="*/ 103772 h 57"/>
                <a:gd name="T2" fmla="*/ 421429 w 199"/>
                <a:gd name="T3" fmla="*/ 128587 h 57"/>
                <a:gd name="T4" fmla="*/ 24658 w 199"/>
                <a:gd name="T5" fmla="*/ 128587 h 57"/>
                <a:gd name="T6" fmla="*/ 0 w 199"/>
                <a:gd name="T7" fmla="*/ 103772 h 57"/>
                <a:gd name="T8" fmla="*/ 0 w 199"/>
                <a:gd name="T9" fmla="*/ 24815 h 57"/>
                <a:gd name="T10" fmla="*/ 24658 w 199"/>
                <a:gd name="T11" fmla="*/ 0 h 57"/>
                <a:gd name="T12" fmla="*/ 421429 w 199"/>
                <a:gd name="T13" fmla="*/ 0 h 57"/>
                <a:gd name="T14" fmla="*/ 446087 w 199"/>
                <a:gd name="T15" fmla="*/ 24815 h 57"/>
                <a:gd name="T16" fmla="*/ 446087 w 199"/>
                <a:gd name="T17" fmla="*/ 103772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58" name="Freeform 58"/>
            <p:cNvSpPr/>
            <p:nvPr/>
          </p:nvSpPr>
          <p:spPr bwMode="auto">
            <a:xfrm>
              <a:off x="3522663" y="2206625"/>
              <a:ext cx="446087" cy="128588"/>
            </a:xfrm>
            <a:custGeom>
              <a:avLst/>
              <a:gdLst>
                <a:gd name="T0" fmla="*/ 446087 w 199"/>
                <a:gd name="T1" fmla="*/ 103773 h 57"/>
                <a:gd name="T2" fmla="*/ 421429 w 199"/>
                <a:gd name="T3" fmla="*/ 128588 h 57"/>
                <a:gd name="T4" fmla="*/ 24658 w 199"/>
                <a:gd name="T5" fmla="*/ 128588 h 57"/>
                <a:gd name="T6" fmla="*/ 0 w 199"/>
                <a:gd name="T7" fmla="*/ 103773 h 57"/>
                <a:gd name="T8" fmla="*/ 0 w 199"/>
                <a:gd name="T9" fmla="*/ 24815 h 57"/>
                <a:gd name="T10" fmla="*/ 24658 w 199"/>
                <a:gd name="T11" fmla="*/ 0 h 57"/>
                <a:gd name="T12" fmla="*/ 421429 w 199"/>
                <a:gd name="T13" fmla="*/ 0 h 57"/>
                <a:gd name="T14" fmla="*/ 446087 w 199"/>
                <a:gd name="T15" fmla="*/ 24815 h 57"/>
                <a:gd name="T16" fmla="*/ 446087 w 199"/>
                <a:gd name="T17" fmla="*/ 103773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59" name="Freeform 59"/>
            <p:cNvSpPr/>
            <p:nvPr/>
          </p:nvSpPr>
          <p:spPr bwMode="auto">
            <a:xfrm>
              <a:off x="3522663" y="2401888"/>
              <a:ext cx="446087" cy="127000"/>
            </a:xfrm>
            <a:custGeom>
              <a:avLst/>
              <a:gdLst>
                <a:gd name="T0" fmla="*/ 446087 w 199"/>
                <a:gd name="T1" fmla="*/ 102491 h 57"/>
                <a:gd name="T2" fmla="*/ 421429 w 199"/>
                <a:gd name="T3" fmla="*/ 127000 h 57"/>
                <a:gd name="T4" fmla="*/ 24658 w 199"/>
                <a:gd name="T5" fmla="*/ 127000 h 57"/>
                <a:gd name="T6" fmla="*/ 0 w 199"/>
                <a:gd name="T7" fmla="*/ 102491 h 57"/>
                <a:gd name="T8" fmla="*/ 0 w 199"/>
                <a:gd name="T9" fmla="*/ 24509 h 57"/>
                <a:gd name="T10" fmla="*/ 24658 w 199"/>
                <a:gd name="T11" fmla="*/ 0 h 57"/>
                <a:gd name="T12" fmla="*/ 421429 w 199"/>
                <a:gd name="T13" fmla="*/ 0 h 57"/>
                <a:gd name="T14" fmla="*/ 446087 w 199"/>
                <a:gd name="T15" fmla="*/ 24509 h 57"/>
                <a:gd name="T16" fmla="*/ 446087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60" name="Freeform 60"/>
            <p:cNvSpPr/>
            <p:nvPr/>
          </p:nvSpPr>
          <p:spPr bwMode="auto">
            <a:xfrm>
              <a:off x="3522663" y="2597150"/>
              <a:ext cx="446087" cy="127000"/>
            </a:xfrm>
            <a:custGeom>
              <a:avLst/>
              <a:gdLst>
                <a:gd name="T0" fmla="*/ 446087 w 199"/>
                <a:gd name="T1" fmla="*/ 102491 h 57"/>
                <a:gd name="T2" fmla="*/ 421429 w 199"/>
                <a:gd name="T3" fmla="*/ 127000 h 57"/>
                <a:gd name="T4" fmla="*/ 24658 w 199"/>
                <a:gd name="T5" fmla="*/ 127000 h 57"/>
                <a:gd name="T6" fmla="*/ 0 w 199"/>
                <a:gd name="T7" fmla="*/ 102491 h 57"/>
                <a:gd name="T8" fmla="*/ 0 w 199"/>
                <a:gd name="T9" fmla="*/ 24509 h 57"/>
                <a:gd name="T10" fmla="*/ 24658 w 199"/>
                <a:gd name="T11" fmla="*/ 0 h 57"/>
                <a:gd name="T12" fmla="*/ 421429 w 199"/>
                <a:gd name="T13" fmla="*/ 0 h 57"/>
                <a:gd name="T14" fmla="*/ 446087 w 199"/>
                <a:gd name="T15" fmla="*/ 24509 h 57"/>
                <a:gd name="T16" fmla="*/ 446087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61" name="Freeform 61"/>
            <p:cNvSpPr/>
            <p:nvPr/>
          </p:nvSpPr>
          <p:spPr bwMode="auto">
            <a:xfrm>
              <a:off x="3522663" y="2792413"/>
              <a:ext cx="446087" cy="127000"/>
            </a:xfrm>
            <a:custGeom>
              <a:avLst/>
              <a:gdLst>
                <a:gd name="T0" fmla="*/ 446087 w 199"/>
                <a:gd name="T1" fmla="*/ 102491 h 57"/>
                <a:gd name="T2" fmla="*/ 421429 w 199"/>
                <a:gd name="T3" fmla="*/ 127000 h 57"/>
                <a:gd name="T4" fmla="*/ 24658 w 199"/>
                <a:gd name="T5" fmla="*/ 127000 h 57"/>
                <a:gd name="T6" fmla="*/ 0 w 199"/>
                <a:gd name="T7" fmla="*/ 102491 h 57"/>
                <a:gd name="T8" fmla="*/ 0 w 199"/>
                <a:gd name="T9" fmla="*/ 24509 h 57"/>
                <a:gd name="T10" fmla="*/ 24658 w 199"/>
                <a:gd name="T11" fmla="*/ 0 h 57"/>
                <a:gd name="T12" fmla="*/ 421429 w 199"/>
                <a:gd name="T13" fmla="*/ 0 h 57"/>
                <a:gd name="T14" fmla="*/ 446087 w 199"/>
                <a:gd name="T15" fmla="*/ 24509 h 57"/>
                <a:gd name="T16" fmla="*/ 446087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62" name="Freeform 62"/>
            <p:cNvSpPr/>
            <p:nvPr/>
          </p:nvSpPr>
          <p:spPr bwMode="auto">
            <a:xfrm>
              <a:off x="3522663" y="2987675"/>
              <a:ext cx="446087" cy="127000"/>
            </a:xfrm>
            <a:custGeom>
              <a:avLst/>
              <a:gdLst>
                <a:gd name="T0" fmla="*/ 446087 w 199"/>
                <a:gd name="T1" fmla="*/ 102491 h 57"/>
                <a:gd name="T2" fmla="*/ 421429 w 199"/>
                <a:gd name="T3" fmla="*/ 127000 h 57"/>
                <a:gd name="T4" fmla="*/ 24658 w 199"/>
                <a:gd name="T5" fmla="*/ 127000 h 57"/>
                <a:gd name="T6" fmla="*/ 0 w 199"/>
                <a:gd name="T7" fmla="*/ 102491 h 57"/>
                <a:gd name="T8" fmla="*/ 0 w 199"/>
                <a:gd name="T9" fmla="*/ 24509 h 57"/>
                <a:gd name="T10" fmla="*/ 24658 w 199"/>
                <a:gd name="T11" fmla="*/ 0 h 57"/>
                <a:gd name="T12" fmla="*/ 421429 w 199"/>
                <a:gd name="T13" fmla="*/ 0 h 57"/>
                <a:gd name="T14" fmla="*/ 446087 w 199"/>
                <a:gd name="T15" fmla="*/ 24509 h 57"/>
                <a:gd name="T16" fmla="*/ 446087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63" name="Freeform 63"/>
            <p:cNvSpPr/>
            <p:nvPr/>
          </p:nvSpPr>
          <p:spPr bwMode="auto">
            <a:xfrm>
              <a:off x="3522663" y="3181350"/>
              <a:ext cx="446087" cy="128588"/>
            </a:xfrm>
            <a:custGeom>
              <a:avLst/>
              <a:gdLst>
                <a:gd name="T0" fmla="*/ 446087 w 199"/>
                <a:gd name="T1" fmla="*/ 103773 h 57"/>
                <a:gd name="T2" fmla="*/ 421429 w 199"/>
                <a:gd name="T3" fmla="*/ 128588 h 57"/>
                <a:gd name="T4" fmla="*/ 24658 w 199"/>
                <a:gd name="T5" fmla="*/ 128588 h 57"/>
                <a:gd name="T6" fmla="*/ 0 w 199"/>
                <a:gd name="T7" fmla="*/ 103773 h 57"/>
                <a:gd name="T8" fmla="*/ 0 w 199"/>
                <a:gd name="T9" fmla="*/ 24815 h 57"/>
                <a:gd name="T10" fmla="*/ 24658 w 199"/>
                <a:gd name="T11" fmla="*/ 0 h 57"/>
                <a:gd name="T12" fmla="*/ 421429 w 199"/>
                <a:gd name="T13" fmla="*/ 0 h 57"/>
                <a:gd name="T14" fmla="*/ 446087 w 199"/>
                <a:gd name="T15" fmla="*/ 24815 h 57"/>
                <a:gd name="T16" fmla="*/ 446087 w 199"/>
                <a:gd name="T17" fmla="*/ 103773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64" name="Freeform 64"/>
            <p:cNvSpPr/>
            <p:nvPr/>
          </p:nvSpPr>
          <p:spPr bwMode="auto">
            <a:xfrm>
              <a:off x="3522663" y="3376613"/>
              <a:ext cx="446087" cy="128587"/>
            </a:xfrm>
            <a:custGeom>
              <a:avLst/>
              <a:gdLst>
                <a:gd name="T0" fmla="*/ 446087 w 199"/>
                <a:gd name="T1" fmla="*/ 103772 h 57"/>
                <a:gd name="T2" fmla="*/ 421429 w 199"/>
                <a:gd name="T3" fmla="*/ 128587 h 57"/>
                <a:gd name="T4" fmla="*/ 24658 w 199"/>
                <a:gd name="T5" fmla="*/ 128587 h 57"/>
                <a:gd name="T6" fmla="*/ 0 w 199"/>
                <a:gd name="T7" fmla="*/ 103772 h 57"/>
                <a:gd name="T8" fmla="*/ 0 w 199"/>
                <a:gd name="T9" fmla="*/ 24815 h 57"/>
                <a:gd name="T10" fmla="*/ 24658 w 199"/>
                <a:gd name="T11" fmla="*/ 0 h 57"/>
                <a:gd name="T12" fmla="*/ 421429 w 199"/>
                <a:gd name="T13" fmla="*/ 0 h 57"/>
                <a:gd name="T14" fmla="*/ 446087 w 199"/>
                <a:gd name="T15" fmla="*/ 24815 h 57"/>
                <a:gd name="T16" fmla="*/ 446087 w 199"/>
                <a:gd name="T17" fmla="*/ 103772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DA566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65" name="Freeform 65"/>
            <p:cNvSpPr/>
            <p:nvPr/>
          </p:nvSpPr>
          <p:spPr bwMode="auto">
            <a:xfrm>
              <a:off x="4097338" y="1620838"/>
              <a:ext cx="446087" cy="128587"/>
            </a:xfrm>
            <a:custGeom>
              <a:avLst/>
              <a:gdLst>
                <a:gd name="T0" fmla="*/ 446087 w 199"/>
                <a:gd name="T1" fmla="*/ 101516 h 57"/>
                <a:gd name="T2" fmla="*/ 421429 w 199"/>
                <a:gd name="T3" fmla="*/ 128587 h 57"/>
                <a:gd name="T4" fmla="*/ 24658 w 199"/>
                <a:gd name="T5" fmla="*/ 128587 h 57"/>
                <a:gd name="T6" fmla="*/ 0 w 199"/>
                <a:gd name="T7" fmla="*/ 101516 h 57"/>
                <a:gd name="T8" fmla="*/ 0 w 199"/>
                <a:gd name="T9" fmla="*/ 24815 h 57"/>
                <a:gd name="T10" fmla="*/ 24658 w 199"/>
                <a:gd name="T11" fmla="*/ 0 h 57"/>
                <a:gd name="T12" fmla="*/ 421429 w 199"/>
                <a:gd name="T13" fmla="*/ 0 h 57"/>
                <a:gd name="T14" fmla="*/ 446087 w 199"/>
                <a:gd name="T15" fmla="*/ 24815 h 57"/>
                <a:gd name="T16" fmla="*/ 446087 w 199"/>
                <a:gd name="T17" fmla="*/ 101516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5"/>
                  </a:moveTo>
                  <a:cubicBezTo>
                    <a:pt x="199" y="52"/>
                    <a:pt x="194" y="57"/>
                    <a:pt x="188" y="57"/>
                  </a:cubicBezTo>
                  <a:cubicBezTo>
                    <a:pt x="11" y="57"/>
                    <a:pt x="11" y="57"/>
                    <a:pt x="11" y="57"/>
                  </a:cubicBezTo>
                  <a:cubicBezTo>
                    <a:pt x="5" y="57"/>
                    <a:pt x="0" y="52"/>
                    <a:pt x="0" y="45"/>
                  </a:cubicBezTo>
                  <a:cubicBezTo>
                    <a:pt x="0" y="11"/>
                    <a:pt x="0" y="11"/>
                    <a:pt x="0" y="11"/>
                  </a:cubicBezTo>
                  <a:cubicBezTo>
                    <a:pt x="0" y="5"/>
                    <a:pt x="5" y="0"/>
                    <a:pt x="11" y="0"/>
                  </a:cubicBezTo>
                  <a:cubicBezTo>
                    <a:pt x="188" y="0"/>
                    <a:pt x="188" y="0"/>
                    <a:pt x="188" y="0"/>
                  </a:cubicBezTo>
                  <a:cubicBezTo>
                    <a:pt x="194" y="0"/>
                    <a:pt x="199" y="5"/>
                    <a:pt x="199" y="11"/>
                  </a:cubicBezTo>
                  <a:lnTo>
                    <a:pt x="199" y="45"/>
                  </a:lnTo>
                  <a:close/>
                </a:path>
              </a:pathLst>
            </a:custGeom>
            <a:solidFill>
              <a:srgbClr val="C0C0C0">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66" name="Freeform 66"/>
            <p:cNvSpPr/>
            <p:nvPr/>
          </p:nvSpPr>
          <p:spPr bwMode="auto">
            <a:xfrm>
              <a:off x="4097338" y="1816100"/>
              <a:ext cx="446087" cy="128588"/>
            </a:xfrm>
            <a:custGeom>
              <a:avLst/>
              <a:gdLst>
                <a:gd name="T0" fmla="*/ 446087 w 199"/>
                <a:gd name="T1" fmla="*/ 101517 h 57"/>
                <a:gd name="T2" fmla="*/ 421429 w 199"/>
                <a:gd name="T3" fmla="*/ 128588 h 57"/>
                <a:gd name="T4" fmla="*/ 24658 w 199"/>
                <a:gd name="T5" fmla="*/ 128588 h 57"/>
                <a:gd name="T6" fmla="*/ 0 w 199"/>
                <a:gd name="T7" fmla="*/ 101517 h 57"/>
                <a:gd name="T8" fmla="*/ 0 w 199"/>
                <a:gd name="T9" fmla="*/ 24815 h 57"/>
                <a:gd name="T10" fmla="*/ 24658 w 199"/>
                <a:gd name="T11" fmla="*/ 0 h 57"/>
                <a:gd name="T12" fmla="*/ 421429 w 199"/>
                <a:gd name="T13" fmla="*/ 0 h 57"/>
                <a:gd name="T14" fmla="*/ 446087 w 199"/>
                <a:gd name="T15" fmla="*/ 24815 h 57"/>
                <a:gd name="T16" fmla="*/ 446087 w 199"/>
                <a:gd name="T17" fmla="*/ 101517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5"/>
                  </a:moveTo>
                  <a:cubicBezTo>
                    <a:pt x="199" y="52"/>
                    <a:pt x="194" y="57"/>
                    <a:pt x="188" y="57"/>
                  </a:cubicBezTo>
                  <a:cubicBezTo>
                    <a:pt x="11" y="57"/>
                    <a:pt x="11" y="57"/>
                    <a:pt x="11" y="57"/>
                  </a:cubicBezTo>
                  <a:cubicBezTo>
                    <a:pt x="5" y="57"/>
                    <a:pt x="0" y="52"/>
                    <a:pt x="0" y="45"/>
                  </a:cubicBezTo>
                  <a:cubicBezTo>
                    <a:pt x="0" y="11"/>
                    <a:pt x="0" y="11"/>
                    <a:pt x="0" y="11"/>
                  </a:cubicBezTo>
                  <a:cubicBezTo>
                    <a:pt x="0" y="5"/>
                    <a:pt x="5" y="0"/>
                    <a:pt x="11" y="0"/>
                  </a:cubicBezTo>
                  <a:cubicBezTo>
                    <a:pt x="188" y="0"/>
                    <a:pt x="188" y="0"/>
                    <a:pt x="188" y="0"/>
                  </a:cubicBezTo>
                  <a:cubicBezTo>
                    <a:pt x="194" y="0"/>
                    <a:pt x="199" y="5"/>
                    <a:pt x="199" y="11"/>
                  </a:cubicBezTo>
                  <a:lnTo>
                    <a:pt x="199" y="45"/>
                  </a:lnTo>
                  <a:close/>
                </a:path>
              </a:pathLst>
            </a:custGeom>
            <a:solidFill>
              <a:srgbClr val="C0C0C0">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67" name="Freeform 67"/>
            <p:cNvSpPr/>
            <p:nvPr/>
          </p:nvSpPr>
          <p:spPr bwMode="auto">
            <a:xfrm>
              <a:off x="4097338" y="2011363"/>
              <a:ext cx="446087" cy="128587"/>
            </a:xfrm>
            <a:custGeom>
              <a:avLst/>
              <a:gdLst>
                <a:gd name="T0" fmla="*/ 446087 w 199"/>
                <a:gd name="T1" fmla="*/ 103772 h 57"/>
                <a:gd name="T2" fmla="*/ 421429 w 199"/>
                <a:gd name="T3" fmla="*/ 128587 h 57"/>
                <a:gd name="T4" fmla="*/ 24658 w 199"/>
                <a:gd name="T5" fmla="*/ 128587 h 57"/>
                <a:gd name="T6" fmla="*/ 0 w 199"/>
                <a:gd name="T7" fmla="*/ 103772 h 57"/>
                <a:gd name="T8" fmla="*/ 0 w 199"/>
                <a:gd name="T9" fmla="*/ 24815 h 57"/>
                <a:gd name="T10" fmla="*/ 24658 w 199"/>
                <a:gd name="T11" fmla="*/ 0 h 57"/>
                <a:gd name="T12" fmla="*/ 421429 w 199"/>
                <a:gd name="T13" fmla="*/ 0 h 57"/>
                <a:gd name="T14" fmla="*/ 446087 w 199"/>
                <a:gd name="T15" fmla="*/ 24815 h 57"/>
                <a:gd name="T16" fmla="*/ 446087 w 199"/>
                <a:gd name="T17" fmla="*/ 103772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C0C0C0">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68" name="Freeform 68"/>
            <p:cNvSpPr/>
            <p:nvPr/>
          </p:nvSpPr>
          <p:spPr bwMode="auto">
            <a:xfrm>
              <a:off x="4097338" y="2206625"/>
              <a:ext cx="446087" cy="128588"/>
            </a:xfrm>
            <a:custGeom>
              <a:avLst/>
              <a:gdLst>
                <a:gd name="T0" fmla="*/ 446087 w 199"/>
                <a:gd name="T1" fmla="*/ 103773 h 57"/>
                <a:gd name="T2" fmla="*/ 421429 w 199"/>
                <a:gd name="T3" fmla="*/ 128588 h 57"/>
                <a:gd name="T4" fmla="*/ 24658 w 199"/>
                <a:gd name="T5" fmla="*/ 128588 h 57"/>
                <a:gd name="T6" fmla="*/ 0 w 199"/>
                <a:gd name="T7" fmla="*/ 103773 h 57"/>
                <a:gd name="T8" fmla="*/ 0 w 199"/>
                <a:gd name="T9" fmla="*/ 24815 h 57"/>
                <a:gd name="T10" fmla="*/ 24658 w 199"/>
                <a:gd name="T11" fmla="*/ 0 h 57"/>
                <a:gd name="T12" fmla="*/ 421429 w 199"/>
                <a:gd name="T13" fmla="*/ 0 h 57"/>
                <a:gd name="T14" fmla="*/ 446087 w 199"/>
                <a:gd name="T15" fmla="*/ 24815 h 57"/>
                <a:gd name="T16" fmla="*/ 446087 w 199"/>
                <a:gd name="T17" fmla="*/ 103773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C0C0C0">
                <a:alpha val="20000"/>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69" name="Freeform 69"/>
            <p:cNvSpPr/>
            <p:nvPr/>
          </p:nvSpPr>
          <p:spPr bwMode="auto">
            <a:xfrm>
              <a:off x="4097338" y="2401888"/>
              <a:ext cx="446087" cy="127000"/>
            </a:xfrm>
            <a:custGeom>
              <a:avLst/>
              <a:gdLst>
                <a:gd name="T0" fmla="*/ 446087 w 199"/>
                <a:gd name="T1" fmla="*/ 102491 h 57"/>
                <a:gd name="T2" fmla="*/ 421429 w 199"/>
                <a:gd name="T3" fmla="*/ 127000 h 57"/>
                <a:gd name="T4" fmla="*/ 24658 w 199"/>
                <a:gd name="T5" fmla="*/ 127000 h 57"/>
                <a:gd name="T6" fmla="*/ 0 w 199"/>
                <a:gd name="T7" fmla="*/ 102491 h 57"/>
                <a:gd name="T8" fmla="*/ 0 w 199"/>
                <a:gd name="T9" fmla="*/ 24509 h 57"/>
                <a:gd name="T10" fmla="*/ 24658 w 199"/>
                <a:gd name="T11" fmla="*/ 0 h 57"/>
                <a:gd name="T12" fmla="*/ 421429 w 199"/>
                <a:gd name="T13" fmla="*/ 0 h 57"/>
                <a:gd name="T14" fmla="*/ 446087 w 199"/>
                <a:gd name="T15" fmla="*/ 24509 h 57"/>
                <a:gd name="T16" fmla="*/ 446087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70" name="Freeform 70"/>
            <p:cNvSpPr/>
            <p:nvPr/>
          </p:nvSpPr>
          <p:spPr bwMode="auto">
            <a:xfrm>
              <a:off x="4097338" y="2597150"/>
              <a:ext cx="446087" cy="127000"/>
            </a:xfrm>
            <a:custGeom>
              <a:avLst/>
              <a:gdLst>
                <a:gd name="T0" fmla="*/ 446087 w 199"/>
                <a:gd name="T1" fmla="*/ 102491 h 57"/>
                <a:gd name="T2" fmla="*/ 421429 w 199"/>
                <a:gd name="T3" fmla="*/ 127000 h 57"/>
                <a:gd name="T4" fmla="*/ 24658 w 199"/>
                <a:gd name="T5" fmla="*/ 127000 h 57"/>
                <a:gd name="T6" fmla="*/ 0 w 199"/>
                <a:gd name="T7" fmla="*/ 102491 h 57"/>
                <a:gd name="T8" fmla="*/ 0 w 199"/>
                <a:gd name="T9" fmla="*/ 24509 h 57"/>
                <a:gd name="T10" fmla="*/ 24658 w 199"/>
                <a:gd name="T11" fmla="*/ 0 h 57"/>
                <a:gd name="T12" fmla="*/ 421429 w 199"/>
                <a:gd name="T13" fmla="*/ 0 h 57"/>
                <a:gd name="T14" fmla="*/ 446087 w 199"/>
                <a:gd name="T15" fmla="*/ 24509 h 57"/>
                <a:gd name="T16" fmla="*/ 446087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71" name="Freeform 71"/>
            <p:cNvSpPr/>
            <p:nvPr/>
          </p:nvSpPr>
          <p:spPr bwMode="auto">
            <a:xfrm>
              <a:off x="4097338" y="2792413"/>
              <a:ext cx="446087" cy="127000"/>
            </a:xfrm>
            <a:custGeom>
              <a:avLst/>
              <a:gdLst>
                <a:gd name="T0" fmla="*/ 446087 w 199"/>
                <a:gd name="T1" fmla="*/ 102491 h 57"/>
                <a:gd name="T2" fmla="*/ 421429 w 199"/>
                <a:gd name="T3" fmla="*/ 127000 h 57"/>
                <a:gd name="T4" fmla="*/ 24658 w 199"/>
                <a:gd name="T5" fmla="*/ 127000 h 57"/>
                <a:gd name="T6" fmla="*/ 0 w 199"/>
                <a:gd name="T7" fmla="*/ 102491 h 57"/>
                <a:gd name="T8" fmla="*/ 0 w 199"/>
                <a:gd name="T9" fmla="*/ 24509 h 57"/>
                <a:gd name="T10" fmla="*/ 24658 w 199"/>
                <a:gd name="T11" fmla="*/ 0 h 57"/>
                <a:gd name="T12" fmla="*/ 421429 w 199"/>
                <a:gd name="T13" fmla="*/ 0 h 57"/>
                <a:gd name="T14" fmla="*/ 446087 w 199"/>
                <a:gd name="T15" fmla="*/ 24509 h 57"/>
                <a:gd name="T16" fmla="*/ 446087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72" name="Freeform 72"/>
            <p:cNvSpPr/>
            <p:nvPr/>
          </p:nvSpPr>
          <p:spPr bwMode="auto">
            <a:xfrm>
              <a:off x="4097338" y="2987675"/>
              <a:ext cx="446087" cy="127000"/>
            </a:xfrm>
            <a:custGeom>
              <a:avLst/>
              <a:gdLst>
                <a:gd name="T0" fmla="*/ 446087 w 199"/>
                <a:gd name="T1" fmla="*/ 102491 h 57"/>
                <a:gd name="T2" fmla="*/ 421429 w 199"/>
                <a:gd name="T3" fmla="*/ 127000 h 57"/>
                <a:gd name="T4" fmla="*/ 24658 w 199"/>
                <a:gd name="T5" fmla="*/ 127000 h 57"/>
                <a:gd name="T6" fmla="*/ 0 w 199"/>
                <a:gd name="T7" fmla="*/ 102491 h 57"/>
                <a:gd name="T8" fmla="*/ 0 w 199"/>
                <a:gd name="T9" fmla="*/ 24509 h 57"/>
                <a:gd name="T10" fmla="*/ 24658 w 199"/>
                <a:gd name="T11" fmla="*/ 0 h 57"/>
                <a:gd name="T12" fmla="*/ 421429 w 199"/>
                <a:gd name="T13" fmla="*/ 0 h 57"/>
                <a:gd name="T14" fmla="*/ 446087 w 199"/>
                <a:gd name="T15" fmla="*/ 24509 h 57"/>
                <a:gd name="T16" fmla="*/ 446087 w 199"/>
                <a:gd name="T17" fmla="*/ 102491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73" name="Freeform 73"/>
            <p:cNvSpPr/>
            <p:nvPr/>
          </p:nvSpPr>
          <p:spPr bwMode="auto">
            <a:xfrm>
              <a:off x="4097338" y="3181350"/>
              <a:ext cx="446087" cy="128588"/>
            </a:xfrm>
            <a:custGeom>
              <a:avLst/>
              <a:gdLst>
                <a:gd name="T0" fmla="*/ 446087 w 199"/>
                <a:gd name="T1" fmla="*/ 103773 h 57"/>
                <a:gd name="T2" fmla="*/ 421429 w 199"/>
                <a:gd name="T3" fmla="*/ 128588 h 57"/>
                <a:gd name="T4" fmla="*/ 24658 w 199"/>
                <a:gd name="T5" fmla="*/ 128588 h 57"/>
                <a:gd name="T6" fmla="*/ 0 w 199"/>
                <a:gd name="T7" fmla="*/ 103773 h 57"/>
                <a:gd name="T8" fmla="*/ 0 w 199"/>
                <a:gd name="T9" fmla="*/ 24815 h 57"/>
                <a:gd name="T10" fmla="*/ 24658 w 199"/>
                <a:gd name="T11" fmla="*/ 0 h 57"/>
                <a:gd name="T12" fmla="*/ 421429 w 199"/>
                <a:gd name="T13" fmla="*/ 0 h 57"/>
                <a:gd name="T14" fmla="*/ 446087 w 199"/>
                <a:gd name="T15" fmla="*/ 24815 h 57"/>
                <a:gd name="T16" fmla="*/ 446087 w 199"/>
                <a:gd name="T17" fmla="*/ 103773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74" name="Freeform 74"/>
            <p:cNvSpPr/>
            <p:nvPr/>
          </p:nvSpPr>
          <p:spPr bwMode="auto">
            <a:xfrm>
              <a:off x="4097338" y="3376613"/>
              <a:ext cx="446087" cy="128587"/>
            </a:xfrm>
            <a:custGeom>
              <a:avLst/>
              <a:gdLst>
                <a:gd name="T0" fmla="*/ 446087 w 199"/>
                <a:gd name="T1" fmla="*/ 103772 h 57"/>
                <a:gd name="T2" fmla="*/ 421429 w 199"/>
                <a:gd name="T3" fmla="*/ 128587 h 57"/>
                <a:gd name="T4" fmla="*/ 24658 w 199"/>
                <a:gd name="T5" fmla="*/ 128587 h 57"/>
                <a:gd name="T6" fmla="*/ 0 w 199"/>
                <a:gd name="T7" fmla="*/ 103772 h 57"/>
                <a:gd name="T8" fmla="*/ 0 w 199"/>
                <a:gd name="T9" fmla="*/ 24815 h 57"/>
                <a:gd name="T10" fmla="*/ 24658 w 199"/>
                <a:gd name="T11" fmla="*/ 0 h 57"/>
                <a:gd name="T12" fmla="*/ 421429 w 199"/>
                <a:gd name="T13" fmla="*/ 0 h 57"/>
                <a:gd name="T14" fmla="*/ 446087 w 199"/>
                <a:gd name="T15" fmla="*/ 24815 h 57"/>
                <a:gd name="T16" fmla="*/ 446087 w 199"/>
                <a:gd name="T17" fmla="*/ 103772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9" h="57">
                  <a:moveTo>
                    <a:pt x="199" y="46"/>
                  </a:moveTo>
                  <a:cubicBezTo>
                    <a:pt x="199" y="52"/>
                    <a:pt x="194" y="57"/>
                    <a:pt x="188" y="57"/>
                  </a:cubicBezTo>
                  <a:cubicBezTo>
                    <a:pt x="11" y="57"/>
                    <a:pt x="11" y="57"/>
                    <a:pt x="11" y="57"/>
                  </a:cubicBezTo>
                  <a:cubicBezTo>
                    <a:pt x="5" y="57"/>
                    <a:pt x="0" y="52"/>
                    <a:pt x="0" y="46"/>
                  </a:cubicBezTo>
                  <a:cubicBezTo>
                    <a:pt x="0" y="11"/>
                    <a:pt x="0" y="11"/>
                    <a:pt x="0" y="11"/>
                  </a:cubicBezTo>
                  <a:cubicBezTo>
                    <a:pt x="0" y="5"/>
                    <a:pt x="5" y="0"/>
                    <a:pt x="11" y="0"/>
                  </a:cubicBezTo>
                  <a:cubicBezTo>
                    <a:pt x="188" y="0"/>
                    <a:pt x="188" y="0"/>
                    <a:pt x="188" y="0"/>
                  </a:cubicBezTo>
                  <a:cubicBezTo>
                    <a:pt x="194" y="0"/>
                    <a:pt x="199" y="5"/>
                    <a:pt x="199" y="11"/>
                  </a:cubicBezTo>
                  <a:lnTo>
                    <a:pt x="199" y="46"/>
                  </a:lnTo>
                  <a:close/>
                </a:path>
              </a:pathLst>
            </a:custGeom>
            <a:solidFill>
              <a:srgbClr val="FB898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75" name="Rectangle 75"/>
            <p:cNvSpPr>
              <a:spLocks noChangeArrowheads="1"/>
            </p:cNvSpPr>
            <p:nvPr/>
          </p:nvSpPr>
          <p:spPr bwMode="auto">
            <a:xfrm>
              <a:off x="775889" y="3633788"/>
              <a:ext cx="205586" cy="123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zh-CN" sz="1065">
                  <a:solidFill>
                    <a:schemeClr val="bg2"/>
                  </a:solidFill>
                  <a:latin typeface="字魂105号-简雅黑" panose="00000500000000000000" pitchFamily="2" charset="-122"/>
                  <a:ea typeface="字魂105号-简雅黑" panose="00000500000000000000" pitchFamily="2" charset="-122"/>
                  <a:sym typeface="字魂105号-简雅黑" panose="00000500000000000000" pitchFamily="2" charset="-122"/>
                </a:rPr>
                <a:t>SUN</a:t>
              </a:r>
              <a:endParaRPr lang="zh-CN" altLang="zh-CN" sz="1065">
                <a:solidFill>
                  <a:schemeClr val="bg2"/>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76" name="Rectangle 76"/>
            <p:cNvSpPr>
              <a:spLocks noChangeArrowheads="1"/>
            </p:cNvSpPr>
            <p:nvPr/>
          </p:nvSpPr>
          <p:spPr bwMode="auto">
            <a:xfrm>
              <a:off x="1354802" y="3633788"/>
              <a:ext cx="232034" cy="123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zh-CN" sz="1065">
                  <a:solidFill>
                    <a:schemeClr val="bg2"/>
                  </a:solidFill>
                  <a:latin typeface="字魂105号-简雅黑" panose="00000500000000000000" pitchFamily="2" charset="-122"/>
                  <a:ea typeface="字魂105号-简雅黑" panose="00000500000000000000" pitchFamily="2" charset="-122"/>
                  <a:sym typeface="字魂105号-简雅黑" panose="00000500000000000000" pitchFamily="2" charset="-122"/>
                </a:rPr>
                <a:t>MON</a:t>
              </a:r>
              <a:endParaRPr lang="zh-CN" altLang="zh-CN" sz="1065">
                <a:solidFill>
                  <a:schemeClr val="bg2"/>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77" name="Rectangle 77"/>
            <p:cNvSpPr>
              <a:spLocks noChangeArrowheads="1"/>
            </p:cNvSpPr>
            <p:nvPr/>
          </p:nvSpPr>
          <p:spPr bwMode="auto">
            <a:xfrm>
              <a:off x="1922857" y="3633788"/>
              <a:ext cx="205586" cy="123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zh-CN" sz="1065">
                  <a:solidFill>
                    <a:schemeClr val="bg2"/>
                  </a:solidFill>
                  <a:latin typeface="字魂105号-简雅黑" panose="00000500000000000000" pitchFamily="2" charset="-122"/>
                  <a:ea typeface="字魂105号-简雅黑" panose="00000500000000000000" pitchFamily="2" charset="-122"/>
                  <a:sym typeface="字魂105号-简雅黑" panose="00000500000000000000" pitchFamily="2" charset="-122"/>
                </a:rPr>
                <a:t>TUE</a:t>
              </a:r>
              <a:endParaRPr lang="zh-CN" altLang="zh-CN" sz="1065">
                <a:solidFill>
                  <a:schemeClr val="bg2"/>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78" name="Rectangle 78"/>
            <p:cNvSpPr>
              <a:spLocks noChangeArrowheads="1"/>
            </p:cNvSpPr>
            <p:nvPr/>
          </p:nvSpPr>
          <p:spPr bwMode="auto">
            <a:xfrm>
              <a:off x="2486905" y="3633788"/>
              <a:ext cx="228428" cy="123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zh-CN" sz="1065">
                  <a:solidFill>
                    <a:schemeClr val="bg2"/>
                  </a:solidFill>
                  <a:latin typeface="字魂105号-简雅黑" panose="00000500000000000000" pitchFamily="2" charset="-122"/>
                  <a:ea typeface="字魂105号-简雅黑" panose="00000500000000000000" pitchFamily="2" charset="-122"/>
                  <a:sym typeface="字魂105号-简雅黑" panose="00000500000000000000" pitchFamily="2" charset="-122"/>
                </a:rPr>
                <a:t>WED</a:t>
              </a:r>
              <a:endParaRPr lang="zh-CN" altLang="zh-CN" sz="1065">
                <a:solidFill>
                  <a:schemeClr val="bg2"/>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79" name="Rectangle 79"/>
            <p:cNvSpPr>
              <a:spLocks noChangeArrowheads="1"/>
            </p:cNvSpPr>
            <p:nvPr/>
          </p:nvSpPr>
          <p:spPr bwMode="auto">
            <a:xfrm>
              <a:off x="3090417" y="3633788"/>
              <a:ext cx="215204" cy="123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zh-CN" sz="1065">
                  <a:solidFill>
                    <a:schemeClr val="bg2"/>
                  </a:solidFill>
                  <a:latin typeface="字魂105号-简雅黑" panose="00000500000000000000" pitchFamily="2" charset="-122"/>
                  <a:ea typeface="字魂105号-简雅黑" panose="00000500000000000000" pitchFamily="2" charset="-122"/>
                  <a:sym typeface="字魂105号-简雅黑" panose="00000500000000000000" pitchFamily="2" charset="-122"/>
                </a:rPr>
                <a:t>THU</a:t>
              </a:r>
              <a:endParaRPr lang="zh-CN" altLang="zh-CN" sz="1065">
                <a:solidFill>
                  <a:schemeClr val="bg2"/>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80" name="Rectangle 80"/>
            <p:cNvSpPr>
              <a:spLocks noChangeArrowheads="1"/>
            </p:cNvSpPr>
            <p:nvPr/>
          </p:nvSpPr>
          <p:spPr bwMode="auto">
            <a:xfrm>
              <a:off x="3662458" y="3633788"/>
              <a:ext cx="144270" cy="123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zh-CN" sz="1065">
                  <a:solidFill>
                    <a:schemeClr val="bg2"/>
                  </a:solidFill>
                  <a:latin typeface="字魂105号-简雅黑" panose="00000500000000000000" pitchFamily="2" charset="-122"/>
                  <a:ea typeface="字魂105号-简雅黑" panose="00000500000000000000" pitchFamily="2" charset="-122"/>
                  <a:sym typeface="字魂105号-简雅黑" panose="00000500000000000000" pitchFamily="2" charset="-122"/>
                </a:rPr>
                <a:t>FRI</a:t>
              </a:r>
              <a:endParaRPr lang="zh-CN" altLang="zh-CN" sz="1065">
                <a:solidFill>
                  <a:schemeClr val="bg2"/>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81" name="Rectangle 81"/>
            <p:cNvSpPr>
              <a:spLocks noChangeArrowheads="1"/>
            </p:cNvSpPr>
            <p:nvPr/>
          </p:nvSpPr>
          <p:spPr bwMode="auto">
            <a:xfrm>
              <a:off x="4215354" y="3633788"/>
              <a:ext cx="216406" cy="123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zh-CN" sz="1065">
                  <a:solidFill>
                    <a:schemeClr val="bg2"/>
                  </a:solidFill>
                  <a:latin typeface="字魂105号-简雅黑" panose="00000500000000000000" pitchFamily="2" charset="-122"/>
                  <a:ea typeface="字魂105号-简雅黑" panose="00000500000000000000" pitchFamily="2" charset="-122"/>
                  <a:sym typeface="字魂105号-简雅黑" panose="00000500000000000000" pitchFamily="2" charset="-122"/>
                </a:rPr>
                <a:t>SAT</a:t>
              </a:r>
              <a:endParaRPr lang="zh-CN" altLang="zh-CN" sz="1065">
                <a:solidFill>
                  <a:schemeClr val="bg2"/>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25682" name="Group 82"/>
          <p:cNvGrpSpPr/>
          <p:nvPr/>
        </p:nvGrpSpPr>
        <p:grpSpPr bwMode="auto">
          <a:xfrm>
            <a:off x="6807200" y="2109259"/>
            <a:ext cx="4639733" cy="3126317"/>
            <a:chOff x="0" y="0"/>
            <a:chExt cx="2724" cy="1835"/>
          </a:xfrm>
        </p:grpSpPr>
        <p:sp>
          <p:nvSpPr>
            <p:cNvPr id="2" name="Oval 83"/>
            <p:cNvSpPr>
              <a:spLocks noChangeArrowheads="1"/>
            </p:cNvSpPr>
            <p:nvPr/>
          </p:nvSpPr>
          <p:spPr bwMode="auto">
            <a:xfrm flipV="1">
              <a:off x="0" y="1755"/>
              <a:ext cx="2724" cy="80"/>
            </a:xfrm>
            <a:prstGeom prst="ellipse">
              <a:avLst/>
            </a:prstGeom>
            <a:gradFill rotWithShape="1">
              <a:gsLst>
                <a:gs pos="0">
                  <a:schemeClr val="tx1">
                    <a:alpha val="20000"/>
                  </a:schemeClr>
                </a:gs>
                <a:gs pos="100000">
                  <a:schemeClr val="tx1">
                    <a:gamma/>
                    <a:shade val="46275"/>
                    <a:invGamma/>
                    <a:alpha val="0"/>
                  </a:schemeClr>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Font typeface="Arial" panose="020B0604020202020204" pitchFamily="34" charset="0"/>
                <a:buNone/>
                <a:defRPr/>
              </a:pP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5685" name="Group 84"/>
            <p:cNvGrpSpPr/>
            <p:nvPr/>
          </p:nvGrpSpPr>
          <p:grpSpPr bwMode="auto">
            <a:xfrm>
              <a:off x="240" y="0"/>
              <a:ext cx="2246" cy="1810"/>
              <a:chOff x="0" y="0"/>
              <a:chExt cx="2556" cy="1958"/>
            </a:xfrm>
          </p:grpSpPr>
          <p:pic>
            <p:nvPicPr>
              <p:cNvPr id="25686" name="Picture 85" descr="apple icons"/>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0" y="0"/>
                <a:ext cx="2556" cy="1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86"/>
              <p:cNvSpPr>
                <a:spLocks noChangeArrowheads="1"/>
              </p:cNvSpPr>
              <p:nvPr/>
            </p:nvSpPr>
            <p:spPr bwMode="auto">
              <a:xfrm>
                <a:off x="99" y="100"/>
                <a:ext cx="2358" cy="1336"/>
              </a:xfrm>
              <a:prstGeom prst="rect">
                <a:avLst/>
              </a:prstGeom>
              <a:blipFill dpi="0" rotWithShape="1">
                <a:blip r:embed="rId2"/>
                <a:srcRect/>
                <a:stretch>
                  <a:fillRect b="-19135"/>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Font typeface="Arial" panose="020B0604020202020204" pitchFamily="34" charset="0"/>
                  <a:buNone/>
                  <a:defRPr/>
                </a:pP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grpSp>
        <p:nvGrpSpPr>
          <p:cNvPr id="92" name="组合 91"/>
          <p:cNvGrpSpPr/>
          <p:nvPr/>
        </p:nvGrpSpPr>
        <p:grpSpPr>
          <a:xfrm>
            <a:off x="0" y="1059"/>
            <a:ext cx="12192001" cy="989605"/>
            <a:chOff x="-1" y="0"/>
            <a:chExt cx="9144001" cy="742204"/>
          </a:xfrm>
        </p:grpSpPr>
        <p:sp>
          <p:nvSpPr>
            <p:cNvPr id="93" name="矩形 92"/>
            <p:cNvSpPr/>
            <p:nvPr/>
          </p:nvSpPr>
          <p:spPr>
            <a:xfrm>
              <a:off x="-1" y="0"/>
              <a:ext cx="762101" cy="742204"/>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4" name="矩形 93"/>
            <p:cNvSpPr/>
            <p:nvPr/>
          </p:nvSpPr>
          <p:spPr>
            <a:xfrm>
              <a:off x="816248" y="0"/>
              <a:ext cx="122807" cy="742204"/>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5" name="TextBox 8"/>
            <p:cNvSpPr txBox="1"/>
            <p:nvPr/>
          </p:nvSpPr>
          <p:spPr>
            <a:xfrm>
              <a:off x="36902" y="34318"/>
              <a:ext cx="725198" cy="684755"/>
            </a:xfrm>
            <a:prstGeom prst="rect">
              <a:avLst/>
            </a:prstGeom>
            <a:noFill/>
          </p:spPr>
          <p:txBody>
            <a:bodyPr wrap="none" rtlCol="0">
              <a:spAutoFit/>
            </a:bodyPr>
            <a:lstStyle/>
            <a:p>
              <a:pPr algn="r" defTabSz="1218565"/>
              <a:r>
                <a:rPr lang="en-US" altLang="zh-CN" sz="5335" b="1"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05</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6" name="文本占位符 3"/>
            <p:cNvSpPr txBox="1"/>
            <p:nvPr/>
          </p:nvSpPr>
          <p:spPr>
            <a:xfrm>
              <a:off x="976845" y="166078"/>
              <a:ext cx="4186412" cy="431935"/>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点击输入相关标题</a:t>
              </a:r>
              <a:endPar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7" name="矩形 96"/>
            <p:cNvSpPr/>
            <p:nvPr/>
          </p:nvSpPr>
          <p:spPr>
            <a:xfrm flipV="1">
              <a:off x="4033674" y="533830"/>
              <a:ext cx="5110326" cy="45719"/>
            </a:xfrm>
            <a:prstGeom prst="rect">
              <a:avLst/>
            </a:prstGeom>
            <a:solidFill>
              <a:srgbClr val="FB8989"/>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98" name="组合 97"/>
          <p:cNvGrpSpPr/>
          <p:nvPr/>
        </p:nvGrpSpPr>
        <p:grpSpPr>
          <a:xfrm>
            <a:off x="872068" y="5350477"/>
            <a:ext cx="10950486" cy="930687"/>
            <a:chOff x="4898843" y="1647983"/>
            <a:chExt cx="2877936" cy="930974"/>
          </a:xfrm>
        </p:grpSpPr>
        <p:sp>
          <p:nvSpPr>
            <p:cNvPr id="99" name="矩形 98"/>
            <p:cNvSpPr/>
            <p:nvPr/>
          </p:nvSpPr>
          <p:spPr>
            <a:xfrm>
              <a:off x="4903803" y="1647983"/>
              <a:ext cx="2408441" cy="600311"/>
            </a:xfrm>
            <a:prstGeom prst="rect">
              <a:avLst/>
            </a:prstGeom>
          </p:spPr>
          <p:txBody>
            <a:bodyPr wrap="square" lIns="91403" tIns="45701" rIns="91403" bIns="45701">
              <a:spAutoFit/>
            </a:bodyPr>
            <a:lstStyle/>
            <a:p>
              <a:pPr>
                <a:lnSpc>
                  <a:spcPct val="150000"/>
                </a:lnSpc>
              </a:pPr>
              <a:r>
                <a:rPr lang="zh-CN" altLang="en-US"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0" name="矩形 47"/>
            <p:cNvSpPr>
              <a:spLocks noChangeArrowheads="1"/>
            </p:cNvSpPr>
            <p:nvPr/>
          </p:nvSpPr>
          <p:spPr bwMode="auto">
            <a:xfrm>
              <a:off x="4898843" y="2209549"/>
              <a:ext cx="2877936" cy="369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lnSpc>
                  <a:spcPct val="150000"/>
                </a:lnSpc>
                <a:spcBef>
                  <a:spcPct val="0"/>
                </a:spcBef>
                <a:buNone/>
              </a:pPr>
              <a:r>
                <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在此录入上述图表的综合描述说明，在此录入上述图表的综合描述说明，在此录入上述图表的综合描述说明，在此录入上述图表的综合描述</a:t>
              </a:r>
              <a:r>
                <a:rPr lang="zh-CN" altLang="en-US"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说明。</a:t>
              </a:r>
              <a:endPar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2" fill="hold" nodeType="afterEffect">
                                  <p:stCondLst>
                                    <p:cond delay="0"/>
                                  </p:stCondLst>
                                  <p:childTnLst>
                                    <p:set>
                                      <p:cBhvr>
                                        <p:cTn id="12" dur="1" fill="hold">
                                          <p:stCondLst>
                                            <p:cond delay="0"/>
                                          </p:stCondLst>
                                        </p:cTn>
                                        <p:tgtEl>
                                          <p:spTgt spid="25682"/>
                                        </p:tgtEl>
                                        <p:attrNameLst>
                                          <p:attrName>style.visibility</p:attrName>
                                        </p:attrNameLst>
                                      </p:cBhvr>
                                      <p:to>
                                        <p:strVal val="visible"/>
                                      </p:to>
                                    </p:set>
                                    <p:anim calcmode="lin" valueType="num">
                                      <p:cBhvr additive="base">
                                        <p:cTn id="13" dur="500" fill="hold"/>
                                        <p:tgtEl>
                                          <p:spTgt spid="25682"/>
                                        </p:tgtEl>
                                        <p:attrNameLst>
                                          <p:attrName>ppt_x</p:attrName>
                                        </p:attrNameLst>
                                      </p:cBhvr>
                                      <p:tavLst>
                                        <p:tav tm="0">
                                          <p:val>
                                            <p:strVal val="1+#ppt_w/2"/>
                                          </p:val>
                                        </p:tav>
                                        <p:tav tm="100000">
                                          <p:val>
                                            <p:strVal val="#ppt_x"/>
                                          </p:val>
                                        </p:tav>
                                      </p:tavLst>
                                    </p:anim>
                                    <p:anim calcmode="lin" valueType="num">
                                      <p:cBhvr additive="base">
                                        <p:cTn id="14" dur="500" fill="hold"/>
                                        <p:tgtEl>
                                          <p:spTgt spid="25682"/>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12" presetClass="entr" presetSubtype="2" fill="hold" nodeType="afterEffect">
                                  <p:stCondLst>
                                    <p:cond delay="100"/>
                                  </p:stCondLst>
                                  <p:childTnLst>
                                    <p:set>
                                      <p:cBhvr>
                                        <p:cTn id="17" dur="1" fill="hold">
                                          <p:stCondLst>
                                            <p:cond delay="0"/>
                                          </p:stCondLst>
                                        </p:cTn>
                                        <p:tgtEl>
                                          <p:spTgt spid="98"/>
                                        </p:tgtEl>
                                        <p:attrNameLst>
                                          <p:attrName>style.visibility</p:attrName>
                                        </p:attrNameLst>
                                      </p:cBhvr>
                                      <p:to>
                                        <p:strVal val="visible"/>
                                      </p:to>
                                    </p:set>
                                    <p:anim calcmode="lin" valueType="num">
                                      <p:cBhvr additive="base">
                                        <p:cTn id="18" dur="500"/>
                                        <p:tgtEl>
                                          <p:spTgt spid="98"/>
                                        </p:tgtEl>
                                        <p:attrNameLst>
                                          <p:attrName>ppt_x</p:attrName>
                                        </p:attrNameLst>
                                      </p:cBhvr>
                                      <p:tavLst>
                                        <p:tav tm="0">
                                          <p:val>
                                            <p:strVal val="#ppt_x+#ppt_w*1.125000"/>
                                          </p:val>
                                        </p:tav>
                                        <p:tav tm="100000">
                                          <p:val>
                                            <p:strVal val="#ppt_x"/>
                                          </p:val>
                                        </p:tav>
                                      </p:tavLst>
                                    </p:anim>
                                    <p:animEffect transition="in" filter="wipe(left)">
                                      <p:cBhvr>
                                        <p:cTn id="19"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76571" y="3399860"/>
            <a:ext cx="3631588" cy="2433269"/>
          </a:xfrm>
          <a:prstGeom prst="rect">
            <a:avLst/>
          </a:prstGeom>
        </p:spPr>
      </p:pic>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79351" y="1683035"/>
            <a:ext cx="3939069" cy="2632659"/>
          </a:xfrm>
          <a:prstGeom prst="rect">
            <a:avLst/>
          </a:prstGeom>
        </p:spPr>
      </p:pic>
      <p:grpSp>
        <p:nvGrpSpPr>
          <p:cNvPr id="10" name="组合 9"/>
          <p:cNvGrpSpPr/>
          <p:nvPr/>
        </p:nvGrpSpPr>
        <p:grpSpPr>
          <a:xfrm>
            <a:off x="0" y="1059"/>
            <a:ext cx="12192001" cy="989605"/>
            <a:chOff x="-1" y="0"/>
            <a:chExt cx="9144001" cy="742204"/>
          </a:xfrm>
        </p:grpSpPr>
        <p:sp>
          <p:nvSpPr>
            <p:cNvPr id="11" name="矩形 10"/>
            <p:cNvSpPr/>
            <p:nvPr/>
          </p:nvSpPr>
          <p:spPr>
            <a:xfrm>
              <a:off x="-1" y="0"/>
              <a:ext cx="762101" cy="742204"/>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 name="矩形 11"/>
            <p:cNvSpPr/>
            <p:nvPr/>
          </p:nvSpPr>
          <p:spPr>
            <a:xfrm>
              <a:off x="816248" y="0"/>
              <a:ext cx="122807" cy="742204"/>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TextBox 8"/>
            <p:cNvSpPr txBox="1"/>
            <p:nvPr/>
          </p:nvSpPr>
          <p:spPr>
            <a:xfrm>
              <a:off x="36902" y="34318"/>
              <a:ext cx="725198" cy="684755"/>
            </a:xfrm>
            <a:prstGeom prst="rect">
              <a:avLst/>
            </a:prstGeom>
            <a:noFill/>
          </p:spPr>
          <p:txBody>
            <a:bodyPr wrap="none" rtlCol="0">
              <a:spAutoFit/>
            </a:bodyPr>
            <a:lstStyle/>
            <a:p>
              <a:pPr algn="r" defTabSz="1218565"/>
              <a:r>
                <a:rPr lang="en-US" altLang="zh-CN" sz="5335" b="1"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05</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文本占位符 3"/>
            <p:cNvSpPr txBox="1"/>
            <p:nvPr/>
          </p:nvSpPr>
          <p:spPr>
            <a:xfrm>
              <a:off x="976845" y="166078"/>
              <a:ext cx="4186412" cy="431935"/>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点击输入相关标题</a:t>
              </a:r>
              <a:endPar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矩形 14"/>
            <p:cNvSpPr/>
            <p:nvPr/>
          </p:nvSpPr>
          <p:spPr>
            <a:xfrm flipV="1">
              <a:off x="4033674" y="533830"/>
              <a:ext cx="5110326" cy="45719"/>
            </a:xfrm>
            <a:prstGeom prst="rect">
              <a:avLst/>
            </a:prstGeom>
            <a:solidFill>
              <a:srgbClr val="FB8989"/>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6" name="矩形 1"/>
          <p:cNvSpPr>
            <a:spLocks noChangeArrowheads="1"/>
          </p:cNvSpPr>
          <p:nvPr/>
        </p:nvSpPr>
        <p:spPr bwMode="auto">
          <a:xfrm>
            <a:off x="5638811" y="2391844"/>
            <a:ext cx="448894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矩形 16"/>
          <p:cNvSpPr/>
          <p:nvPr/>
        </p:nvSpPr>
        <p:spPr>
          <a:xfrm>
            <a:off x="5638812" y="1828842"/>
            <a:ext cx="2590486" cy="646292"/>
          </a:xfrm>
          <a:prstGeom prst="rect">
            <a:avLst/>
          </a:prstGeom>
        </p:spPr>
        <p:txBody>
          <a:bodyPr wrap="square" lIns="91403" tIns="45701" rIns="91403" bIns="45701">
            <a:spAutoFit/>
          </a:bodyPr>
          <a:lstStyle/>
          <a:p>
            <a:pPr>
              <a:lnSpc>
                <a:spcPct val="150000"/>
              </a:lnSpc>
            </a:pPr>
            <a:r>
              <a:rPr lang="zh-CN" altLang="en-US" sz="2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4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矩形 1"/>
          <p:cNvSpPr>
            <a:spLocks noChangeArrowheads="1"/>
          </p:cNvSpPr>
          <p:nvPr/>
        </p:nvSpPr>
        <p:spPr bwMode="auto">
          <a:xfrm>
            <a:off x="2395396" y="5271198"/>
            <a:ext cx="4488940" cy="607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r">
              <a:lnSpc>
                <a:spcPct val="150000"/>
              </a:lnSpc>
            </a:pPr>
            <a:r>
              <a:rPr lang="zh-CN" altLang="en-US" sz="1200" dirty="0" smtClean="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a:t>
            </a:r>
            <a:endParaRPr lang="en-US" altLang="zh-CN"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矩形 18"/>
          <p:cNvSpPr/>
          <p:nvPr/>
        </p:nvSpPr>
        <p:spPr>
          <a:xfrm>
            <a:off x="4265371" y="4701850"/>
            <a:ext cx="2590486" cy="569348"/>
          </a:xfrm>
          <a:prstGeom prst="rect">
            <a:avLst/>
          </a:prstGeom>
        </p:spPr>
        <p:txBody>
          <a:bodyPr wrap="square" lIns="91403" tIns="45701" rIns="91403" bIns="45701">
            <a:spAutoFit/>
          </a:bodyPr>
          <a:lstStyle/>
          <a:p>
            <a:pPr algn="r">
              <a:lnSpc>
                <a:spcPct val="150000"/>
              </a:lnSpc>
            </a:pPr>
            <a:r>
              <a:rPr lang="zh-CN" altLang="en-US" sz="2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4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up)">
                                      <p:cBhvr>
                                        <p:cTn id="16" dur="500"/>
                                        <p:tgtEl>
                                          <p:spTgt spid="16"/>
                                        </p:tgtEl>
                                      </p:cBhvr>
                                    </p:animEffect>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up)">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rot="20640000">
            <a:off x="4278342" y="3511848"/>
            <a:ext cx="2049769" cy="96000"/>
          </a:xfrm>
          <a:prstGeom prst="roundRect">
            <a:avLst>
              <a:gd name="adj" fmla="val 50000"/>
            </a:avLst>
          </a:prstGeom>
          <a:solidFill>
            <a:srgbClr val="DA5665"/>
          </a:solidFill>
          <a:ln w="25400">
            <a:noFill/>
          </a:ln>
          <a:effectLst>
            <a:outerShdw blurRad="225425" dist="38100" dir="5220000" algn="ctr">
              <a:srgbClr val="000000">
                <a:alpha val="33000"/>
              </a:srgbClr>
            </a:outerShdw>
          </a:effectLst>
        </p:spPr>
        <p:style>
          <a:lnRef idx="1">
            <a:schemeClr val="accent2"/>
          </a:lnRef>
          <a:fillRef idx="3">
            <a:schemeClr val="accent2"/>
          </a:fillRef>
          <a:effectRef idx="2">
            <a:schemeClr val="accent2"/>
          </a:effectRef>
          <a:fontRef idx="minor">
            <a:schemeClr val="lt1"/>
          </a:fontRef>
        </p:style>
        <p:txBody>
          <a:bodyPr anchor="ctr"/>
          <a:lstStyle/>
          <a:p>
            <a:pPr algn="ctr" eaLnBrk="0" fontAlgn="ctr" hangingPunct="0">
              <a:spcBef>
                <a:spcPts val="0"/>
              </a:spcBef>
              <a:spcAft>
                <a:spcPts val="0"/>
              </a:spcAft>
              <a:buClr>
                <a:srgbClr val="FF0000"/>
              </a:buClr>
              <a:buSzPct val="70000"/>
              <a:defRPr/>
            </a:pPr>
            <a:endParaRPr lang="zh-CN" altLang="en-US" sz="2135" b="1">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圆角矩形 6"/>
          <p:cNvSpPr/>
          <p:nvPr/>
        </p:nvSpPr>
        <p:spPr>
          <a:xfrm rot="900000">
            <a:off x="4270009" y="4052739"/>
            <a:ext cx="2023795" cy="96000"/>
          </a:xfrm>
          <a:prstGeom prst="roundRect">
            <a:avLst>
              <a:gd name="adj" fmla="val 50000"/>
            </a:avLst>
          </a:prstGeom>
          <a:solidFill>
            <a:srgbClr val="DA5665"/>
          </a:solidFill>
          <a:ln w="25400">
            <a:noFill/>
          </a:ln>
          <a:effectLst>
            <a:outerShdw blurRad="225425" dist="38100" dir="5220000" algn="ctr">
              <a:srgbClr val="000000">
                <a:alpha val="33000"/>
              </a:srgbClr>
            </a:outerShdw>
          </a:effectLst>
        </p:spPr>
        <p:style>
          <a:lnRef idx="1">
            <a:schemeClr val="accent2"/>
          </a:lnRef>
          <a:fillRef idx="3">
            <a:schemeClr val="accent2"/>
          </a:fillRef>
          <a:effectRef idx="2">
            <a:schemeClr val="accent2"/>
          </a:effectRef>
          <a:fontRef idx="minor">
            <a:schemeClr val="lt1"/>
          </a:fontRef>
        </p:style>
        <p:txBody>
          <a:bodyPr anchor="ctr"/>
          <a:lstStyle/>
          <a:p>
            <a:pPr algn="ctr" eaLnBrk="0" fontAlgn="ctr" hangingPunct="0">
              <a:spcBef>
                <a:spcPts val="0"/>
              </a:spcBef>
              <a:spcAft>
                <a:spcPts val="0"/>
              </a:spcAft>
              <a:buClr>
                <a:srgbClr val="FF0000"/>
              </a:buClr>
              <a:buSzPct val="70000"/>
              <a:defRPr/>
            </a:pPr>
            <a:endParaRPr lang="zh-CN" altLang="en-US" sz="2135" b="1">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圆角矩形 7"/>
          <p:cNvSpPr/>
          <p:nvPr/>
        </p:nvSpPr>
        <p:spPr>
          <a:xfrm rot="19320000">
            <a:off x="4103985" y="2790611"/>
            <a:ext cx="2352000" cy="96000"/>
          </a:xfrm>
          <a:prstGeom prst="roundRect">
            <a:avLst>
              <a:gd name="adj" fmla="val 50000"/>
            </a:avLst>
          </a:prstGeom>
          <a:solidFill>
            <a:srgbClr val="DA5665"/>
          </a:solidFill>
          <a:ln w="25400">
            <a:noFill/>
          </a:ln>
          <a:effectLst>
            <a:outerShdw blurRad="225425" dist="38100" dir="5220000" algn="ctr">
              <a:srgbClr val="000000">
                <a:alpha val="33000"/>
              </a:srgbClr>
            </a:outerShdw>
          </a:effectLst>
        </p:spPr>
        <p:style>
          <a:lnRef idx="1">
            <a:schemeClr val="accent2"/>
          </a:lnRef>
          <a:fillRef idx="3">
            <a:schemeClr val="accent2"/>
          </a:fillRef>
          <a:effectRef idx="2">
            <a:schemeClr val="accent2"/>
          </a:effectRef>
          <a:fontRef idx="minor">
            <a:schemeClr val="lt1"/>
          </a:fontRef>
        </p:style>
        <p:txBody>
          <a:bodyPr anchor="ctr"/>
          <a:lstStyle/>
          <a:p>
            <a:pPr algn="ctr" eaLnBrk="0" fontAlgn="ctr" hangingPunct="0">
              <a:spcBef>
                <a:spcPts val="0"/>
              </a:spcBef>
              <a:spcAft>
                <a:spcPts val="0"/>
              </a:spcAft>
              <a:buClr>
                <a:srgbClr val="FF0000"/>
              </a:buClr>
              <a:buSzPct val="70000"/>
              <a:defRPr/>
            </a:pPr>
            <a:endParaRPr lang="zh-CN" altLang="en-US" sz="2135" b="1">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圆角矩形 8"/>
          <p:cNvSpPr/>
          <p:nvPr/>
        </p:nvSpPr>
        <p:spPr>
          <a:xfrm rot="2400000">
            <a:off x="4079455" y="4633175"/>
            <a:ext cx="2352000" cy="96000"/>
          </a:xfrm>
          <a:prstGeom prst="roundRect">
            <a:avLst>
              <a:gd name="adj" fmla="val 50000"/>
            </a:avLst>
          </a:prstGeom>
          <a:solidFill>
            <a:srgbClr val="DA5665"/>
          </a:solidFill>
          <a:ln w="25400">
            <a:noFill/>
          </a:ln>
          <a:effectLst>
            <a:outerShdw blurRad="225425" dist="38100" dir="5220000" algn="ctr">
              <a:srgbClr val="000000">
                <a:alpha val="33000"/>
              </a:srgbClr>
            </a:outerShdw>
          </a:effectLst>
        </p:spPr>
        <p:style>
          <a:lnRef idx="1">
            <a:schemeClr val="accent2"/>
          </a:lnRef>
          <a:fillRef idx="3">
            <a:schemeClr val="accent2"/>
          </a:fillRef>
          <a:effectRef idx="2">
            <a:schemeClr val="accent2"/>
          </a:effectRef>
          <a:fontRef idx="minor">
            <a:schemeClr val="lt1"/>
          </a:fontRef>
        </p:style>
        <p:txBody>
          <a:bodyPr anchor="ctr"/>
          <a:lstStyle/>
          <a:p>
            <a:pPr algn="ctr" eaLnBrk="0" fontAlgn="ctr" hangingPunct="0">
              <a:spcBef>
                <a:spcPts val="0"/>
              </a:spcBef>
              <a:spcAft>
                <a:spcPts val="0"/>
              </a:spcAft>
              <a:buClr>
                <a:srgbClr val="FF0000"/>
              </a:buClr>
              <a:buSzPct val="70000"/>
              <a:defRPr/>
            </a:pPr>
            <a:endParaRPr lang="zh-CN" altLang="en-US" sz="2135" b="1">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0" name="组合 56"/>
          <p:cNvGrpSpPr/>
          <p:nvPr/>
        </p:nvGrpSpPr>
        <p:grpSpPr bwMode="auto">
          <a:xfrm>
            <a:off x="3584918" y="2840811"/>
            <a:ext cx="1934633" cy="1864784"/>
            <a:chOff x="3440653" y="2680764"/>
            <a:chExt cx="2329340" cy="2245772"/>
          </a:xfrm>
          <a:solidFill>
            <a:srgbClr val="0BA5BF"/>
          </a:solidFill>
        </p:grpSpPr>
        <p:sp>
          <p:nvSpPr>
            <p:cNvPr id="11" name="Oval 2"/>
            <p:cNvSpPr>
              <a:spLocks noChangeAspect="1" noChangeArrowheads="1"/>
            </p:cNvSpPr>
            <p:nvPr/>
          </p:nvSpPr>
          <p:spPr bwMode="auto">
            <a:xfrm>
              <a:off x="3440653" y="2680764"/>
              <a:ext cx="2245771" cy="2245772"/>
            </a:xfrm>
            <a:prstGeom prst="ellipse">
              <a:avLst/>
            </a:prstGeom>
            <a:solidFill>
              <a:srgbClr val="FB8989"/>
            </a:solidFill>
            <a:ln w="25400">
              <a:solidFill>
                <a:srgbClr val="FB8989"/>
              </a:solidFill>
            </a:ln>
            <a:effectLst>
              <a:outerShdw blurRad="225425" dist="38100" dir="5220000" algn="ctr">
                <a:srgbClr val="000000">
                  <a:alpha val="33000"/>
                </a:srgbClr>
              </a:outerShdw>
            </a:effectLst>
          </p:spPr>
          <p:style>
            <a:lnRef idx="1">
              <a:schemeClr val="accent2"/>
            </a:lnRef>
            <a:fillRef idx="3">
              <a:schemeClr val="accent2"/>
            </a:fillRef>
            <a:effectRef idx="2">
              <a:schemeClr val="accent2"/>
            </a:effectRef>
            <a:fontRef idx="minor">
              <a:schemeClr val="lt1"/>
            </a:fontRef>
          </p:style>
          <p:txBody>
            <a:bodyPr anchor="ctr"/>
            <a:lstStyle/>
            <a:p>
              <a:pPr algn="ctr" eaLnBrk="0" fontAlgn="ctr" hangingPunct="0">
                <a:spcBef>
                  <a:spcPts val="0"/>
                </a:spcBef>
                <a:spcAft>
                  <a:spcPts val="0"/>
                </a:spcAft>
                <a:buClr>
                  <a:srgbClr val="FF0000"/>
                </a:buClr>
                <a:buSzPct val="70000"/>
                <a:defRPr/>
              </a:pPr>
              <a:endParaRPr lang="fr-FR" altLang="zh-CN" sz="21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 name="Text Box 29"/>
            <p:cNvSpPr txBox="1">
              <a:spLocks noChangeArrowheads="1"/>
            </p:cNvSpPr>
            <p:nvPr/>
          </p:nvSpPr>
          <p:spPr bwMode="gray">
            <a:xfrm>
              <a:off x="3464942" y="3511184"/>
              <a:ext cx="2305051" cy="506488"/>
            </a:xfrm>
            <a:prstGeom prst="rect">
              <a:avLst/>
            </a:prstGeom>
            <a:noFill/>
            <a:ln w="9525">
              <a:noFill/>
              <a:miter lim="800000"/>
            </a:ln>
          </p:spPr>
          <p:txBody>
            <a:bodyPr anchor="ctr">
              <a:spAutoFit/>
            </a:bodyPr>
            <a:lstStyle/>
            <a:p>
              <a:pPr algn="ctr" fontAlgn="auto">
                <a:spcBef>
                  <a:spcPts val="0"/>
                </a:spcBef>
                <a:spcAft>
                  <a:spcPts val="0"/>
                </a:spcAft>
                <a:defRPr/>
              </a:pPr>
              <a:r>
                <a:rPr kumimoji="1" lang="zh-CN" altLang="en-US" sz="2135" dirty="0">
                  <a:solidFill>
                    <a:schemeClr val="bg1"/>
                  </a:solidFill>
                  <a:effectLst>
                    <a:reflection blurRad="6350" stA="50000" endA="300" endPos="50000" dist="29997" dir="5400000" sy="-100000" algn="bl" rotWithShape="0"/>
                  </a:effectLst>
                  <a:latin typeface="字魂105号-简雅黑" panose="00000500000000000000" pitchFamily="2" charset="-122"/>
                  <a:ea typeface="字魂105号-简雅黑" panose="00000500000000000000" pitchFamily="2" charset="-122"/>
                  <a:sym typeface="字魂105号-简雅黑" panose="00000500000000000000" pitchFamily="2" charset="-122"/>
                </a:rPr>
                <a:t>进一步目标</a:t>
              </a:r>
              <a:endParaRPr kumimoji="1" lang="zh-CN" altLang="en-US" sz="2135" dirty="0">
                <a:solidFill>
                  <a:schemeClr val="bg1"/>
                </a:solidFill>
                <a:effectLst>
                  <a:reflection blurRad="6350" stA="50000" endA="300" endPos="50000" dist="29997" dir="5400000" sy="-100000" algn="bl" rotWithShape="0"/>
                </a:effectLst>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3" name="圆角矩形 12"/>
          <p:cNvSpPr/>
          <p:nvPr/>
        </p:nvSpPr>
        <p:spPr bwMode="auto">
          <a:xfrm>
            <a:off x="6269359" y="3975369"/>
            <a:ext cx="4915207" cy="719587"/>
          </a:xfrm>
          <a:prstGeom prst="roundRect">
            <a:avLst>
              <a:gd name="adj" fmla="val 7848"/>
            </a:avLst>
          </a:prstGeom>
          <a:noFill/>
          <a:ln w="38100">
            <a:solidFill>
              <a:srgbClr val="FB8989"/>
            </a:solidFill>
          </a:ln>
          <a:effectLst>
            <a:outerShdw blurRad="225425" dist="38100" dir="5220000" algn="ctr">
              <a:srgbClr val="000000">
                <a:alpha val="33000"/>
              </a:srgbClr>
            </a:outerShdw>
          </a:effectLst>
        </p:spPr>
        <p:style>
          <a:lnRef idx="1">
            <a:schemeClr val="accent2"/>
          </a:lnRef>
          <a:fillRef idx="3">
            <a:schemeClr val="accent2"/>
          </a:fillRef>
          <a:effectRef idx="2">
            <a:schemeClr val="accent2"/>
          </a:effectRef>
          <a:fontRef idx="minor">
            <a:schemeClr val="lt1"/>
          </a:fontRef>
        </p:style>
        <p:txBody>
          <a:bodyPr anchor="ctr"/>
          <a:lstStyle/>
          <a:p>
            <a:pPr marL="0" lvl="2" algn="ctr" eaLnBrk="0" fontAlgn="ctr" hangingPunct="0">
              <a:spcBef>
                <a:spcPts val="0"/>
              </a:spcBef>
              <a:spcAft>
                <a:spcPts val="0"/>
              </a:spcAft>
              <a:buClr>
                <a:srgbClr val="FF0000"/>
              </a:buClr>
              <a:buSzPct val="70000"/>
              <a:buFont typeface="Wingdings" panose="05000000000000000000" pitchFamily="2" charset="2"/>
              <a:buChar char="n"/>
              <a:tabLst>
                <a:tab pos="181610" algn="l"/>
              </a:tabLst>
              <a:defRPr/>
            </a:pPr>
            <a:endParaRPr lang="zh-CN" altLang="en-US" sz="186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矩形 87"/>
          <p:cNvSpPr>
            <a:spLocks noChangeArrowheads="1"/>
          </p:cNvSpPr>
          <p:nvPr/>
        </p:nvSpPr>
        <p:spPr bwMode="auto">
          <a:xfrm>
            <a:off x="6451494" y="4112452"/>
            <a:ext cx="4277783" cy="379656"/>
          </a:xfrm>
          <a:prstGeom prst="rect">
            <a:avLst/>
          </a:prstGeom>
          <a:noFill/>
          <a:ln w="9525">
            <a:noFill/>
            <a:miter lim="800000"/>
          </a:ln>
        </p:spPr>
        <p:txBody>
          <a:bodyPr>
            <a:spAutoFit/>
          </a:bodyPr>
          <a:lstStyle/>
          <a:p>
            <a:pPr eaLnBrk="0" fontAlgn="ctr" hangingPunct="0">
              <a:buClr>
                <a:srgbClr val="FF0000"/>
              </a:buClr>
              <a:buSzPct val="70000"/>
            </a:pPr>
            <a:r>
              <a:rPr lang="zh-CN" altLang="en-US" sz="186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点击添加文本 点击添加文本</a:t>
            </a:r>
            <a:endParaRPr lang="zh-CN" altLang="en-US" sz="186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圆角矩形 14"/>
          <p:cNvSpPr/>
          <p:nvPr/>
        </p:nvSpPr>
        <p:spPr bwMode="auto">
          <a:xfrm>
            <a:off x="6269359" y="5060162"/>
            <a:ext cx="4915207" cy="705577"/>
          </a:xfrm>
          <a:prstGeom prst="roundRect">
            <a:avLst>
              <a:gd name="adj" fmla="val 7848"/>
            </a:avLst>
          </a:prstGeom>
          <a:noFill/>
          <a:ln w="38100">
            <a:solidFill>
              <a:srgbClr val="FB8989"/>
            </a:solidFill>
          </a:ln>
          <a:effectLst>
            <a:outerShdw blurRad="225425" dist="38100" dir="5220000" algn="ctr">
              <a:srgbClr val="000000">
                <a:alpha val="33000"/>
              </a:srgbClr>
            </a:outerShdw>
          </a:effectLst>
        </p:spPr>
        <p:style>
          <a:lnRef idx="1">
            <a:schemeClr val="accent2"/>
          </a:lnRef>
          <a:fillRef idx="3">
            <a:schemeClr val="accent2"/>
          </a:fillRef>
          <a:effectRef idx="2">
            <a:schemeClr val="accent2"/>
          </a:effectRef>
          <a:fontRef idx="minor">
            <a:schemeClr val="lt1"/>
          </a:fontRef>
        </p:style>
        <p:txBody>
          <a:bodyPr anchor="ctr"/>
          <a:lstStyle/>
          <a:p>
            <a:pPr marL="0" lvl="2" algn="ctr" eaLnBrk="0" fontAlgn="ctr" hangingPunct="0">
              <a:spcBef>
                <a:spcPts val="0"/>
              </a:spcBef>
              <a:spcAft>
                <a:spcPts val="0"/>
              </a:spcAft>
              <a:buClr>
                <a:srgbClr val="FF0000"/>
              </a:buClr>
              <a:buSzPct val="70000"/>
              <a:buFont typeface="Wingdings" panose="05000000000000000000" pitchFamily="2" charset="2"/>
              <a:buChar char="n"/>
              <a:tabLst>
                <a:tab pos="181610" algn="l"/>
              </a:tabLst>
              <a:defRPr/>
            </a:pPr>
            <a:endParaRPr lang="zh-CN" altLang="en-US" sz="186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 name="矩形 87"/>
          <p:cNvSpPr>
            <a:spLocks noChangeArrowheads="1"/>
          </p:cNvSpPr>
          <p:nvPr/>
        </p:nvSpPr>
        <p:spPr bwMode="auto">
          <a:xfrm>
            <a:off x="6349894" y="5218921"/>
            <a:ext cx="4483100" cy="379656"/>
          </a:xfrm>
          <a:prstGeom prst="rect">
            <a:avLst/>
          </a:prstGeom>
          <a:noFill/>
          <a:ln w="9525">
            <a:noFill/>
            <a:miter lim="800000"/>
          </a:ln>
        </p:spPr>
        <p:txBody>
          <a:bodyPr>
            <a:spAutoFit/>
          </a:bodyPr>
          <a:lstStyle/>
          <a:p>
            <a:pPr eaLnBrk="0" fontAlgn="ctr" hangingPunct="0">
              <a:buClr>
                <a:srgbClr val="FF0000"/>
              </a:buClr>
              <a:buSzPct val="70000"/>
            </a:pPr>
            <a:r>
              <a:rPr lang="zh-CN" altLang="en-US" sz="186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点击添加文本 点击添加文本</a:t>
            </a:r>
            <a:endParaRPr lang="zh-CN" altLang="en-US" sz="186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圆角矩形 16"/>
          <p:cNvSpPr/>
          <p:nvPr/>
        </p:nvSpPr>
        <p:spPr bwMode="auto">
          <a:xfrm>
            <a:off x="6269358" y="2843537"/>
            <a:ext cx="4915207" cy="749529"/>
          </a:xfrm>
          <a:prstGeom prst="roundRect">
            <a:avLst>
              <a:gd name="adj" fmla="val 7848"/>
            </a:avLst>
          </a:prstGeom>
          <a:noFill/>
          <a:ln w="38100">
            <a:solidFill>
              <a:srgbClr val="FB8989"/>
            </a:solidFill>
          </a:ln>
          <a:effectLst>
            <a:outerShdw blurRad="225425" dist="38100" dir="5220000" algn="ctr">
              <a:srgbClr val="000000">
                <a:alpha val="33000"/>
              </a:srgbClr>
            </a:outerShdw>
          </a:effectLst>
        </p:spPr>
        <p:style>
          <a:lnRef idx="1">
            <a:schemeClr val="accent2"/>
          </a:lnRef>
          <a:fillRef idx="3">
            <a:schemeClr val="accent2"/>
          </a:fillRef>
          <a:effectRef idx="2">
            <a:schemeClr val="accent2"/>
          </a:effectRef>
          <a:fontRef idx="minor">
            <a:schemeClr val="lt1"/>
          </a:fontRef>
        </p:style>
        <p:txBody>
          <a:bodyPr anchor="ctr"/>
          <a:lstStyle/>
          <a:p>
            <a:pPr marL="0" lvl="2" algn="ctr" eaLnBrk="0" fontAlgn="ctr" hangingPunct="0">
              <a:spcBef>
                <a:spcPts val="0"/>
              </a:spcBef>
              <a:spcAft>
                <a:spcPts val="0"/>
              </a:spcAft>
              <a:buClr>
                <a:srgbClr val="FF0000"/>
              </a:buClr>
              <a:buSzPct val="70000"/>
              <a:buFont typeface="Wingdings" panose="05000000000000000000" pitchFamily="2" charset="2"/>
              <a:buChar char="n"/>
              <a:tabLst>
                <a:tab pos="181610" algn="l"/>
              </a:tabLst>
              <a:defRPr/>
            </a:pPr>
            <a:endParaRPr lang="zh-CN" altLang="en-US" sz="186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矩形 87"/>
          <p:cNvSpPr>
            <a:spLocks noChangeArrowheads="1"/>
          </p:cNvSpPr>
          <p:nvPr/>
        </p:nvSpPr>
        <p:spPr bwMode="auto">
          <a:xfrm>
            <a:off x="6521344" y="3055940"/>
            <a:ext cx="4197349" cy="379656"/>
          </a:xfrm>
          <a:prstGeom prst="rect">
            <a:avLst/>
          </a:prstGeom>
          <a:noFill/>
          <a:ln w="9525">
            <a:noFill/>
            <a:miter lim="800000"/>
          </a:ln>
        </p:spPr>
        <p:txBody>
          <a:bodyPr>
            <a:spAutoFit/>
          </a:bodyPr>
          <a:lstStyle/>
          <a:p>
            <a:pPr eaLnBrk="0" fontAlgn="ctr" hangingPunct="0">
              <a:buClr>
                <a:srgbClr val="FF0000"/>
              </a:buClr>
              <a:buSzPct val="70000"/>
            </a:pPr>
            <a:r>
              <a:rPr lang="zh-CN" altLang="en-US" sz="186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点击添加文本 点击添加文本</a:t>
            </a:r>
            <a:endParaRPr lang="zh-CN" altLang="en-US" sz="186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AutoShape 3"/>
          <p:cNvSpPr>
            <a:spLocks noChangeAspect="1" noChangeArrowheads="1"/>
          </p:cNvSpPr>
          <p:nvPr/>
        </p:nvSpPr>
        <p:spPr bwMode="auto">
          <a:xfrm>
            <a:off x="6042368" y="3062419"/>
            <a:ext cx="432000" cy="432000"/>
          </a:xfrm>
          <a:prstGeom prst="ellipse">
            <a:avLst/>
          </a:prstGeom>
          <a:solidFill>
            <a:srgbClr val="DA5665"/>
          </a:solidFill>
          <a:ln w="25400">
            <a:noFill/>
          </a:ln>
          <a:effectLst>
            <a:outerShdw blurRad="225425" dist="38100" dir="5220000" algn="ctr">
              <a:srgbClr val="000000">
                <a:alpha val="33000"/>
              </a:srgbClr>
            </a:outerShdw>
          </a:effectLst>
        </p:spPr>
        <p:style>
          <a:lnRef idx="1">
            <a:schemeClr val="accent2"/>
          </a:lnRef>
          <a:fillRef idx="3">
            <a:schemeClr val="accent2"/>
          </a:fillRef>
          <a:effectRef idx="2">
            <a:schemeClr val="accent2"/>
          </a:effectRef>
          <a:fontRef idx="minor">
            <a:schemeClr val="lt1"/>
          </a:fontRef>
        </p:style>
        <p:txBody>
          <a:bodyPr anchor="ctr"/>
          <a:lstStyle/>
          <a:p>
            <a:pPr algn="ctr" eaLnBrk="0" fontAlgn="ctr" hangingPunct="0">
              <a:spcBef>
                <a:spcPts val="0"/>
              </a:spcBef>
              <a:spcAft>
                <a:spcPts val="0"/>
              </a:spcAft>
              <a:buClr>
                <a:srgbClr val="FF0000"/>
              </a:buClr>
              <a:buSzPct val="70000"/>
              <a:defRPr/>
            </a:pPr>
            <a:endParaRPr lang="zh-CN" altLang="zh-CN" sz="2135" b="1">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AutoShape 3"/>
          <p:cNvSpPr>
            <a:spLocks noChangeAspect="1" noChangeArrowheads="1"/>
          </p:cNvSpPr>
          <p:nvPr/>
        </p:nvSpPr>
        <p:spPr bwMode="auto">
          <a:xfrm>
            <a:off x="6042368" y="4102804"/>
            <a:ext cx="432000" cy="432000"/>
          </a:xfrm>
          <a:prstGeom prst="ellipse">
            <a:avLst/>
          </a:prstGeom>
          <a:solidFill>
            <a:srgbClr val="DA5665"/>
          </a:solidFill>
          <a:ln w="25400">
            <a:noFill/>
          </a:ln>
          <a:effectLst>
            <a:outerShdw blurRad="225425" dist="38100" dir="5220000" algn="ctr">
              <a:srgbClr val="000000">
                <a:alpha val="33000"/>
              </a:srgbClr>
            </a:outerShdw>
          </a:effectLst>
        </p:spPr>
        <p:style>
          <a:lnRef idx="1">
            <a:schemeClr val="accent2"/>
          </a:lnRef>
          <a:fillRef idx="3">
            <a:schemeClr val="accent2"/>
          </a:fillRef>
          <a:effectRef idx="2">
            <a:schemeClr val="accent2"/>
          </a:effectRef>
          <a:fontRef idx="minor">
            <a:schemeClr val="lt1"/>
          </a:fontRef>
        </p:style>
        <p:txBody>
          <a:bodyPr anchor="ctr"/>
          <a:lstStyle/>
          <a:p>
            <a:pPr algn="ctr" eaLnBrk="0" fontAlgn="ctr" hangingPunct="0">
              <a:spcBef>
                <a:spcPts val="0"/>
              </a:spcBef>
              <a:spcAft>
                <a:spcPts val="0"/>
              </a:spcAft>
              <a:buClr>
                <a:srgbClr val="FF0000"/>
              </a:buClr>
              <a:buSzPct val="70000"/>
              <a:defRPr/>
            </a:pPr>
            <a:endParaRPr lang="zh-CN" altLang="zh-CN" sz="2135" b="1">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圆角矩形 24"/>
          <p:cNvSpPr/>
          <p:nvPr/>
        </p:nvSpPr>
        <p:spPr bwMode="auto">
          <a:xfrm>
            <a:off x="6269359" y="1751892"/>
            <a:ext cx="4915207" cy="725592"/>
          </a:xfrm>
          <a:prstGeom prst="roundRect">
            <a:avLst>
              <a:gd name="adj" fmla="val 7848"/>
            </a:avLst>
          </a:prstGeom>
          <a:noFill/>
          <a:ln w="38100">
            <a:solidFill>
              <a:srgbClr val="FB8989"/>
            </a:solidFill>
          </a:ln>
          <a:effectLst>
            <a:outerShdw blurRad="225425" dist="38100" dir="5220000" algn="ctr">
              <a:srgbClr val="000000">
                <a:alpha val="33000"/>
              </a:srgbClr>
            </a:outerShdw>
          </a:effectLst>
        </p:spPr>
        <p:style>
          <a:lnRef idx="1">
            <a:schemeClr val="accent2"/>
          </a:lnRef>
          <a:fillRef idx="3">
            <a:schemeClr val="accent2"/>
          </a:fillRef>
          <a:effectRef idx="2">
            <a:schemeClr val="accent2"/>
          </a:effectRef>
          <a:fontRef idx="minor">
            <a:schemeClr val="lt1"/>
          </a:fontRef>
        </p:style>
        <p:txBody>
          <a:bodyPr anchor="ctr"/>
          <a:lstStyle/>
          <a:p>
            <a:pPr marL="0" lvl="2" algn="ctr" eaLnBrk="0" fontAlgn="ctr" hangingPunct="0">
              <a:spcBef>
                <a:spcPts val="0"/>
              </a:spcBef>
              <a:spcAft>
                <a:spcPts val="0"/>
              </a:spcAft>
              <a:buClr>
                <a:srgbClr val="FF0000"/>
              </a:buClr>
              <a:buSzPct val="70000"/>
              <a:buFont typeface="Wingdings" panose="05000000000000000000" pitchFamily="2" charset="2"/>
              <a:buChar char="n"/>
              <a:tabLst>
                <a:tab pos="181610" algn="l"/>
              </a:tabLst>
              <a:defRPr/>
            </a:pPr>
            <a:endParaRPr lang="zh-CN" altLang="en-US" sz="186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 name="矩形 87"/>
          <p:cNvSpPr>
            <a:spLocks noChangeArrowheads="1"/>
          </p:cNvSpPr>
          <p:nvPr/>
        </p:nvSpPr>
        <p:spPr bwMode="auto">
          <a:xfrm>
            <a:off x="6527139" y="1941681"/>
            <a:ext cx="4561416" cy="379656"/>
          </a:xfrm>
          <a:prstGeom prst="rect">
            <a:avLst/>
          </a:prstGeom>
          <a:noFill/>
          <a:ln w="9525">
            <a:noFill/>
            <a:miter lim="800000"/>
          </a:ln>
        </p:spPr>
        <p:txBody>
          <a:bodyPr>
            <a:spAutoFit/>
          </a:bodyPr>
          <a:lstStyle/>
          <a:p>
            <a:pPr eaLnBrk="0" fontAlgn="ctr" hangingPunct="0">
              <a:buClr>
                <a:srgbClr val="FF0000"/>
              </a:buClr>
              <a:buSzPct val="70000"/>
            </a:pPr>
            <a:r>
              <a:rPr lang="zh-CN" altLang="en-US" sz="186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点击添加文本 点击添加文本</a:t>
            </a:r>
            <a:endParaRPr lang="zh-CN" altLang="en-US" sz="186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AutoShape 3"/>
          <p:cNvSpPr>
            <a:spLocks noChangeAspect="1" noChangeArrowheads="1"/>
          </p:cNvSpPr>
          <p:nvPr/>
        </p:nvSpPr>
        <p:spPr bwMode="auto">
          <a:xfrm>
            <a:off x="6042368" y="1917713"/>
            <a:ext cx="432000" cy="432000"/>
          </a:xfrm>
          <a:prstGeom prst="ellipse">
            <a:avLst/>
          </a:prstGeom>
          <a:solidFill>
            <a:srgbClr val="DA5665"/>
          </a:solidFill>
          <a:ln w="25400">
            <a:noFill/>
          </a:ln>
          <a:effectLst/>
        </p:spPr>
        <p:style>
          <a:lnRef idx="1">
            <a:schemeClr val="accent2"/>
          </a:lnRef>
          <a:fillRef idx="3">
            <a:schemeClr val="accent2"/>
          </a:fillRef>
          <a:effectRef idx="2">
            <a:schemeClr val="accent2"/>
          </a:effectRef>
          <a:fontRef idx="minor">
            <a:schemeClr val="lt1"/>
          </a:fontRef>
        </p:style>
        <p:txBody>
          <a:bodyPr anchor="ctr"/>
          <a:lstStyle/>
          <a:p>
            <a:pPr algn="ctr" eaLnBrk="0" fontAlgn="ctr" hangingPunct="0">
              <a:spcBef>
                <a:spcPts val="0"/>
              </a:spcBef>
              <a:spcAft>
                <a:spcPts val="0"/>
              </a:spcAft>
              <a:buClr>
                <a:srgbClr val="FF0000"/>
              </a:buClr>
              <a:buSzPct val="70000"/>
              <a:defRPr/>
            </a:pPr>
            <a:endParaRPr lang="zh-CN" altLang="zh-CN" sz="2135" b="1">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 name="AutoShape 3"/>
          <p:cNvSpPr>
            <a:spLocks noChangeAspect="1" noChangeArrowheads="1"/>
          </p:cNvSpPr>
          <p:nvPr/>
        </p:nvSpPr>
        <p:spPr bwMode="auto">
          <a:xfrm>
            <a:off x="6042368" y="5193147"/>
            <a:ext cx="432000" cy="432000"/>
          </a:xfrm>
          <a:prstGeom prst="ellipse">
            <a:avLst/>
          </a:prstGeom>
          <a:solidFill>
            <a:srgbClr val="DA5665"/>
          </a:solidFill>
          <a:ln w="25400">
            <a:noFill/>
          </a:ln>
          <a:effectLst>
            <a:outerShdw blurRad="225425" dist="38100" dir="5220000" algn="ctr">
              <a:srgbClr val="000000">
                <a:alpha val="33000"/>
              </a:srgbClr>
            </a:outerShdw>
          </a:effectLst>
        </p:spPr>
        <p:style>
          <a:lnRef idx="1">
            <a:schemeClr val="accent2"/>
          </a:lnRef>
          <a:fillRef idx="3">
            <a:schemeClr val="accent2"/>
          </a:fillRef>
          <a:effectRef idx="2">
            <a:schemeClr val="accent2"/>
          </a:effectRef>
          <a:fontRef idx="minor">
            <a:schemeClr val="lt1"/>
          </a:fontRef>
        </p:style>
        <p:txBody>
          <a:bodyPr anchor="ctr"/>
          <a:lstStyle/>
          <a:p>
            <a:pPr algn="ctr" eaLnBrk="0" fontAlgn="ctr" hangingPunct="0">
              <a:spcBef>
                <a:spcPts val="0"/>
              </a:spcBef>
              <a:spcAft>
                <a:spcPts val="0"/>
              </a:spcAft>
              <a:buClr>
                <a:srgbClr val="FF0000"/>
              </a:buClr>
              <a:buSzPct val="70000"/>
              <a:defRPr/>
            </a:pPr>
            <a:endParaRPr lang="zh-CN" altLang="zh-CN" sz="2135" b="1">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 name="AutoShape 593"/>
          <p:cNvSpPr>
            <a:spLocks noChangeArrowheads="1"/>
          </p:cNvSpPr>
          <p:nvPr/>
        </p:nvSpPr>
        <p:spPr bwMode="auto">
          <a:xfrm rot="10800000" flipH="1" flipV="1">
            <a:off x="2879723" y="3504443"/>
            <a:ext cx="589367" cy="471493"/>
          </a:xfrm>
          <a:prstGeom prst="rightArrow">
            <a:avLst>
              <a:gd name="adj1" fmla="val 60857"/>
              <a:gd name="adj2" fmla="val 56907"/>
            </a:avLst>
          </a:prstGeom>
          <a:solidFill>
            <a:srgbClr val="DA5665"/>
          </a:solidFill>
          <a:ln w="25400">
            <a:noFill/>
          </a:ln>
          <a:effectLst>
            <a:outerShdw blurRad="225425" dist="38100" dir="5220000" algn="ctr">
              <a:srgbClr val="000000">
                <a:alpha val="33000"/>
              </a:srgbClr>
            </a:outerShdw>
          </a:effectLst>
        </p:spPr>
        <p:style>
          <a:lnRef idx="1">
            <a:schemeClr val="accent2"/>
          </a:lnRef>
          <a:fillRef idx="3">
            <a:schemeClr val="accent2"/>
          </a:fillRef>
          <a:effectRef idx="2">
            <a:schemeClr val="accent2"/>
          </a:effectRef>
          <a:fontRef idx="minor">
            <a:schemeClr val="lt1"/>
          </a:fontRef>
        </p:style>
        <p:txBody>
          <a:bodyPr anchor="ctr"/>
          <a:lstStyle/>
          <a:p>
            <a:pPr algn="ctr" eaLnBrk="0" fontAlgn="ctr" hangingPunct="0">
              <a:spcBef>
                <a:spcPts val="0"/>
              </a:spcBef>
              <a:spcAft>
                <a:spcPts val="0"/>
              </a:spcAft>
              <a:buClr>
                <a:srgbClr val="FF0000"/>
              </a:buClr>
              <a:buSzPct val="70000"/>
              <a:defRPr/>
            </a:pPr>
            <a:endParaRPr lang="zh-CN" altLang="en-US" sz="21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30" name="组合 57"/>
          <p:cNvGrpSpPr/>
          <p:nvPr/>
        </p:nvGrpSpPr>
        <p:grpSpPr bwMode="auto">
          <a:xfrm>
            <a:off x="965094" y="3014377"/>
            <a:ext cx="1890183" cy="1517651"/>
            <a:chOff x="995344" y="2329499"/>
            <a:chExt cx="1904726" cy="1529714"/>
          </a:xfrm>
          <a:solidFill>
            <a:srgbClr val="0BA5BF"/>
          </a:solidFill>
        </p:grpSpPr>
        <p:sp>
          <p:nvSpPr>
            <p:cNvPr id="31" name="Oval 2"/>
            <p:cNvSpPr>
              <a:spLocks noChangeAspect="1" noChangeArrowheads="1"/>
            </p:cNvSpPr>
            <p:nvPr/>
          </p:nvSpPr>
          <p:spPr bwMode="auto">
            <a:xfrm>
              <a:off x="1214411" y="2329499"/>
              <a:ext cx="1528794" cy="1529714"/>
            </a:xfrm>
            <a:prstGeom prst="ellipse">
              <a:avLst/>
            </a:prstGeom>
            <a:solidFill>
              <a:srgbClr val="FB8989"/>
            </a:solidFill>
            <a:ln w="25400">
              <a:solidFill>
                <a:srgbClr val="FB8989"/>
              </a:solidFill>
            </a:ln>
            <a:effectLst>
              <a:outerShdw blurRad="225425" dist="38100" dir="5220000" algn="ctr">
                <a:srgbClr val="000000">
                  <a:alpha val="33000"/>
                </a:srgbClr>
              </a:outerShdw>
            </a:effectLst>
          </p:spPr>
          <p:style>
            <a:lnRef idx="1">
              <a:schemeClr val="accent2"/>
            </a:lnRef>
            <a:fillRef idx="3">
              <a:schemeClr val="accent2"/>
            </a:fillRef>
            <a:effectRef idx="2">
              <a:schemeClr val="accent2"/>
            </a:effectRef>
            <a:fontRef idx="minor">
              <a:schemeClr val="lt1"/>
            </a:fontRef>
          </p:style>
          <p:txBody>
            <a:bodyPr anchor="ctr"/>
            <a:lstStyle/>
            <a:p>
              <a:pPr algn="ctr" eaLnBrk="0" fontAlgn="ctr" hangingPunct="0">
                <a:spcBef>
                  <a:spcPts val="0"/>
                </a:spcBef>
                <a:spcAft>
                  <a:spcPts val="0"/>
                </a:spcAft>
                <a:buClr>
                  <a:srgbClr val="FF0000"/>
                </a:buClr>
                <a:buSzPct val="70000"/>
                <a:defRPr/>
              </a:pPr>
              <a:endParaRPr lang="fr-FR" altLang="zh-CN" sz="21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TextBox 147"/>
            <p:cNvSpPr txBox="1">
              <a:spLocks noChangeArrowheads="1"/>
            </p:cNvSpPr>
            <p:nvPr/>
          </p:nvSpPr>
          <p:spPr bwMode="auto">
            <a:xfrm>
              <a:off x="995344" y="2850483"/>
              <a:ext cx="1904726" cy="423907"/>
            </a:xfrm>
            <a:prstGeom prst="rect">
              <a:avLst/>
            </a:prstGeom>
            <a:noFill/>
            <a:ln w="9525">
              <a:noFill/>
              <a:miter lim="800000"/>
            </a:ln>
          </p:spPr>
          <p:txBody>
            <a:bodyPr anchor="ctr">
              <a:spAutoFit/>
            </a:bodyPr>
            <a:lstStyle/>
            <a:p>
              <a:pPr algn="ctr" fontAlgn="ctr">
                <a:spcBef>
                  <a:spcPts val="0"/>
                </a:spcBef>
                <a:spcAft>
                  <a:spcPts val="0"/>
                </a:spcAft>
                <a:buClr>
                  <a:srgbClr val="FF0000"/>
                </a:buClr>
                <a:buSzPct val="70000"/>
                <a:defRPr/>
              </a:pPr>
              <a:r>
                <a:rPr kumimoji="1" lang="zh-CN" altLang="en-US" sz="2135" dirty="0">
                  <a:solidFill>
                    <a:schemeClr val="bg1"/>
                  </a:solidFill>
                  <a:effectLst>
                    <a:reflection blurRad="6350" stA="50000" endA="300" endPos="50000" dist="29997" dir="5400000" sy="-100000" algn="bl" rotWithShape="0"/>
                  </a:effectLst>
                  <a:latin typeface="字魂105号-简雅黑" panose="00000500000000000000" pitchFamily="2" charset="-122"/>
                  <a:ea typeface="字魂105号-简雅黑" panose="00000500000000000000" pitchFamily="2" charset="-122"/>
                  <a:sym typeface="字魂105号-简雅黑" panose="00000500000000000000" pitchFamily="2" charset="-122"/>
                </a:rPr>
                <a:t>初步目标</a:t>
              </a:r>
              <a:endParaRPr kumimoji="1" lang="zh-CN" altLang="en-US" sz="2135" dirty="0">
                <a:solidFill>
                  <a:schemeClr val="bg1"/>
                </a:solidFill>
                <a:effectLst>
                  <a:reflection blurRad="6350" stA="50000" endA="300" endPos="50000" dist="29997" dir="5400000" sy="-100000" algn="bl" rotWithShape="0"/>
                </a:effectLst>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33" name="组合 32"/>
          <p:cNvGrpSpPr/>
          <p:nvPr/>
        </p:nvGrpSpPr>
        <p:grpSpPr>
          <a:xfrm>
            <a:off x="0" y="1059"/>
            <a:ext cx="12192001" cy="989605"/>
            <a:chOff x="-1" y="0"/>
            <a:chExt cx="9144001" cy="742204"/>
          </a:xfrm>
        </p:grpSpPr>
        <p:sp>
          <p:nvSpPr>
            <p:cNvPr id="34" name="矩形 33"/>
            <p:cNvSpPr/>
            <p:nvPr/>
          </p:nvSpPr>
          <p:spPr>
            <a:xfrm>
              <a:off x="-1" y="0"/>
              <a:ext cx="762101" cy="742204"/>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矩形 34"/>
            <p:cNvSpPr/>
            <p:nvPr/>
          </p:nvSpPr>
          <p:spPr>
            <a:xfrm>
              <a:off x="816248" y="0"/>
              <a:ext cx="122807" cy="742204"/>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TextBox 8"/>
            <p:cNvSpPr txBox="1"/>
            <p:nvPr/>
          </p:nvSpPr>
          <p:spPr>
            <a:xfrm>
              <a:off x="36902" y="34318"/>
              <a:ext cx="725198" cy="684755"/>
            </a:xfrm>
            <a:prstGeom prst="rect">
              <a:avLst/>
            </a:prstGeom>
            <a:noFill/>
          </p:spPr>
          <p:txBody>
            <a:bodyPr wrap="none" rtlCol="0">
              <a:spAutoFit/>
            </a:bodyPr>
            <a:lstStyle/>
            <a:p>
              <a:pPr algn="r" defTabSz="1218565"/>
              <a:r>
                <a:rPr lang="en-US" altLang="zh-CN" sz="5335" b="1"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05</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0" name="文本占位符 3"/>
            <p:cNvSpPr txBox="1"/>
            <p:nvPr/>
          </p:nvSpPr>
          <p:spPr>
            <a:xfrm>
              <a:off x="976845" y="166078"/>
              <a:ext cx="4186412" cy="431935"/>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点击输入相关标题</a:t>
              </a:r>
              <a:endPar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1" name="矩形 40"/>
            <p:cNvSpPr/>
            <p:nvPr/>
          </p:nvSpPr>
          <p:spPr>
            <a:xfrm flipV="1">
              <a:off x="4033674" y="533830"/>
              <a:ext cx="5110326" cy="45719"/>
            </a:xfrm>
            <a:prstGeom prst="rect">
              <a:avLst/>
            </a:prstGeom>
            <a:solidFill>
              <a:srgbClr val="FB8989"/>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0-#ppt_w/2"/>
                                          </p:val>
                                        </p:tav>
                                        <p:tav tm="100000">
                                          <p:val>
                                            <p:strVal val="#ppt_x"/>
                                          </p:val>
                                        </p:tav>
                                      </p:tavLst>
                                    </p:anim>
                                    <p:anim calcmode="lin" valueType="num">
                                      <p:cBhvr additive="base">
                                        <p:cTn id="8" dur="500" fill="hold"/>
                                        <p:tgtEl>
                                          <p:spTgt spid="3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additive="base">
                                        <p:cTn id="12" dur="500" fill="hold"/>
                                        <p:tgtEl>
                                          <p:spTgt spid="29"/>
                                        </p:tgtEl>
                                        <p:attrNameLst>
                                          <p:attrName>ppt_x</p:attrName>
                                        </p:attrNameLst>
                                      </p:cBhvr>
                                      <p:tavLst>
                                        <p:tav tm="0">
                                          <p:val>
                                            <p:strVal val="0-#ppt_w/2"/>
                                          </p:val>
                                        </p:tav>
                                        <p:tav tm="100000">
                                          <p:val>
                                            <p:strVal val="#ppt_x"/>
                                          </p:val>
                                        </p:tav>
                                      </p:tavLst>
                                    </p:anim>
                                    <p:anim calcmode="lin" valueType="num">
                                      <p:cBhvr additive="base">
                                        <p:cTn id="13" dur="500" fill="hold"/>
                                        <p:tgtEl>
                                          <p:spTgt spid="29"/>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0-#ppt_w/2"/>
                                          </p:val>
                                        </p:tav>
                                        <p:tav tm="100000">
                                          <p:val>
                                            <p:strVal val="#ppt_x"/>
                                          </p:val>
                                        </p:tav>
                                      </p:tavLst>
                                    </p:anim>
                                    <p:anim calcmode="lin" valueType="num">
                                      <p:cBhvr additive="base">
                                        <p:cTn id="18" dur="500" fill="hold"/>
                                        <p:tgtEl>
                                          <p:spTgt spid="10"/>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par>
                          <p:cTn id="23" fill="hold">
                            <p:stCondLst>
                              <p:cond delay="2000"/>
                            </p:stCondLst>
                            <p:childTnLst>
                              <p:par>
                                <p:cTn id="24" presetID="10" presetClass="entr" presetSubtype="0"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par>
                          <p:cTn id="27" fill="hold">
                            <p:stCondLst>
                              <p:cond delay="2500"/>
                            </p:stCondLst>
                            <p:childTnLst>
                              <p:par>
                                <p:cTn id="28" presetID="10" presetClass="entr" presetSubtype="0" fill="hold" grpId="0"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par>
                          <p:cTn id="31" fill="hold">
                            <p:stCondLst>
                              <p:cond delay="3000"/>
                            </p:stCondLst>
                            <p:childTnLst>
                              <p:par>
                                <p:cTn id="32" presetID="10" presetClass="entr" presetSubtype="0"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par>
                          <p:cTn id="35" fill="hold">
                            <p:stCondLst>
                              <p:cond delay="3500"/>
                            </p:stCondLst>
                            <p:childTnLst>
                              <p:par>
                                <p:cTn id="36" presetID="2" presetClass="entr" presetSubtype="2" fill="hold" grpId="0" nodeType="afterEffect">
                                  <p:stCondLst>
                                    <p:cond delay="0"/>
                                  </p:stCondLst>
                                  <p:childTnLst>
                                    <p:set>
                                      <p:cBhvr>
                                        <p:cTn id="37" dur="1" fill="hold">
                                          <p:stCondLst>
                                            <p:cond delay="0"/>
                                          </p:stCondLst>
                                        </p:cTn>
                                        <p:tgtEl>
                                          <p:spTgt spid="27"/>
                                        </p:tgtEl>
                                        <p:attrNameLst>
                                          <p:attrName>style.visibility</p:attrName>
                                        </p:attrNameLst>
                                      </p:cBhvr>
                                      <p:to>
                                        <p:strVal val="visible"/>
                                      </p:to>
                                    </p:set>
                                    <p:anim calcmode="lin" valueType="num">
                                      <p:cBhvr additive="base">
                                        <p:cTn id="38" dur="500" fill="hold"/>
                                        <p:tgtEl>
                                          <p:spTgt spid="27"/>
                                        </p:tgtEl>
                                        <p:attrNameLst>
                                          <p:attrName>ppt_x</p:attrName>
                                        </p:attrNameLst>
                                      </p:cBhvr>
                                      <p:tavLst>
                                        <p:tav tm="0">
                                          <p:val>
                                            <p:strVal val="1+#ppt_w/2"/>
                                          </p:val>
                                        </p:tav>
                                        <p:tav tm="100000">
                                          <p:val>
                                            <p:strVal val="#ppt_x"/>
                                          </p:val>
                                        </p:tav>
                                      </p:tavLst>
                                    </p:anim>
                                    <p:anim calcmode="lin" valueType="num">
                                      <p:cBhvr additive="base">
                                        <p:cTn id="39" dur="500" fill="hold"/>
                                        <p:tgtEl>
                                          <p:spTgt spid="27"/>
                                        </p:tgtEl>
                                        <p:attrNameLst>
                                          <p:attrName>ppt_y</p:attrName>
                                        </p:attrNameLst>
                                      </p:cBhvr>
                                      <p:tavLst>
                                        <p:tav tm="0">
                                          <p:val>
                                            <p:strVal val="#ppt_y"/>
                                          </p:val>
                                        </p:tav>
                                        <p:tav tm="100000">
                                          <p:val>
                                            <p:strVal val="#ppt_y"/>
                                          </p:val>
                                        </p:tav>
                                      </p:tavLst>
                                    </p:anim>
                                  </p:childTnLst>
                                </p:cTn>
                              </p:par>
                            </p:childTnLst>
                          </p:cTn>
                        </p:par>
                        <p:par>
                          <p:cTn id="40" fill="hold">
                            <p:stCondLst>
                              <p:cond delay="4000"/>
                            </p:stCondLst>
                            <p:childTnLst>
                              <p:par>
                                <p:cTn id="41" presetID="2" presetClass="entr" presetSubtype="2" fill="hold" grpId="0" nodeType="after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additive="base">
                                        <p:cTn id="43" dur="500" fill="hold"/>
                                        <p:tgtEl>
                                          <p:spTgt spid="25"/>
                                        </p:tgtEl>
                                        <p:attrNameLst>
                                          <p:attrName>ppt_x</p:attrName>
                                        </p:attrNameLst>
                                      </p:cBhvr>
                                      <p:tavLst>
                                        <p:tav tm="0">
                                          <p:val>
                                            <p:strVal val="1+#ppt_w/2"/>
                                          </p:val>
                                        </p:tav>
                                        <p:tav tm="100000">
                                          <p:val>
                                            <p:strVal val="#ppt_x"/>
                                          </p:val>
                                        </p:tav>
                                      </p:tavLst>
                                    </p:anim>
                                    <p:anim calcmode="lin" valueType="num">
                                      <p:cBhvr additive="base">
                                        <p:cTn id="44" dur="500" fill="hold"/>
                                        <p:tgtEl>
                                          <p:spTgt spid="25"/>
                                        </p:tgtEl>
                                        <p:attrNameLst>
                                          <p:attrName>ppt_y</p:attrName>
                                        </p:attrNameLst>
                                      </p:cBhvr>
                                      <p:tavLst>
                                        <p:tav tm="0">
                                          <p:val>
                                            <p:strVal val="#ppt_y"/>
                                          </p:val>
                                        </p:tav>
                                        <p:tav tm="100000">
                                          <p:val>
                                            <p:strVal val="#ppt_y"/>
                                          </p:val>
                                        </p:tav>
                                      </p:tavLst>
                                    </p:anim>
                                  </p:childTnLst>
                                </p:cTn>
                              </p:par>
                            </p:childTnLst>
                          </p:cTn>
                        </p:par>
                        <p:par>
                          <p:cTn id="45" fill="hold">
                            <p:stCondLst>
                              <p:cond delay="4500"/>
                            </p:stCondLst>
                            <p:childTnLst>
                              <p:par>
                                <p:cTn id="46" presetID="12" presetClass="entr" presetSubtype="4" fill="hold" grpId="0" nodeType="after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slide(fromBottom)">
                                      <p:cBhvr>
                                        <p:cTn id="48" dur="500"/>
                                        <p:tgtEl>
                                          <p:spTgt spid="26"/>
                                        </p:tgtEl>
                                      </p:cBhvr>
                                    </p:animEffect>
                                  </p:childTnLst>
                                </p:cTn>
                              </p:par>
                            </p:childTnLst>
                          </p:cTn>
                        </p:par>
                        <p:par>
                          <p:cTn id="49" fill="hold">
                            <p:stCondLst>
                              <p:cond delay="5000"/>
                            </p:stCondLst>
                            <p:childTnLst>
                              <p:par>
                                <p:cTn id="50" presetID="2" presetClass="entr" presetSubtype="2" fill="hold" grpId="0" nodeType="after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additive="base">
                                        <p:cTn id="52" dur="500" fill="hold"/>
                                        <p:tgtEl>
                                          <p:spTgt spid="19"/>
                                        </p:tgtEl>
                                        <p:attrNameLst>
                                          <p:attrName>ppt_x</p:attrName>
                                        </p:attrNameLst>
                                      </p:cBhvr>
                                      <p:tavLst>
                                        <p:tav tm="0">
                                          <p:val>
                                            <p:strVal val="1+#ppt_w/2"/>
                                          </p:val>
                                        </p:tav>
                                        <p:tav tm="100000">
                                          <p:val>
                                            <p:strVal val="#ppt_x"/>
                                          </p:val>
                                        </p:tav>
                                      </p:tavLst>
                                    </p:anim>
                                    <p:anim calcmode="lin" valueType="num">
                                      <p:cBhvr additive="base">
                                        <p:cTn id="53" dur="500" fill="hold"/>
                                        <p:tgtEl>
                                          <p:spTgt spid="19"/>
                                        </p:tgtEl>
                                        <p:attrNameLst>
                                          <p:attrName>ppt_y</p:attrName>
                                        </p:attrNameLst>
                                      </p:cBhvr>
                                      <p:tavLst>
                                        <p:tav tm="0">
                                          <p:val>
                                            <p:strVal val="#ppt_y"/>
                                          </p:val>
                                        </p:tav>
                                        <p:tav tm="100000">
                                          <p:val>
                                            <p:strVal val="#ppt_y"/>
                                          </p:val>
                                        </p:tav>
                                      </p:tavLst>
                                    </p:anim>
                                  </p:childTnLst>
                                </p:cTn>
                              </p:par>
                            </p:childTnLst>
                          </p:cTn>
                        </p:par>
                        <p:par>
                          <p:cTn id="54" fill="hold">
                            <p:stCondLst>
                              <p:cond delay="5500"/>
                            </p:stCondLst>
                            <p:childTnLst>
                              <p:par>
                                <p:cTn id="55" presetID="2" presetClass="entr" presetSubtype="2" fill="hold" grpId="0" nodeType="afterEffect">
                                  <p:stCondLst>
                                    <p:cond delay="0"/>
                                  </p:stCondLst>
                                  <p:childTnLst>
                                    <p:set>
                                      <p:cBhvr>
                                        <p:cTn id="56" dur="1" fill="hold">
                                          <p:stCondLst>
                                            <p:cond delay="0"/>
                                          </p:stCondLst>
                                        </p:cTn>
                                        <p:tgtEl>
                                          <p:spTgt spid="17"/>
                                        </p:tgtEl>
                                        <p:attrNameLst>
                                          <p:attrName>style.visibility</p:attrName>
                                        </p:attrNameLst>
                                      </p:cBhvr>
                                      <p:to>
                                        <p:strVal val="visible"/>
                                      </p:to>
                                    </p:set>
                                    <p:anim calcmode="lin" valueType="num">
                                      <p:cBhvr additive="base">
                                        <p:cTn id="57" dur="500" fill="hold"/>
                                        <p:tgtEl>
                                          <p:spTgt spid="17"/>
                                        </p:tgtEl>
                                        <p:attrNameLst>
                                          <p:attrName>ppt_x</p:attrName>
                                        </p:attrNameLst>
                                      </p:cBhvr>
                                      <p:tavLst>
                                        <p:tav tm="0">
                                          <p:val>
                                            <p:strVal val="1+#ppt_w/2"/>
                                          </p:val>
                                        </p:tav>
                                        <p:tav tm="100000">
                                          <p:val>
                                            <p:strVal val="#ppt_x"/>
                                          </p:val>
                                        </p:tav>
                                      </p:tavLst>
                                    </p:anim>
                                    <p:anim calcmode="lin" valueType="num">
                                      <p:cBhvr additive="base">
                                        <p:cTn id="58" dur="500" fill="hold"/>
                                        <p:tgtEl>
                                          <p:spTgt spid="17"/>
                                        </p:tgtEl>
                                        <p:attrNameLst>
                                          <p:attrName>ppt_y</p:attrName>
                                        </p:attrNameLst>
                                      </p:cBhvr>
                                      <p:tavLst>
                                        <p:tav tm="0">
                                          <p:val>
                                            <p:strVal val="#ppt_y"/>
                                          </p:val>
                                        </p:tav>
                                        <p:tav tm="100000">
                                          <p:val>
                                            <p:strVal val="#ppt_y"/>
                                          </p:val>
                                        </p:tav>
                                      </p:tavLst>
                                    </p:anim>
                                  </p:childTnLst>
                                </p:cTn>
                              </p:par>
                            </p:childTnLst>
                          </p:cTn>
                        </p:par>
                        <p:par>
                          <p:cTn id="59" fill="hold">
                            <p:stCondLst>
                              <p:cond delay="6000"/>
                            </p:stCondLst>
                            <p:childTnLst>
                              <p:par>
                                <p:cTn id="60" presetID="12" presetClass="entr" presetSubtype="4" fill="hold" grpId="0" nodeType="after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slide(fromBottom)">
                                      <p:cBhvr>
                                        <p:cTn id="62" dur="500"/>
                                        <p:tgtEl>
                                          <p:spTgt spid="18"/>
                                        </p:tgtEl>
                                      </p:cBhvr>
                                    </p:animEffect>
                                  </p:childTnLst>
                                </p:cTn>
                              </p:par>
                            </p:childTnLst>
                          </p:cTn>
                        </p:par>
                        <p:par>
                          <p:cTn id="63" fill="hold">
                            <p:stCondLst>
                              <p:cond delay="6500"/>
                            </p:stCondLst>
                            <p:childTnLst>
                              <p:par>
                                <p:cTn id="64" presetID="2" presetClass="entr" presetSubtype="2" fill="hold" grpId="0" nodeType="afterEffect">
                                  <p:stCondLst>
                                    <p:cond delay="0"/>
                                  </p:stCondLst>
                                  <p:childTnLst>
                                    <p:set>
                                      <p:cBhvr>
                                        <p:cTn id="65" dur="1" fill="hold">
                                          <p:stCondLst>
                                            <p:cond delay="0"/>
                                          </p:stCondLst>
                                        </p:cTn>
                                        <p:tgtEl>
                                          <p:spTgt spid="20"/>
                                        </p:tgtEl>
                                        <p:attrNameLst>
                                          <p:attrName>style.visibility</p:attrName>
                                        </p:attrNameLst>
                                      </p:cBhvr>
                                      <p:to>
                                        <p:strVal val="visible"/>
                                      </p:to>
                                    </p:set>
                                    <p:anim calcmode="lin" valueType="num">
                                      <p:cBhvr additive="base">
                                        <p:cTn id="66" dur="500" fill="hold"/>
                                        <p:tgtEl>
                                          <p:spTgt spid="20"/>
                                        </p:tgtEl>
                                        <p:attrNameLst>
                                          <p:attrName>ppt_x</p:attrName>
                                        </p:attrNameLst>
                                      </p:cBhvr>
                                      <p:tavLst>
                                        <p:tav tm="0">
                                          <p:val>
                                            <p:strVal val="1+#ppt_w/2"/>
                                          </p:val>
                                        </p:tav>
                                        <p:tav tm="100000">
                                          <p:val>
                                            <p:strVal val="#ppt_x"/>
                                          </p:val>
                                        </p:tav>
                                      </p:tavLst>
                                    </p:anim>
                                    <p:anim calcmode="lin" valueType="num">
                                      <p:cBhvr additive="base">
                                        <p:cTn id="67" dur="500" fill="hold"/>
                                        <p:tgtEl>
                                          <p:spTgt spid="20"/>
                                        </p:tgtEl>
                                        <p:attrNameLst>
                                          <p:attrName>ppt_y</p:attrName>
                                        </p:attrNameLst>
                                      </p:cBhvr>
                                      <p:tavLst>
                                        <p:tav tm="0">
                                          <p:val>
                                            <p:strVal val="#ppt_y"/>
                                          </p:val>
                                        </p:tav>
                                        <p:tav tm="100000">
                                          <p:val>
                                            <p:strVal val="#ppt_y"/>
                                          </p:val>
                                        </p:tav>
                                      </p:tavLst>
                                    </p:anim>
                                  </p:childTnLst>
                                </p:cTn>
                              </p:par>
                            </p:childTnLst>
                          </p:cTn>
                        </p:par>
                        <p:par>
                          <p:cTn id="68" fill="hold">
                            <p:stCondLst>
                              <p:cond delay="7000"/>
                            </p:stCondLst>
                            <p:childTnLst>
                              <p:par>
                                <p:cTn id="69" presetID="2" presetClass="entr" presetSubtype="2" fill="hold" grpId="0" nodeType="afterEffect">
                                  <p:stCondLst>
                                    <p:cond delay="0"/>
                                  </p:stCondLst>
                                  <p:childTnLst>
                                    <p:set>
                                      <p:cBhvr>
                                        <p:cTn id="70" dur="1" fill="hold">
                                          <p:stCondLst>
                                            <p:cond delay="0"/>
                                          </p:stCondLst>
                                        </p:cTn>
                                        <p:tgtEl>
                                          <p:spTgt spid="13"/>
                                        </p:tgtEl>
                                        <p:attrNameLst>
                                          <p:attrName>style.visibility</p:attrName>
                                        </p:attrNameLst>
                                      </p:cBhvr>
                                      <p:to>
                                        <p:strVal val="visible"/>
                                      </p:to>
                                    </p:set>
                                    <p:anim calcmode="lin" valueType="num">
                                      <p:cBhvr additive="base">
                                        <p:cTn id="71" dur="500" fill="hold"/>
                                        <p:tgtEl>
                                          <p:spTgt spid="13"/>
                                        </p:tgtEl>
                                        <p:attrNameLst>
                                          <p:attrName>ppt_x</p:attrName>
                                        </p:attrNameLst>
                                      </p:cBhvr>
                                      <p:tavLst>
                                        <p:tav tm="0">
                                          <p:val>
                                            <p:strVal val="1+#ppt_w/2"/>
                                          </p:val>
                                        </p:tav>
                                        <p:tav tm="100000">
                                          <p:val>
                                            <p:strVal val="#ppt_x"/>
                                          </p:val>
                                        </p:tav>
                                      </p:tavLst>
                                    </p:anim>
                                    <p:anim calcmode="lin" valueType="num">
                                      <p:cBhvr additive="base">
                                        <p:cTn id="72" dur="500" fill="hold"/>
                                        <p:tgtEl>
                                          <p:spTgt spid="13"/>
                                        </p:tgtEl>
                                        <p:attrNameLst>
                                          <p:attrName>ppt_y</p:attrName>
                                        </p:attrNameLst>
                                      </p:cBhvr>
                                      <p:tavLst>
                                        <p:tav tm="0">
                                          <p:val>
                                            <p:strVal val="#ppt_y"/>
                                          </p:val>
                                        </p:tav>
                                        <p:tav tm="100000">
                                          <p:val>
                                            <p:strVal val="#ppt_y"/>
                                          </p:val>
                                        </p:tav>
                                      </p:tavLst>
                                    </p:anim>
                                  </p:childTnLst>
                                </p:cTn>
                              </p:par>
                            </p:childTnLst>
                          </p:cTn>
                        </p:par>
                        <p:par>
                          <p:cTn id="73" fill="hold">
                            <p:stCondLst>
                              <p:cond delay="7500"/>
                            </p:stCondLst>
                            <p:childTnLst>
                              <p:par>
                                <p:cTn id="74" presetID="12" presetClass="entr" presetSubtype="4" fill="hold" grpId="0" nodeType="afterEffect">
                                  <p:stCondLst>
                                    <p:cond delay="0"/>
                                  </p:stCondLst>
                                  <p:childTnLst>
                                    <p:set>
                                      <p:cBhvr>
                                        <p:cTn id="75" dur="1" fill="hold">
                                          <p:stCondLst>
                                            <p:cond delay="0"/>
                                          </p:stCondLst>
                                        </p:cTn>
                                        <p:tgtEl>
                                          <p:spTgt spid="14"/>
                                        </p:tgtEl>
                                        <p:attrNameLst>
                                          <p:attrName>style.visibility</p:attrName>
                                        </p:attrNameLst>
                                      </p:cBhvr>
                                      <p:to>
                                        <p:strVal val="visible"/>
                                      </p:to>
                                    </p:set>
                                    <p:animEffect transition="in" filter="slide(fromBottom)">
                                      <p:cBhvr>
                                        <p:cTn id="76" dur="500"/>
                                        <p:tgtEl>
                                          <p:spTgt spid="14"/>
                                        </p:tgtEl>
                                      </p:cBhvr>
                                    </p:animEffect>
                                  </p:childTnLst>
                                </p:cTn>
                              </p:par>
                            </p:childTnLst>
                          </p:cTn>
                        </p:par>
                        <p:par>
                          <p:cTn id="77" fill="hold">
                            <p:stCondLst>
                              <p:cond delay="8000"/>
                            </p:stCondLst>
                            <p:childTnLst>
                              <p:par>
                                <p:cTn id="78" presetID="2" presetClass="entr" presetSubtype="2" fill="hold" grpId="0" nodeType="afterEffect">
                                  <p:stCondLst>
                                    <p:cond delay="0"/>
                                  </p:stCondLst>
                                  <p:childTnLst>
                                    <p:set>
                                      <p:cBhvr>
                                        <p:cTn id="79" dur="1" fill="hold">
                                          <p:stCondLst>
                                            <p:cond delay="0"/>
                                          </p:stCondLst>
                                        </p:cTn>
                                        <p:tgtEl>
                                          <p:spTgt spid="28"/>
                                        </p:tgtEl>
                                        <p:attrNameLst>
                                          <p:attrName>style.visibility</p:attrName>
                                        </p:attrNameLst>
                                      </p:cBhvr>
                                      <p:to>
                                        <p:strVal val="visible"/>
                                      </p:to>
                                    </p:set>
                                    <p:anim calcmode="lin" valueType="num">
                                      <p:cBhvr additive="base">
                                        <p:cTn id="80" dur="500" fill="hold"/>
                                        <p:tgtEl>
                                          <p:spTgt spid="28"/>
                                        </p:tgtEl>
                                        <p:attrNameLst>
                                          <p:attrName>ppt_x</p:attrName>
                                        </p:attrNameLst>
                                      </p:cBhvr>
                                      <p:tavLst>
                                        <p:tav tm="0">
                                          <p:val>
                                            <p:strVal val="1+#ppt_w/2"/>
                                          </p:val>
                                        </p:tav>
                                        <p:tav tm="100000">
                                          <p:val>
                                            <p:strVal val="#ppt_x"/>
                                          </p:val>
                                        </p:tav>
                                      </p:tavLst>
                                    </p:anim>
                                    <p:anim calcmode="lin" valueType="num">
                                      <p:cBhvr additive="base">
                                        <p:cTn id="81" dur="500" fill="hold"/>
                                        <p:tgtEl>
                                          <p:spTgt spid="28"/>
                                        </p:tgtEl>
                                        <p:attrNameLst>
                                          <p:attrName>ppt_y</p:attrName>
                                        </p:attrNameLst>
                                      </p:cBhvr>
                                      <p:tavLst>
                                        <p:tav tm="0">
                                          <p:val>
                                            <p:strVal val="#ppt_y"/>
                                          </p:val>
                                        </p:tav>
                                        <p:tav tm="100000">
                                          <p:val>
                                            <p:strVal val="#ppt_y"/>
                                          </p:val>
                                        </p:tav>
                                      </p:tavLst>
                                    </p:anim>
                                  </p:childTnLst>
                                </p:cTn>
                              </p:par>
                            </p:childTnLst>
                          </p:cTn>
                        </p:par>
                        <p:par>
                          <p:cTn id="82" fill="hold">
                            <p:stCondLst>
                              <p:cond delay="8500"/>
                            </p:stCondLst>
                            <p:childTnLst>
                              <p:par>
                                <p:cTn id="83" presetID="2" presetClass="entr" presetSubtype="2" fill="hold" grpId="0" nodeType="afterEffect">
                                  <p:stCondLst>
                                    <p:cond delay="0"/>
                                  </p:stCondLst>
                                  <p:childTnLst>
                                    <p:set>
                                      <p:cBhvr>
                                        <p:cTn id="84" dur="1" fill="hold">
                                          <p:stCondLst>
                                            <p:cond delay="0"/>
                                          </p:stCondLst>
                                        </p:cTn>
                                        <p:tgtEl>
                                          <p:spTgt spid="15"/>
                                        </p:tgtEl>
                                        <p:attrNameLst>
                                          <p:attrName>style.visibility</p:attrName>
                                        </p:attrNameLst>
                                      </p:cBhvr>
                                      <p:to>
                                        <p:strVal val="visible"/>
                                      </p:to>
                                    </p:set>
                                    <p:anim calcmode="lin" valueType="num">
                                      <p:cBhvr additive="base">
                                        <p:cTn id="85" dur="500" fill="hold"/>
                                        <p:tgtEl>
                                          <p:spTgt spid="15"/>
                                        </p:tgtEl>
                                        <p:attrNameLst>
                                          <p:attrName>ppt_x</p:attrName>
                                        </p:attrNameLst>
                                      </p:cBhvr>
                                      <p:tavLst>
                                        <p:tav tm="0">
                                          <p:val>
                                            <p:strVal val="1+#ppt_w/2"/>
                                          </p:val>
                                        </p:tav>
                                        <p:tav tm="100000">
                                          <p:val>
                                            <p:strVal val="#ppt_x"/>
                                          </p:val>
                                        </p:tav>
                                      </p:tavLst>
                                    </p:anim>
                                    <p:anim calcmode="lin" valueType="num">
                                      <p:cBhvr additive="base">
                                        <p:cTn id="86" dur="500" fill="hold"/>
                                        <p:tgtEl>
                                          <p:spTgt spid="15"/>
                                        </p:tgtEl>
                                        <p:attrNameLst>
                                          <p:attrName>ppt_y</p:attrName>
                                        </p:attrNameLst>
                                      </p:cBhvr>
                                      <p:tavLst>
                                        <p:tav tm="0">
                                          <p:val>
                                            <p:strVal val="#ppt_y"/>
                                          </p:val>
                                        </p:tav>
                                        <p:tav tm="100000">
                                          <p:val>
                                            <p:strVal val="#ppt_y"/>
                                          </p:val>
                                        </p:tav>
                                      </p:tavLst>
                                    </p:anim>
                                  </p:childTnLst>
                                </p:cTn>
                              </p:par>
                            </p:childTnLst>
                          </p:cTn>
                        </p:par>
                        <p:par>
                          <p:cTn id="87" fill="hold">
                            <p:stCondLst>
                              <p:cond delay="9000"/>
                            </p:stCondLst>
                            <p:childTnLst>
                              <p:par>
                                <p:cTn id="88" presetID="12" presetClass="entr" presetSubtype="4" fill="hold" grpId="0" nodeType="afterEffect">
                                  <p:stCondLst>
                                    <p:cond delay="0"/>
                                  </p:stCondLst>
                                  <p:childTnLst>
                                    <p:set>
                                      <p:cBhvr>
                                        <p:cTn id="89" dur="1" fill="hold">
                                          <p:stCondLst>
                                            <p:cond delay="0"/>
                                          </p:stCondLst>
                                        </p:cTn>
                                        <p:tgtEl>
                                          <p:spTgt spid="16"/>
                                        </p:tgtEl>
                                        <p:attrNameLst>
                                          <p:attrName>style.visibility</p:attrName>
                                        </p:attrNameLst>
                                      </p:cBhvr>
                                      <p:to>
                                        <p:strVal val="visible"/>
                                      </p:to>
                                    </p:set>
                                    <p:animEffect transition="in" filter="slide(fromBottom)">
                                      <p:cBhvr>
                                        <p:cTn id="9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3" grpId="0" animBg="1"/>
      <p:bldP spid="14" grpId="0"/>
      <p:bldP spid="15" grpId="0" animBg="1"/>
      <p:bldP spid="16" grpId="0"/>
      <p:bldP spid="17" grpId="0" animBg="1"/>
      <p:bldP spid="18" grpId="0"/>
      <p:bldP spid="19" grpId="0" animBg="1"/>
      <p:bldP spid="20" grpId="0" animBg="1"/>
      <p:bldP spid="25" grpId="0" animBg="1"/>
      <p:bldP spid="26" grpId="0"/>
      <p:bldP spid="27" grpId="0" animBg="1"/>
      <p:bldP spid="28" grpId="0" animBg="1"/>
      <p:bldP spid="2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extLst>
              <a:ext uri="{28A0092B-C50C-407E-A947-70E740481C1C}">
                <a14:useLocalDpi xmlns:a14="http://schemas.microsoft.com/office/drawing/2010/main" val="0"/>
              </a:ext>
            </a:extLst>
          </a:blip>
          <a:srcRect l="-226" t="31175" r="226" b="16699"/>
          <a:stretch>
            <a:fillRect/>
          </a:stretch>
        </p:blipFill>
        <p:spPr>
          <a:xfrm>
            <a:off x="967118" y="1295456"/>
            <a:ext cx="10462742" cy="3057738"/>
          </a:xfrm>
          <a:prstGeom prst="rect">
            <a:avLst/>
          </a:prstGeom>
        </p:spPr>
      </p:pic>
      <p:grpSp>
        <p:nvGrpSpPr>
          <p:cNvPr id="9" name="组合 8"/>
          <p:cNvGrpSpPr/>
          <p:nvPr/>
        </p:nvGrpSpPr>
        <p:grpSpPr>
          <a:xfrm>
            <a:off x="0" y="1059"/>
            <a:ext cx="12192001" cy="989605"/>
            <a:chOff x="-1" y="0"/>
            <a:chExt cx="9144001" cy="742204"/>
          </a:xfrm>
        </p:grpSpPr>
        <p:sp>
          <p:nvSpPr>
            <p:cNvPr id="10" name="矩形 9"/>
            <p:cNvSpPr/>
            <p:nvPr/>
          </p:nvSpPr>
          <p:spPr>
            <a:xfrm>
              <a:off x="-1" y="0"/>
              <a:ext cx="762101" cy="742204"/>
            </a:xfrm>
            <a:prstGeom prst="rect">
              <a:avLst/>
            </a:prstGeom>
            <a:solidFill>
              <a:srgbClr val="DA56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64528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 name="矩形 10"/>
            <p:cNvSpPr/>
            <p:nvPr/>
          </p:nvSpPr>
          <p:spPr>
            <a:xfrm>
              <a:off x="816248" y="0"/>
              <a:ext cx="122807" cy="742204"/>
            </a:xfrm>
            <a:prstGeom prst="rect">
              <a:avLst/>
            </a:prstGeom>
            <a:solidFill>
              <a:srgbClr val="FB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 name="TextBox 8"/>
            <p:cNvSpPr txBox="1"/>
            <p:nvPr/>
          </p:nvSpPr>
          <p:spPr>
            <a:xfrm>
              <a:off x="36902" y="34318"/>
              <a:ext cx="725198" cy="684755"/>
            </a:xfrm>
            <a:prstGeom prst="rect">
              <a:avLst/>
            </a:prstGeom>
            <a:noFill/>
          </p:spPr>
          <p:txBody>
            <a:bodyPr wrap="none" rtlCol="0">
              <a:spAutoFit/>
            </a:bodyPr>
            <a:lstStyle/>
            <a:p>
              <a:pPr algn="r" defTabSz="1218565"/>
              <a:r>
                <a:rPr lang="en-US" altLang="zh-CN" sz="5335" b="1" dirty="0" smtClean="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05</a:t>
              </a:r>
              <a:endParaRPr lang="zh-CN" altLang="en-US" sz="5335"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文本占位符 3"/>
            <p:cNvSpPr txBox="1"/>
            <p:nvPr/>
          </p:nvSpPr>
          <p:spPr>
            <a:xfrm>
              <a:off x="976845" y="166078"/>
              <a:ext cx="4186412" cy="431935"/>
            </a:xfrm>
            <a:prstGeom prst="rect">
              <a:avLst/>
            </a:prstGeom>
          </p:spPr>
          <p:txBody>
            <a:bodyPr vert="horz" lIns="121888" tIns="60944" rIns="121888" bIns="60944" rtlCol="0" anchor="ctr">
              <a:noAutofit/>
            </a:bodyPr>
            <a:lstStyle>
              <a:lvl1pPr marL="0" indent="0" algn="l" defTabSz="914400" rtl="0" eaLnBrk="1" latinLnBrk="0" hangingPunct="1">
                <a:spcBef>
                  <a:spcPct val="20000"/>
                </a:spcBef>
                <a:buFont typeface="Arial" panose="020B0604020202020204" pitchFamily="34" charset="0"/>
                <a:buNone/>
                <a:defRPr sz="2800" b="1" kern="1200">
                  <a:solidFill>
                    <a:srgbClr val="56762C"/>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defRPr/>
              </a:pPr>
              <a:r>
                <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点击输入相关标题</a:t>
              </a:r>
              <a:endParaRPr lang="zh-CN" altLang="en-US" sz="3735" dirty="0">
                <a:solidFill>
                  <a:schemeClr val="tx1">
                    <a:lumMod val="95000"/>
                    <a:lumOff val="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矩形 13"/>
            <p:cNvSpPr/>
            <p:nvPr/>
          </p:nvSpPr>
          <p:spPr>
            <a:xfrm flipV="1">
              <a:off x="4033674" y="533830"/>
              <a:ext cx="5110326" cy="45719"/>
            </a:xfrm>
            <a:prstGeom prst="rect">
              <a:avLst/>
            </a:prstGeom>
            <a:solidFill>
              <a:srgbClr val="FB8989"/>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1218565"/>
              <a:endParaRPr lang="en-US" sz="2265">
                <a:solidFill>
                  <a:srgbClr val="1F497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15" name="组合 14"/>
          <p:cNvGrpSpPr/>
          <p:nvPr/>
        </p:nvGrpSpPr>
        <p:grpSpPr>
          <a:xfrm>
            <a:off x="7010376" y="4657986"/>
            <a:ext cx="4670265" cy="1761683"/>
            <a:chOff x="4898843" y="1647983"/>
            <a:chExt cx="2877936" cy="1762226"/>
          </a:xfrm>
        </p:grpSpPr>
        <p:sp>
          <p:nvSpPr>
            <p:cNvPr id="16" name="矩形 15"/>
            <p:cNvSpPr/>
            <p:nvPr/>
          </p:nvSpPr>
          <p:spPr>
            <a:xfrm>
              <a:off x="4903803" y="1647983"/>
              <a:ext cx="2408441" cy="600311"/>
            </a:xfrm>
            <a:prstGeom prst="rect">
              <a:avLst/>
            </a:prstGeom>
          </p:spPr>
          <p:txBody>
            <a:bodyPr wrap="square" lIns="91403" tIns="45701" rIns="91403" bIns="45701">
              <a:spAutoFit/>
            </a:bodyPr>
            <a:lstStyle/>
            <a:p>
              <a:pPr>
                <a:lnSpc>
                  <a:spcPct val="150000"/>
                </a:lnSpc>
              </a:pPr>
              <a:r>
                <a:rPr lang="zh-CN" altLang="en-US"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矩形 47"/>
            <p:cNvSpPr>
              <a:spLocks noChangeArrowheads="1"/>
            </p:cNvSpPr>
            <p:nvPr/>
          </p:nvSpPr>
          <p:spPr bwMode="auto">
            <a:xfrm>
              <a:off x="4898843" y="2209549"/>
              <a:ext cx="2877936" cy="1200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lnSpc>
                  <a:spcPct val="150000"/>
                </a:lnSpc>
                <a:spcBef>
                  <a:spcPct val="0"/>
                </a:spcBef>
                <a:buNone/>
              </a:pPr>
              <a:r>
                <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在此录入上述图表的综合描述说明，在此录入上述图表的综合描述说明，在此录入上述图表的综合描述说明，在此录入上述图表的综合描述说明。</a:t>
              </a:r>
              <a:endPar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18" name="组合 17"/>
          <p:cNvGrpSpPr/>
          <p:nvPr/>
        </p:nvGrpSpPr>
        <p:grpSpPr>
          <a:xfrm>
            <a:off x="987464" y="4850241"/>
            <a:ext cx="4670265" cy="1761683"/>
            <a:chOff x="4898843" y="1647983"/>
            <a:chExt cx="2877936" cy="1762226"/>
          </a:xfrm>
        </p:grpSpPr>
        <p:sp>
          <p:nvSpPr>
            <p:cNvPr id="19" name="矩形 18"/>
            <p:cNvSpPr/>
            <p:nvPr/>
          </p:nvSpPr>
          <p:spPr>
            <a:xfrm>
              <a:off x="4903803" y="1647983"/>
              <a:ext cx="2408441" cy="600311"/>
            </a:xfrm>
            <a:prstGeom prst="rect">
              <a:avLst/>
            </a:prstGeom>
          </p:spPr>
          <p:txBody>
            <a:bodyPr wrap="square" lIns="91403" tIns="45701" rIns="91403" bIns="45701">
              <a:spAutoFit/>
            </a:bodyPr>
            <a:lstStyle/>
            <a:p>
              <a:pPr>
                <a:lnSpc>
                  <a:spcPct val="150000"/>
                </a:lnSpc>
              </a:pPr>
              <a:r>
                <a:rPr lang="zh-CN" altLang="en-US"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点击添加标题</a:t>
              </a:r>
              <a:endParaRPr lang="en-US" altLang="zh-CN" sz="2200" b="1" dirty="0">
                <a:solidFill>
                  <a:schemeClr val="tx1">
                    <a:lumMod val="85000"/>
                    <a:lumOff val="1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矩形 47"/>
            <p:cNvSpPr>
              <a:spLocks noChangeArrowheads="1"/>
            </p:cNvSpPr>
            <p:nvPr/>
          </p:nvSpPr>
          <p:spPr bwMode="auto">
            <a:xfrm>
              <a:off x="4898843" y="2209549"/>
              <a:ext cx="2877936" cy="1200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lnSpc>
                  <a:spcPct val="150000"/>
                </a:lnSpc>
                <a:spcBef>
                  <a:spcPct val="0"/>
                </a:spcBef>
                <a:buNone/>
              </a:pPr>
              <a:r>
                <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在此录入上述图表的综合描述说明，在此录入上述图表的综合描述说明，在此录入上述图表的综合描述说明，在此录入上述图表的综合描述说明。</a:t>
              </a:r>
              <a:endParaRPr lang="zh-CN" altLang="en-US" sz="1200" dirty="0">
                <a:solidFill>
                  <a:schemeClr val="tx1">
                    <a:lumMod val="75000"/>
                    <a:lumOff val="2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2" presetClass="entr" presetSubtype="2" fill="hold" nodeType="afterEffect">
                                  <p:stCondLst>
                                    <p:cond delay="10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p:tgtEl>
                                          <p:spTgt spid="15"/>
                                        </p:tgtEl>
                                        <p:attrNameLst>
                                          <p:attrName>ppt_x</p:attrName>
                                        </p:attrNameLst>
                                      </p:cBhvr>
                                      <p:tavLst>
                                        <p:tav tm="0">
                                          <p:val>
                                            <p:strVal val="#ppt_x+#ppt_w*1.125000"/>
                                          </p:val>
                                        </p:tav>
                                        <p:tav tm="100000">
                                          <p:val>
                                            <p:strVal val="#ppt_x"/>
                                          </p:val>
                                        </p:tav>
                                      </p:tavLst>
                                    </p:anim>
                                    <p:animEffect transition="in" filter="wipe(left)">
                                      <p:cBhvr>
                                        <p:cTn id="14" dur="500"/>
                                        <p:tgtEl>
                                          <p:spTgt spid="15"/>
                                        </p:tgtEl>
                                      </p:cBhvr>
                                    </p:animEffect>
                                  </p:childTnLst>
                                </p:cTn>
                              </p:par>
                            </p:childTnLst>
                          </p:cTn>
                        </p:par>
                        <p:par>
                          <p:cTn id="15" fill="hold">
                            <p:stCondLst>
                              <p:cond delay="1600"/>
                            </p:stCondLst>
                            <p:childTnLst>
                              <p:par>
                                <p:cTn id="16" presetID="12" presetClass="entr" presetSubtype="2" fill="hold" nodeType="afterEffect">
                                  <p:stCondLst>
                                    <p:cond delay="100"/>
                                  </p:stCondLst>
                                  <p:childTnLst>
                                    <p:set>
                                      <p:cBhvr>
                                        <p:cTn id="17" dur="1" fill="hold">
                                          <p:stCondLst>
                                            <p:cond delay="0"/>
                                          </p:stCondLst>
                                        </p:cTn>
                                        <p:tgtEl>
                                          <p:spTgt spid="18"/>
                                        </p:tgtEl>
                                        <p:attrNameLst>
                                          <p:attrName>style.visibility</p:attrName>
                                        </p:attrNameLst>
                                      </p:cBhvr>
                                      <p:to>
                                        <p:strVal val="visible"/>
                                      </p:to>
                                    </p:set>
                                    <p:anim calcmode="lin" valueType="num">
                                      <p:cBhvr additive="base">
                                        <p:cTn id="18" dur="500"/>
                                        <p:tgtEl>
                                          <p:spTgt spid="18"/>
                                        </p:tgtEl>
                                        <p:attrNameLst>
                                          <p:attrName>ppt_x</p:attrName>
                                        </p:attrNameLst>
                                      </p:cBhvr>
                                      <p:tavLst>
                                        <p:tav tm="0">
                                          <p:val>
                                            <p:strVal val="#ppt_x+#ppt_w*1.125000"/>
                                          </p:val>
                                        </p:tav>
                                        <p:tav tm="100000">
                                          <p:val>
                                            <p:strVal val="#ppt_x"/>
                                          </p:val>
                                        </p:tav>
                                      </p:tavLst>
                                    </p:anim>
                                    <p:animEffect transition="in" filter="wipe(left)">
                                      <p:cBhvr>
                                        <p:cTn id="1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181624" y="1219258"/>
            <a:ext cx="5943444" cy="3106381"/>
          </a:xfrm>
          <a:prstGeom prst="rect">
            <a:avLst/>
          </a:prstGeom>
        </p:spPr>
      </p:pic>
      <p:sp>
        <p:nvSpPr>
          <p:cNvPr id="3" name="文本框 2"/>
          <p:cNvSpPr txBox="1"/>
          <p:nvPr/>
        </p:nvSpPr>
        <p:spPr>
          <a:xfrm>
            <a:off x="6248396" y="4510679"/>
            <a:ext cx="4343286" cy="369332"/>
          </a:xfrm>
          <a:prstGeom prst="rect">
            <a:avLst/>
          </a:prstGeom>
          <a:noFill/>
        </p:spPr>
        <p:txBody>
          <a:bodyPr wrap="square" rtlCol="0">
            <a:spAutoFit/>
          </a:bodyPr>
          <a:lstStyle/>
          <a:p>
            <a:pPr algn="dist"/>
            <a:r>
              <a:rPr lang="zh-CN" altLang="en-US" dirty="0">
                <a:solidFill>
                  <a:srgbClr val="A62125"/>
                </a:solidFill>
                <a:latin typeface="字魂105号-简雅黑" panose="00000500000000000000" pitchFamily="2" charset="-122"/>
                <a:ea typeface="字魂105号-简雅黑" panose="00000500000000000000" pitchFamily="2" charset="-122"/>
              </a:rPr>
              <a:t>我爱</a:t>
            </a:r>
            <a:r>
              <a:rPr lang="zh-CN" altLang="en-US" dirty="0" smtClean="0">
                <a:solidFill>
                  <a:srgbClr val="A62125"/>
                </a:solidFill>
                <a:latin typeface="字魂105号-简雅黑" panose="00000500000000000000" pitchFamily="2" charset="-122"/>
                <a:ea typeface="字魂105号-简雅黑" panose="00000500000000000000" pitchFamily="2" charset="-122"/>
              </a:rPr>
              <a:t>读书</a:t>
            </a:r>
            <a:r>
              <a:rPr lang="en-US" altLang="zh-CN" dirty="0" smtClean="0">
                <a:solidFill>
                  <a:srgbClr val="A62125"/>
                </a:solidFill>
                <a:latin typeface="字魂105号-简雅黑" panose="00000500000000000000" pitchFamily="2" charset="-122"/>
                <a:ea typeface="字魂105号-简雅黑" panose="00000500000000000000" pitchFamily="2" charset="-122"/>
              </a:rPr>
              <a:t>/</a:t>
            </a:r>
            <a:r>
              <a:rPr lang="zh-CN" altLang="en-US" dirty="0" smtClean="0">
                <a:solidFill>
                  <a:srgbClr val="A62125"/>
                </a:solidFill>
                <a:latin typeface="字魂105号-简雅黑" panose="00000500000000000000" pitchFamily="2" charset="-122"/>
                <a:ea typeface="字魂105号-简雅黑" panose="00000500000000000000" pitchFamily="2" charset="-122"/>
              </a:rPr>
              <a:t>我爱生活</a:t>
            </a:r>
            <a:endParaRPr lang="zh-CN" altLang="en-US" dirty="0">
              <a:solidFill>
                <a:srgbClr val="A62125"/>
              </a:solidFill>
              <a:latin typeface="字魂105号-简雅黑" panose="00000500000000000000" pitchFamily="2" charset="-122"/>
              <a:ea typeface="字魂105号-简雅黑" panose="00000500000000000000" pitchFamily="2" charset="-122"/>
            </a:endParaRPr>
          </a:p>
        </p:txBody>
      </p:sp>
      <p:sp>
        <p:nvSpPr>
          <p:cNvPr id="4" name="文本框 3"/>
          <p:cNvSpPr txBox="1"/>
          <p:nvPr/>
        </p:nvSpPr>
        <p:spPr>
          <a:xfrm>
            <a:off x="76358" y="228684"/>
            <a:ext cx="461665" cy="3124118"/>
          </a:xfrm>
          <a:prstGeom prst="rect">
            <a:avLst/>
          </a:prstGeom>
          <a:noFill/>
        </p:spPr>
        <p:txBody>
          <a:bodyPr vert="eaVert" wrap="square" rtlCol="0">
            <a:spAutoFit/>
          </a:bodyPr>
          <a:lstStyle/>
          <a:p>
            <a:pPr algn="dist"/>
            <a:r>
              <a:rPr lang="zh-CN" altLang="en-US" dirty="0" smtClean="0">
                <a:solidFill>
                  <a:srgbClr val="FB8989"/>
                </a:solidFill>
                <a:latin typeface="字魂105号-简雅黑" panose="00000500000000000000" pitchFamily="2" charset="-122"/>
                <a:ea typeface="字魂105号-简雅黑" panose="00000500000000000000" pitchFamily="2" charset="-122"/>
              </a:rPr>
              <a:t>读万卷书</a:t>
            </a:r>
            <a:r>
              <a:rPr lang="en-US" altLang="zh-CN" dirty="0" smtClean="0">
                <a:solidFill>
                  <a:srgbClr val="FB8989"/>
                </a:solidFill>
                <a:latin typeface="字魂105号-简雅黑" panose="00000500000000000000" pitchFamily="2" charset="-122"/>
                <a:ea typeface="字魂105号-简雅黑" panose="00000500000000000000" pitchFamily="2" charset="-122"/>
              </a:rPr>
              <a:t>·</a:t>
            </a:r>
            <a:r>
              <a:rPr lang="zh-CN" altLang="en-US" dirty="0" smtClean="0">
                <a:solidFill>
                  <a:srgbClr val="FB8989"/>
                </a:solidFill>
                <a:latin typeface="字魂105号-简雅黑" panose="00000500000000000000" pitchFamily="2" charset="-122"/>
                <a:ea typeface="字魂105号-简雅黑" panose="00000500000000000000" pitchFamily="2" charset="-122"/>
              </a:rPr>
              <a:t>行万里路</a:t>
            </a:r>
            <a:endParaRPr lang="zh-CN" altLang="en-US" dirty="0">
              <a:solidFill>
                <a:srgbClr val="FB8989"/>
              </a:solidFill>
              <a:latin typeface="字魂105号-简雅黑" panose="00000500000000000000" pitchFamily="2" charset="-122"/>
              <a:ea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fallOver"/>
      </p:transition>
    </mc:Choice>
    <mc:Fallback>
      <p:transition spd="slow" advTm="3000">
        <p:fade/>
      </p:transition>
    </mc:Fallback>
  </mc:AlternateContent>
</p:sld>
</file>

<file path=ppt/tags/tag1.xml><?xml version="1.0" encoding="utf-8"?>
<p:tagLst xmlns:p="http://schemas.openxmlformats.org/presentationml/2006/main">
  <p:tag name="ISPRING_PRESENTATION_TITLE" val="粉红色扁平风2.5D读书分享宣传PPT模板"/>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3733</Words>
  <Application>WPS 演示</Application>
  <PresentationFormat>宽屏</PresentationFormat>
  <Paragraphs>496</Paragraphs>
  <Slides>28</Slides>
  <Notes>29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28</vt:i4>
      </vt:variant>
    </vt:vector>
  </HeadingPairs>
  <TitlesOfParts>
    <vt:vector size="37" baseType="lpstr">
      <vt:lpstr>Arial</vt:lpstr>
      <vt:lpstr>宋体</vt:lpstr>
      <vt:lpstr>Wingdings</vt:lpstr>
      <vt:lpstr>字魂105号-简雅黑</vt:lpstr>
      <vt:lpstr>微软雅黑</vt:lpstr>
      <vt:lpstr>Calibri</vt:lpstr>
      <vt:lpstr>Arial Unicode MS</vt:lpstr>
      <vt:lpstr>字魂36号-正文宋楷</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粉红色扁平风2.5D读书分享宣传PPT模板</dc:title>
  <dc:creator>X-DOG</dc:creator>
  <cp:lastModifiedBy>鲤鱼旗</cp:lastModifiedBy>
  <cp:revision>108</cp:revision>
  <dcterms:created xsi:type="dcterms:W3CDTF">2015-06-22T07:54:00Z</dcterms:created>
  <dcterms:modified xsi:type="dcterms:W3CDTF">2021-03-27T08:07:12Z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2052-11.1.0.10356</vt:lpwstr>
  </property>
  <property fmtid="{D5CDD505-2E9C-101B-9397-08002B2CF9AE}" pid="4" name="ICV">
    <vt:lpwstr>287F6C4AD730454889AF42C102084493</vt:lpwstr>
  </property>
</Properties>
</file>